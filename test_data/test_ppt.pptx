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测试PPT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这是一份测试 PPT 的内容。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