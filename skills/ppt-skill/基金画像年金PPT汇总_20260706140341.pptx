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6.xml" ContentType="application/vnd.openxmlformats-officedocument.presentationml.tags+xml"/>
  <Override PartName="/ppt/tags/tag7.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10.xml" ContentType="application/vnd.openxmlformats-officedocument.presentationml.tags+xml"/>
  <Override PartName="/ppt/tags/tag11.xml" ContentType="application/vnd.openxmlformats-officedocument.presentationml.tag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ags/tag12.xml" ContentType="application/vnd.openxmlformats-officedocument.presentationml.tag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tags/tag13.xml" ContentType="application/vnd.openxmlformats-officedocument.presentationml.tags+xml"/>
  <Override PartName="/ppt/tags/tag14.xml" ContentType="application/vnd.openxmlformats-officedocument.presentationml.tags+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040" r:id="rId2"/>
    <p:sldId id="2041" r:id="rId3"/>
    <p:sldId id="2042" r:id="rId4"/>
    <p:sldId id="16667818" r:id="rId5"/>
    <p:sldId id="16667927" r:id="rId6"/>
    <p:sldId id="16667914" r:id="rId7"/>
    <p:sldId id="16667915" r:id="rId8"/>
    <p:sldId id="16667928" r:id="rId9"/>
    <p:sldId id="16667932" r:id="rId10"/>
    <p:sldId id="16667933" r:id="rId11"/>
    <p:sldId id="16667972" r:id="rId12"/>
    <p:sldId id="16667931" r:id="rId13"/>
    <p:sldId id="16667934" r:id="rId14"/>
    <p:sldId id="16667929" r:id="rId15"/>
    <p:sldId id="16667918" r:id="rId16"/>
    <p:sldId id="16667920" r:id="rId17"/>
    <p:sldId id="16667967" r:id="rId18"/>
    <p:sldId id="16667907" r:id="rId19"/>
  </p:sldIdLst>
  <p:sldSz cx="12192000" cy="6858000"/>
  <p:notesSz cx="6858000" cy="9144000"/>
  <p:custDataLst>
    <p:tags r:id="rId2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风格主题" id="{1E75E4EB-81CC-4C04-BBC2-B758850C44D7}">
          <p14:sldIdLst>
            <p14:sldId id="2040"/>
            <p14:sldId id="2041"/>
            <p14:sldId id="2042"/>
            <p14:sldId id="16667818"/>
            <p14:sldId id="16667927"/>
            <p14:sldId id="16667914"/>
            <p14:sldId id="16667915"/>
            <p14:sldId id="16667928"/>
            <p14:sldId id="16667932"/>
            <p14:sldId id="16667933"/>
            <p14:sldId id="16667972"/>
            <p14:sldId id="16667931"/>
            <p14:sldId id="16667934"/>
            <p14:sldId id="16667929"/>
            <p14:sldId id="16667918"/>
            <p14:sldId id="16667920"/>
            <p14:sldId id="16667967"/>
            <p14:sldId id="16667907"/>
          </p14:sldIdLst>
        </p14:section>
      </p14:sectionLst>
    </p:ext>
    <p:ext uri="{EFAFB233-063F-42B5-8137-9DF3F51BA10A}">
      <p15:sldGuideLst xmlns:p15="http://schemas.microsoft.com/office/powerpoint/2012/main">
        <p15:guide id="1" pos="393" userDrawn="1">
          <p15:clr>
            <a:srgbClr val="A4A3A4"/>
          </p15:clr>
        </p15:guide>
        <p15:guide id="2" pos="7265">
          <p15:clr>
            <a:srgbClr val="A4A3A4"/>
          </p15:clr>
        </p15:guide>
        <p15:guide id="3" orient="horz" pos="648">
          <p15:clr>
            <a:srgbClr val="A4A3A4"/>
          </p15:clr>
        </p15:guide>
        <p15:guide id="4" orient="horz" pos="712">
          <p15:clr>
            <a:srgbClr val="A4A3A4"/>
          </p15:clr>
        </p15:guide>
        <p15:guide id="5" orient="horz" pos="3929" userDrawn="1">
          <p15:clr>
            <a:srgbClr val="A4A3A4"/>
          </p15:clr>
        </p15:guide>
        <p15:guide id="6" orient="horz" pos="386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蒙思" initials="王蒙思" lastIdx="5" clrIdx="0">
    <p:extLst>
      <p:ext uri="{19B8F6BF-5375-455C-9EA6-DF929625EA0E}">
        <p15:presenceInfo xmlns:p15="http://schemas.microsoft.com/office/powerpoint/2012/main" userId="S-1-5-21-1862079002-905668813-1295184657-924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0117"/>
    <a:srgbClr val="B5B5B5"/>
    <a:srgbClr val="8F8E8F"/>
    <a:srgbClr val="7D373C"/>
    <a:srgbClr val="9E0116"/>
    <a:srgbClr val="D9D9D9"/>
    <a:srgbClr val="898989"/>
    <a:srgbClr val="F2F2F2"/>
    <a:srgbClr val="A3B4DC"/>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640" autoAdjust="0"/>
  </p:normalViewPr>
  <p:slideViewPr>
    <p:cSldViewPr snapToGrid="0" showGuides="1">
      <p:cViewPr>
        <p:scale>
          <a:sx n="100" d="100"/>
          <a:sy n="100" d="100"/>
        </p:scale>
        <p:origin x="260" y="-124"/>
      </p:cViewPr>
      <p:guideLst>
        <p:guide pos="393"/>
        <p:guide pos="7265"/>
        <p:guide orient="horz" pos="648"/>
        <p:guide orient="horz" pos="712"/>
        <p:guide orient="horz" pos="3929"/>
        <p:guide orient="horz" pos="3861"/>
      </p:guideLst>
    </p:cSldViewPr>
  </p:slideViewPr>
  <p:outlineViewPr>
    <p:cViewPr>
      <p:scale>
        <a:sx n="33" d="100"/>
        <a:sy n="33" d="100"/>
      </p:scale>
      <p:origin x="0" y="-468"/>
    </p:cViewPr>
  </p:outlineViewPr>
  <p:notesTextViewPr>
    <p:cViewPr>
      <p:scale>
        <a:sx n="1" d="1"/>
        <a:sy n="1" d="1"/>
      </p:scale>
      <p:origin x="0" y="0"/>
    </p:cViewPr>
  </p:notesTextViewPr>
  <p:sorterViewPr>
    <p:cViewPr varScale="1">
      <p:scale>
        <a:sx n="1" d="1"/>
        <a:sy n="1" d="1"/>
      </p:scale>
      <p:origin x="0" y="-1118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成立以来组合收益率</c:v>
                </c:pt>
              </c:strCache>
            </c:strRef>
          </c:tx>
          <c:spPr>
            <a:ln w="28575" cap="rnd">
              <a:solidFill>
                <a:srgbClr val="9E0116"/>
              </a:solidFill>
              <a:round/>
            </a:ln>
            <a:effectLst/>
          </c:spPr>
          <c:marker>
            <c:symbol val="none"/>
          </c:marker>
          <c:cat>
            <c:numRef>
              <c:f>Sheet1!$A$2:$A$3467</c:f>
              <c:numCache>
                <c:formatCode>yyyy\-mm\-dd</c:formatCode>
                <c:ptCount val="3466"/>
                <c:pt idx="0">
                  <c:v>39808</c:v>
                </c:pt>
                <c:pt idx="1">
                  <c:v>39811</c:v>
                </c:pt>
                <c:pt idx="2">
                  <c:v>39812</c:v>
                </c:pt>
                <c:pt idx="3">
                  <c:v>39813</c:v>
                </c:pt>
                <c:pt idx="4">
                  <c:v>39818</c:v>
                </c:pt>
                <c:pt idx="5">
                  <c:v>39819</c:v>
                </c:pt>
                <c:pt idx="6">
                  <c:v>39820</c:v>
                </c:pt>
                <c:pt idx="7">
                  <c:v>39821</c:v>
                </c:pt>
                <c:pt idx="8">
                  <c:v>39822</c:v>
                </c:pt>
                <c:pt idx="9">
                  <c:v>39825</c:v>
                </c:pt>
                <c:pt idx="10">
                  <c:v>39826</c:v>
                </c:pt>
                <c:pt idx="11">
                  <c:v>39827</c:v>
                </c:pt>
                <c:pt idx="12">
                  <c:v>39828</c:v>
                </c:pt>
                <c:pt idx="13">
                  <c:v>39829</c:v>
                </c:pt>
                <c:pt idx="14">
                  <c:v>39832</c:v>
                </c:pt>
                <c:pt idx="15">
                  <c:v>39833</c:v>
                </c:pt>
                <c:pt idx="16">
                  <c:v>39834</c:v>
                </c:pt>
                <c:pt idx="17">
                  <c:v>39835</c:v>
                </c:pt>
                <c:pt idx="18">
                  <c:v>39836</c:v>
                </c:pt>
                <c:pt idx="19">
                  <c:v>39846</c:v>
                </c:pt>
                <c:pt idx="20">
                  <c:v>39847</c:v>
                </c:pt>
                <c:pt idx="21">
                  <c:v>39848</c:v>
                </c:pt>
                <c:pt idx="22">
                  <c:v>39849</c:v>
                </c:pt>
                <c:pt idx="23">
                  <c:v>39850</c:v>
                </c:pt>
                <c:pt idx="24">
                  <c:v>39853</c:v>
                </c:pt>
                <c:pt idx="25">
                  <c:v>39854</c:v>
                </c:pt>
                <c:pt idx="26">
                  <c:v>39855</c:v>
                </c:pt>
                <c:pt idx="27">
                  <c:v>39856</c:v>
                </c:pt>
                <c:pt idx="28">
                  <c:v>39857</c:v>
                </c:pt>
                <c:pt idx="29">
                  <c:v>39860</c:v>
                </c:pt>
                <c:pt idx="30">
                  <c:v>39861</c:v>
                </c:pt>
                <c:pt idx="31">
                  <c:v>39862</c:v>
                </c:pt>
                <c:pt idx="32">
                  <c:v>39863</c:v>
                </c:pt>
                <c:pt idx="33">
                  <c:v>39864</c:v>
                </c:pt>
                <c:pt idx="34">
                  <c:v>39867</c:v>
                </c:pt>
                <c:pt idx="35">
                  <c:v>39868</c:v>
                </c:pt>
                <c:pt idx="36">
                  <c:v>39869</c:v>
                </c:pt>
                <c:pt idx="37">
                  <c:v>39870</c:v>
                </c:pt>
                <c:pt idx="38">
                  <c:v>39871</c:v>
                </c:pt>
                <c:pt idx="39">
                  <c:v>39874</c:v>
                </c:pt>
                <c:pt idx="40">
                  <c:v>39875</c:v>
                </c:pt>
                <c:pt idx="41">
                  <c:v>39876</c:v>
                </c:pt>
                <c:pt idx="42">
                  <c:v>39877</c:v>
                </c:pt>
                <c:pt idx="43">
                  <c:v>39878</c:v>
                </c:pt>
                <c:pt idx="44">
                  <c:v>39881</c:v>
                </c:pt>
                <c:pt idx="45">
                  <c:v>39882</c:v>
                </c:pt>
                <c:pt idx="46">
                  <c:v>39883</c:v>
                </c:pt>
                <c:pt idx="47">
                  <c:v>39884</c:v>
                </c:pt>
                <c:pt idx="48">
                  <c:v>39885</c:v>
                </c:pt>
                <c:pt idx="49">
                  <c:v>39888</c:v>
                </c:pt>
                <c:pt idx="50">
                  <c:v>39889</c:v>
                </c:pt>
                <c:pt idx="51">
                  <c:v>39890</c:v>
                </c:pt>
                <c:pt idx="52">
                  <c:v>39891</c:v>
                </c:pt>
                <c:pt idx="53">
                  <c:v>39892</c:v>
                </c:pt>
                <c:pt idx="54">
                  <c:v>39895</c:v>
                </c:pt>
                <c:pt idx="55">
                  <c:v>39896</c:v>
                </c:pt>
                <c:pt idx="56">
                  <c:v>39897</c:v>
                </c:pt>
                <c:pt idx="57">
                  <c:v>39898</c:v>
                </c:pt>
                <c:pt idx="58">
                  <c:v>39899</c:v>
                </c:pt>
                <c:pt idx="59">
                  <c:v>39902</c:v>
                </c:pt>
                <c:pt idx="60">
                  <c:v>39903</c:v>
                </c:pt>
                <c:pt idx="61">
                  <c:v>39904</c:v>
                </c:pt>
                <c:pt idx="62">
                  <c:v>39905</c:v>
                </c:pt>
                <c:pt idx="63">
                  <c:v>39906</c:v>
                </c:pt>
                <c:pt idx="64">
                  <c:v>39910</c:v>
                </c:pt>
                <c:pt idx="65">
                  <c:v>39911</c:v>
                </c:pt>
                <c:pt idx="66">
                  <c:v>39912</c:v>
                </c:pt>
                <c:pt idx="67">
                  <c:v>39913</c:v>
                </c:pt>
                <c:pt idx="68">
                  <c:v>39916</c:v>
                </c:pt>
                <c:pt idx="69">
                  <c:v>39917</c:v>
                </c:pt>
                <c:pt idx="70">
                  <c:v>39918</c:v>
                </c:pt>
                <c:pt idx="71">
                  <c:v>39919</c:v>
                </c:pt>
                <c:pt idx="72">
                  <c:v>39920</c:v>
                </c:pt>
                <c:pt idx="73">
                  <c:v>39923</c:v>
                </c:pt>
                <c:pt idx="74">
                  <c:v>39924</c:v>
                </c:pt>
                <c:pt idx="75">
                  <c:v>39925</c:v>
                </c:pt>
                <c:pt idx="76">
                  <c:v>39926</c:v>
                </c:pt>
                <c:pt idx="77">
                  <c:v>39927</c:v>
                </c:pt>
                <c:pt idx="78">
                  <c:v>39930</c:v>
                </c:pt>
                <c:pt idx="79">
                  <c:v>39931</c:v>
                </c:pt>
                <c:pt idx="80">
                  <c:v>39932</c:v>
                </c:pt>
                <c:pt idx="81">
                  <c:v>39933</c:v>
                </c:pt>
                <c:pt idx="82">
                  <c:v>39937</c:v>
                </c:pt>
                <c:pt idx="83">
                  <c:v>39938</c:v>
                </c:pt>
                <c:pt idx="84">
                  <c:v>39939</c:v>
                </c:pt>
                <c:pt idx="85">
                  <c:v>39940</c:v>
                </c:pt>
                <c:pt idx="86">
                  <c:v>39941</c:v>
                </c:pt>
                <c:pt idx="87">
                  <c:v>39944</c:v>
                </c:pt>
                <c:pt idx="88">
                  <c:v>39945</c:v>
                </c:pt>
                <c:pt idx="89">
                  <c:v>39946</c:v>
                </c:pt>
                <c:pt idx="90">
                  <c:v>39947</c:v>
                </c:pt>
                <c:pt idx="91">
                  <c:v>39948</c:v>
                </c:pt>
                <c:pt idx="92">
                  <c:v>39951</c:v>
                </c:pt>
                <c:pt idx="93">
                  <c:v>39952</c:v>
                </c:pt>
                <c:pt idx="94">
                  <c:v>39953</c:v>
                </c:pt>
                <c:pt idx="95">
                  <c:v>39954</c:v>
                </c:pt>
                <c:pt idx="96">
                  <c:v>39955</c:v>
                </c:pt>
                <c:pt idx="97">
                  <c:v>39958</c:v>
                </c:pt>
                <c:pt idx="98">
                  <c:v>39959</c:v>
                </c:pt>
                <c:pt idx="99">
                  <c:v>39960</c:v>
                </c:pt>
                <c:pt idx="100">
                  <c:v>39965</c:v>
                </c:pt>
                <c:pt idx="101">
                  <c:v>39966</c:v>
                </c:pt>
                <c:pt idx="102">
                  <c:v>39967</c:v>
                </c:pt>
                <c:pt idx="103">
                  <c:v>39968</c:v>
                </c:pt>
                <c:pt idx="104">
                  <c:v>39969</c:v>
                </c:pt>
                <c:pt idx="105">
                  <c:v>39972</c:v>
                </c:pt>
                <c:pt idx="106">
                  <c:v>39973</c:v>
                </c:pt>
                <c:pt idx="107">
                  <c:v>39974</c:v>
                </c:pt>
                <c:pt idx="108">
                  <c:v>39975</c:v>
                </c:pt>
                <c:pt idx="109">
                  <c:v>39976</c:v>
                </c:pt>
                <c:pt idx="110">
                  <c:v>39979</c:v>
                </c:pt>
                <c:pt idx="111">
                  <c:v>39980</c:v>
                </c:pt>
                <c:pt idx="112">
                  <c:v>39981</c:v>
                </c:pt>
                <c:pt idx="113">
                  <c:v>39982</c:v>
                </c:pt>
                <c:pt idx="114">
                  <c:v>39983</c:v>
                </c:pt>
                <c:pt idx="115">
                  <c:v>39986</c:v>
                </c:pt>
                <c:pt idx="116">
                  <c:v>39987</c:v>
                </c:pt>
                <c:pt idx="117">
                  <c:v>39988</c:v>
                </c:pt>
                <c:pt idx="118">
                  <c:v>39989</c:v>
                </c:pt>
                <c:pt idx="119">
                  <c:v>39990</c:v>
                </c:pt>
                <c:pt idx="120">
                  <c:v>39993</c:v>
                </c:pt>
                <c:pt idx="121">
                  <c:v>39994</c:v>
                </c:pt>
                <c:pt idx="122">
                  <c:v>39995</c:v>
                </c:pt>
                <c:pt idx="123">
                  <c:v>39996</c:v>
                </c:pt>
                <c:pt idx="124">
                  <c:v>39997</c:v>
                </c:pt>
                <c:pt idx="125">
                  <c:v>40000</c:v>
                </c:pt>
                <c:pt idx="126">
                  <c:v>40001</c:v>
                </c:pt>
                <c:pt idx="127">
                  <c:v>40002</c:v>
                </c:pt>
                <c:pt idx="128">
                  <c:v>40003</c:v>
                </c:pt>
                <c:pt idx="129">
                  <c:v>40004</c:v>
                </c:pt>
                <c:pt idx="130">
                  <c:v>40007</c:v>
                </c:pt>
                <c:pt idx="131">
                  <c:v>40008</c:v>
                </c:pt>
                <c:pt idx="132">
                  <c:v>40009</c:v>
                </c:pt>
                <c:pt idx="133">
                  <c:v>40010</c:v>
                </c:pt>
                <c:pt idx="134">
                  <c:v>40011</c:v>
                </c:pt>
                <c:pt idx="135">
                  <c:v>40014</c:v>
                </c:pt>
                <c:pt idx="136">
                  <c:v>40015</c:v>
                </c:pt>
                <c:pt idx="137">
                  <c:v>40016</c:v>
                </c:pt>
                <c:pt idx="138">
                  <c:v>40017</c:v>
                </c:pt>
                <c:pt idx="139">
                  <c:v>40018</c:v>
                </c:pt>
                <c:pt idx="140">
                  <c:v>40021</c:v>
                </c:pt>
                <c:pt idx="141">
                  <c:v>40022</c:v>
                </c:pt>
                <c:pt idx="142">
                  <c:v>40023</c:v>
                </c:pt>
                <c:pt idx="143">
                  <c:v>40024</c:v>
                </c:pt>
                <c:pt idx="144">
                  <c:v>40025</c:v>
                </c:pt>
                <c:pt idx="145">
                  <c:v>40028</c:v>
                </c:pt>
                <c:pt idx="146">
                  <c:v>40029</c:v>
                </c:pt>
                <c:pt idx="147">
                  <c:v>40030</c:v>
                </c:pt>
                <c:pt idx="148">
                  <c:v>40031</c:v>
                </c:pt>
                <c:pt idx="149">
                  <c:v>40032</c:v>
                </c:pt>
                <c:pt idx="150">
                  <c:v>40035</c:v>
                </c:pt>
                <c:pt idx="151">
                  <c:v>40036</c:v>
                </c:pt>
                <c:pt idx="152">
                  <c:v>40037</c:v>
                </c:pt>
                <c:pt idx="153">
                  <c:v>40038</c:v>
                </c:pt>
                <c:pt idx="154">
                  <c:v>40039</c:v>
                </c:pt>
                <c:pt idx="155">
                  <c:v>40042</c:v>
                </c:pt>
                <c:pt idx="156">
                  <c:v>40043</c:v>
                </c:pt>
                <c:pt idx="157">
                  <c:v>40044</c:v>
                </c:pt>
                <c:pt idx="158">
                  <c:v>40045</c:v>
                </c:pt>
                <c:pt idx="159">
                  <c:v>40046</c:v>
                </c:pt>
                <c:pt idx="160">
                  <c:v>40049</c:v>
                </c:pt>
                <c:pt idx="161">
                  <c:v>40050</c:v>
                </c:pt>
                <c:pt idx="162">
                  <c:v>40051</c:v>
                </c:pt>
                <c:pt idx="163">
                  <c:v>40052</c:v>
                </c:pt>
                <c:pt idx="164">
                  <c:v>40053</c:v>
                </c:pt>
                <c:pt idx="165">
                  <c:v>40056</c:v>
                </c:pt>
                <c:pt idx="166">
                  <c:v>40057</c:v>
                </c:pt>
                <c:pt idx="167">
                  <c:v>40058</c:v>
                </c:pt>
                <c:pt idx="168">
                  <c:v>40059</c:v>
                </c:pt>
                <c:pt idx="169">
                  <c:v>40060</c:v>
                </c:pt>
                <c:pt idx="170">
                  <c:v>40063</c:v>
                </c:pt>
                <c:pt idx="171">
                  <c:v>40064</c:v>
                </c:pt>
                <c:pt idx="172">
                  <c:v>40065</c:v>
                </c:pt>
                <c:pt idx="173">
                  <c:v>40066</c:v>
                </c:pt>
                <c:pt idx="174">
                  <c:v>40067</c:v>
                </c:pt>
                <c:pt idx="175">
                  <c:v>40070</c:v>
                </c:pt>
                <c:pt idx="176">
                  <c:v>40071</c:v>
                </c:pt>
                <c:pt idx="177">
                  <c:v>40072</c:v>
                </c:pt>
                <c:pt idx="178">
                  <c:v>40073</c:v>
                </c:pt>
                <c:pt idx="179">
                  <c:v>40074</c:v>
                </c:pt>
                <c:pt idx="180">
                  <c:v>40077</c:v>
                </c:pt>
                <c:pt idx="181">
                  <c:v>40078</c:v>
                </c:pt>
                <c:pt idx="182">
                  <c:v>40079</c:v>
                </c:pt>
                <c:pt idx="183">
                  <c:v>40080</c:v>
                </c:pt>
                <c:pt idx="184">
                  <c:v>40081</c:v>
                </c:pt>
                <c:pt idx="185">
                  <c:v>40084</c:v>
                </c:pt>
                <c:pt idx="186">
                  <c:v>40085</c:v>
                </c:pt>
                <c:pt idx="187">
                  <c:v>40086</c:v>
                </c:pt>
                <c:pt idx="188">
                  <c:v>40095</c:v>
                </c:pt>
                <c:pt idx="189">
                  <c:v>40098</c:v>
                </c:pt>
                <c:pt idx="190">
                  <c:v>40099</c:v>
                </c:pt>
                <c:pt idx="191">
                  <c:v>40100</c:v>
                </c:pt>
                <c:pt idx="192">
                  <c:v>40101</c:v>
                </c:pt>
                <c:pt idx="193">
                  <c:v>40102</c:v>
                </c:pt>
                <c:pt idx="194">
                  <c:v>40105</c:v>
                </c:pt>
                <c:pt idx="195">
                  <c:v>40106</c:v>
                </c:pt>
                <c:pt idx="196">
                  <c:v>40107</c:v>
                </c:pt>
                <c:pt idx="197">
                  <c:v>40108</c:v>
                </c:pt>
                <c:pt idx="198">
                  <c:v>40109</c:v>
                </c:pt>
                <c:pt idx="199">
                  <c:v>40112</c:v>
                </c:pt>
                <c:pt idx="200">
                  <c:v>40113</c:v>
                </c:pt>
                <c:pt idx="201">
                  <c:v>40114</c:v>
                </c:pt>
                <c:pt idx="202">
                  <c:v>40115</c:v>
                </c:pt>
                <c:pt idx="203">
                  <c:v>40116</c:v>
                </c:pt>
                <c:pt idx="204">
                  <c:v>40119</c:v>
                </c:pt>
                <c:pt idx="205">
                  <c:v>40120</c:v>
                </c:pt>
                <c:pt idx="206">
                  <c:v>40121</c:v>
                </c:pt>
                <c:pt idx="207">
                  <c:v>40122</c:v>
                </c:pt>
                <c:pt idx="208">
                  <c:v>40123</c:v>
                </c:pt>
                <c:pt idx="209">
                  <c:v>40126</c:v>
                </c:pt>
                <c:pt idx="210">
                  <c:v>40127</c:v>
                </c:pt>
                <c:pt idx="211">
                  <c:v>40128</c:v>
                </c:pt>
                <c:pt idx="212">
                  <c:v>40129</c:v>
                </c:pt>
                <c:pt idx="213">
                  <c:v>40130</c:v>
                </c:pt>
                <c:pt idx="214">
                  <c:v>40133</c:v>
                </c:pt>
                <c:pt idx="215">
                  <c:v>40134</c:v>
                </c:pt>
                <c:pt idx="216">
                  <c:v>40135</c:v>
                </c:pt>
                <c:pt idx="217">
                  <c:v>40136</c:v>
                </c:pt>
                <c:pt idx="218">
                  <c:v>40137</c:v>
                </c:pt>
                <c:pt idx="219">
                  <c:v>40140</c:v>
                </c:pt>
                <c:pt idx="220">
                  <c:v>40141</c:v>
                </c:pt>
                <c:pt idx="221">
                  <c:v>40142</c:v>
                </c:pt>
                <c:pt idx="222">
                  <c:v>40143</c:v>
                </c:pt>
                <c:pt idx="223">
                  <c:v>40144</c:v>
                </c:pt>
                <c:pt idx="224">
                  <c:v>40147</c:v>
                </c:pt>
                <c:pt idx="225">
                  <c:v>40148</c:v>
                </c:pt>
                <c:pt idx="226">
                  <c:v>40149</c:v>
                </c:pt>
                <c:pt idx="227">
                  <c:v>40150</c:v>
                </c:pt>
                <c:pt idx="228">
                  <c:v>40151</c:v>
                </c:pt>
                <c:pt idx="229">
                  <c:v>40154</c:v>
                </c:pt>
                <c:pt idx="230">
                  <c:v>40155</c:v>
                </c:pt>
                <c:pt idx="231">
                  <c:v>40156</c:v>
                </c:pt>
                <c:pt idx="232">
                  <c:v>40157</c:v>
                </c:pt>
                <c:pt idx="233">
                  <c:v>40158</c:v>
                </c:pt>
                <c:pt idx="234">
                  <c:v>40161</c:v>
                </c:pt>
                <c:pt idx="235">
                  <c:v>40162</c:v>
                </c:pt>
                <c:pt idx="236">
                  <c:v>40163</c:v>
                </c:pt>
                <c:pt idx="237">
                  <c:v>40164</c:v>
                </c:pt>
                <c:pt idx="238">
                  <c:v>40165</c:v>
                </c:pt>
                <c:pt idx="239">
                  <c:v>40168</c:v>
                </c:pt>
                <c:pt idx="240">
                  <c:v>40169</c:v>
                </c:pt>
                <c:pt idx="241">
                  <c:v>40170</c:v>
                </c:pt>
                <c:pt idx="242">
                  <c:v>40171</c:v>
                </c:pt>
                <c:pt idx="243">
                  <c:v>40172</c:v>
                </c:pt>
                <c:pt idx="244">
                  <c:v>40175</c:v>
                </c:pt>
                <c:pt idx="245">
                  <c:v>40176</c:v>
                </c:pt>
                <c:pt idx="246">
                  <c:v>40177</c:v>
                </c:pt>
                <c:pt idx="247">
                  <c:v>40178</c:v>
                </c:pt>
                <c:pt idx="248">
                  <c:v>40182</c:v>
                </c:pt>
                <c:pt idx="249">
                  <c:v>40183</c:v>
                </c:pt>
                <c:pt idx="250">
                  <c:v>40184</c:v>
                </c:pt>
                <c:pt idx="251">
                  <c:v>40185</c:v>
                </c:pt>
                <c:pt idx="252">
                  <c:v>40186</c:v>
                </c:pt>
                <c:pt idx="253">
                  <c:v>40189</c:v>
                </c:pt>
                <c:pt idx="254">
                  <c:v>40190</c:v>
                </c:pt>
                <c:pt idx="255">
                  <c:v>40191</c:v>
                </c:pt>
                <c:pt idx="256">
                  <c:v>40192</c:v>
                </c:pt>
                <c:pt idx="257">
                  <c:v>40193</c:v>
                </c:pt>
                <c:pt idx="258">
                  <c:v>40196</c:v>
                </c:pt>
                <c:pt idx="259">
                  <c:v>40197</c:v>
                </c:pt>
                <c:pt idx="260">
                  <c:v>40198</c:v>
                </c:pt>
                <c:pt idx="261">
                  <c:v>40199</c:v>
                </c:pt>
                <c:pt idx="262">
                  <c:v>40200</c:v>
                </c:pt>
                <c:pt idx="263">
                  <c:v>40203</c:v>
                </c:pt>
                <c:pt idx="264">
                  <c:v>40204</c:v>
                </c:pt>
                <c:pt idx="265">
                  <c:v>40205</c:v>
                </c:pt>
                <c:pt idx="266">
                  <c:v>40206</c:v>
                </c:pt>
                <c:pt idx="267">
                  <c:v>40207</c:v>
                </c:pt>
                <c:pt idx="268">
                  <c:v>40210</c:v>
                </c:pt>
                <c:pt idx="269">
                  <c:v>40211</c:v>
                </c:pt>
                <c:pt idx="270">
                  <c:v>40212</c:v>
                </c:pt>
                <c:pt idx="271">
                  <c:v>40213</c:v>
                </c:pt>
                <c:pt idx="272">
                  <c:v>40214</c:v>
                </c:pt>
                <c:pt idx="273">
                  <c:v>40217</c:v>
                </c:pt>
                <c:pt idx="274">
                  <c:v>40218</c:v>
                </c:pt>
                <c:pt idx="275">
                  <c:v>40219</c:v>
                </c:pt>
                <c:pt idx="276">
                  <c:v>40220</c:v>
                </c:pt>
                <c:pt idx="277">
                  <c:v>40221</c:v>
                </c:pt>
                <c:pt idx="278">
                  <c:v>40231</c:v>
                </c:pt>
                <c:pt idx="279">
                  <c:v>40232</c:v>
                </c:pt>
                <c:pt idx="280">
                  <c:v>40233</c:v>
                </c:pt>
                <c:pt idx="281">
                  <c:v>40234</c:v>
                </c:pt>
                <c:pt idx="282">
                  <c:v>40235</c:v>
                </c:pt>
                <c:pt idx="283">
                  <c:v>40238</c:v>
                </c:pt>
                <c:pt idx="284">
                  <c:v>40239</c:v>
                </c:pt>
                <c:pt idx="285">
                  <c:v>40240</c:v>
                </c:pt>
                <c:pt idx="286">
                  <c:v>40241</c:v>
                </c:pt>
                <c:pt idx="287">
                  <c:v>40242</c:v>
                </c:pt>
                <c:pt idx="288">
                  <c:v>40245</c:v>
                </c:pt>
                <c:pt idx="289">
                  <c:v>40246</c:v>
                </c:pt>
                <c:pt idx="290">
                  <c:v>40247</c:v>
                </c:pt>
                <c:pt idx="291">
                  <c:v>40248</c:v>
                </c:pt>
                <c:pt idx="292">
                  <c:v>40249</c:v>
                </c:pt>
                <c:pt idx="293">
                  <c:v>40252</c:v>
                </c:pt>
                <c:pt idx="294">
                  <c:v>40253</c:v>
                </c:pt>
                <c:pt idx="295">
                  <c:v>40254</c:v>
                </c:pt>
                <c:pt idx="296">
                  <c:v>40255</c:v>
                </c:pt>
                <c:pt idx="297">
                  <c:v>40256</c:v>
                </c:pt>
                <c:pt idx="298">
                  <c:v>40259</c:v>
                </c:pt>
                <c:pt idx="299">
                  <c:v>40260</c:v>
                </c:pt>
                <c:pt idx="300">
                  <c:v>40261</c:v>
                </c:pt>
                <c:pt idx="301">
                  <c:v>40262</c:v>
                </c:pt>
                <c:pt idx="302">
                  <c:v>40263</c:v>
                </c:pt>
                <c:pt idx="303">
                  <c:v>40266</c:v>
                </c:pt>
                <c:pt idx="304">
                  <c:v>40267</c:v>
                </c:pt>
                <c:pt idx="305">
                  <c:v>40268</c:v>
                </c:pt>
                <c:pt idx="306">
                  <c:v>40269</c:v>
                </c:pt>
                <c:pt idx="307">
                  <c:v>40270</c:v>
                </c:pt>
                <c:pt idx="308">
                  <c:v>40274</c:v>
                </c:pt>
                <c:pt idx="309">
                  <c:v>40275</c:v>
                </c:pt>
                <c:pt idx="310">
                  <c:v>40276</c:v>
                </c:pt>
                <c:pt idx="311">
                  <c:v>40277</c:v>
                </c:pt>
                <c:pt idx="312">
                  <c:v>40280</c:v>
                </c:pt>
                <c:pt idx="313">
                  <c:v>40281</c:v>
                </c:pt>
                <c:pt idx="314">
                  <c:v>40282</c:v>
                </c:pt>
                <c:pt idx="315">
                  <c:v>40283</c:v>
                </c:pt>
                <c:pt idx="316">
                  <c:v>40284</c:v>
                </c:pt>
                <c:pt idx="317">
                  <c:v>40287</c:v>
                </c:pt>
                <c:pt idx="318">
                  <c:v>40288</c:v>
                </c:pt>
                <c:pt idx="319">
                  <c:v>40289</c:v>
                </c:pt>
                <c:pt idx="320">
                  <c:v>40290</c:v>
                </c:pt>
                <c:pt idx="321">
                  <c:v>40291</c:v>
                </c:pt>
                <c:pt idx="322">
                  <c:v>40294</c:v>
                </c:pt>
                <c:pt idx="323">
                  <c:v>40295</c:v>
                </c:pt>
                <c:pt idx="324">
                  <c:v>40296</c:v>
                </c:pt>
                <c:pt idx="325">
                  <c:v>40297</c:v>
                </c:pt>
                <c:pt idx="326">
                  <c:v>40298</c:v>
                </c:pt>
                <c:pt idx="327">
                  <c:v>40302</c:v>
                </c:pt>
                <c:pt idx="328">
                  <c:v>40303</c:v>
                </c:pt>
                <c:pt idx="329">
                  <c:v>40304</c:v>
                </c:pt>
                <c:pt idx="330">
                  <c:v>40305</c:v>
                </c:pt>
                <c:pt idx="331">
                  <c:v>40308</c:v>
                </c:pt>
                <c:pt idx="332">
                  <c:v>40309</c:v>
                </c:pt>
                <c:pt idx="333">
                  <c:v>40310</c:v>
                </c:pt>
                <c:pt idx="334">
                  <c:v>40311</c:v>
                </c:pt>
                <c:pt idx="335">
                  <c:v>40312</c:v>
                </c:pt>
                <c:pt idx="336">
                  <c:v>40315</c:v>
                </c:pt>
                <c:pt idx="337">
                  <c:v>40316</c:v>
                </c:pt>
                <c:pt idx="338">
                  <c:v>40317</c:v>
                </c:pt>
                <c:pt idx="339">
                  <c:v>40318</c:v>
                </c:pt>
                <c:pt idx="340">
                  <c:v>40319</c:v>
                </c:pt>
                <c:pt idx="341">
                  <c:v>40322</c:v>
                </c:pt>
                <c:pt idx="342">
                  <c:v>40323</c:v>
                </c:pt>
                <c:pt idx="343">
                  <c:v>40324</c:v>
                </c:pt>
                <c:pt idx="344">
                  <c:v>40325</c:v>
                </c:pt>
                <c:pt idx="345">
                  <c:v>40326</c:v>
                </c:pt>
                <c:pt idx="346">
                  <c:v>40329</c:v>
                </c:pt>
                <c:pt idx="347">
                  <c:v>40330</c:v>
                </c:pt>
                <c:pt idx="348">
                  <c:v>40331</c:v>
                </c:pt>
                <c:pt idx="349">
                  <c:v>40332</c:v>
                </c:pt>
                <c:pt idx="350">
                  <c:v>40333</c:v>
                </c:pt>
                <c:pt idx="351">
                  <c:v>40336</c:v>
                </c:pt>
                <c:pt idx="352">
                  <c:v>40337</c:v>
                </c:pt>
                <c:pt idx="353">
                  <c:v>40338</c:v>
                </c:pt>
                <c:pt idx="354">
                  <c:v>40339</c:v>
                </c:pt>
                <c:pt idx="355">
                  <c:v>40340</c:v>
                </c:pt>
                <c:pt idx="356">
                  <c:v>40346</c:v>
                </c:pt>
                <c:pt idx="357">
                  <c:v>40347</c:v>
                </c:pt>
                <c:pt idx="358">
                  <c:v>40350</c:v>
                </c:pt>
                <c:pt idx="359">
                  <c:v>40351</c:v>
                </c:pt>
                <c:pt idx="360">
                  <c:v>40352</c:v>
                </c:pt>
                <c:pt idx="361">
                  <c:v>40353</c:v>
                </c:pt>
                <c:pt idx="362">
                  <c:v>40354</c:v>
                </c:pt>
                <c:pt idx="363">
                  <c:v>40357</c:v>
                </c:pt>
                <c:pt idx="364">
                  <c:v>40358</c:v>
                </c:pt>
                <c:pt idx="365">
                  <c:v>40359</c:v>
                </c:pt>
                <c:pt idx="366">
                  <c:v>40360</c:v>
                </c:pt>
                <c:pt idx="367">
                  <c:v>40361</c:v>
                </c:pt>
                <c:pt idx="368">
                  <c:v>40364</c:v>
                </c:pt>
                <c:pt idx="369">
                  <c:v>40365</c:v>
                </c:pt>
                <c:pt idx="370">
                  <c:v>40366</c:v>
                </c:pt>
                <c:pt idx="371">
                  <c:v>40367</c:v>
                </c:pt>
                <c:pt idx="372">
                  <c:v>40368</c:v>
                </c:pt>
                <c:pt idx="373">
                  <c:v>40371</c:v>
                </c:pt>
                <c:pt idx="374">
                  <c:v>40372</c:v>
                </c:pt>
                <c:pt idx="375">
                  <c:v>40373</c:v>
                </c:pt>
                <c:pt idx="376">
                  <c:v>40374</c:v>
                </c:pt>
                <c:pt idx="377">
                  <c:v>40375</c:v>
                </c:pt>
                <c:pt idx="378">
                  <c:v>40378</c:v>
                </c:pt>
                <c:pt idx="379">
                  <c:v>40379</c:v>
                </c:pt>
                <c:pt idx="380">
                  <c:v>40380</c:v>
                </c:pt>
                <c:pt idx="381">
                  <c:v>40381</c:v>
                </c:pt>
                <c:pt idx="382">
                  <c:v>40382</c:v>
                </c:pt>
                <c:pt idx="383">
                  <c:v>40385</c:v>
                </c:pt>
                <c:pt idx="384">
                  <c:v>40386</c:v>
                </c:pt>
                <c:pt idx="385">
                  <c:v>40387</c:v>
                </c:pt>
                <c:pt idx="386">
                  <c:v>40388</c:v>
                </c:pt>
                <c:pt idx="387">
                  <c:v>40389</c:v>
                </c:pt>
                <c:pt idx="388">
                  <c:v>40392</c:v>
                </c:pt>
                <c:pt idx="389">
                  <c:v>40393</c:v>
                </c:pt>
                <c:pt idx="390">
                  <c:v>40394</c:v>
                </c:pt>
                <c:pt idx="391">
                  <c:v>40395</c:v>
                </c:pt>
                <c:pt idx="392">
                  <c:v>40396</c:v>
                </c:pt>
                <c:pt idx="393">
                  <c:v>40399</c:v>
                </c:pt>
                <c:pt idx="394">
                  <c:v>40400</c:v>
                </c:pt>
                <c:pt idx="395">
                  <c:v>40401</c:v>
                </c:pt>
                <c:pt idx="396">
                  <c:v>40402</c:v>
                </c:pt>
                <c:pt idx="397">
                  <c:v>40403</c:v>
                </c:pt>
                <c:pt idx="398">
                  <c:v>40406</c:v>
                </c:pt>
                <c:pt idx="399">
                  <c:v>40407</c:v>
                </c:pt>
                <c:pt idx="400">
                  <c:v>40408</c:v>
                </c:pt>
                <c:pt idx="401">
                  <c:v>40409</c:v>
                </c:pt>
                <c:pt idx="402">
                  <c:v>40410</c:v>
                </c:pt>
                <c:pt idx="403">
                  <c:v>40413</c:v>
                </c:pt>
                <c:pt idx="404">
                  <c:v>40414</c:v>
                </c:pt>
                <c:pt idx="405">
                  <c:v>40415</c:v>
                </c:pt>
                <c:pt idx="406">
                  <c:v>40416</c:v>
                </c:pt>
                <c:pt idx="407">
                  <c:v>40417</c:v>
                </c:pt>
                <c:pt idx="408">
                  <c:v>40420</c:v>
                </c:pt>
                <c:pt idx="409">
                  <c:v>40421</c:v>
                </c:pt>
                <c:pt idx="410">
                  <c:v>40422</c:v>
                </c:pt>
                <c:pt idx="411">
                  <c:v>40423</c:v>
                </c:pt>
                <c:pt idx="412">
                  <c:v>40424</c:v>
                </c:pt>
                <c:pt idx="413">
                  <c:v>40427</c:v>
                </c:pt>
                <c:pt idx="414">
                  <c:v>40428</c:v>
                </c:pt>
                <c:pt idx="415">
                  <c:v>40429</c:v>
                </c:pt>
                <c:pt idx="416">
                  <c:v>40430</c:v>
                </c:pt>
                <c:pt idx="417">
                  <c:v>40431</c:v>
                </c:pt>
                <c:pt idx="418">
                  <c:v>40434</c:v>
                </c:pt>
                <c:pt idx="419">
                  <c:v>40435</c:v>
                </c:pt>
                <c:pt idx="420">
                  <c:v>40436</c:v>
                </c:pt>
                <c:pt idx="421">
                  <c:v>40437</c:v>
                </c:pt>
                <c:pt idx="422">
                  <c:v>40438</c:v>
                </c:pt>
                <c:pt idx="423">
                  <c:v>40441</c:v>
                </c:pt>
                <c:pt idx="424">
                  <c:v>40442</c:v>
                </c:pt>
                <c:pt idx="425">
                  <c:v>40448</c:v>
                </c:pt>
                <c:pt idx="426">
                  <c:v>40449</c:v>
                </c:pt>
                <c:pt idx="427">
                  <c:v>40450</c:v>
                </c:pt>
                <c:pt idx="428">
                  <c:v>40451</c:v>
                </c:pt>
                <c:pt idx="429">
                  <c:v>40459</c:v>
                </c:pt>
                <c:pt idx="430">
                  <c:v>40462</c:v>
                </c:pt>
                <c:pt idx="431">
                  <c:v>40463</c:v>
                </c:pt>
                <c:pt idx="432">
                  <c:v>40464</c:v>
                </c:pt>
                <c:pt idx="433">
                  <c:v>40465</c:v>
                </c:pt>
                <c:pt idx="434">
                  <c:v>40466</c:v>
                </c:pt>
                <c:pt idx="435">
                  <c:v>40469</c:v>
                </c:pt>
                <c:pt idx="436">
                  <c:v>40470</c:v>
                </c:pt>
                <c:pt idx="437">
                  <c:v>40471</c:v>
                </c:pt>
                <c:pt idx="438">
                  <c:v>40472</c:v>
                </c:pt>
                <c:pt idx="439">
                  <c:v>40473</c:v>
                </c:pt>
                <c:pt idx="440">
                  <c:v>40476</c:v>
                </c:pt>
                <c:pt idx="441">
                  <c:v>40477</c:v>
                </c:pt>
                <c:pt idx="442">
                  <c:v>40478</c:v>
                </c:pt>
                <c:pt idx="443">
                  <c:v>40479</c:v>
                </c:pt>
                <c:pt idx="444">
                  <c:v>40480</c:v>
                </c:pt>
                <c:pt idx="445">
                  <c:v>40483</c:v>
                </c:pt>
                <c:pt idx="446">
                  <c:v>40484</c:v>
                </c:pt>
                <c:pt idx="447">
                  <c:v>40485</c:v>
                </c:pt>
                <c:pt idx="448">
                  <c:v>40486</c:v>
                </c:pt>
                <c:pt idx="449">
                  <c:v>40487</c:v>
                </c:pt>
                <c:pt idx="450">
                  <c:v>40490</c:v>
                </c:pt>
                <c:pt idx="451">
                  <c:v>40491</c:v>
                </c:pt>
                <c:pt idx="452">
                  <c:v>40492</c:v>
                </c:pt>
                <c:pt idx="453">
                  <c:v>40493</c:v>
                </c:pt>
                <c:pt idx="454">
                  <c:v>40494</c:v>
                </c:pt>
                <c:pt idx="455">
                  <c:v>40497</c:v>
                </c:pt>
                <c:pt idx="456">
                  <c:v>40498</c:v>
                </c:pt>
                <c:pt idx="457">
                  <c:v>40499</c:v>
                </c:pt>
                <c:pt idx="458">
                  <c:v>40500</c:v>
                </c:pt>
                <c:pt idx="459">
                  <c:v>40501</c:v>
                </c:pt>
                <c:pt idx="460">
                  <c:v>40504</c:v>
                </c:pt>
                <c:pt idx="461">
                  <c:v>40505</c:v>
                </c:pt>
                <c:pt idx="462">
                  <c:v>40506</c:v>
                </c:pt>
                <c:pt idx="463">
                  <c:v>40507</c:v>
                </c:pt>
                <c:pt idx="464">
                  <c:v>40508</c:v>
                </c:pt>
                <c:pt idx="465">
                  <c:v>40511</c:v>
                </c:pt>
                <c:pt idx="466">
                  <c:v>40512</c:v>
                </c:pt>
                <c:pt idx="467">
                  <c:v>40513</c:v>
                </c:pt>
                <c:pt idx="468">
                  <c:v>40514</c:v>
                </c:pt>
                <c:pt idx="469">
                  <c:v>40515</c:v>
                </c:pt>
                <c:pt idx="470">
                  <c:v>40518</c:v>
                </c:pt>
                <c:pt idx="471">
                  <c:v>40519</c:v>
                </c:pt>
                <c:pt idx="472">
                  <c:v>40520</c:v>
                </c:pt>
                <c:pt idx="473">
                  <c:v>40521</c:v>
                </c:pt>
                <c:pt idx="474">
                  <c:v>40522</c:v>
                </c:pt>
                <c:pt idx="475">
                  <c:v>40525</c:v>
                </c:pt>
                <c:pt idx="476">
                  <c:v>40526</c:v>
                </c:pt>
                <c:pt idx="477">
                  <c:v>40527</c:v>
                </c:pt>
                <c:pt idx="478">
                  <c:v>40528</c:v>
                </c:pt>
                <c:pt idx="479">
                  <c:v>40529</c:v>
                </c:pt>
                <c:pt idx="480">
                  <c:v>40532</c:v>
                </c:pt>
                <c:pt idx="481">
                  <c:v>40533</c:v>
                </c:pt>
                <c:pt idx="482">
                  <c:v>40534</c:v>
                </c:pt>
                <c:pt idx="483">
                  <c:v>40535</c:v>
                </c:pt>
                <c:pt idx="484">
                  <c:v>40536</c:v>
                </c:pt>
                <c:pt idx="485">
                  <c:v>40539</c:v>
                </c:pt>
                <c:pt idx="486">
                  <c:v>40540</c:v>
                </c:pt>
                <c:pt idx="487">
                  <c:v>40541</c:v>
                </c:pt>
                <c:pt idx="488">
                  <c:v>40542</c:v>
                </c:pt>
                <c:pt idx="489">
                  <c:v>40543</c:v>
                </c:pt>
                <c:pt idx="490">
                  <c:v>40547</c:v>
                </c:pt>
                <c:pt idx="491">
                  <c:v>40548</c:v>
                </c:pt>
                <c:pt idx="492">
                  <c:v>40549</c:v>
                </c:pt>
                <c:pt idx="493">
                  <c:v>40550</c:v>
                </c:pt>
                <c:pt idx="494">
                  <c:v>40553</c:v>
                </c:pt>
                <c:pt idx="495">
                  <c:v>40554</c:v>
                </c:pt>
                <c:pt idx="496">
                  <c:v>40555</c:v>
                </c:pt>
                <c:pt idx="497">
                  <c:v>40556</c:v>
                </c:pt>
                <c:pt idx="498">
                  <c:v>40557</c:v>
                </c:pt>
                <c:pt idx="499">
                  <c:v>40560</c:v>
                </c:pt>
                <c:pt idx="500">
                  <c:v>40561</c:v>
                </c:pt>
                <c:pt idx="501">
                  <c:v>40562</c:v>
                </c:pt>
                <c:pt idx="502">
                  <c:v>40563</c:v>
                </c:pt>
                <c:pt idx="503">
                  <c:v>40564</c:v>
                </c:pt>
                <c:pt idx="504">
                  <c:v>40567</c:v>
                </c:pt>
                <c:pt idx="505">
                  <c:v>40568</c:v>
                </c:pt>
                <c:pt idx="506">
                  <c:v>40569</c:v>
                </c:pt>
                <c:pt idx="507">
                  <c:v>40570</c:v>
                </c:pt>
                <c:pt idx="508">
                  <c:v>40571</c:v>
                </c:pt>
                <c:pt idx="509">
                  <c:v>40574</c:v>
                </c:pt>
                <c:pt idx="510">
                  <c:v>40575</c:v>
                </c:pt>
                <c:pt idx="511">
                  <c:v>40583</c:v>
                </c:pt>
                <c:pt idx="512">
                  <c:v>40584</c:v>
                </c:pt>
                <c:pt idx="513">
                  <c:v>40585</c:v>
                </c:pt>
                <c:pt idx="514">
                  <c:v>40588</c:v>
                </c:pt>
                <c:pt idx="515">
                  <c:v>40589</c:v>
                </c:pt>
                <c:pt idx="516">
                  <c:v>40590</c:v>
                </c:pt>
                <c:pt idx="517">
                  <c:v>40591</c:v>
                </c:pt>
                <c:pt idx="518">
                  <c:v>40592</c:v>
                </c:pt>
                <c:pt idx="519">
                  <c:v>40595</c:v>
                </c:pt>
                <c:pt idx="520">
                  <c:v>40596</c:v>
                </c:pt>
                <c:pt idx="521">
                  <c:v>40597</c:v>
                </c:pt>
                <c:pt idx="522">
                  <c:v>40598</c:v>
                </c:pt>
                <c:pt idx="523">
                  <c:v>40599</c:v>
                </c:pt>
                <c:pt idx="524">
                  <c:v>40602</c:v>
                </c:pt>
                <c:pt idx="525">
                  <c:v>40603</c:v>
                </c:pt>
                <c:pt idx="526">
                  <c:v>40604</c:v>
                </c:pt>
                <c:pt idx="527">
                  <c:v>40605</c:v>
                </c:pt>
                <c:pt idx="528">
                  <c:v>40606</c:v>
                </c:pt>
                <c:pt idx="529">
                  <c:v>40609</c:v>
                </c:pt>
                <c:pt idx="530">
                  <c:v>40610</c:v>
                </c:pt>
                <c:pt idx="531">
                  <c:v>40611</c:v>
                </c:pt>
                <c:pt idx="532">
                  <c:v>40612</c:v>
                </c:pt>
                <c:pt idx="533">
                  <c:v>40613</c:v>
                </c:pt>
                <c:pt idx="534">
                  <c:v>40616</c:v>
                </c:pt>
                <c:pt idx="535">
                  <c:v>40617</c:v>
                </c:pt>
                <c:pt idx="536">
                  <c:v>40618</c:v>
                </c:pt>
                <c:pt idx="537">
                  <c:v>40619</c:v>
                </c:pt>
                <c:pt idx="538">
                  <c:v>40620</c:v>
                </c:pt>
                <c:pt idx="539">
                  <c:v>40623</c:v>
                </c:pt>
                <c:pt idx="540">
                  <c:v>40624</c:v>
                </c:pt>
                <c:pt idx="541">
                  <c:v>40625</c:v>
                </c:pt>
                <c:pt idx="542">
                  <c:v>40626</c:v>
                </c:pt>
                <c:pt idx="543">
                  <c:v>40627</c:v>
                </c:pt>
                <c:pt idx="544">
                  <c:v>40630</c:v>
                </c:pt>
                <c:pt idx="545">
                  <c:v>40631</c:v>
                </c:pt>
                <c:pt idx="546">
                  <c:v>40632</c:v>
                </c:pt>
                <c:pt idx="547">
                  <c:v>40633</c:v>
                </c:pt>
                <c:pt idx="548">
                  <c:v>40634</c:v>
                </c:pt>
                <c:pt idx="549">
                  <c:v>40639</c:v>
                </c:pt>
                <c:pt idx="550">
                  <c:v>40640</c:v>
                </c:pt>
                <c:pt idx="551">
                  <c:v>40641</c:v>
                </c:pt>
                <c:pt idx="552">
                  <c:v>40644</c:v>
                </c:pt>
                <c:pt idx="553">
                  <c:v>40645</c:v>
                </c:pt>
                <c:pt idx="554">
                  <c:v>40646</c:v>
                </c:pt>
                <c:pt idx="555">
                  <c:v>40647</c:v>
                </c:pt>
                <c:pt idx="556">
                  <c:v>40648</c:v>
                </c:pt>
                <c:pt idx="557">
                  <c:v>40651</c:v>
                </c:pt>
                <c:pt idx="558">
                  <c:v>40652</c:v>
                </c:pt>
                <c:pt idx="559">
                  <c:v>40653</c:v>
                </c:pt>
                <c:pt idx="560">
                  <c:v>40654</c:v>
                </c:pt>
                <c:pt idx="561">
                  <c:v>40655</c:v>
                </c:pt>
                <c:pt idx="562">
                  <c:v>40658</c:v>
                </c:pt>
                <c:pt idx="563">
                  <c:v>40659</c:v>
                </c:pt>
                <c:pt idx="564">
                  <c:v>40660</c:v>
                </c:pt>
                <c:pt idx="565">
                  <c:v>40661</c:v>
                </c:pt>
                <c:pt idx="566">
                  <c:v>40662</c:v>
                </c:pt>
                <c:pt idx="567">
                  <c:v>40666</c:v>
                </c:pt>
                <c:pt idx="568">
                  <c:v>40667</c:v>
                </c:pt>
                <c:pt idx="569">
                  <c:v>40668</c:v>
                </c:pt>
                <c:pt idx="570">
                  <c:v>40669</c:v>
                </c:pt>
                <c:pt idx="571">
                  <c:v>40672</c:v>
                </c:pt>
                <c:pt idx="572">
                  <c:v>40673</c:v>
                </c:pt>
                <c:pt idx="573">
                  <c:v>40674</c:v>
                </c:pt>
                <c:pt idx="574">
                  <c:v>40675</c:v>
                </c:pt>
                <c:pt idx="575">
                  <c:v>40676</c:v>
                </c:pt>
                <c:pt idx="576">
                  <c:v>40679</c:v>
                </c:pt>
                <c:pt idx="577">
                  <c:v>40680</c:v>
                </c:pt>
                <c:pt idx="578">
                  <c:v>40681</c:v>
                </c:pt>
                <c:pt idx="579">
                  <c:v>40682</c:v>
                </c:pt>
                <c:pt idx="580">
                  <c:v>40683</c:v>
                </c:pt>
                <c:pt idx="581">
                  <c:v>40686</c:v>
                </c:pt>
                <c:pt idx="582">
                  <c:v>40687</c:v>
                </c:pt>
                <c:pt idx="583">
                  <c:v>40688</c:v>
                </c:pt>
                <c:pt idx="584">
                  <c:v>40689</c:v>
                </c:pt>
                <c:pt idx="585">
                  <c:v>40690</c:v>
                </c:pt>
                <c:pt idx="586">
                  <c:v>40693</c:v>
                </c:pt>
                <c:pt idx="587">
                  <c:v>40694</c:v>
                </c:pt>
                <c:pt idx="588">
                  <c:v>40695</c:v>
                </c:pt>
                <c:pt idx="589">
                  <c:v>40696</c:v>
                </c:pt>
                <c:pt idx="590">
                  <c:v>40697</c:v>
                </c:pt>
                <c:pt idx="591">
                  <c:v>40701</c:v>
                </c:pt>
                <c:pt idx="592">
                  <c:v>40702</c:v>
                </c:pt>
                <c:pt idx="593">
                  <c:v>40703</c:v>
                </c:pt>
                <c:pt idx="594">
                  <c:v>40704</c:v>
                </c:pt>
                <c:pt idx="595">
                  <c:v>40707</c:v>
                </c:pt>
                <c:pt idx="596">
                  <c:v>40708</c:v>
                </c:pt>
                <c:pt idx="597">
                  <c:v>40709</c:v>
                </c:pt>
                <c:pt idx="598">
                  <c:v>40710</c:v>
                </c:pt>
                <c:pt idx="599">
                  <c:v>40711</c:v>
                </c:pt>
                <c:pt idx="600">
                  <c:v>40714</c:v>
                </c:pt>
                <c:pt idx="601">
                  <c:v>40715</c:v>
                </c:pt>
                <c:pt idx="602">
                  <c:v>40716</c:v>
                </c:pt>
                <c:pt idx="603">
                  <c:v>40717</c:v>
                </c:pt>
                <c:pt idx="604">
                  <c:v>40718</c:v>
                </c:pt>
                <c:pt idx="605">
                  <c:v>40721</c:v>
                </c:pt>
                <c:pt idx="606">
                  <c:v>40722</c:v>
                </c:pt>
                <c:pt idx="607">
                  <c:v>40723</c:v>
                </c:pt>
                <c:pt idx="608">
                  <c:v>40724</c:v>
                </c:pt>
                <c:pt idx="609">
                  <c:v>40725</c:v>
                </c:pt>
                <c:pt idx="610">
                  <c:v>40728</c:v>
                </c:pt>
                <c:pt idx="611">
                  <c:v>40729</c:v>
                </c:pt>
                <c:pt idx="612">
                  <c:v>40730</c:v>
                </c:pt>
                <c:pt idx="613">
                  <c:v>40731</c:v>
                </c:pt>
                <c:pt idx="614">
                  <c:v>40732</c:v>
                </c:pt>
                <c:pt idx="615">
                  <c:v>40735</c:v>
                </c:pt>
                <c:pt idx="616">
                  <c:v>40736</c:v>
                </c:pt>
                <c:pt idx="617">
                  <c:v>40737</c:v>
                </c:pt>
                <c:pt idx="618">
                  <c:v>40738</c:v>
                </c:pt>
                <c:pt idx="619">
                  <c:v>40739</c:v>
                </c:pt>
                <c:pt idx="620">
                  <c:v>40742</c:v>
                </c:pt>
                <c:pt idx="621">
                  <c:v>40743</c:v>
                </c:pt>
                <c:pt idx="622">
                  <c:v>40744</c:v>
                </c:pt>
                <c:pt idx="623">
                  <c:v>40745</c:v>
                </c:pt>
                <c:pt idx="624">
                  <c:v>40746</c:v>
                </c:pt>
                <c:pt idx="625">
                  <c:v>40749</c:v>
                </c:pt>
                <c:pt idx="626">
                  <c:v>40750</c:v>
                </c:pt>
                <c:pt idx="627">
                  <c:v>40751</c:v>
                </c:pt>
                <c:pt idx="628">
                  <c:v>40752</c:v>
                </c:pt>
                <c:pt idx="629">
                  <c:v>40753</c:v>
                </c:pt>
                <c:pt idx="630">
                  <c:v>40756</c:v>
                </c:pt>
                <c:pt idx="631">
                  <c:v>40757</c:v>
                </c:pt>
                <c:pt idx="632">
                  <c:v>40758</c:v>
                </c:pt>
                <c:pt idx="633">
                  <c:v>40759</c:v>
                </c:pt>
                <c:pt idx="634">
                  <c:v>40760</c:v>
                </c:pt>
                <c:pt idx="635">
                  <c:v>40763</c:v>
                </c:pt>
                <c:pt idx="636">
                  <c:v>40764</c:v>
                </c:pt>
                <c:pt idx="637">
                  <c:v>40765</c:v>
                </c:pt>
                <c:pt idx="638">
                  <c:v>40766</c:v>
                </c:pt>
                <c:pt idx="639">
                  <c:v>40767</c:v>
                </c:pt>
                <c:pt idx="640">
                  <c:v>40770</c:v>
                </c:pt>
                <c:pt idx="641">
                  <c:v>40771</c:v>
                </c:pt>
                <c:pt idx="642">
                  <c:v>40772</c:v>
                </c:pt>
                <c:pt idx="643">
                  <c:v>40773</c:v>
                </c:pt>
                <c:pt idx="644">
                  <c:v>40774</c:v>
                </c:pt>
                <c:pt idx="645">
                  <c:v>40777</c:v>
                </c:pt>
                <c:pt idx="646">
                  <c:v>40778</c:v>
                </c:pt>
                <c:pt idx="647">
                  <c:v>40779</c:v>
                </c:pt>
                <c:pt idx="648">
                  <c:v>40780</c:v>
                </c:pt>
                <c:pt idx="649">
                  <c:v>40781</c:v>
                </c:pt>
                <c:pt idx="650">
                  <c:v>40784</c:v>
                </c:pt>
                <c:pt idx="651">
                  <c:v>40785</c:v>
                </c:pt>
                <c:pt idx="652">
                  <c:v>40786</c:v>
                </c:pt>
                <c:pt idx="653">
                  <c:v>40787</c:v>
                </c:pt>
                <c:pt idx="654">
                  <c:v>40788</c:v>
                </c:pt>
                <c:pt idx="655">
                  <c:v>40791</c:v>
                </c:pt>
                <c:pt idx="656">
                  <c:v>40792</c:v>
                </c:pt>
                <c:pt idx="657">
                  <c:v>40793</c:v>
                </c:pt>
                <c:pt idx="658">
                  <c:v>40794</c:v>
                </c:pt>
                <c:pt idx="659">
                  <c:v>40795</c:v>
                </c:pt>
                <c:pt idx="660">
                  <c:v>40799</c:v>
                </c:pt>
                <c:pt idx="661">
                  <c:v>40800</c:v>
                </c:pt>
                <c:pt idx="662">
                  <c:v>40801</c:v>
                </c:pt>
                <c:pt idx="663">
                  <c:v>40802</c:v>
                </c:pt>
                <c:pt idx="664">
                  <c:v>40805</c:v>
                </c:pt>
                <c:pt idx="665">
                  <c:v>40806</c:v>
                </c:pt>
                <c:pt idx="666">
                  <c:v>40807</c:v>
                </c:pt>
                <c:pt idx="667">
                  <c:v>40808</c:v>
                </c:pt>
                <c:pt idx="668">
                  <c:v>40809</c:v>
                </c:pt>
                <c:pt idx="669">
                  <c:v>40812</c:v>
                </c:pt>
                <c:pt idx="670">
                  <c:v>40813</c:v>
                </c:pt>
                <c:pt idx="671">
                  <c:v>40814</c:v>
                </c:pt>
                <c:pt idx="672">
                  <c:v>40815</c:v>
                </c:pt>
                <c:pt idx="673">
                  <c:v>40816</c:v>
                </c:pt>
                <c:pt idx="674">
                  <c:v>40826</c:v>
                </c:pt>
                <c:pt idx="675">
                  <c:v>40827</c:v>
                </c:pt>
                <c:pt idx="676">
                  <c:v>40828</c:v>
                </c:pt>
                <c:pt idx="677">
                  <c:v>40829</c:v>
                </c:pt>
                <c:pt idx="678">
                  <c:v>40830</c:v>
                </c:pt>
                <c:pt idx="679">
                  <c:v>40833</c:v>
                </c:pt>
                <c:pt idx="680">
                  <c:v>40834</c:v>
                </c:pt>
                <c:pt idx="681">
                  <c:v>40835</c:v>
                </c:pt>
                <c:pt idx="682">
                  <c:v>40836</c:v>
                </c:pt>
                <c:pt idx="683">
                  <c:v>40837</c:v>
                </c:pt>
                <c:pt idx="684">
                  <c:v>40840</c:v>
                </c:pt>
                <c:pt idx="685">
                  <c:v>40841</c:v>
                </c:pt>
                <c:pt idx="686">
                  <c:v>40842</c:v>
                </c:pt>
                <c:pt idx="687">
                  <c:v>40843</c:v>
                </c:pt>
                <c:pt idx="688">
                  <c:v>40844</c:v>
                </c:pt>
                <c:pt idx="689">
                  <c:v>40847</c:v>
                </c:pt>
                <c:pt idx="690">
                  <c:v>40848</c:v>
                </c:pt>
                <c:pt idx="691">
                  <c:v>40849</c:v>
                </c:pt>
                <c:pt idx="692">
                  <c:v>40850</c:v>
                </c:pt>
                <c:pt idx="693">
                  <c:v>40851</c:v>
                </c:pt>
                <c:pt idx="694">
                  <c:v>40854</c:v>
                </c:pt>
                <c:pt idx="695">
                  <c:v>40855</c:v>
                </c:pt>
                <c:pt idx="696">
                  <c:v>40856</c:v>
                </c:pt>
                <c:pt idx="697">
                  <c:v>40857</c:v>
                </c:pt>
                <c:pt idx="698">
                  <c:v>40858</c:v>
                </c:pt>
                <c:pt idx="699">
                  <c:v>40861</c:v>
                </c:pt>
                <c:pt idx="700">
                  <c:v>40862</c:v>
                </c:pt>
                <c:pt idx="701">
                  <c:v>40863</c:v>
                </c:pt>
                <c:pt idx="702">
                  <c:v>40864</c:v>
                </c:pt>
                <c:pt idx="703">
                  <c:v>40865</c:v>
                </c:pt>
                <c:pt idx="704">
                  <c:v>40868</c:v>
                </c:pt>
                <c:pt idx="705">
                  <c:v>40869</c:v>
                </c:pt>
                <c:pt idx="706">
                  <c:v>40870</c:v>
                </c:pt>
                <c:pt idx="707">
                  <c:v>40871</c:v>
                </c:pt>
                <c:pt idx="708">
                  <c:v>40872</c:v>
                </c:pt>
                <c:pt idx="709">
                  <c:v>40875</c:v>
                </c:pt>
                <c:pt idx="710">
                  <c:v>40876</c:v>
                </c:pt>
                <c:pt idx="711">
                  <c:v>40877</c:v>
                </c:pt>
                <c:pt idx="712">
                  <c:v>40878</c:v>
                </c:pt>
                <c:pt idx="713">
                  <c:v>40879</c:v>
                </c:pt>
                <c:pt idx="714">
                  <c:v>40882</c:v>
                </c:pt>
                <c:pt idx="715">
                  <c:v>40883</c:v>
                </c:pt>
                <c:pt idx="716">
                  <c:v>40884</c:v>
                </c:pt>
                <c:pt idx="717">
                  <c:v>40885</c:v>
                </c:pt>
                <c:pt idx="718">
                  <c:v>40886</c:v>
                </c:pt>
                <c:pt idx="719">
                  <c:v>40889</c:v>
                </c:pt>
                <c:pt idx="720">
                  <c:v>40890</c:v>
                </c:pt>
                <c:pt idx="721">
                  <c:v>40891</c:v>
                </c:pt>
                <c:pt idx="722">
                  <c:v>40892</c:v>
                </c:pt>
                <c:pt idx="723">
                  <c:v>40893</c:v>
                </c:pt>
                <c:pt idx="724">
                  <c:v>40896</c:v>
                </c:pt>
                <c:pt idx="725">
                  <c:v>40897</c:v>
                </c:pt>
                <c:pt idx="726">
                  <c:v>40898</c:v>
                </c:pt>
                <c:pt idx="727">
                  <c:v>40899</c:v>
                </c:pt>
                <c:pt idx="728">
                  <c:v>40900</c:v>
                </c:pt>
                <c:pt idx="729">
                  <c:v>40903</c:v>
                </c:pt>
                <c:pt idx="730">
                  <c:v>40904</c:v>
                </c:pt>
                <c:pt idx="731">
                  <c:v>40905</c:v>
                </c:pt>
                <c:pt idx="732">
                  <c:v>40906</c:v>
                </c:pt>
                <c:pt idx="733">
                  <c:v>40907</c:v>
                </c:pt>
                <c:pt idx="734">
                  <c:v>40912</c:v>
                </c:pt>
                <c:pt idx="735">
                  <c:v>40913</c:v>
                </c:pt>
                <c:pt idx="736">
                  <c:v>40914</c:v>
                </c:pt>
                <c:pt idx="737">
                  <c:v>40917</c:v>
                </c:pt>
                <c:pt idx="738">
                  <c:v>40918</c:v>
                </c:pt>
                <c:pt idx="739">
                  <c:v>40919</c:v>
                </c:pt>
                <c:pt idx="740">
                  <c:v>40920</c:v>
                </c:pt>
                <c:pt idx="741">
                  <c:v>40921</c:v>
                </c:pt>
                <c:pt idx="742">
                  <c:v>40924</c:v>
                </c:pt>
                <c:pt idx="743">
                  <c:v>40925</c:v>
                </c:pt>
                <c:pt idx="744">
                  <c:v>40926</c:v>
                </c:pt>
                <c:pt idx="745">
                  <c:v>40927</c:v>
                </c:pt>
                <c:pt idx="746">
                  <c:v>40928</c:v>
                </c:pt>
                <c:pt idx="747">
                  <c:v>40938</c:v>
                </c:pt>
                <c:pt idx="748">
                  <c:v>40939</c:v>
                </c:pt>
                <c:pt idx="749">
                  <c:v>40940</c:v>
                </c:pt>
                <c:pt idx="750">
                  <c:v>40941</c:v>
                </c:pt>
                <c:pt idx="751">
                  <c:v>40942</c:v>
                </c:pt>
                <c:pt idx="752">
                  <c:v>40945</c:v>
                </c:pt>
                <c:pt idx="753">
                  <c:v>40946</c:v>
                </c:pt>
                <c:pt idx="754">
                  <c:v>40947</c:v>
                </c:pt>
                <c:pt idx="755">
                  <c:v>40948</c:v>
                </c:pt>
                <c:pt idx="756">
                  <c:v>40949</c:v>
                </c:pt>
                <c:pt idx="757">
                  <c:v>40952</c:v>
                </c:pt>
                <c:pt idx="758">
                  <c:v>40953</c:v>
                </c:pt>
                <c:pt idx="759">
                  <c:v>40954</c:v>
                </c:pt>
                <c:pt idx="760">
                  <c:v>40955</c:v>
                </c:pt>
                <c:pt idx="761">
                  <c:v>40956</c:v>
                </c:pt>
                <c:pt idx="762">
                  <c:v>40959</c:v>
                </c:pt>
                <c:pt idx="763">
                  <c:v>40960</c:v>
                </c:pt>
                <c:pt idx="764">
                  <c:v>40961</c:v>
                </c:pt>
                <c:pt idx="765">
                  <c:v>40962</c:v>
                </c:pt>
                <c:pt idx="766">
                  <c:v>40963</c:v>
                </c:pt>
                <c:pt idx="767">
                  <c:v>40966</c:v>
                </c:pt>
                <c:pt idx="768">
                  <c:v>40967</c:v>
                </c:pt>
                <c:pt idx="769">
                  <c:v>40968</c:v>
                </c:pt>
                <c:pt idx="770">
                  <c:v>40969</c:v>
                </c:pt>
                <c:pt idx="771">
                  <c:v>40970</c:v>
                </c:pt>
                <c:pt idx="772">
                  <c:v>40973</c:v>
                </c:pt>
                <c:pt idx="773">
                  <c:v>40974</c:v>
                </c:pt>
                <c:pt idx="774">
                  <c:v>40975</c:v>
                </c:pt>
                <c:pt idx="775">
                  <c:v>40976</c:v>
                </c:pt>
                <c:pt idx="776">
                  <c:v>40977</c:v>
                </c:pt>
                <c:pt idx="777">
                  <c:v>40980</c:v>
                </c:pt>
                <c:pt idx="778">
                  <c:v>40981</c:v>
                </c:pt>
                <c:pt idx="779">
                  <c:v>40982</c:v>
                </c:pt>
                <c:pt idx="780">
                  <c:v>40983</c:v>
                </c:pt>
                <c:pt idx="781">
                  <c:v>40984</c:v>
                </c:pt>
                <c:pt idx="782">
                  <c:v>40987</c:v>
                </c:pt>
                <c:pt idx="783">
                  <c:v>40988</c:v>
                </c:pt>
                <c:pt idx="784">
                  <c:v>40989</c:v>
                </c:pt>
                <c:pt idx="785">
                  <c:v>40990</c:v>
                </c:pt>
                <c:pt idx="786">
                  <c:v>40991</c:v>
                </c:pt>
                <c:pt idx="787">
                  <c:v>40994</c:v>
                </c:pt>
                <c:pt idx="788">
                  <c:v>40995</c:v>
                </c:pt>
                <c:pt idx="789">
                  <c:v>40996</c:v>
                </c:pt>
                <c:pt idx="790">
                  <c:v>40997</c:v>
                </c:pt>
                <c:pt idx="791">
                  <c:v>40998</c:v>
                </c:pt>
                <c:pt idx="792">
                  <c:v>41004</c:v>
                </c:pt>
                <c:pt idx="793">
                  <c:v>41005</c:v>
                </c:pt>
                <c:pt idx="794">
                  <c:v>41008</c:v>
                </c:pt>
                <c:pt idx="795">
                  <c:v>41009</c:v>
                </c:pt>
                <c:pt idx="796">
                  <c:v>41010</c:v>
                </c:pt>
                <c:pt idx="797">
                  <c:v>41011</c:v>
                </c:pt>
                <c:pt idx="798">
                  <c:v>41012</c:v>
                </c:pt>
                <c:pt idx="799">
                  <c:v>41015</c:v>
                </c:pt>
                <c:pt idx="800">
                  <c:v>41016</c:v>
                </c:pt>
                <c:pt idx="801">
                  <c:v>41017</c:v>
                </c:pt>
                <c:pt idx="802">
                  <c:v>41018</c:v>
                </c:pt>
                <c:pt idx="803">
                  <c:v>41019</c:v>
                </c:pt>
                <c:pt idx="804">
                  <c:v>41022</c:v>
                </c:pt>
                <c:pt idx="805">
                  <c:v>41023</c:v>
                </c:pt>
                <c:pt idx="806">
                  <c:v>41024</c:v>
                </c:pt>
                <c:pt idx="807">
                  <c:v>41025</c:v>
                </c:pt>
                <c:pt idx="808">
                  <c:v>41026</c:v>
                </c:pt>
                <c:pt idx="809">
                  <c:v>41031</c:v>
                </c:pt>
                <c:pt idx="810">
                  <c:v>41032</c:v>
                </c:pt>
                <c:pt idx="811">
                  <c:v>41033</c:v>
                </c:pt>
                <c:pt idx="812">
                  <c:v>41036</c:v>
                </c:pt>
                <c:pt idx="813">
                  <c:v>41037</c:v>
                </c:pt>
                <c:pt idx="814">
                  <c:v>41038</c:v>
                </c:pt>
                <c:pt idx="815">
                  <c:v>41039</c:v>
                </c:pt>
                <c:pt idx="816">
                  <c:v>41040</c:v>
                </c:pt>
                <c:pt idx="817">
                  <c:v>41043</c:v>
                </c:pt>
                <c:pt idx="818">
                  <c:v>41044</c:v>
                </c:pt>
                <c:pt idx="819">
                  <c:v>41045</c:v>
                </c:pt>
                <c:pt idx="820">
                  <c:v>41046</c:v>
                </c:pt>
                <c:pt idx="821">
                  <c:v>41047</c:v>
                </c:pt>
                <c:pt idx="822">
                  <c:v>41050</c:v>
                </c:pt>
                <c:pt idx="823">
                  <c:v>41051</c:v>
                </c:pt>
                <c:pt idx="824">
                  <c:v>41052</c:v>
                </c:pt>
                <c:pt idx="825">
                  <c:v>41053</c:v>
                </c:pt>
                <c:pt idx="826">
                  <c:v>41054</c:v>
                </c:pt>
                <c:pt idx="827">
                  <c:v>41057</c:v>
                </c:pt>
                <c:pt idx="828">
                  <c:v>41058</c:v>
                </c:pt>
                <c:pt idx="829">
                  <c:v>41059</c:v>
                </c:pt>
                <c:pt idx="830">
                  <c:v>41060</c:v>
                </c:pt>
                <c:pt idx="831">
                  <c:v>41061</c:v>
                </c:pt>
                <c:pt idx="832">
                  <c:v>41064</c:v>
                </c:pt>
                <c:pt idx="833">
                  <c:v>41065</c:v>
                </c:pt>
                <c:pt idx="834">
                  <c:v>41066</c:v>
                </c:pt>
                <c:pt idx="835">
                  <c:v>41067</c:v>
                </c:pt>
                <c:pt idx="836">
                  <c:v>41068</c:v>
                </c:pt>
                <c:pt idx="837">
                  <c:v>41071</c:v>
                </c:pt>
                <c:pt idx="838">
                  <c:v>41072</c:v>
                </c:pt>
                <c:pt idx="839">
                  <c:v>41073</c:v>
                </c:pt>
                <c:pt idx="840">
                  <c:v>41074</c:v>
                </c:pt>
                <c:pt idx="841">
                  <c:v>41075</c:v>
                </c:pt>
                <c:pt idx="842">
                  <c:v>41078</c:v>
                </c:pt>
                <c:pt idx="843">
                  <c:v>41079</c:v>
                </c:pt>
                <c:pt idx="844">
                  <c:v>41080</c:v>
                </c:pt>
                <c:pt idx="845">
                  <c:v>41081</c:v>
                </c:pt>
                <c:pt idx="846">
                  <c:v>41085</c:v>
                </c:pt>
                <c:pt idx="847">
                  <c:v>41086</c:v>
                </c:pt>
                <c:pt idx="848">
                  <c:v>41087</c:v>
                </c:pt>
                <c:pt idx="849">
                  <c:v>41088</c:v>
                </c:pt>
                <c:pt idx="850">
                  <c:v>41089</c:v>
                </c:pt>
                <c:pt idx="851">
                  <c:v>41092</c:v>
                </c:pt>
                <c:pt idx="852">
                  <c:v>41093</c:v>
                </c:pt>
                <c:pt idx="853">
                  <c:v>41094</c:v>
                </c:pt>
                <c:pt idx="854">
                  <c:v>41095</c:v>
                </c:pt>
                <c:pt idx="855">
                  <c:v>41096</c:v>
                </c:pt>
                <c:pt idx="856">
                  <c:v>41099</c:v>
                </c:pt>
                <c:pt idx="857">
                  <c:v>41100</c:v>
                </c:pt>
                <c:pt idx="858">
                  <c:v>41101</c:v>
                </c:pt>
                <c:pt idx="859">
                  <c:v>41102</c:v>
                </c:pt>
                <c:pt idx="860">
                  <c:v>41103</c:v>
                </c:pt>
                <c:pt idx="861">
                  <c:v>41106</c:v>
                </c:pt>
                <c:pt idx="862">
                  <c:v>41107</c:v>
                </c:pt>
                <c:pt idx="863">
                  <c:v>41108</c:v>
                </c:pt>
                <c:pt idx="864">
                  <c:v>41109</c:v>
                </c:pt>
                <c:pt idx="865">
                  <c:v>41110</c:v>
                </c:pt>
                <c:pt idx="866">
                  <c:v>41113</c:v>
                </c:pt>
                <c:pt idx="867">
                  <c:v>41114</c:v>
                </c:pt>
                <c:pt idx="868">
                  <c:v>41115</c:v>
                </c:pt>
                <c:pt idx="869">
                  <c:v>41116</c:v>
                </c:pt>
                <c:pt idx="870">
                  <c:v>41117</c:v>
                </c:pt>
                <c:pt idx="871">
                  <c:v>41120</c:v>
                </c:pt>
                <c:pt idx="872">
                  <c:v>41121</c:v>
                </c:pt>
                <c:pt idx="873">
                  <c:v>41122</c:v>
                </c:pt>
                <c:pt idx="874">
                  <c:v>41123</c:v>
                </c:pt>
                <c:pt idx="875">
                  <c:v>41124</c:v>
                </c:pt>
                <c:pt idx="876">
                  <c:v>41127</c:v>
                </c:pt>
                <c:pt idx="877">
                  <c:v>41128</c:v>
                </c:pt>
                <c:pt idx="878">
                  <c:v>41129</c:v>
                </c:pt>
                <c:pt idx="879">
                  <c:v>41130</c:v>
                </c:pt>
                <c:pt idx="880">
                  <c:v>41131</c:v>
                </c:pt>
                <c:pt idx="881">
                  <c:v>41134</c:v>
                </c:pt>
                <c:pt idx="882">
                  <c:v>41135</c:v>
                </c:pt>
                <c:pt idx="883">
                  <c:v>41136</c:v>
                </c:pt>
                <c:pt idx="884">
                  <c:v>41137</c:v>
                </c:pt>
                <c:pt idx="885">
                  <c:v>41138</c:v>
                </c:pt>
                <c:pt idx="886">
                  <c:v>41141</c:v>
                </c:pt>
                <c:pt idx="887">
                  <c:v>41142</c:v>
                </c:pt>
                <c:pt idx="888">
                  <c:v>41143</c:v>
                </c:pt>
                <c:pt idx="889">
                  <c:v>41144</c:v>
                </c:pt>
                <c:pt idx="890">
                  <c:v>41145</c:v>
                </c:pt>
                <c:pt idx="891">
                  <c:v>41148</c:v>
                </c:pt>
                <c:pt idx="892">
                  <c:v>41149</c:v>
                </c:pt>
                <c:pt idx="893">
                  <c:v>41150</c:v>
                </c:pt>
                <c:pt idx="894">
                  <c:v>41151</c:v>
                </c:pt>
                <c:pt idx="895">
                  <c:v>41152</c:v>
                </c:pt>
                <c:pt idx="896">
                  <c:v>41155</c:v>
                </c:pt>
                <c:pt idx="897">
                  <c:v>41156</c:v>
                </c:pt>
                <c:pt idx="898">
                  <c:v>41157</c:v>
                </c:pt>
                <c:pt idx="899">
                  <c:v>41158</c:v>
                </c:pt>
                <c:pt idx="900">
                  <c:v>41159</c:v>
                </c:pt>
                <c:pt idx="901">
                  <c:v>41162</c:v>
                </c:pt>
                <c:pt idx="902">
                  <c:v>41163</c:v>
                </c:pt>
                <c:pt idx="903">
                  <c:v>41164</c:v>
                </c:pt>
                <c:pt idx="904">
                  <c:v>41165</c:v>
                </c:pt>
                <c:pt idx="905">
                  <c:v>41166</c:v>
                </c:pt>
                <c:pt idx="906">
                  <c:v>41169</c:v>
                </c:pt>
                <c:pt idx="907">
                  <c:v>41170</c:v>
                </c:pt>
                <c:pt idx="908">
                  <c:v>41171</c:v>
                </c:pt>
                <c:pt idx="909">
                  <c:v>41172</c:v>
                </c:pt>
                <c:pt idx="910">
                  <c:v>41173</c:v>
                </c:pt>
                <c:pt idx="911">
                  <c:v>41176</c:v>
                </c:pt>
                <c:pt idx="912">
                  <c:v>41177</c:v>
                </c:pt>
                <c:pt idx="913">
                  <c:v>41178</c:v>
                </c:pt>
                <c:pt idx="914">
                  <c:v>41179</c:v>
                </c:pt>
                <c:pt idx="915">
                  <c:v>41180</c:v>
                </c:pt>
                <c:pt idx="916">
                  <c:v>41190</c:v>
                </c:pt>
                <c:pt idx="917">
                  <c:v>41191</c:v>
                </c:pt>
                <c:pt idx="918">
                  <c:v>41192</c:v>
                </c:pt>
                <c:pt idx="919">
                  <c:v>41193</c:v>
                </c:pt>
                <c:pt idx="920">
                  <c:v>41194</c:v>
                </c:pt>
                <c:pt idx="921">
                  <c:v>41197</c:v>
                </c:pt>
                <c:pt idx="922">
                  <c:v>41198</c:v>
                </c:pt>
                <c:pt idx="923">
                  <c:v>41199</c:v>
                </c:pt>
                <c:pt idx="924">
                  <c:v>41200</c:v>
                </c:pt>
                <c:pt idx="925">
                  <c:v>41201</c:v>
                </c:pt>
                <c:pt idx="926">
                  <c:v>41204</c:v>
                </c:pt>
                <c:pt idx="927">
                  <c:v>41205</c:v>
                </c:pt>
                <c:pt idx="928">
                  <c:v>41206</c:v>
                </c:pt>
                <c:pt idx="929">
                  <c:v>41207</c:v>
                </c:pt>
                <c:pt idx="930">
                  <c:v>41208</c:v>
                </c:pt>
                <c:pt idx="931">
                  <c:v>41211</c:v>
                </c:pt>
                <c:pt idx="932">
                  <c:v>41212</c:v>
                </c:pt>
                <c:pt idx="933">
                  <c:v>41213</c:v>
                </c:pt>
                <c:pt idx="934">
                  <c:v>41214</c:v>
                </c:pt>
                <c:pt idx="935">
                  <c:v>41215</c:v>
                </c:pt>
                <c:pt idx="936">
                  <c:v>41218</c:v>
                </c:pt>
                <c:pt idx="937">
                  <c:v>41219</c:v>
                </c:pt>
                <c:pt idx="938">
                  <c:v>41220</c:v>
                </c:pt>
                <c:pt idx="939">
                  <c:v>41221</c:v>
                </c:pt>
                <c:pt idx="940">
                  <c:v>41222</c:v>
                </c:pt>
                <c:pt idx="941">
                  <c:v>41225</c:v>
                </c:pt>
                <c:pt idx="942">
                  <c:v>41226</c:v>
                </c:pt>
                <c:pt idx="943">
                  <c:v>41227</c:v>
                </c:pt>
                <c:pt idx="944">
                  <c:v>41228</c:v>
                </c:pt>
                <c:pt idx="945">
                  <c:v>41229</c:v>
                </c:pt>
                <c:pt idx="946">
                  <c:v>41232</c:v>
                </c:pt>
                <c:pt idx="947">
                  <c:v>41233</c:v>
                </c:pt>
                <c:pt idx="948">
                  <c:v>41234</c:v>
                </c:pt>
                <c:pt idx="949">
                  <c:v>41235</c:v>
                </c:pt>
                <c:pt idx="950">
                  <c:v>41236</c:v>
                </c:pt>
                <c:pt idx="951">
                  <c:v>41239</c:v>
                </c:pt>
                <c:pt idx="952">
                  <c:v>41240</c:v>
                </c:pt>
                <c:pt idx="953">
                  <c:v>41241</c:v>
                </c:pt>
                <c:pt idx="954">
                  <c:v>41242</c:v>
                </c:pt>
                <c:pt idx="955">
                  <c:v>41243</c:v>
                </c:pt>
                <c:pt idx="956">
                  <c:v>41246</c:v>
                </c:pt>
                <c:pt idx="957">
                  <c:v>41247</c:v>
                </c:pt>
                <c:pt idx="958">
                  <c:v>41248</c:v>
                </c:pt>
                <c:pt idx="959">
                  <c:v>41249</c:v>
                </c:pt>
                <c:pt idx="960">
                  <c:v>41250</c:v>
                </c:pt>
                <c:pt idx="961">
                  <c:v>41253</c:v>
                </c:pt>
                <c:pt idx="962">
                  <c:v>41254</c:v>
                </c:pt>
                <c:pt idx="963">
                  <c:v>41255</c:v>
                </c:pt>
                <c:pt idx="964">
                  <c:v>41256</c:v>
                </c:pt>
                <c:pt idx="965">
                  <c:v>41257</c:v>
                </c:pt>
                <c:pt idx="966">
                  <c:v>41260</c:v>
                </c:pt>
                <c:pt idx="967">
                  <c:v>41261</c:v>
                </c:pt>
                <c:pt idx="968">
                  <c:v>41262</c:v>
                </c:pt>
                <c:pt idx="969">
                  <c:v>41263</c:v>
                </c:pt>
                <c:pt idx="970">
                  <c:v>41264</c:v>
                </c:pt>
                <c:pt idx="971">
                  <c:v>41267</c:v>
                </c:pt>
                <c:pt idx="972">
                  <c:v>41268</c:v>
                </c:pt>
                <c:pt idx="973">
                  <c:v>41269</c:v>
                </c:pt>
                <c:pt idx="974">
                  <c:v>41270</c:v>
                </c:pt>
                <c:pt idx="975">
                  <c:v>41271</c:v>
                </c:pt>
                <c:pt idx="976">
                  <c:v>41274</c:v>
                </c:pt>
                <c:pt idx="977">
                  <c:v>41278</c:v>
                </c:pt>
                <c:pt idx="978">
                  <c:v>41281</c:v>
                </c:pt>
                <c:pt idx="979">
                  <c:v>41282</c:v>
                </c:pt>
                <c:pt idx="980">
                  <c:v>41283</c:v>
                </c:pt>
                <c:pt idx="981">
                  <c:v>41284</c:v>
                </c:pt>
                <c:pt idx="982">
                  <c:v>41285</c:v>
                </c:pt>
                <c:pt idx="983">
                  <c:v>41288</c:v>
                </c:pt>
                <c:pt idx="984">
                  <c:v>41289</c:v>
                </c:pt>
                <c:pt idx="985">
                  <c:v>41290</c:v>
                </c:pt>
                <c:pt idx="986">
                  <c:v>41291</c:v>
                </c:pt>
                <c:pt idx="987">
                  <c:v>41292</c:v>
                </c:pt>
                <c:pt idx="988">
                  <c:v>41295</c:v>
                </c:pt>
                <c:pt idx="989">
                  <c:v>41296</c:v>
                </c:pt>
                <c:pt idx="990">
                  <c:v>41297</c:v>
                </c:pt>
                <c:pt idx="991">
                  <c:v>41298</c:v>
                </c:pt>
                <c:pt idx="992">
                  <c:v>41299</c:v>
                </c:pt>
                <c:pt idx="993">
                  <c:v>41302</c:v>
                </c:pt>
                <c:pt idx="994">
                  <c:v>41303</c:v>
                </c:pt>
                <c:pt idx="995">
                  <c:v>41304</c:v>
                </c:pt>
                <c:pt idx="996">
                  <c:v>41305</c:v>
                </c:pt>
                <c:pt idx="997">
                  <c:v>41306</c:v>
                </c:pt>
                <c:pt idx="998">
                  <c:v>41309</c:v>
                </c:pt>
                <c:pt idx="999">
                  <c:v>41310</c:v>
                </c:pt>
                <c:pt idx="1000">
                  <c:v>41311</c:v>
                </c:pt>
                <c:pt idx="1001">
                  <c:v>41312</c:v>
                </c:pt>
                <c:pt idx="1002">
                  <c:v>41313</c:v>
                </c:pt>
                <c:pt idx="1003">
                  <c:v>41323</c:v>
                </c:pt>
                <c:pt idx="1004">
                  <c:v>41324</c:v>
                </c:pt>
                <c:pt idx="1005">
                  <c:v>41325</c:v>
                </c:pt>
                <c:pt idx="1006">
                  <c:v>41326</c:v>
                </c:pt>
                <c:pt idx="1007">
                  <c:v>41327</c:v>
                </c:pt>
                <c:pt idx="1008">
                  <c:v>41330</c:v>
                </c:pt>
                <c:pt idx="1009">
                  <c:v>41331</c:v>
                </c:pt>
                <c:pt idx="1010">
                  <c:v>41332</c:v>
                </c:pt>
                <c:pt idx="1011">
                  <c:v>41333</c:v>
                </c:pt>
                <c:pt idx="1012">
                  <c:v>41334</c:v>
                </c:pt>
                <c:pt idx="1013">
                  <c:v>41337</c:v>
                </c:pt>
                <c:pt idx="1014">
                  <c:v>41338</c:v>
                </c:pt>
                <c:pt idx="1015">
                  <c:v>41339</c:v>
                </c:pt>
                <c:pt idx="1016">
                  <c:v>41340</c:v>
                </c:pt>
                <c:pt idx="1017">
                  <c:v>41341</c:v>
                </c:pt>
                <c:pt idx="1018">
                  <c:v>41344</c:v>
                </c:pt>
                <c:pt idx="1019">
                  <c:v>41345</c:v>
                </c:pt>
                <c:pt idx="1020">
                  <c:v>41346</c:v>
                </c:pt>
                <c:pt idx="1021">
                  <c:v>41347</c:v>
                </c:pt>
                <c:pt idx="1022">
                  <c:v>41348</c:v>
                </c:pt>
                <c:pt idx="1023">
                  <c:v>41351</c:v>
                </c:pt>
                <c:pt idx="1024">
                  <c:v>41352</c:v>
                </c:pt>
                <c:pt idx="1025">
                  <c:v>41353</c:v>
                </c:pt>
                <c:pt idx="1026">
                  <c:v>41354</c:v>
                </c:pt>
                <c:pt idx="1027">
                  <c:v>41355</c:v>
                </c:pt>
                <c:pt idx="1028">
                  <c:v>41358</c:v>
                </c:pt>
                <c:pt idx="1029">
                  <c:v>41359</c:v>
                </c:pt>
                <c:pt idx="1030">
                  <c:v>41360</c:v>
                </c:pt>
                <c:pt idx="1031">
                  <c:v>41361</c:v>
                </c:pt>
                <c:pt idx="1032">
                  <c:v>41362</c:v>
                </c:pt>
                <c:pt idx="1033">
                  <c:v>41365</c:v>
                </c:pt>
                <c:pt idx="1034">
                  <c:v>41366</c:v>
                </c:pt>
                <c:pt idx="1035">
                  <c:v>41367</c:v>
                </c:pt>
                <c:pt idx="1036">
                  <c:v>41372</c:v>
                </c:pt>
                <c:pt idx="1037">
                  <c:v>41373</c:v>
                </c:pt>
                <c:pt idx="1038">
                  <c:v>41374</c:v>
                </c:pt>
                <c:pt idx="1039">
                  <c:v>41375</c:v>
                </c:pt>
                <c:pt idx="1040">
                  <c:v>41376</c:v>
                </c:pt>
                <c:pt idx="1041">
                  <c:v>41379</c:v>
                </c:pt>
                <c:pt idx="1042">
                  <c:v>41380</c:v>
                </c:pt>
                <c:pt idx="1043">
                  <c:v>41381</c:v>
                </c:pt>
                <c:pt idx="1044">
                  <c:v>41382</c:v>
                </c:pt>
                <c:pt idx="1045">
                  <c:v>41383</c:v>
                </c:pt>
                <c:pt idx="1046">
                  <c:v>41386</c:v>
                </c:pt>
                <c:pt idx="1047">
                  <c:v>41387</c:v>
                </c:pt>
                <c:pt idx="1048">
                  <c:v>41388</c:v>
                </c:pt>
                <c:pt idx="1049">
                  <c:v>41389</c:v>
                </c:pt>
                <c:pt idx="1050">
                  <c:v>41390</c:v>
                </c:pt>
                <c:pt idx="1051">
                  <c:v>41396</c:v>
                </c:pt>
                <c:pt idx="1052">
                  <c:v>41397</c:v>
                </c:pt>
                <c:pt idx="1053">
                  <c:v>41400</c:v>
                </c:pt>
                <c:pt idx="1054">
                  <c:v>41401</c:v>
                </c:pt>
                <c:pt idx="1055">
                  <c:v>41402</c:v>
                </c:pt>
                <c:pt idx="1056">
                  <c:v>41403</c:v>
                </c:pt>
                <c:pt idx="1057">
                  <c:v>41404</c:v>
                </c:pt>
                <c:pt idx="1058">
                  <c:v>41407</c:v>
                </c:pt>
                <c:pt idx="1059">
                  <c:v>41408</c:v>
                </c:pt>
                <c:pt idx="1060">
                  <c:v>41409</c:v>
                </c:pt>
                <c:pt idx="1061">
                  <c:v>41410</c:v>
                </c:pt>
                <c:pt idx="1062">
                  <c:v>41411</c:v>
                </c:pt>
                <c:pt idx="1063">
                  <c:v>41414</c:v>
                </c:pt>
                <c:pt idx="1064">
                  <c:v>41415</c:v>
                </c:pt>
                <c:pt idx="1065">
                  <c:v>41416</c:v>
                </c:pt>
                <c:pt idx="1066">
                  <c:v>41417</c:v>
                </c:pt>
                <c:pt idx="1067">
                  <c:v>41418</c:v>
                </c:pt>
                <c:pt idx="1068">
                  <c:v>41421</c:v>
                </c:pt>
                <c:pt idx="1069">
                  <c:v>41422</c:v>
                </c:pt>
                <c:pt idx="1070">
                  <c:v>41423</c:v>
                </c:pt>
                <c:pt idx="1071">
                  <c:v>41424</c:v>
                </c:pt>
                <c:pt idx="1072">
                  <c:v>41425</c:v>
                </c:pt>
                <c:pt idx="1073">
                  <c:v>41428</c:v>
                </c:pt>
                <c:pt idx="1074">
                  <c:v>41429</c:v>
                </c:pt>
                <c:pt idx="1075">
                  <c:v>41430</c:v>
                </c:pt>
                <c:pt idx="1076">
                  <c:v>41431</c:v>
                </c:pt>
                <c:pt idx="1077">
                  <c:v>41432</c:v>
                </c:pt>
                <c:pt idx="1078">
                  <c:v>41438</c:v>
                </c:pt>
                <c:pt idx="1079">
                  <c:v>41439</c:v>
                </c:pt>
                <c:pt idx="1080">
                  <c:v>41442</c:v>
                </c:pt>
                <c:pt idx="1081">
                  <c:v>41443</c:v>
                </c:pt>
                <c:pt idx="1082">
                  <c:v>41444</c:v>
                </c:pt>
                <c:pt idx="1083">
                  <c:v>41445</c:v>
                </c:pt>
                <c:pt idx="1084">
                  <c:v>41446</c:v>
                </c:pt>
                <c:pt idx="1085">
                  <c:v>41449</c:v>
                </c:pt>
                <c:pt idx="1086">
                  <c:v>41450</c:v>
                </c:pt>
                <c:pt idx="1087">
                  <c:v>41451</c:v>
                </c:pt>
                <c:pt idx="1088">
                  <c:v>41452</c:v>
                </c:pt>
                <c:pt idx="1089">
                  <c:v>41453</c:v>
                </c:pt>
                <c:pt idx="1090">
                  <c:v>41456</c:v>
                </c:pt>
                <c:pt idx="1091">
                  <c:v>41457</c:v>
                </c:pt>
                <c:pt idx="1092">
                  <c:v>41458</c:v>
                </c:pt>
                <c:pt idx="1093">
                  <c:v>41459</c:v>
                </c:pt>
                <c:pt idx="1094">
                  <c:v>41460</c:v>
                </c:pt>
                <c:pt idx="1095">
                  <c:v>41463</c:v>
                </c:pt>
                <c:pt idx="1096">
                  <c:v>41464</c:v>
                </c:pt>
                <c:pt idx="1097">
                  <c:v>41465</c:v>
                </c:pt>
                <c:pt idx="1098">
                  <c:v>41466</c:v>
                </c:pt>
                <c:pt idx="1099">
                  <c:v>41467</c:v>
                </c:pt>
                <c:pt idx="1100">
                  <c:v>41470</c:v>
                </c:pt>
                <c:pt idx="1101">
                  <c:v>41471</c:v>
                </c:pt>
                <c:pt idx="1102">
                  <c:v>41472</c:v>
                </c:pt>
                <c:pt idx="1103">
                  <c:v>41473</c:v>
                </c:pt>
                <c:pt idx="1104">
                  <c:v>41474</c:v>
                </c:pt>
                <c:pt idx="1105">
                  <c:v>41477</c:v>
                </c:pt>
                <c:pt idx="1106">
                  <c:v>41478</c:v>
                </c:pt>
                <c:pt idx="1107">
                  <c:v>41479</c:v>
                </c:pt>
                <c:pt idx="1108">
                  <c:v>41480</c:v>
                </c:pt>
                <c:pt idx="1109">
                  <c:v>41481</c:v>
                </c:pt>
                <c:pt idx="1110">
                  <c:v>41484</c:v>
                </c:pt>
                <c:pt idx="1111">
                  <c:v>41485</c:v>
                </c:pt>
                <c:pt idx="1112">
                  <c:v>41486</c:v>
                </c:pt>
                <c:pt idx="1113">
                  <c:v>41487</c:v>
                </c:pt>
                <c:pt idx="1114">
                  <c:v>41488</c:v>
                </c:pt>
                <c:pt idx="1115">
                  <c:v>41491</c:v>
                </c:pt>
                <c:pt idx="1116">
                  <c:v>41492</c:v>
                </c:pt>
                <c:pt idx="1117">
                  <c:v>41493</c:v>
                </c:pt>
                <c:pt idx="1118">
                  <c:v>41494</c:v>
                </c:pt>
                <c:pt idx="1119">
                  <c:v>41495</c:v>
                </c:pt>
                <c:pt idx="1120">
                  <c:v>41498</c:v>
                </c:pt>
                <c:pt idx="1121">
                  <c:v>41499</c:v>
                </c:pt>
                <c:pt idx="1122">
                  <c:v>41500</c:v>
                </c:pt>
                <c:pt idx="1123">
                  <c:v>41501</c:v>
                </c:pt>
                <c:pt idx="1124">
                  <c:v>41502</c:v>
                </c:pt>
                <c:pt idx="1125">
                  <c:v>41505</c:v>
                </c:pt>
                <c:pt idx="1126">
                  <c:v>41506</c:v>
                </c:pt>
                <c:pt idx="1127">
                  <c:v>41507</c:v>
                </c:pt>
                <c:pt idx="1128">
                  <c:v>41508</c:v>
                </c:pt>
                <c:pt idx="1129">
                  <c:v>41509</c:v>
                </c:pt>
                <c:pt idx="1130">
                  <c:v>41512</c:v>
                </c:pt>
                <c:pt idx="1131">
                  <c:v>41513</c:v>
                </c:pt>
                <c:pt idx="1132">
                  <c:v>41514</c:v>
                </c:pt>
                <c:pt idx="1133">
                  <c:v>41515</c:v>
                </c:pt>
                <c:pt idx="1134">
                  <c:v>41516</c:v>
                </c:pt>
                <c:pt idx="1135">
                  <c:v>41519</c:v>
                </c:pt>
                <c:pt idx="1136">
                  <c:v>41520</c:v>
                </c:pt>
                <c:pt idx="1137">
                  <c:v>41521</c:v>
                </c:pt>
                <c:pt idx="1138">
                  <c:v>41522</c:v>
                </c:pt>
                <c:pt idx="1139">
                  <c:v>41523</c:v>
                </c:pt>
                <c:pt idx="1140">
                  <c:v>41526</c:v>
                </c:pt>
                <c:pt idx="1141">
                  <c:v>41527</c:v>
                </c:pt>
                <c:pt idx="1142">
                  <c:v>41528</c:v>
                </c:pt>
                <c:pt idx="1143">
                  <c:v>41529</c:v>
                </c:pt>
                <c:pt idx="1144">
                  <c:v>41530</c:v>
                </c:pt>
                <c:pt idx="1145">
                  <c:v>41533</c:v>
                </c:pt>
                <c:pt idx="1146">
                  <c:v>41534</c:v>
                </c:pt>
                <c:pt idx="1147">
                  <c:v>41535</c:v>
                </c:pt>
                <c:pt idx="1148">
                  <c:v>41540</c:v>
                </c:pt>
                <c:pt idx="1149">
                  <c:v>41541</c:v>
                </c:pt>
                <c:pt idx="1150">
                  <c:v>41542</c:v>
                </c:pt>
                <c:pt idx="1151">
                  <c:v>41543</c:v>
                </c:pt>
                <c:pt idx="1152">
                  <c:v>41544</c:v>
                </c:pt>
                <c:pt idx="1153">
                  <c:v>41547</c:v>
                </c:pt>
                <c:pt idx="1154">
                  <c:v>41555</c:v>
                </c:pt>
                <c:pt idx="1155">
                  <c:v>41556</c:v>
                </c:pt>
                <c:pt idx="1156">
                  <c:v>41557</c:v>
                </c:pt>
                <c:pt idx="1157">
                  <c:v>41558</c:v>
                </c:pt>
                <c:pt idx="1158">
                  <c:v>41561</c:v>
                </c:pt>
                <c:pt idx="1159">
                  <c:v>41562</c:v>
                </c:pt>
                <c:pt idx="1160">
                  <c:v>41563</c:v>
                </c:pt>
                <c:pt idx="1161">
                  <c:v>41564</c:v>
                </c:pt>
                <c:pt idx="1162">
                  <c:v>41565</c:v>
                </c:pt>
                <c:pt idx="1163">
                  <c:v>41568</c:v>
                </c:pt>
                <c:pt idx="1164">
                  <c:v>41569</c:v>
                </c:pt>
                <c:pt idx="1165">
                  <c:v>41570</c:v>
                </c:pt>
                <c:pt idx="1166">
                  <c:v>41571</c:v>
                </c:pt>
                <c:pt idx="1167">
                  <c:v>41572</c:v>
                </c:pt>
                <c:pt idx="1168">
                  <c:v>41575</c:v>
                </c:pt>
                <c:pt idx="1169">
                  <c:v>41576</c:v>
                </c:pt>
                <c:pt idx="1170">
                  <c:v>41577</c:v>
                </c:pt>
                <c:pt idx="1171">
                  <c:v>41578</c:v>
                </c:pt>
                <c:pt idx="1172">
                  <c:v>41579</c:v>
                </c:pt>
                <c:pt idx="1173">
                  <c:v>41582</c:v>
                </c:pt>
                <c:pt idx="1174">
                  <c:v>41583</c:v>
                </c:pt>
                <c:pt idx="1175">
                  <c:v>41584</c:v>
                </c:pt>
                <c:pt idx="1176">
                  <c:v>41585</c:v>
                </c:pt>
                <c:pt idx="1177">
                  <c:v>41586</c:v>
                </c:pt>
                <c:pt idx="1178">
                  <c:v>41589</c:v>
                </c:pt>
                <c:pt idx="1179">
                  <c:v>41590</c:v>
                </c:pt>
                <c:pt idx="1180">
                  <c:v>41591</c:v>
                </c:pt>
                <c:pt idx="1181">
                  <c:v>41592</c:v>
                </c:pt>
                <c:pt idx="1182">
                  <c:v>41593</c:v>
                </c:pt>
                <c:pt idx="1183">
                  <c:v>41596</c:v>
                </c:pt>
                <c:pt idx="1184">
                  <c:v>41597</c:v>
                </c:pt>
                <c:pt idx="1185">
                  <c:v>41598</c:v>
                </c:pt>
                <c:pt idx="1186">
                  <c:v>41599</c:v>
                </c:pt>
                <c:pt idx="1187">
                  <c:v>41600</c:v>
                </c:pt>
                <c:pt idx="1188">
                  <c:v>41603</c:v>
                </c:pt>
                <c:pt idx="1189">
                  <c:v>41604</c:v>
                </c:pt>
                <c:pt idx="1190">
                  <c:v>41605</c:v>
                </c:pt>
                <c:pt idx="1191">
                  <c:v>41606</c:v>
                </c:pt>
                <c:pt idx="1192">
                  <c:v>41607</c:v>
                </c:pt>
                <c:pt idx="1193">
                  <c:v>41610</c:v>
                </c:pt>
                <c:pt idx="1194">
                  <c:v>41611</c:v>
                </c:pt>
                <c:pt idx="1195">
                  <c:v>41612</c:v>
                </c:pt>
                <c:pt idx="1196">
                  <c:v>41613</c:v>
                </c:pt>
                <c:pt idx="1197">
                  <c:v>41614</c:v>
                </c:pt>
                <c:pt idx="1198">
                  <c:v>41617</c:v>
                </c:pt>
                <c:pt idx="1199">
                  <c:v>41618</c:v>
                </c:pt>
                <c:pt idx="1200">
                  <c:v>41619</c:v>
                </c:pt>
                <c:pt idx="1201">
                  <c:v>41620</c:v>
                </c:pt>
                <c:pt idx="1202">
                  <c:v>41621</c:v>
                </c:pt>
                <c:pt idx="1203">
                  <c:v>41624</c:v>
                </c:pt>
                <c:pt idx="1204">
                  <c:v>41625</c:v>
                </c:pt>
                <c:pt idx="1205">
                  <c:v>41626</c:v>
                </c:pt>
                <c:pt idx="1206">
                  <c:v>41627</c:v>
                </c:pt>
                <c:pt idx="1207">
                  <c:v>41628</c:v>
                </c:pt>
                <c:pt idx="1208">
                  <c:v>41631</c:v>
                </c:pt>
                <c:pt idx="1209">
                  <c:v>41632</c:v>
                </c:pt>
                <c:pt idx="1210">
                  <c:v>41633</c:v>
                </c:pt>
                <c:pt idx="1211">
                  <c:v>41634</c:v>
                </c:pt>
                <c:pt idx="1212">
                  <c:v>41635</c:v>
                </c:pt>
                <c:pt idx="1213">
                  <c:v>41638</c:v>
                </c:pt>
                <c:pt idx="1214">
                  <c:v>41639</c:v>
                </c:pt>
                <c:pt idx="1215">
                  <c:v>41641</c:v>
                </c:pt>
                <c:pt idx="1216">
                  <c:v>41642</c:v>
                </c:pt>
                <c:pt idx="1217">
                  <c:v>41645</c:v>
                </c:pt>
                <c:pt idx="1218">
                  <c:v>41646</c:v>
                </c:pt>
                <c:pt idx="1219">
                  <c:v>41647</c:v>
                </c:pt>
                <c:pt idx="1220">
                  <c:v>41648</c:v>
                </c:pt>
                <c:pt idx="1221">
                  <c:v>41649</c:v>
                </c:pt>
                <c:pt idx="1222">
                  <c:v>41652</c:v>
                </c:pt>
                <c:pt idx="1223">
                  <c:v>41653</c:v>
                </c:pt>
                <c:pt idx="1224">
                  <c:v>41654</c:v>
                </c:pt>
                <c:pt idx="1225">
                  <c:v>41655</c:v>
                </c:pt>
                <c:pt idx="1226">
                  <c:v>41656</c:v>
                </c:pt>
                <c:pt idx="1227">
                  <c:v>41659</c:v>
                </c:pt>
                <c:pt idx="1228">
                  <c:v>41660</c:v>
                </c:pt>
                <c:pt idx="1229">
                  <c:v>41661</c:v>
                </c:pt>
                <c:pt idx="1230">
                  <c:v>41662</c:v>
                </c:pt>
                <c:pt idx="1231">
                  <c:v>41663</c:v>
                </c:pt>
                <c:pt idx="1232">
                  <c:v>41666</c:v>
                </c:pt>
                <c:pt idx="1233">
                  <c:v>41667</c:v>
                </c:pt>
                <c:pt idx="1234">
                  <c:v>41668</c:v>
                </c:pt>
                <c:pt idx="1235">
                  <c:v>41669</c:v>
                </c:pt>
                <c:pt idx="1236">
                  <c:v>41677</c:v>
                </c:pt>
                <c:pt idx="1237">
                  <c:v>41680</c:v>
                </c:pt>
                <c:pt idx="1238">
                  <c:v>41681</c:v>
                </c:pt>
                <c:pt idx="1239">
                  <c:v>41682</c:v>
                </c:pt>
                <c:pt idx="1240">
                  <c:v>41683</c:v>
                </c:pt>
                <c:pt idx="1241">
                  <c:v>41684</c:v>
                </c:pt>
                <c:pt idx="1242">
                  <c:v>41687</c:v>
                </c:pt>
                <c:pt idx="1243">
                  <c:v>41688</c:v>
                </c:pt>
                <c:pt idx="1244">
                  <c:v>41689</c:v>
                </c:pt>
                <c:pt idx="1245">
                  <c:v>41690</c:v>
                </c:pt>
                <c:pt idx="1246">
                  <c:v>41691</c:v>
                </c:pt>
                <c:pt idx="1247">
                  <c:v>41694</c:v>
                </c:pt>
                <c:pt idx="1248">
                  <c:v>41695</c:v>
                </c:pt>
                <c:pt idx="1249">
                  <c:v>41696</c:v>
                </c:pt>
                <c:pt idx="1250">
                  <c:v>41697</c:v>
                </c:pt>
                <c:pt idx="1251">
                  <c:v>41698</c:v>
                </c:pt>
                <c:pt idx="1252">
                  <c:v>41701</c:v>
                </c:pt>
                <c:pt idx="1253">
                  <c:v>41702</c:v>
                </c:pt>
                <c:pt idx="1254">
                  <c:v>41703</c:v>
                </c:pt>
                <c:pt idx="1255">
                  <c:v>41704</c:v>
                </c:pt>
                <c:pt idx="1256">
                  <c:v>41705</c:v>
                </c:pt>
                <c:pt idx="1257">
                  <c:v>41708</c:v>
                </c:pt>
                <c:pt idx="1258">
                  <c:v>41709</c:v>
                </c:pt>
                <c:pt idx="1259">
                  <c:v>41710</c:v>
                </c:pt>
                <c:pt idx="1260">
                  <c:v>41711</c:v>
                </c:pt>
                <c:pt idx="1261">
                  <c:v>41712</c:v>
                </c:pt>
                <c:pt idx="1262">
                  <c:v>41715</c:v>
                </c:pt>
                <c:pt idx="1263">
                  <c:v>41716</c:v>
                </c:pt>
                <c:pt idx="1264">
                  <c:v>41717</c:v>
                </c:pt>
                <c:pt idx="1265">
                  <c:v>41718</c:v>
                </c:pt>
                <c:pt idx="1266">
                  <c:v>41719</c:v>
                </c:pt>
                <c:pt idx="1267">
                  <c:v>41722</c:v>
                </c:pt>
                <c:pt idx="1268">
                  <c:v>41723</c:v>
                </c:pt>
                <c:pt idx="1269">
                  <c:v>41724</c:v>
                </c:pt>
                <c:pt idx="1270">
                  <c:v>41725</c:v>
                </c:pt>
                <c:pt idx="1271">
                  <c:v>41726</c:v>
                </c:pt>
                <c:pt idx="1272">
                  <c:v>41729</c:v>
                </c:pt>
                <c:pt idx="1273">
                  <c:v>41730</c:v>
                </c:pt>
                <c:pt idx="1274">
                  <c:v>41731</c:v>
                </c:pt>
                <c:pt idx="1275">
                  <c:v>41732</c:v>
                </c:pt>
                <c:pt idx="1276">
                  <c:v>41733</c:v>
                </c:pt>
                <c:pt idx="1277">
                  <c:v>41737</c:v>
                </c:pt>
                <c:pt idx="1278">
                  <c:v>41738</c:v>
                </c:pt>
                <c:pt idx="1279">
                  <c:v>41739</c:v>
                </c:pt>
                <c:pt idx="1280">
                  <c:v>41740</c:v>
                </c:pt>
                <c:pt idx="1281">
                  <c:v>41743</c:v>
                </c:pt>
                <c:pt idx="1282">
                  <c:v>41744</c:v>
                </c:pt>
                <c:pt idx="1283">
                  <c:v>41745</c:v>
                </c:pt>
                <c:pt idx="1284">
                  <c:v>41746</c:v>
                </c:pt>
                <c:pt idx="1285">
                  <c:v>41747</c:v>
                </c:pt>
                <c:pt idx="1286">
                  <c:v>41750</c:v>
                </c:pt>
                <c:pt idx="1287">
                  <c:v>41751</c:v>
                </c:pt>
                <c:pt idx="1288">
                  <c:v>41752</c:v>
                </c:pt>
                <c:pt idx="1289">
                  <c:v>41753</c:v>
                </c:pt>
                <c:pt idx="1290">
                  <c:v>41754</c:v>
                </c:pt>
                <c:pt idx="1291">
                  <c:v>41757</c:v>
                </c:pt>
                <c:pt idx="1292">
                  <c:v>41758</c:v>
                </c:pt>
                <c:pt idx="1293">
                  <c:v>41759</c:v>
                </c:pt>
                <c:pt idx="1294">
                  <c:v>41764</c:v>
                </c:pt>
                <c:pt idx="1295">
                  <c:v>41765</c:v>
                </c:pt>
                <c:pt idx="1296">
                  <c:v>41766</c:v>
                </c:pt>
                <c:pt idx="1297">
                  <c:v>41767</c:v>
                </c:pt>
                <c:pt idx="1298">
                  <c:v>41768</c:v>
                </c:pt>
                <c:pt idx="1299">
                  <c:v>41771</c:v>
                </c:pt>
                <c:pt idx="1300">
                  <c:v>41772</c:v>
                </c:pt>
                <c:pt idx="1301">
                  <c:v>41773</c:v>
                </c:pt>
                <c:pt idx="1302">
                  <c:v>41774</c:v>
                </c:pt>
                <c:pt idx="1303">
                  <c:v>41775</c:v>
                </c:pt>
                <c:pt idx="1304">
                  <c:v>41778</c:v>
                </c:pt>
                <c:pt idx="1305">
                  <c:v>41779</c:v>
                </c:pt>
                <c:pt idx="1306">
                  <c:v>41780</c:v>
                </c:pt>
                <c:pt idx="1307">
                  <c:v>41781</c:v>
                </c:pt>
                <c:pt idx="1308">
                  <c:v>41782</c:v>
                </c:pt>
                <c:pt idx="1309">
                  <c:v>41785</c:v>
                </c:pt>
                <c:pt idx="1310">
                  <c:v>41786</c:v>
                </c:pt>
                <c:pt idx="1311">
                  <c:v>41787</c:v>
                </c:pt>
                <c:pt idx="1312">
                  <c:v>41788</c:v>
                </c:pt>
                <c:pt idx="1313">
                  <c:v>41789</c:v>
                </c:pt>
                <c:pt idx="1314">
                  <c:v>41793</c:v>
                </c:pt>
                <c:pt idx="1315">
                  <c:v>41794</c:v>
                </c:pt>
                <c:pt idx="1316">
                  <c:v>41795</c:v>
                </c:pt>
                <c:pt idx="1317">
                  <c:v>41796</c:v>
                </c:pt>
                <c:pt idx="1318">
                  <c:v>41799</c:v>
                </c:pt>
                <c:pt idx="1319">
                  <c:v>41800</c:v>
                </c:pt>
                <c:pt idx="1320">
                  <c:v>41801</c:v>
                </c:pt>
                <c:pt idx="1321">
                  <c:v>41802</c:v>
                </c:pt>
                <c:pt idx="1322">
                  <c:v>41803</c:v>
                </c:pt>
                <c:pt idx="1323">
                  <c:v>41806</c:v>
                </c:pt>
                <c:pt idx="1324">
                  <c:v>41807</c:v>
                </c:pt>
                <c:pt idx="1325">
                  <c:v>41808</c:v>
                </c:pt>
                <c:pt idx="1326">
                  <c:v>41809</c:v>
                </c:pt>
                <c:pt idx="1327">
                  <c:v>41810</c:v>
                </c:pt>
                <c:pt idx="1328">
                  <c:v>41813</c:v>
                </c:pt>
                <c:pt idx="1329">
                  <c:v>41814</c:v>
                </c:pt>
                <c:pt idx="1330">
                  <c:v>41815</c:v>
                </c:pt>
                <c:pt idx="1331">
                  <c:v>41816</c:v>
                </c:pt>
                <c:pt idx="1332">
                  <c:v>41817</c:v>
                </c:pt>
                <c:pt idx="1333">
                  <c:v>41820</c:v>
                </c:pt>
                <c:pt idx="1334">
                  <c:v>41821</c:v>
                </c:pt>
                <c:pt idx="1335">
                  <c:v>41822</c:v>
                </c:pt>
                <c:pt idx="1336">
                  <c:v>41823</c:v>
                </c:pt>
                <c:pt idx="1337">
                  <c:v>41824</c:v>
                </c:pt>
                <c:pt idx="1338">
                  <c:v>41827</c:v>
                </c:pt>
                <c:pt idx="1339">
                  <c:v>41828</c:v>
                </c:pt>
                <c:pt idx="1340">
                  <c:v>41829</c:v>
                </c:pt>
                <c:pt idx="1341">
                  <c:v>41830</c:v>
                </c:pt>
                <c:pt idx="1342">
                  <c:v>41831</c:v>
                </c:pt>
                <c:pt idx="1343">
                  <c:v>41834</c:v>
                </c:pt>
                <c:pt idx="1344">
                  <c:v>41835</c:v>
                </c:pt>
                <c:pt idx="1345">
                  <c:v>41836</c:v>
                </c:pt>
                <c:pt idx="1346">
                  <c:v>41837</c:v>
                </c:pt>
                <c:pt idx="1347">
                  <c:v>41838</c:v>
                </c:pt>
                <c:pt idx="1348">
                  <c:v>41841</c:v>
                </c:pt>
                <c:pt idx="1349">
                  <c:v>41842</c:v>
                </c:pt>
                <c:pt idx="1350">
                  <c:v>41843</c:v>
                </c:pt>
                <c:pt idx="1351">
                  <c:v>41844</c:v>
                </c:pt>
                <c:pt idx="1352">
                  <c:v>41845</c:v>
                </c:pt>
                <c:pt idx="1353">
                  <c:v>41848</c:v>
                </c:pt>
                <c:pt idx="1354">
                  <c:v>41849</c:v>
                </c:pt>
                <c:pt idx="1355">
                  <c:v>41850</c:v>
                </c:pt>
                <c:pt idx="1356">
                  <c:v>41851</c:v>
                </c:pt>
                <c:pt idx="1357">
                  <c:v>41852</c:v>
                </c:pt>
                <c:pt idx="1358">
                  <c:v>41855</c:v>
                </c:pt>
                <c:pt idx="1359">
                  <c:v>41856</c:v>
                </c:pt>
                <c:pt idx="1360">
                  <c:v>41857</c:v>
                </c:pt>
                <c:pt idx="1361">
                  <c:v>41858</c:v>
                </c:pt>
                <c:pt idx="1362">
                  <c:v>41859</c:v>
                </c:pt>
                <c:pt idx="1363">
                  <c:v>41862</c:v>
                </c:pt>
                <c:pt idx="1364">
                  <c:v>41863</c:v>
                </c:pt>
                <c:pt idx="1365">
                  <c:v>41864</c:v>
                </c:pt>
                <c:pt idx="1366">
                  <c:v>41865</c:v>
                </c:pt>
                <c:pt idx="1367">
                  <c:v>41866</c:v>
                </c:pt>
                <c:pt idx="1368">
                  <c:v>41869</c:v>
                </c:pt>
                <c:pt idx="1369">
                  <c:v>41870</c:v>
                </c:pt>
                <c:pt idx="1370">
                  <c:v>41871</c:v>
                </c:pt>
                <c:pt idx="1371">
                  <c:v>41872</c:v>
                </c:pt>
                <c:pt idx="1372">
                  <c:v>41873</c:v>
                </c:pt>
                <c:pt idx="1373">
                  <c:v>41876</c:v>
                </c:pt>
                <c:pt idx="1374">
                  <c:v>41877</c:v>
                </c:pt>
                <c:pt idx="1375">
                  <c:v>41878</c:v>
                </c:pt>
                <c:pt idx="1376">
                  <c:v>41879</c:v>
                </c:pt>
                <c:pt idx="1377">
                  <c:v>41880</c:v>
                </c:pt>
                <c:pt idx="1378">
                  <c:v>41883</c:v>
                </c:pt>
                <c:pt idx="1379">
                  <c:v>41884</c:v>
                </c:pt>
                <c:pt idx="1380">
                  <c:v>41885</c:v>
                </c:pt>
                <c:pt idx="1381">
                  <c:v>41886</c:v>
                </c:pt>
                <c:pt idx="1382">
                  <c:v>41887</c:v>
                </c:pt>
                <c:pt idx="1383">
                  <c:v>41891</c:v>
                </c:pt>
                <c:pt idx="1384">
                  <c:v>41892</c:v>
                </c:pt>
                <c:pt idx="1385">
                  <c:v>41893</c:v>
                </c:pt>
                <c:pt idx="1386">
                  <c:v>41894</c:v>
                </c:pt>
                <c:pt idx="1387">
                  <c:v>41897</c:v>
                </c:pt>
                <c:pt idx="1388">
                  <c:v>41898</c:v>
                </c:pt>
                <c:pt idx="1389">
                  <c:v>41899</c:v>
                </c:pt>
                <c:pt idx="1390">
                  <c:v>41900</c:v>
                </c:pt>
                <c:pt idx="1391">
                  <c:v>41901</c:v>
                </c:pt>
                <c:pt idx="1392">
                  <c:v>41904</c:v>
                </c:pt>
                <c:pt idx="1393">
                  <c:v>41905</c:v>
                </c:pt>
                <c:pt idx="1394">
                  <c:v>41906</c:v>
                </c:pt>
                <c:pt idx="1395">
                  <c:v>41907</c:v>
                </c:pt>
                <c:pt idx="1396">
                  <c:v>41908</c:v>
                </c:pt>
                <c:pt idx="1397">
                  <c:v>41911</c:v>
                </c:pt>
                <c:pt idx="1398">
                  <c:v>41912</c:v>
                </c:pt>
                <c:pt idx="1399">
                  <c:v>41920</c:v>
                </c:pt>
                <c:pt idx="1400">
                  <c:v>41921</c:v>
                </c:pt>
                <c:pt idx="1401">
                  <c:v>41922</c:v>
                </c:pt>
                <c:pt idx="1402">
                  <c:v>41925</c:v>
                </c:pt>
                <c:pt idx="1403">
                  <c:v>41926</c:v>
                </c:pt>
                <c:pt idx="1404">
                  <c:v>41927</c:v>
                </c:pt>
                <c:pt idx="1405">
                  <c:v>41928</c:v>
                </c:pt>
                <c:pt idx="1406">
                  <c:v>41929</c:v>
                </c:pt>
                <c:pt idx="1407">
                  <c:v>41932</c:v>
                </c:pt>
                <c:pt idx="1408">
                  <c:v>41933</c:v>
                </c:pt>
                <c:pt idx="1409">
                  <c:v>41934</c:v>
                </c:pt>
                <c:pt idx="1410">
                  <c:v>41935</c:v>
                </c:pt>
                <c:pt idx="1411">
                  <c:v>41936</c:v>
                </c:pt>
                <c:pt idx="1412">
                  <c:v>41939</c:v>
                </c:pt>
                <c:pt idx="1413">
                  <c:v>41940</c:v>
                </c:pt>
                <c:pt idx="1414">
                  <c:v>41941</c:v>
                </c:pt>
                <c:pt idx="1415">
                  <c:v>41942</c:v>
                </c:pt>
                <c:pt idx="1416">
                  <c:v>41943</c:v>
                </c:pt>
                <c:pt idx="1417">
                  <c:v>41946</c:v>
                </c:pt>
                <c:pt idx="1418">
                  <c:v>41947</c:v>
                </c:pt>
                <c:pt idx="1419">
                  <c:v>41948</c:v>
                </c:pt>
                <c:pt idx="1420">
                  <c:v>41949</c:v>
                </c:pt>
                <c:pt idx="1421">
                  <c:v>41950</c:v>
                </c:pt>
                <c:pt idx="1422">
                  <c:v>41953</c:v>
                </c:pt>
                <c:pt idx="1423">
                  <c:v>41954</c:v>
                </c:pt>
                <c:pt idx="1424">
                  <c:v>41955</c:v>
                </c:pt>
                <c:pt idx="1425">
                  <c:v>41956</c:v>
                </c:pt>
                <c:pt idx="1426">
                  <c:v>41957</c:v>
                </c:pt>
                <c:pt idx="1427">
                  <c:v>41960</c:v>
                </c:pt>
                <c:pt idx="1428">
                  <c:v>41961</c:v>
                </c:pt>
                <c:pt idx="1429">
                  <c:v>41962</c:v>
                </c:pt>
                <c:pt idx="1430">
                  <c:v>41963</c:v>
                </c:pt>
                <c:pt idx="1431">
                  <c:v>41964</c:v>
                </c:pt>
                <c:pt idx="1432">
                  <c:v>41967</c:v>
                </c:pt>
                <c:pt idx="1433">
                  <c:v>41968</c:v>
                </c:pt>
                <c:pt idx="1434">
                  <c:v>41969</c:v>
                </c:pt>
                <c:pt idx="1435">
                  <c:v>41970</c:v>
                </c:pt>
                <c:pt idx="1436">
                  <c:v>41971</c:v>
                </c:pt>
                <c:pt idx="1437">
                  <c:v>41974</c:v>
                </c:pt>
                <c:pt idx="1438">
                  <c:v>41975</c:v>
                </c:pt>
                <c:pt idx="1439">
                  <c:v>41976</c:v>
                </c:pt>
                <c:pt idx="1440">
                  <c:v>41977</c:v>
                </c:pt>
                <c:pt idx="1441">
                  <c:v>41978</c:v>
                </c:pt>
                <c:pt idx="1442">
                  <c:v>41981</c:v>
                </c:pt>
                <c:pt idx="1443">
                  <c:v>41982</c:v>
                </c:pt>
                <c:pt idx="1444">
                  <c:v>41983</c:v>
                </c:pt>
                <c:pt idx="1445">
                  <c:v>41984</c:v>
                </c:pt>
                <c:pt idx="1446">
                  <c:v>41985</c:v>
                </c:pt>
                <c:pt idx="1447">
                  <c:v>41988</c:v>
                </c:pt>
                <c:pt idx="1448">
                  <c:v>41989</c:v>
                </c:pt>
                <c:pt idx="1449">
                  <c:v>41990</c:v>
                </c:pt>
                <c:pt idx="1450">
                  <c:v>41991</c:v>
                </c:pt>
                <c:pt idx="1451">
                  <c:v>41992</c:v>
                </c:pt>
                <c:pt idx="1452">
                  <c:v>41995</c:v>
                </c:pt>
                <c:pt idx="1453">
                  <c:v>41996</c:v>
                </c:pt>
                <c:pt idx="1454">
                  <c:v>41997</c:v>
                </c:pt>
                <c:pt idx="1455">
                  <c:v>41998</c:v>
                </c:pt>
                <c:pt idx="1456">
                  <c:v>41999</c:v>
                </c:pt>
                <c:pt idx="1457">
                  <c:v>42002</c:v>
                </c:pt>
                <c:pt idx="1458">
                  <c:v>42003</c:v>
                </c:pt>
                <c:pt idx="1459">
                  <c:v>42004</c:v>
                </c:pt>
                <c:pt idx="1460">
                  <c:v>42009</c:v>
                </c:pt>
                <c:pt idx="1461">
                  <c:v>42010</c:v>
                </c:pt>
                <c:pt idx="1462">
                  <c:v>42011</c:v>
                </c:pt>
                <c:pt idx="1463">
                  <c:v>42012</c:v>
                </c:pt>
                <c:pt idx="1464">
                  <c:v>42013</c:v>
                </c:pt>
                <c:pt idx="1465">
                  <c:v>42016</c:v>
                </c:pt>
                <c:pt idx="1466">
                  <c:v>42017</c:v>
                </c:pt>
                <c:pt idx="1467">
                  <c:v>42018</c:v>
                </c:pt>
                <c:pt idx="1468">
                  <c:v>42019</c:v>
                </c:pt>
                <c:pt idx="1469">
                  <c:v>42020</c:v>
                </c:pt>
                <c:pt idx="1470">
                  <c:v>42023</c:v>
                </c:pt>
                <c:pt idx="1471">
                  <c:v>42024</c:v>
                </c:pt>
                <c:pt idx="1472">
                  <c:v>42025</c:v>
                </c:pt>
                <c:pt idx="1473">
                  <c:v>42026</c:v>
                </c:pt>
                <c:pt idx="1474">
                  <c:v>42027</c:v>
                </c:pt>
                <c:pt idx="1475">
                  <c:v>42030</c:v>
                </c:pt>
                <c:pt idx="1476">
                  <c:v>42031</c:v>
                </c:pt>
                <c:pt idx="1477">
                  <c:v>42032</c:v>
                </c:pt>
                <c:pt idx="1478">
                  <c:v>42033</c:v>
                </c:pt>
                <c:pt idx="1479">
                  <c:v>42034</c:v>
                </c:pt>
                <c:pt idx="1480">
                  <c:v>42037</c:v>
                </c:pt>
                <c:pt idx="1481">
                  <c:v>42038</c:v>
                </c:pt>
                <c:pt idx="1482">
                  <c:v>42039</c:v>
                </c:pt>
                <c:pt idx="1483">
                  <c:v>42040</c:v>
                </c:pt>
                <c:pt idx="1484">
                  <c:v>42041</c:v>
                </c:pt>
                <c:pt idx="1485">
                  <c:v>42044</c:v>
                </c:pt>
                <c:pt idx="1486">
                  <c:v>42045</c:v>
                </c:pt>
                <c:pt idx="1487">
                  <c:v>42046</c:v>
                </c:pt>
                <c:pt idx="1488">
                  <c:v>42047</c:v>
                </c:pt>
                <c:pt idx="1489">
                  <c:v>42048</c:v>
                </c:pt>
                <c:pt idx="1490">
                  <c:v>42051</c:v>
                </c:pt>
                <c:pt idx="1491">
                  <c:v>42052</c:v>
                </c:pt>
                <c:pt idx="1492">
                  <c:v>42060</c:v>
                </c:pt>
                <c:pt idx="1493">
                  <c:v>42061</c:v>
                </c:pt>
                <c:pt idx="1494">
                  <c:v>42062</c:v>
                </c:pt>
                <c:pt idx="1495">
                  <c:v>42065</c:v>
                </c:pt>
                <c:pt idx="1496">
                  <c:v>42066</c:v>
                </c:pt>
                <c:pt idx="1497">
                  <c:v>42067</c:v>
                </c:pt>
                <c:pt idx="1498">
                  <c:v>42068</c:v>
                </c:pt>
                <c:pt idx="1499">
                  <c:v>42069</c:v>
                </c:pt>
                <c:pt idx="1500">
                  <c:v>42072</c:v>
                </c:pt>
                <c:pt idx="1501">
                  <c:v>42073</c:v>
                </c:pt>
                <c:pt idx="1502">
                  <c:v>42074</c:v>
                </c:pt>
                <c:pt idx="1503">
                  <c:v>42075</c:v>
                </c:pt>
                <c:pt idx="1504">
                  <c:v>42076</c:v>
                </c:pt>
                <c:pt idx="1505">
                  <c:v>42079</c:v>
                </c:pt>
                <c:pt idx="1506">
                  <c:v>42080</c:v>
                </c:pt>
                <c:pt idx="1507">
                  <c:v>42081</c:v>
                </c:pt>
                <c:pt idx="1508">
                  <c:v>42082</c:v>
                </c:pt>
                <c:pt idx="1509">
                  <c:v>42083</c:v>
                </c:pt>
                <c:pt idx="1510">
                  <c:v>42086</c:v>
                </c:pt>
                <c:pt idx="1511">
                  <c:v>42087</c:v>
                </c:pt>
                <c:pt idx="1512">
                  <c:v>42088</c:v>
                </c:pt>
                <c:pt idx="1513">
                  <c:v>42089</c:v>
                </c:pt>
                <c:pt idx="1514">
                  <c:v>42090</c:v>
                </c:pt>
                <c:pt idx="1515">
                  <c:v>42093</c:v>
                </c:pt>
                <c:pt idx="1516">
                  <c:v>42094</c:v>
                </c:pt>
                <c:pt idx="1517">
                  <c:v>42095</c:v>
                </c:pt>
                <c:pt idx="1518">
                  <c:v>42096</c:v>
                </c:pt>
                <c:pt idx="1519">
                  <c:v>42097</c:v>
                </c:pt>
                <c:pt idx="1520">
                  <c:v>42101</c:v>
                </c:pt>
                <c:pt idx="1521">
                  <c:v>42102</c:v>
                </c:pt>
                <c:pt idx="1522">
                  <c:v>42103</c:v>
                </c:pt>
                <c:pt idx="1523">
                  <c:v>42104</c:v>
                </c:pt>
                <c:pt idx="1524">
                  <c:v>42107</c:v>
                </c:pt>
                <c:pt idx="1525">
                  <c:v>42108</c:v>
                </c:pt>
                <c:pt idx="1526">
                  <c:v>42109</c:v>
                </c:pt>
                <c:pt idx="1527">
                  <c:v>42110</c:v>
                </c:pt>
                <c:pt idx="1528">
                  <c:v>42111</c:v>
                </c:pt>
                <c:pt idx="1529">
                  <c:v>42114</c:v>
                </c:pt>
                <c:pt idx="1530">
                  <c:v>42115</c:v>
                </c:pt>
                <c:pt idx="1531">
                  <c:v>42116</c:v>
                </c:pt>
                <c:pt idx="1532">
                  <c:v>42117</c:v>
                </c:pt>
                <c:pt idx="1533">
                  <c:v>42118</c:v>
                </c:pt>
                <c:pt idx="1534">
                  <c:v>42121</c:v>
                </c:pt>
                <c:pt idx="1535">
                  <c:v>42122</c:v>
                </c:pt>
                <c:pt idx="1536">
                  <c:v>42123</c:v>
                </c:pt>
                <c:pt idx="1537">
                  <c:v>42124</c:v>
                </c:pt>
                <c:pt idx="1538">
                  <c:v>42128</c:v>
                </c:pt>
                <c:pt idx="1539">
                  <c:v>42129</c:v>
                </c:pt>
                <c:pt idx="1540">
                  <c:v>42130</c:v>
                </c:pt>
                <c:pt idx="1541">
                  <c:v>42131</c:v>
                </c:pt>
                <c:pt idx="1542">
                  <c:v>42132</c:v>
                </c:pt>
                <c:pt idx="1543">
                  <c:v>42135</c:v>
                </c:pt>
                <c:pt idx="1544">
                  <c:v>42136</c:v>
                </c:pt>
                <c:pt idx="1545">
                  <c:v>42137</c:v>
                </c:pt>
                <c:pt idx="1546">
                  <c:v>42138</c:v>
                </c:pt>
                <c:pt idx="1547">
                  <c:v>42139</c:v>
                </c:pt>
                <c:pt idx="1548">
                  <c:v>42142</c:v>
                </c:pt>
                <c:pt idx="1549">
                  <c:v>42143</c:v>
                </c:pt>
                <c:pt idx="1550">
                  <c:v>42144</c:v>
                </c:pt>
                <c:pt idx="1551">
                  <c:v>42145</c:v>
                </c:pt>
                <c:pt idx="1552">
                  <c:v>42146</c:v>
                </c:pt>
                <c:pt idx="1553">
                  <c:v>42149</c:v>
                </c:pt>
                <c:pt idx="1554">
                  <c:v>42150</c:v>
                </c:pt>
                <c:pt idx="1555">
                  <c:v>42151</c:v>
                </c:pt>
                <c:pt idx="1556">
                  <c:v>42152</c:v>
                </c:pt>
                <c:pt idx="1557">
                  <c:v>42153</c:v>
                </c:pt>
                <c:pt idx="1558">
                  <c:v>42156</c:v>
                </c:pt>
                <c:pt idx="1559">
                  <c:v>42157</c:v>
                </c:pt>
                <c:pt idx="1560">
                  <c:v>42158</c:v>
                </c:pt>
                <c:pt idx="1561">
                  <c:v>42159</c:v>
                </c:pt>
                <c:pt idx="1562">
                  <c:v>42160</c:v>
                </c:pt>
                <c:pt idx="1563">
                  <c:v>42163</c:v>
                </c:pt>
                <c:pt idx="1564">
                  <c:v>42164</c:v>
                </c:pt>
                <c:pt idx="1565">
                  <c:v>42165</c:v>
                </c:pt>
                <c:pt idx="1566">
                  <c:v>42166</c:v>
                </c:pt>
                <c:pt idx="1567">
                  <c:v>42167</c:v>
                </c:pt>
                <c:pt idx="1568">
                  <c:v>42170</c:v>
                </c:pt>
                <c:pt idx="1569">
                  <c:v>42171</c:v>
                </c:pt>
                <c:pt idx="1570">
                  <c:v>42172</c:v>
                </c:pt>
                <c:pt idx="1571">
                  <c:v>42173</c:v>
                </c:pt>
                <c:pt idx="1572">
                  <c:v>42174</c:v>
                </c:pt>
                <c:pt idx="1573">
                  <c:v>42178</c:v>
                </c:pt>
                <c:pt idx="1574">
                  <c:v>42179</c:v>
                </c:pt>
                <c:pt idx="1575">
                  <c:v>42180</c:v>
                </c:pt>
                <c:pt idx="1576">
                  <c:v>42181</c:v>
                </c:pt>
                <c:pt idx="1577">
                  <c:v>42184</c:v>
                </c:pt>
                <c:pt idx="1578">
                  <c:v>42185</c:v>
                </c:pt>
                <c:pt idx="1579">
                  <c:v>42186</c:v>
                </c:pt>
                <c:pt idx="1580">
                  <c:v>42187</c:v>
                </c:pt>
                <c:pt idx="1581">
                  <c:v>42188</c:v>
                </c:pt>
                <c:pt idx="1582">
                  <c:v>42191</c:v>
                </c:pt>
                <c:pt idx="1583">
                  <c:v>42192</c:v>
                </c:pt>
                <c:pt idx="1584">
                  <c:v>42193</c:v>
                </c:pt>
                <c:pt idx="1585">
                  <c:v>42194</c:v>
                </c:pt>
                <c:pt idx="1586">
                  <c:v>42195</c:v>
                </c:pt>
                <c:pt idx="1587">
                  <c:v>42198</c:v>
                </c:pt>
                <c:pt idx="1588">
                  <c:v>42199</c:v>
                </c:pt>
                <c:pt idx="1589">
                  <c:v>42200</c:v>
                </c:pt>
                <c:pt idx="1590">
                  <c:v>42201</c:v>
                </c:pt>
                <c:pt idx="1591">
                  <c:v>42202</c:v>
                </c:pt>
                <c:pt idx="1592">
                  <c:v>42205</c:v>
                </c:pt>
                <c:pt idx="1593">
                  <c:v>42206</c:v>
                </c:pt>
                <c:pt idx="1594">
                  <c:v>42207</c:v>
                </c:pt>
                <c:pt idx="1595">
                  <c:v>42208</c:v>
                </c:pt>
                <c:pt idx="1596">
                  <c:v>42209</c:v>
                </c:pt>
                <c:pt idx="1597">
                  <c:v>42212</c:v>
                </c:pt>
                <c:pt idx="1598">
                  <c:v>42213</c:v>
                </c:pt>
                <c:pt idx="1599">
                  <c:v>42214</c:v>
                </c:pt>
                <c:pt idx="1600">
                  <c:v>42215</c:v>
                </c:pt>
                <c:pt idx="1601">
                  <c:v>42216</c:v>
                </c:pt>
                <c:pt idx="1602">
                  <c:v>42219</c:v>
                </c:pt>
                <c:pt idx="1603">
                  <c:v>42220</c:v>
                </c:pt>
                <c:pt idx="1604">
                  <c:v>42221</c:v>
                </c:pt>
                <c:pt idx="1605">
                  <c:v>42222</c:v>
                </c:pt>
                <c:pt idx="1606">
                  <c:v>42223</c:v>
                </c:pt>
                <c:pt idx="1607">
                  <c:v>42226</c:v>
                </c:pt>
                <c:pt idx="1608">
                  <c:v>42227</c:v>
                </c:pt>
                <c:pt idx="1609">
                  <c:v>42228</c:v>
                </c:pt>
                <c:pt idx="1610">
                  <c:v>42229</c:v>
                </c:pt>
                <c:pt idx="1611">
                  <c:v>42230</c:v>
                </c:pt>
                <c:pt idx="1612">
                  <c:v>42233</c:v>
                </c:pt>
                <c:pt idx="1613">
                  <c:v>42234</c:v>
                </c:pt>
                <c:pt idx="1614">
                  <c:v>42235</c:v>
                </c:pt>
                <c:pt idx="1615">
                  <c:v>42236</c:v>
                </c:pt>
                <c:pt idx="1616">
                  <c:v>42237</c:v>
                </c:pt>
                <c:pt idx="1617">
                  <c:v>42240</c:v>
                </c:pt>
                <c:pt idx="1618">
                  <c:v>42241</c:v>
                </c:pt>
                <c:pt idx="1619">
                  <c:v>42242</c:v>
                </c:pt>
                <c:pt idx="1620">
                  <c:v>42243</c:v>
                </c:pt>
                <c:pt idx="1621">
                  <c:v>42244</c:v>
                </c:pt>
                <c:pt idx="1622">
                  <c:v>42247</c:v>
                </c:pt>
                <c:pt idx="1623">
                  <c:v>42248</c:v>
                </c:pt>
                <c:pt idx="1624">
                  <c:v>42249</c:v>
                </c:pt>
                <c:pt idx="1625">
                  <c:v>42254</c:v>
                </c:pt>
                <c:pt idx="1626">
                  <c:v>42255</c:v>
                </c:pt>
                <c:pt idx="1627">
                  <c:v>42256</c:v>
                </c:pt>
                <c:pt idx="1628">
                  <c:v>42257</c:v>
                </c:pt>
                <c:pt idx="1629">
                  <c:v>42258</c:v>
                </c:pt>
                <c:pt idx="1630">
                  <c:v>42261</c:v>
                </c:pt>
                <c:pt idx="1631">
                  <c:v>42262</c:v>
                </c:pt>
                <c:pt idx="1632">
                  <c:v>42263</c:v>
                </c:pt>
                <c:pt idx="1633">
                  <c:v>42264</c:v>
                </c:pt>
                <c:pt idx="1634">
                  <c:v>42265</c:v>
                </c:pt>
                <c:pt idx="1635">
                  <c:v>42268</c:v>
                </c:pt>
                <c:pt idx="1636">
                  <c:v>42269</c:v>
                </c:pt>
                <c:pt idx="1637">
                  <c:v>42270</c:v>
                </c:pt>
                <c:pt idx="1638">
                  <c:v>42271</c:v>
                </c:pt>
                <c:pt idx="1639">
                  <c:v>42272</c:v>
                </c:pt>
                <c:pt idx="1640">
                  <c:v>42275</c:v>
                </c:pt>
                <c:pt idx="1641">
                  <c:v>42276</c:v>
                </c:pt>
                <c:pt idx="1642">
                  <c:v>42277</c:v>
                </c:pt>
                <c:pt idx="1643">
                  <c:v>42285</c:v>
                </c:pt>
                <c:pt idx="1644">
                  <c:v>42286</c:v>
                </c:pt>
                <c:pt idx="1645">
                  <c:v>42289</c:v>
                </c:pt>
                <c:pt idx="1646">
                  <c:v>42290</c:v>
                </c:pt>
                <c:pt idx="1647">
                  <c:v>42291</c:v>
                </c:pt>
                <c:pt idx="1648">
                  <c:v>42292</c:v>
                </c:pt>
                <c:pt idx="1649">
                  <c:v>42293</c:v>
                </c:pt>
                <c:pt idx="1650">
                  <c:v>42296</c:v>
                </c:pt>
                <c:pt idx="1651">
                  <c:v>42297</c:v>
                </c:pt>
                <c:pt idx="1652">
                  <c:v>42298</c:v>
                </c:pt>
                <c:pt idx="1653">
                  <c:v>42299</c:v>
                </c:pt>
                <c:pt idx="1654">
                  <c:v>42300</c:v>
                </c:pt>
                <c:pt idx="1655">
                  <c:v>42303</c:v>
                </c:pt>
                <c:pt idx="1656">
                  <c:v>42304</c:v>
                </c:pt>
                <c:pt idx="1657">
                  <c:v>42305</c:v>
                </c:pt>
                <c:pt idx="1658">
                  <c:v>42306</c:v>
                </c:pt>
                <c:pt idx="1659">
                  <c:v>42307</c:v>
                </c:pt>
                <c:pt idx="1660">
                  <c:v>42310</c:v>
                </c:pt>
                <c:pt idx="1661">
                  <c:v>42311</c:v>
                </c:pt>
                <c:pt idx="1662">
                  <c:v>42312</c:v>
                </c:pt>
                <c:pt idx="1663">
                  <c:v>42313</c:v>
                </c:pt>
                <c:pt idx="1664">
                  <c:v>42314</c:v>
                </c:pt>
                <c:pt idx="1665">
                  <c:v>42317</c:v>
                </c:pt>
                <c:pt idx="1666">
                  <c:v>42318</c:v>
                </c:pt>
                <c:pt idx="1667">
                  <c:v>42319</c:v>
                </c:pt>
                <c:pt idx="1668">
                  <c:v>42320</c:v>
                </c:pt>
                <c:pt idx="1669">
                  <c:v>42321</c:v>
                </c:pt>
                <c:pt idx="1670">
                  <c:v>42324</c:v>
                </c:pt>
                <c:pt idx="1671">
                  <c:v>42325</c:v>
                </c:pt>
                <c:pt idx="1672">
                  <c:v>42326</c:v>
                </c:pt>
                <c:pt idx="1673">
                  <c:v>42327</c:v>
                </c:pt>
                <c:pt idx="1674">
                  <c:v>42328</c:v>
                </c:pt>
                <c:pt idx="1675">
                  <c:v>42331</c:v>
                </c:pt>
                <c:pt idx="1676">
                  <c:v>42332</c:v>
                </c:pt>
                <c:pt idx="1677">
                  <c:v>42333</c:v>
                </c:pt>
                <c:pt idx="1678">
                  <c:v>42334</c:v>
                </c:pt>
                <c:pt idx="1679">
                  <c:v>42335</c:v>
                </c:pt>
                <c:pt idx="1680">
                  <c:v>42338</c:v>
                </c:pt>
                <c:pt idx="1681">
                  <c:v>42339</c:v>
                </c:pt>
                <c:pt idx="1682">
                  <c:v>42340</c:v>
                </c:pt>
                <c:pt idx="1683">
                  <c:v>42341</c:v>
                </c:pt>
                <c:pt idx="1684">
                  <c:v>42342</c:v>
                </c:pt>
                <c:pt idx="1685">
                  <c:v>42345</c:v>
                </c:pt>
                <c:pt idx="1686">
                  <c:v>42346</c:v>
                </c:pt>
                <c:pt idx="1687">
                  <c:v>42347</c:v>
                </c:pt>
                <c:pt idx="1688">
                  <c:v>42348</c:v>
                </c:pt>
                <c:pt idx="1689">
                  <c:v>42349</c:v>
                </c:pt>
                <c:pt idx="1690">
                  <c:v>42352</c:v>
                </c:pt>
                <c:pt idx="1691">
                  <c:v>42353</c:v>
                </c:pt>
                <c:pt idx="1692">
                  <c:v>42354</c:v>
                </c:pt>
                <c:pt idx="1693">
                  <c:v>42355</c:v>
                </c:pt>
                <c:pt idx="1694">
                  <c:v>42356</c:v>
                </c:pt>
                <c:pt idx="1695">
                  <c:v>42359</c:v>
                </c:pt>
                <c:pt idx="1696">
                  <c:v>42360</c:v>
                </c:pt>
                <c:pt idx="1697">
                  <c:v>42361</c:v>
                </c:pt>
                <c:pt idx="1698">
                  <c:v>42362</c:v>
                </c:pt>
                <c:pt idx="1699">
                  <c:v>42363</c:v>
                </c:pt>
                <c:pt idx="1700">
                  <c:v>42366</c:v>
                </c:pt>
                <c:pt idx="1701">
                  <c:v>42367</c:v>
                </c:pt>
                <c:pt idx="1702">
                  <c:v>42368</c:v>
                </c:pt>
                <c:pt idx="1703">
                  <c:v>42369</c:v>
                </c:pt>
                <c:pt idx="1704">
                  <c:v>42373</c:v>
                </c:pt>
                <c:pt idx="1705">
                  <c:v>42374</c:v>
                </c:pt>
                <c:pt idx="1706">
                  <c:v>42375</c:v>
                </c:pt>
                <c:pt idx="1707">
                  <c:v>42376</c:v>
                </c:pt>
                <c:pt idx="1708">
                  <c:v>42377</c:v>
                </c:pt>
                <c:pt idx="1709">
                  <c:v>42380</c:v>
                </c:pt>
                <c:pt idx="1710">
                  <c:v>42381</c:v>
                </c:pt>
                <c:pt idx="1711">
                  <c:v>42382</c:v>
                </c:pt>
                <c:pt idx="1712">
                  <c:v>42383</c:v>
                </c:pt>
                <c:pt idx="1713">
                  <c:v>42384</c:v>
                </c:pt>
                <c:pt idx="1714">
                  <c:v>42387</c:v>
                </c:pt>
                <c:pt idx="1715">
                  <c:v>42388</c:v>
                </c:pt>
                <c:pt idx="1716">
                  <c:v>42389</c:v>
                </c:pt>
                <c:pt idx="1717">
                  <c:v>42390</c:v>
                </c:pt>
                <c:pt idx="1718">
                  <c:v>42391</c:v>
                </c:pt>
                <c:pt idx="1719">
                  <c:v>42394</c:v>
                </c:pt>
                <c:pt idx="1720">
                  <c:v>42395</c:v>
                </c:pt>
                <c:pt idx="1721">
                  <c:v>42396</c:v>
                </c:pt>
                <c:pt idx="1722">
                  <c:v>42397</c:v>
                </c:pt>
                <c:pt idx="1723">
                  <c:v>42398</c:v>
                </c:pt>
                <c:pt idx="1724">
                  <c:v>42401</c:v>
                </c:pt>
                <c:pt idx="1725">
                  <c:v>42402</c:v>
                </c:pt>
                <c:pt idx="1726">
                  <c:v>42403</c:v>
                </c:pt>
                <c:pt idx="1727">
                  <c:v>42404</c:v>
                </c:pt>
                <c:pt idx="1728">
                  <c:v>42405</c:v>
                </c:pt>
                <c:pt idx="1729">
                  <c:v>42415</c:v>
                </c:pt>
                <c:pt idx="1730">
                  <c:v>42416</c:v>
                </c:pt>
                <c:pt idx="1731">
                  <c:v>42417</c:v>
                </c:pt>
                <c:pt idx="1732">
                  <c:v>42418</c:v>
                </c:pt>
                <c:pt idx="1733">
                  <c:v>42419</c:v>
                </c:pt>
                <c:pt idx="1734">
                  <c:v>42422</c:v>
                </c:pt>
                <c:pt idx="1735">
                  <c:v>42423</c:v>
                </c:pt>
                <c:pt idx="1736">
                  <c:v>42424</c:v>
                </c:pt>
                <c:pt idx="1737">
                  <c:v>42425</c:v>
                </c:pt>
                <c:pt idx="1738">
                  <c:v>42426</c:v>
                </c:pt>
                <c:pt idx="1739">
                  <c:v>42429</c:v>
                </c:pt>
                <c:pt idx="1740">
                  <c:v>42430</c:v>
                </c:pt>
                <c:pt idx="1741">
                  <c:v>42431</c:v>
                </c:pt>
                <c:pt idx="1742">
                  <c:v>42432</c:v>
                </c:pt>
                <c:pt idx="1743">
                  <c:v>42433</c:v>
                </c:pt>
                <c:pt idx="1744">
                  <c:v>42436</c:v>
                </c:pt>
                <c:pt idx="1745">
                  <c:v>42437</c:v>
                </c:pt>
                <c:pt idx="1746">
                  <c:v>42438</c:v>
                </c:pt>
                <c:pt idx="1747">
                  <c:v>42439</c:v>
                </c:pt>
                <c:pt idx="1748">
                  <c:v>42440</c:v>
                </c:pt>
                <c:pt idx="1749">
                  <c:v>42443</c:v>
                </c:pt>
                <c:pt idx="1750">
                  <c:v>42444</c:v>
                </c:pt>
                <c:pt idx="1751">
                  <c:v>42445</c:v>
                </c:pt>
                <c:pt idx="1752">
                  <c:v>42446</c:v>
                </c:pt>
                <c:pt idx="1753">
                  <c:v>42447</c:v>
                </c:pt>
                <c:pt idx="1754">
                  <c:v>42450</c:v>
                </c:pt>
                <c:pt idx="1755">
                  <c:v>42451</c:v>
                </c:pt>
                <c:pt idx="1756">
                  <c:v>42452</c:v>
                </c:pt>
                <c:pt idx="1757">
                  <c:v>42453</c:v>
                </c:pt>
                <c:pt idx="1758">
                  <c:v>42454</c:v>
                </c:pt>
                <c:pt idx="1759">
                  <c:v>42457</c:v>
                </c:pt>
                <c:pt idx="1760">
                  <c:v>42458</c:v>
                </c:pt>
                <c:pt idx="1761">
                  <c:v>42459</c:v>
                </c:pt>
                <c:pt idx="1762">
                  <c:v>42460</c:v>
                </c:pt>
                <c:pt idx="1763">
                  <c:v>42461</c:v>
                </c:pt>
                <c:pt idx="1764">
                  <c:v>42465</c:v>
                </c:pt>
                <c:pt idx="1765">
                  <c:v>42466</c:v>
                </c:pt>
                <c:pt idx="1766">
                  <c:v>42467</c:v>
                </c:pt>
                <c:pt idx="1767">
                  <c:v>42468</c:v>
                </c:pt>
                <c:pt idx="1768">
                  <c:v>42471</c:v>
                </c:pt>
                <c:pt idx="1769">
                  <c:v>42472</c:v>
                </c:pt>
                <c:pt idx="1770">
                  <c:v>42473</c:v>
                </c:pt>
                <c:pt idx="1771">
                  <c:v>42474</c:v>
                </c:pt>
                <c:pt idx="1772">
                  <c:v>42475</c:v>
                </c:pt>
                <c:pt idx="1773">
                  <c:v>42478</c:v>
                </c:pt>
                <c:pt idx="1774">
                  <c:v>42479</c:v>
                </c:pt>
                <c:pt idx="1775">
                  <c:v>42480</c:v>
                </c:pt>
                <c:pt idx="1776">
                  <c:v>42481</c:v>
                </c:pt>
                <c:pt idx="1777">
                  <c:v>42482</c:v>
                </c:pt>
                <c:pt idx="1778">
                  <c:v>42485</c:v>
                </c:pt>
                <c:pt idx="1779">
                  <c:v>42486</c:v>
                </c:pt>
                <c:pt idx="1780">
                  <c:v>42487</c:v>
                </c:pt>
                <c:pt idx="1781">
                  <c:v>42488</c:v>
                </c:pt>
                <c:pt idx="1782">
                  <c:v>42489</c:v>
                </c:pt>
                <c:pt idx="1783">
                  <c:v>42493</c:v>
                </c:pt>
                <c:pt idx="1784">
                  <c:v>42494</c:v>
                </c:pt>
                <c:pt idx="1785">
                  <c:v>42495</c:v>
                </c:pt>
                <c:pt idx="1786">
                  <c:v>42496</c:v>
                </c:pt>
                <c:pt idx="1787">
                  <c:v>42499</c:v>
                </c:pt>
                <c:pt idx="1788">
                  <c:v>42500</c:v>
                </c:pt>
                <c:pt idx="1789">
                  <c:v>42501</c:v>
                </c:pt>
                <c:pt idx="1790">
                  <c:v>42502</c:v>
                </c:pt>
                <c:pt idx="1791">
                  <c:v>42503</c:v>
                </c:pt>
                <c:pt idx="1792">
                  <c:v>42506</c:v>
                </c:pt>
                <c:pt idx="1793">
                  <c:v>42507</c:v>
                </c:pt>
                <c:pt idx="1794">
                  <c:v>42508</c:v>
                </c:pt>
                <c:pt idx="1795">
                  <c:v>42509</c:v>
                </c:pt>
                <c:pt idx="1796">
                  <c:v>42510</c:v>
                </c:pt>
                <c:pt idx="1797">
                  <c:v>42513</c:v>
                </c:pt>
                <c:pt idx="1798">
                  <c:v>42514</c:v>
                </c:pt>
                <c:pt idx="1799">
                  <c:v>42515</c:v>
                </c:pt>
                <c:pt idx="1800">
                  <c:v>42516</c:v>
                </c:pt>
                <c:pt idx="1801">
                  <c:v>42517</c:v>
                </c:pt>
                <c:pt idx="1802">
                  <c:v>42520</c:v>
                </c:pt>
                <c:pt idx="1803">
                  <c:v>42521</c:v>
                </c:pt>
                <c:pt idx="1804">
                  <c:v>42522</c:v>
                </c:pt>
                <c:pt idx="1805">
                  <c:v>42523</c:v>
                </c:pt>
                <c:pt idx="1806">
                  <c:v>42524</c:v>
                </c:pt>
                <c:pt idx="1807">
                  <c:v>42527</c:v>
                </c:pt>
                <c:pt idx="1808">
                  <c:v>42528</c:v>
                </c:pt>
                <c:pt idx="1809">
                  <c:v>42529</c:v>
                </c:pt>
                <c:pt idx="1810">
                  <c:v>42534</c:v>
                </c:pt>
                <c:pt idx="1811">
                  <c:v>42535</c:v>
                </c:pt>
                <c:pt idx="1812">
                  <c:v>42536</c:v>
                </c:pt>
                <c:pt idx="1813">
                  <c:v>42537</c:v>
                </c:pt>
                <c:pt idx="1814">
                  <c:v>42538</c:v>
                </c:pt>
                <c:pt idx="1815">
                  <c:v>42541</c:v>
                </c:pt>
                <c:pt idx="1816">
                  <c:v>42542</c:v>
                </c:pt>
                <c:pt idx="1817">
                  <c:v>42543</c:v>
                </c:pt>
                <c:pt idx="1818">
                  <c:v>42544</c:v>
                </c:pt>
                <c:pt idx="1819">
                  <c:v>42545</c:v>
                </c:pt>
                <c:pt idx="1820">
                  <c:v>42548</c:v>
                </c:pt>
                <c:pt idx="1821">
                  <c:v>42549</c:v>
                </c:pt>
                <c:pt idx="1822">
                  <c:v>42550</c:v>
                </c:pt>
                <c:pt idx="1823">
                  <c:v>42551</c:v>
                </c:pt>
                <c:pt idx="1824">
                  <c:v>42552</c:v>
                </c:pt>
                <c:pt idx="1825">
                  <c:v>42555</c:v>
                </c:pt>
                <c:pt idx="1826">
                  <c:v>42556</c:v>
                </c:pt>
                <c:pt idx="1827">
                  <c:v>42557</c:v>
                </c:pt>
                <c:pt idx="1828">
                  <c:v>42558</c:v>
                </c:pt>
                <c:pt idx="1829">
                  <c:v>42559</c:v>
                </c:pt>
                <c:pt idx="1830">
                  <c:v>42562</c:v>
                </c:pt>
                <c:pt idx="1831">
                  <c:v>42563</c:v>
                </c:pt>
                <c:pt idx="1832">
                  <c:v>42564</c:v>
                </c:pt>
                <c:pt idx="1833">
                  <c:v>42565</c:v>
                </c:pt>
                <c:pt idx="1834">
                  <c:v>42566</c:v>
                </c:pt>
                <c:pt idx="1835">
                  <c:v>42569</c:v>
                </c:pt>
                <c:pt idx="1836">
                  <c:v>42570</c:v>
                </c:pt>
                <c:pt idx="1837">
                  <c:v>42571</c:v>
                </c:pt>
                <c:pt idx="1838">
                  <c:v>42572</c:v>
                </c:pt>
                <c:pt idx="1839">
                  <c:v>42573</c:v>
                </c:pt>
                <c:pt idx="1840">
                  <c:v>42576</c:v>
                </c:pt>
                <c:pt idx="1841">
                  <c:v>42577</c:v>
                </c:pt>
                <c:pt idx="1842">
                  <c:v>42578</c:v>
                </c:pt>
                <c:pt idx="1843">
                  <c:v>42579</c:v>
                </c:pt>
                <c:pt idx="1844">
                  <c:v>42580</c:v>
                </c:pt>
                <c:pt idx="1845">
                  <c:v>42583</c:v>
                </c:pt>
                <c:pt idx="1846">
                  <c:v>42584</c:v>
                </c:pt>
                <c:pt idx="1847">
                  <c:v>42585</c:v>
                </c:pt>
                <c:pt idx="1848">
                  <c:v>42586</c:v>
                </c:pt>
                <c:pt idx="1849">
                  <c:v>42587</c:v>
                </c:pt>
                <c:pt idx="1850">
                  <c:v>42590</c:v>
                </c:pt>
                <c:pt idx="1851">
                  <c:v>42591</c:v>
                </c:pt>
                <c:pt idx="1852">
                  <c:v>42592</c:v>
                </c:pt>
                <c:pt idx="1853">
                  <c:v>42593</c:v>
                </c:pt>
                <c:pt idx="1854">
                  <c:v>42594</c:v>
                </c:pt>
                <c:pt idx="1855">
                  <c:v>42597</c:v>
                </c:pt>
                <c:pt idx="1856">
                  <c:v>42598</c:v>
                </c:pt>
                <c:pt idx="1857">
                  <c:v>42599</c:v>
                </c:pt>
                <c:pt idx="1858">
                  <c:v>42600</c:v>
                </c:pt>
                <c:pt idx="1859">
                  <c:v>42601</c:v>
                </c:pt>
                <c:pt idx="1860">
                  <c:v>42604</c:v>
                </c:pt>
                <c:pt idx="1861">
                  <c:v>42605</c:v>
                </c:pt>
                <c:pt idx="1862">
                  <c:v>42606</c:v>
                </c:pt>
                <c:pt idx="1863">
                  <c:v>42607</c:v>
                </c:pt>
                <c:pt idx="1864">
                  <c:v>42608</c:v>
                </c:pt>
                <c:pt idx="1865">
                  <c:v>42611</c:v>
                </c:pt>
                <c:pt idx="1866">
                  <c:v>42612</c:v>
                </c:pt>
                <c:pt idx="1867">
                  <c:v>42613</c:v>
                </c:pt>
                <c:pt idx="1868">
                  <c:v>42614</c:v>
                </c:pt>
                <c:pt idx="1869">
                  <c:v>42615</c:v>
                </c:pt>
                <c:pt idx="1870">
                  <c:v>42618</c:v>
                </c:pt>
                <c:pt idx="1871">
                  <c:v>42619</c:v>
                </c:pt>
                <c:pt idx="1872">
                  <c:v>42620</c:v>
                </c:pt>
                <c:pt idx="1873">
                  <c:v>42621</c:v>
                </c:pt>
                <c:pt idx="1874">
                  <c:v>42622</c:v>
                </c:pt>
                <c:pt idx="1875">
                  <c:v>42625</c:v>
                </c:pt>
                <c:pt idx="1876">
                  <c:v>42626</c:v>
                </c:pt>
                <c:pt idx="1877">
                  <c:v>42627</c:v>
                </c:pt>
                <c:pt idx="1878">
                  <c:v>42632</c:v>
                </c:pt>
                <c:pt idx="1879">
                  <c:v>42633</c:v>
                </c:pt>
                <c:pt idx="1880">
                  <c:v>42634</c:v>
                </c:pt>
                <c:pt idx="1881">
                  <c:v>42635</c:v>
                </c:pt>
                <c:pt idx="1882">
                  <c:v>42636</c:v>
                </c:pt>
                <c:pt idx="1883">
                  <c:v>42639</c:v>
                </c:pt>
                <c:pt idx="1884">
                  <c:v>42640</c:v>
                </c:pt>
                <c:pt idx="1885">
                  <c:v>42641</c:v>
                </c:pt>
                <c:pt idx="1886">
                  <c:v>42642</c:v>
                </c:pt>
                <c:pt idx="1887">
                  <c:v>42643</c:v>
                </c:pt>
                <c:pt idx="1888">
                  <c:v>42653</c:v>
                </c:pt>
                <c:pt idx="1889">
                  <c:v>42654</c:v>
                </c:pt>
                <c:pt idx="1890">
                  <c:v>42655</c:v>
                </c:pt>
                <c:pt idx="1891">
                  <c:v>42656</c:v>
                </c:pt>
                <c:pt idx="1892">
                  <c:v>42657</c:v>
                </c:pt>
                <c:pt idx="1893">
                  <c:v>42660</c:v>
                </c:pt>
                <c:pt idx="1894">
                  <c:v>42661</c:v>
                </c:pt>
                <c:pt idx="1895">
                  <c:v>42662</c:v>
                </c:pt>
                <c:pt idx="1896">
                  <c:v>42663</c:v>
                </c:pt>
                <c:pt idx="1897">
                  <c:v>42664</c:v>
                </c:pt>
                <c:pt idx="1898">
                  <c:v>42667</c:v>
                </c:pt>
                <c:pt idx="1899">
                  <c:v>42668</c:v>
                </c:pt>
                <c:pt idx="1900">
                  <c:v>42669</c:v>
                </c:pt>
                <c:pt idx="1901">
                  <c:v>42670</c:v>
                </c:pt>
                <c:pt idx="1902">
                  <c:v>42671</c:v>
                </c:pt>
                <c:pt idx="1903">
                  <c:v>42674</c:v>
                </c:pt>
                <c:pt idx="1904">
                  <c:v>42675</c:v>
                </c:pt>
                <c:pt idx="1905">
                  <c:v>42676</c:v>
                </c:pt>
                <c:pt idx="1906">
                  <c:v>42677</c:v>
                </c:pt>
                <c:pt idx="1907">
                  <c:v>42678</c:v>
                </c:pt>
                <c:pt idx="1908">
                  <c:v>42681</c:v>
                </c:pt>
                <c:pt idx="1909">
                  <c:v>42682</c:v>
                </c:pt>
                <c:pt idx="1910">
                  <c:v>42683</c:v>
                </c:pt>
                <c:pt idx="1911">
                  <c:v>42684</c:v>
                </c:pt>
                <c:pt idx="1912">
                  <c:v>42685</c:v>
                </c:pt>
                <c:pt idx="1913">
                  <c:v>42688</c:v>
                </c:pt>
                <c:pt idx="1914">
                  <c:v>42689</c:v>
                </c:pt>
                <c:pt idx="1915">
                  <c:v>42690</c:v>
                </c:pt>
                <c:pt idx="1916">
                  <c:v>42691</c:v>
                </c:pt>
                <c:pt idx="1917">
                  <c:v>42692</c:v>
                </c:pt>
                <c:pt idx="1918">
                  <c:v>42695</c:v>
                </c:pt>
                <c:pt idx="1919">
                  <c:v>42696</c:v>
                </c:pt>
                <c:pt idx="1920">
                  <c:v>42697</c:v>
                </c:pt>
                <c:pt idx="1921">
                  <c:v>42698</c:v>
                </c:pt>
                <c:pt idx="1922">
                  <c:v>42699</c:v>
                </c:pt>
                <c:pt idx="1923">
                  <c:v>42702</c:v>
                </c:pt>
                <c:pt idx="1924">
                  <c:v>42703</c:v>
                </c:pt>
                <c:pt idx="1925">
                  <c:v>42704</c:v>
                </c:pt>
                <c:pt idx="1926">
                  <c:v>42705</c:v>
                </c:pt>
                <c:pt idx="1927">
                  <c:v>42706</c:v>
                </c:pt>
                <c:pt idx="1928">
                  <c:v>42709</c:v>
                </c:pt>
                <c:pt idx="1929">
                  <c:v>42710</c:v>
                </c:pt>
                <c:pt idx="1930">
                  <c:v>42711</c:v>
                </c:pt>
                <c:pt idx="1931">
                  <c:v>42712</c:v>
                </c:pt>
                <c:pt idx="1932">
                  <c:v>42713</c:v>
                </c:pt>
                <c:pt idx="1933">
                  <c:v>42716</c:v>
                </c:pt>
                <c:pt idx="1934">
                  <c:v>42717</c:v>
                </c:pt>
                <c:pt idx="1935">
                  <c:v>42718</c:v>
                </c:pt>
                <c:pt idx="1936">
                  <c:v>42719</c:v>
                </c:pt>
                <c:pt idx="1937">
                  <c:v>42720</c:v>
                </c:pt>
                <c:pt idx="1938">
                  <c:v>42723</c:v>
                </c:pt>
                <c:pt idx="1939">
                  <c:v>42724</c:v>
                </c:pt>
                <c:pt idx="1940">
                  <c:v>42725</c:v>
                </c:pt>
                <c:pt idx="1941">
                  <c:v>42726</c:v>
                </c:pt>
                <c:pt idx="1942">
                  <c:v>42727</c:v>
                </c:pt>
                <c:pt idx="1943">
                  <c:v>42730</c:v>
                </c:pt>
                <c:pt idx="1944">
                  <c:v>42731</c:v>
                </c:pt>
                <c:pt idx="1945">
                  <c:v>42732</c:v>
                </c:pt>
                <c:pt idx="1946">
                  <c:v>42733</c:v>
                </c:pt>
                <c:pt idx="1947">
                  <c:v>42734</c:v>
                </c:pt>
                <c:pt idx="1948">
                  <c:v>42738</c:v>
                </c:pt>
                <c:pt idx="1949">
                  <c:v>42739</c:v>
                </c:pt>
                <c:pt idx="1950">
                  <c:v>42740</c:v>
                </c:pt>
                <c:pt idx="1951">
                  <c:v>42741</c:v>
                </c:pt>
                <c:pt idx="1952">
                  <c:v>42744</c:v>
                </c:pt>
                <c:pt idx="1953">
                  <c:v>42745</c:v>
                </c:pt>
                <c:pt idx="1954">
                  <c:v>42746</c:v>
                </c:pt>
                <c:pt idx="1955">
                  <c:v>42747</c:v>
                </c:pt>
                <c:pt idx="1956">
                  <c:v>42748</c:v>
                </c:pt>
                <c:pt idx="1957">
                  <c:v>42751</c:v>
                </c:pt>
                <c:pt idx="1958">
                  <c:v>42752</c:v>
                </c:pt>
                <c:pt idx="1959">
                  <c:v>42753</c:v>
                </c:pt>
                <c:pt idx="1960">
                  <c:v>42754</c:v>
                </c:pt>
                <c:pt idx="1961">
                  <c:v>42755</c:v>
                </c:pt>
                <c:pt idx="1962">
                  <c:v>42758</c:v>
                </c:pt>
                <c:pt idx="1963">
                  <c:v>42759</c:v>
                </c:pt>
                <c:pt idx="1964">
                  <c:v>42760</c:v>
                </c:pt>
                <c:pt idx="1965">
                  <c:v>42761</c:v>
                </c:pt>
                <c:pt idx="1966">
                  <c:v>42769</c:v>
                </c:pt>
                <c:pt idx="1967">
                  <c:v>42772</c:v>
                </c:pt>
                <c:pt idx="1968">
                  <c:v>42773</c:v>
                </c:pt>
                <c:pt idx="1969">
                  <c:v>42774</c:v>
                </c:pt>
                <c:pt idx="1970">
                  <c:v>42775</c:v>
                </c:pt>
                <c:pt idx="1971">
                  <c:v>42776</c:v>
                </c:pt>
                <c:pt idx="1972">
                  <c:v>42779</c:v>
                </c:pt>
                <c:pt idx="1973">
                  <c:v>42780</c:v>
                </c:pt>
                <c:pt idx="1974">
                  <c:v>42781</c:v>
                </c:pt>
                <c:pt idx="1975">
                  <c:v>42782</c:v>
                </c:pt>
                <c:pt idx="1976">
                  <c:v>42783</c:v>
                </c:pt>
                <c:pt idx="1977">
                  <c:v>42786</c:v>
                </c:pt>
                <c:pt idx="1978">
                  <c:v>42787</c:v>
                </c:pt>
                <c:pt idx="1979">
                  <c:v>42788</c:v>
                </c:pt>
                <c:pt idx="1980">
                  <c:v>42789</c:v>
                </c:pt>
                <c:pt idx="1981">
                  <c:v>42790</c:v>
                </c:pt>
                <c:pt idx="1982">
                  <c:v>42793</c:v>
                </c:pt>
                <c:pt idx="1983">
                  <c:v>42794</c:v>
                </c:pt>
                <c:pt idx="1984">
                  <c:v>42795</c:v>
                </c:pt>
                <c:pt idx="1985">
                  <c:v>42796</c:v>
                </c:pt>
                <c:pt idx="1986">
                  <c:v>42797</c:v>
                </c:pt>
                <c:pt idx="1987">
                  <c:v>42800</c:v>
                </c:pt>
                <c:pt idx="1988">
                  <c:v>42801</c:v>
                </c:pt>
                <c:pt idx="1989">
                  <c:v>42802</c:v>
                </c:pt>
                <c:pt idx="1990">
                  <c:v>42803</c:v>
                </c:pt>
                <c:pt idx="1991">
                  <c:v>42804</c:v>
                </c:pt>
                <c:pt idx="1992">
                  <c:v>42807</c:v>
                </c:pt>
                <c:pt idx="1993">
                  <c:v>42808</c:v>
                </c:pt>
                <c:pt idx="1994">
                  <c:v>42809</c:v>
                </c:pt>
                <c:pt idx="1995">
                  <c:v>42810</c:v>
                </c:pt>
                <c:pt idx="1996">
                  <c:v>42811</c:v>
                </c:pt>
                <c:pt idx="1997">
                  <c:v>42814</c:v>
                </c:pt>
                <c:pt idx="1998">
                  <c:v>42815</c:v>
                </c:pt>
                <c:pt idx="1999">
                  <c:v>42816</c:v>
                </c:pt>
                <c:pt idx="2000">
                  <c:v>42817</c:v>
                </c:pt>
                <c:pt idx="2001">
                  <c:v>42818</c:v>
                </c:pt>
                <c:pt idx="2002">
                  <c:v>42821</c:v>
                </c:pt>
                <c:pt idx="2003">
                  <c:v>42822</c:v>
                </c:pt>
                <c:pt idx="2004">
                  <c:v>42823</c:v>
                </c:pt>
                <c:pt idx="2005">
                  <c:v>42824</c:v>
                </c:pt>
                <c:pt idx="2006">
                  <c:v>42825</c:v>
                </c:pt>
                <c:pt idx="2007">
                  <c:v>42830</c:v>
                </c:pt>
                <c:pt idx="2008">
                  <c:v>42831</c:v>
                </c:pt>
                <c:pt idx="2009">
                  <c:v>42832</c:v>
                </c:pt>
                <c:pt idx="2010">
                  <c:v>42835</c:v>
                </c:pt>
                <c:pt idx="2011">
                  <c:v>42836</c:v>
                </c:pt>
                <c:pt idx="2012">
                  <c:v>42837</c:v>
                </c:pt>
                <c:pt idx="2013">
                  <c:v>42838</c:v>
                </c:pt>
                <c:pt idx="2014">
                  <c:v>42839</c:v>
                </c:pt>
                <c:pt idx="2015">
                  <c:v>42842</c:v>
                </c:pt>
                <c:pt idx="2016">
                  <c:v>42843</c:v>
                </c:pt>
                <c:pt idx="2017">
                  <c:v>42844</c:v>
                </c:pt>
                <c:pt idx="2018">
                  <c:v>42845</c:v>
                </c:pt>
                <c:pt idx="2019">
                  <c:v>42846</c:v>
                </c:pt>
                <c:pt idx="2020">
                  <c:v>42849</c:v>
                </c:pt>
                <c:pt idx="2021">
                  <c:v>42850</c:v>
                </c:pt>
                <c:pt idx="2022">
                  <c:v>42851</c:v>
                </c:pt>
                <c:pt idx="2023">
                  <c:v>42852</c:v>
                </c:pt>
                <c:pt idx="2024">
                  <c:v>42853</c:v>
                </c:pt>
                <c:pt idx="2025">
                  <c:v>42857</c:v>
                </c:pt>
                <c:pt idx="2026">
                  <c:v>42858</c:v>
                </c:pt>
                <c:pt idx="2027">
                  <c:v>42859</c:v>
                </c:pt>
                <c:pt idx="2028">
                  <c:v>42860</c:v>
                </c:pt>
                <c:pt idx="2029">
                  <c:v>42863</c:v>
                </c:pt>
                <c:pt idx="2030">
                  <c:v>42864</c:v>
                </c:pt>
                <c:pt idx="2031">
                  <c:v>42865</c:v>
                </c:pt>
                <c:pt idx="2032">
                  <c:v>42866</c:v>
                </c:pt>
                <c:pt idx="2033">
                  <c:v>42867</c:v>
                </c:pt>
                <c:pt idx="2034">
                  <c:v>42870</c:v>
                </c:pt>
                <c:pt idx="2035">
                  <c:v>42871</c:v>
                </c:pt>
                <c:pt idx="2036">
                  <c:v>42872</c:v>
                </c:pt>
                <c:pt idx="2037">
                  <c:v>42873</c:v>
                </c:pt>
                <c:pt idx="2038">
                  <c:v>42874</c:v>
                </c:pt>
                <c:pt idx="2039">
                  <c:v>42877</c:v>
                </c:pt>
                <c:pt idx="2040">
                  <c:v>42878</c:v>
                </c:pt>
                <c:pt idx="2041">
                  <c:v>42879</c:v>
                </c:pt>
                <c:pt idx="2042">
                  <c:v>42880</c:v>
                </c:pt>
                <c:pt idx="2043">
                  <c:v>42881</c:v>
                </c:pt>
                <c:pt idx="2044">
                  <c:v>42886</c:v>
                </c:pt>
                <c:pt idx="2045">
                  <c:v>42887</c:v>
                </c:pt>
                <c:pt idx="2046">
                  <c:v>42888</c:v>
                </c:pt>
                <c:pt idx="2047">
                  <c:v>42891</c:v>
                </c:pt>
                <c:pt idx="2048">
                  <c:v>42892</c:v>
                </c:pt>
                <c:pt idx="2049">
                  <c:v>42893</c:v>
                </c:pt>
                <c:pt idx="2050">
                  <c:v>42894</c:v>
                </c:pt>
                <c:pt idx="2051">
                  <c:v>42895</c:v>
                </c:pt>
                <c:pt idx="2052">
                  <c:v>42898</c:v>
                </c:pt>
                <c:pt idx="2053">
                  <c:v>42899</c:v>
                </c:pt>
                <c:pt idx="2054">
                  <c:v>42900</c:v>
                </c:pt>
                <c:pt idx="2055">
                  <c:v>42901</c:v>
                </c:pt>
                <c:pt idx="2056">
                  <c:v>42902</c:v>
                </c:pt>
                <c:pt idx="2057">
                  <c:v>42905</c:v>
                </c:pt>
                <c:pt idx="2058">
                  <c:v>42906</c:v>
                </c:pt>
                <c:pt idx="2059">
                  <c:v>42907</c:v>
                </c:pt>
                <c:pt idx="2060">
                  <c:v>42908</c:v>
                </c:pt>
                <c:pt idx="2061">
                  <c:v>42909</c:v>
                </c:pt>
                <c:pt idx="2062">
                  <c:v>42912</c:v>
                </c:pt>
                <c:pt idx="2063">
                  <c:v>42913</c:v>
                </c:pt>
                <c:pt idx="2064">
                  <c:v>42914</c:v>
                </c:pt>
                <c:pt idx="2065">
                  <c:v>42915</c:v>
                </c:pt>
                <c:pt idx="2066">
                  <c:v>42916</c:v>
                </c:pt>
                <c:pt idx="2067">
                  <c:v>42919</c:v>
                </c:pt>
                <c:pt idx="2068">
                  <c:v>42920</c:v>
                </c:pt>
                <c:pt idx="2069">
                  <c:v>42921</c:v>
                </c:pt>
                <c:pt idx="2070">
                  <c:v>42922</c:v>
                </c:pt>
                <c:pt idx="2071">
                  <c:v>42923</c:v>
                </c:pt>
                <c:pt idx="2072">
                  <c:v>42926</c:v>
                </c:pt>
                <c:pt idx="2073">
                  <c:v>42927</c:v>
                </c:pt>
                <c:pt idx="2074">
                  <c:v>42928</c:v>
                </c:pt>
                <c:pt idx="2075">
                  <c:v>42929</c:v>
                </c:pt>
                <c:pt idx="2076">
                  <c:v>42930</c:v>
                </c:pt>
                <c:pt idx="2077">
                  <c:v>42933</c:v>
                </c:pt>
                <c:pt idx="2078">
                  <c:v>42934</c:v>
                </c:pt>
                <c:pt idx="2079">
                  <c:v>42935</c:v>
                </c:pt>
                <c:pt idx="2080">
                  <c:v>42936</c:v>
                </c:pt>
                <c:pt idx="2081">
                  <c:v>42937</c:v>
                </c:pt>
                <c:pt idx="2082">
                  <c:v>42940</c:v>
                </c:pt>
                <c:pt idx="2083">
                  <c:v>42941</c:v>
                </c:pt>
                <c:pt idx="2084">
                  <c:v>42942</c:v>
                </c:pt>
                <c:pt idx="2085">
                  <c:v>42943</c:v>
                </c:pt>
                <c:pt idx="2086">
                  <c:v>42944</c:v>
                </c:pt>
                <c:pt idx="2087">
                  <c:v>42947</c:v>
                </c:pt>
                <c:pt idx="2088">
                  <c:v>42948</c:v>
                </c:pt>
                <c:pt idx="2089">
                  <c:v>42949</c:v>
                </c:pt>
                <c:pt idx="2090">
                  <c:v>42950</c:v>
                </c:pt>
                <c:pt idx="2091">
                  <c:v>42951</c:v>
                </c:pt>
                <c:pt idx="2092">
                  <c:v>42954</c:v>
                </c:pt>
                <c:pt idx="2093">
                  <c:v>42955</c:v>
                </c:pt>
                <c:pt idx="2094">
                  <c:v>42956</c:v>
                </c:pt>
                <c:pt idx="2095">
                  <c:v>42957</c:v>
                </c:pt>
                <c:pt idx="2096">
                  <c:v>42958</c:v>
                </c:pt>
                <c:pt idx="2097">
                  <c:v>42961</c:v>
                </c:pt>
                <c:pt idx="2098">
                  <c:v>42962</c:v>
                </c:pt>
                <c:pt idx="2099">
                  <c:v>42963</c:v>
                </c:pt>
                <c:pt idx="2100">
                  <c:v>42964</c:v>
                </c:pt>
                <c:pt idx="2101">
                  <c:v>42965</c:v>
                </c:pt>
                <c:pt idx="2102">
                  <c:v>42968</c:v>
                </c:pt>
                <c:pt idx="2103">
                  <c:v>42969</c:v>
                </c:pt>
                <c:pt idx="2104">
                  <c:v>42970</c:v>
                </c:pt>
                <c:pt idx="2105">
                  <c:v>42971</c:v>
                </c:pt>
                <c:pt idx="2106">
                  <c:v>42972</c:v>
                </c:pt>
                <c:pt idx="2107">
                  <c:v>42975</c:v>
                </c:pt>
                <c:pt idx="2108">
                  <c:v>42976</c:v>
                </c:pt>
                <c:pt idx="2109">
                  <c:v>42977</c:v>
                </c:pt>
                <c:pt idx="2110">
                  <c:v>42978</c:v>
                </c:pt>
                <c:pt idx="2111">
                  <c:v>42979</c:v>
                </c:pt>
                <c:pt idx="2112">
                  <c:v>42982</c:v>
                </c:pt>
                <c:pt idx="2113">
                  <c:v>42983</c:v>
                </c:pt>
                <c:pt idx="2114">
                  <c:v>42984</c:v>
                </c:pt>
                <c:pt idx="2115">
                  <c:v>42985</c:v>
                </c:pt>
                <c:pt idx="2116">
                  <c:v>42986</c:v>
                </c:pt>
                <c:pt idx="2117">
                  <c:v>42989</c:v>
                </c:pt>
                <c:pt idx="2118">
                  <c:v>42990</c:v>
                </c:pt>
                <c:pt idx="2119">
                  <c:v>42991</c:v>
                </c:pt>
                <c:pt idx="2120">
                  <c:v>42992</c:v>
                </c:pt>
                <c:pt idx="2121">
                  <c:v>42993</c:v>
                </c:pt>
                <c:pt idx="2122">
                  <c:v>42996</c:v>
                </c:pt>
                <c:pt idx="2123">
                  <c:v>42997</c:v>
                </c:pt>
                <c:pt idx="2124">
                  <c:v>42998</c:v>
                </c:pt>
                <c:pt idx="2125">
                  <c:v>42999</c:v>
                </c:pt>
                <c:pt idx="2126">
                  <c:v>43000</c:v>
                </c:pt>
                <c:pt idx="2127">
                  <c:v>43003</c:v>
                </c:pt>
                <c:pt idx="2128">
                  <c:v>43004</c:v>
                </c:pt>
                <c:pt idx="2129">
                  <c:v>43005</c:v>
                </c:pt>
                <c:pt idx="2130">
                  <c:v>43006</c:v>
                </c:pt>
                <c:pt idx="2131">
                  <c:v>43007</c:v>
                </c:pt>
                <c:pt idx="2132">
                  <c:v>43017</c:v>
                </c:pt>
                <c:pt idx="2133">
                  <c:v>43018</c:v>
                </c:pt>
                <c:pt idx="2134">
                  <c:v>43019</c:v>
                </c:pt>
                <c:pt idx="2135">
                  <c:v>43020</c:v>
                </c:pt>
                <c:pt idx="2136">
                  <c:v>43021</c:v>
                </c:pt>
                <c:pt idx="2137">
                  <c:v>43024</c:v>
                </c:pt>
                <c:pt idx="2138">
                  <c:v>43025</c:v>
                </c:pt>
                <c:pt idx="2139">
                  <c:v>43026</c:v>
                </c:pt>
                <c:pt idx="2140">
                  <c:v>43027</c:v>
                </c:pt>
                <c:pt idx="2141">
                  <c:v>43028</c:v>
                </c:pt>
                <c:pt idx="2142">
                  <c:v>43031</c:v>
                </c:pt>
                <c:pt idx="2143">
                  <c:v>43032</c:v>
                </c:pt>
                <c:pt idx="2144">
                  <c:v>43033</c:v>
                </c:pt>
                <c:pt idx="2145">
                  <c:v>43034</c:v>
                </c:pt>
                <c:pt idx="2146">
                  <c:v>43035</c:v>
                </c:pt>
                <c:pt idx="2147">
                  <c:v>43038</c:v>
                </c:pt>
                <c:pt idx="2148">
                  <c:v>43039</c:v>
                </c:pt>
                <c:pt idx="2149">
                  <c:v>43040</c:v>
                </c:pt>
                <c:pt idx="2150">
                  <c:v>43041</c:v>
                </c:pt>
                <c:pt idx="2151">
                  <c:v>43042</c:v>
                </c:pt>
                <c:pt idx="2152">
                  <c:v>43045</c:v>
                </c:pt>
                <c:pt idx="2153">
                  <c:v>43046</c:v>
                </c:pt>
                <c:pt idx="2154">
                  <c:v>43047</c:v>
                </c:pt>
                <c:pt idx="2155">
                  <c:v>43048</c:v>
                </c:pt>
                <c:pt idx="2156">
                  <c:v>43049</c:v>
                </c:pt>
                <c:pt idx="2157">
                  <c:v>43052</c:v>
                </c:pt>
                <c:pt idx="2158">
                  <c:v>43053</c:v>
                </c:pt>
                <c:pt idx="2159">
                  <c:v>43054</c:v>
                </c:pt>
                <c:pt idx="2160">
                  <c:v>43055</c:v>
                </c:pt>
                <c:pt idx="2161">
                  <c:v>43056</c:v>
                </c:pt>
                <c:pt idx="2162">
                  <c:v>43059</c:v>
                </c:pt>
                <c:pt idx="2163">
                  <c:v>43060</c:v>
                </c:pt>
                <c:pt idx="2164">
                  <c:v>43061</c:v>
                </c:pt>
                <c:pt idx="2165">
                  <c:v>43062</c:v>
                </c:pt>
                <c:pt idx="2166">
                  <c:v>43063</c:v>
                </c:pt>
                <c:pt idx="2167">
                  <c:v>43066</c:v>
                </c:pt>
                <c:pt idx="2168">
                  <c:v>43067</c:v>
                </c:pt>
                <c:pt idx="2169">
                  <c:v>43068</c:v>
                </c:pt>
                <c:pt idx="2170">
                  <c:v>43069</c:v>
                </c:pt>
                <c:pt idx="2171">
                  <c:v>43070</c:v>
                </c:pt>
                <c:pt idx="2172">
                  <c:v>43073</c:v>
                </c:pt>
                <c:pt idx="2173">
                  <c:v>43074</c:v>
                </c:pt>
                <c:pt idx="2174">
                  <c:v>43075</c:v>
                </c:pt>
                <c:pt idx="2175">
                  <c:v>43076</c:v>
                </c:pt>
                <c:pt idx="2176">
                  <c:v>43077</c:v>
                </c:pt>
                <c:pt idx="2177">
                  <c:v>43080</c:v>
                </c:pt>
                <c:pt idx="2178">
                  <c:v>43081</c:v>
                </c:pt>
                <c:pt idx="2179">
                  <c:v>43082</c:v>
                </c:pt>
                <c:pt idx="2180">
                  <c:v>43083</c:v>
                </c:pt>
                <c:pt idx="2181">
                  <c:v>43084</c:v>
                </c:pt>
                <c:pt idx="2182">
                  <c:v>43087</c:v>
                </c:pt>
                <c:pt idx="2183">
                  <c:v>43088</c:v>
                </c:pt>
                <c:pt idx="2184">
                  <c:v>43089</c:v>
                </c:pt>
                <c:pt idx="2185">
                  <c:v>43090</c:v>
                </c:pt>
                <c:pt idx="2186">
                  <c:v>43091</c:v>
                </c:pt>
                <c:pt idx="2187">
                  <c:v>43094</c:v>
                </c:pt>
                <c:pt idx="2188">
                  <c:v>43095</c:v>
                </c:pt>
                <c:pt idx="2189">
                  <c:v>43096</c:v>
                </c:pt>
                <c:pt idx="2190">
                  <c:v>43097</c:v>
                </c:pt>
                <c:pt idx="2191">
                  <c:v>43098</c:v>
                </c:pt>
                <c:pt idx="2192">
                  <c:v>43102</c:v>
                </c:pt>
                <c:pt idx="2193">
                  <c:v>43103</c:v>
                </c:pt>
                <c:pt idx="2194">
                  <c:v>43104</c:v>
                </c:pt>
                <c:pt idx="2195">
                  <c:v>43105</c:v>
                </c:pt>
                <c:pt idx="2196">
                  <c:v>43108</c:v>
                </c:pt>
                <c:pt idx="2197">
                  <c:v>43109</c:v>
                </c:pt>
                <c:pt idx="2198">
                  <c:v>43110</c:v>
                </c:pt>
                <c:pt idx="2199">
                  <c:v>43111</c:v>
                </c:pt>
                <c:pt idx="2200">
                  <c:v>43112</c:v>
                </c:pt>
                <c:pt idx="2201">
                  <c:v>43115</c:v>
                </c:pt>
                <c:pt idx="2202">
                  <c:v>43116</c:v>
                </c:pt>
                <c:pt idx="2203">
                  <c:v>43117</c:v>
                </c:pt>
                <c:pt idx="2204">
                  <c:v>43118</c:v>
                </c:pt>
                <c:pt idx="2205">
                  <c:v>43119</c:v>
                </c:pt>
                <c:pt idx="2206">
                  <c:v>43122</c:v>
                </c:pt>
                <c:pt idx="2207">
                  <c:v>43123</c:v>
                </c:pt>
                <c:pt idx="2208">
                  <c:v>43124</c:v>
                </c:pt>
                <c:pt idx="2209">
                  <c:v>43125</c:v>
                </c:pt>
                <c:pt idx="2210">
                  <c:v>43126</c:v>
                </c:pt>
                <c:pt idx="2211">
                  <c:v>43129</c:v>
                </c:pt>
                <c:pt idx="2212">
                  <c:v>43130</c:v>
                </c:pt>
                <c:pt idx="2213">
                  <c:v>43131</c:v>
                </c:pt>
                <c:pt idx="2214">
                  <c:v>43132</c:v>
                </c:pt>
                <c:pt idx="2215">
                  <c:v>43133</c:v>
                </c:pt>
                <c:pt idx="2216">
                  <c:v>43136</c:v>
                </c:pt>
                <c:pt idx="2217">
                  <c:v>43137</c:v>
                </c:pt>
                <c:pt idx="2218">
                  <c:v>43138</c:v>
                </c:pt>
                <c:pt idx="2219">
                  <c:v>43139</c:v>
                </c:pt>
                <c:pt idx="2220">
                  <c:v>43140</c:v>
                </c:pt>
                <c:pt idx="2221">
                  <c:v>43143</c:v>
                </c:pt>
                <c:pt idx="2222">
                  <c:v>43144</c:v>
                </c:pt>
                <c:pt idx="2223">
                  <c:v>43145</c:v>
                </c:pt>
                <c:pt idx="2224">
                  <c:v>43153</c:v>
                </c:pt>
                <c:pt idx="2225">
                  <c:v>43154</c:v>
                </c:pt>
                <c:pt idx="2226">
                  <c:v>43157</c:v>
                </c:pt>
                <c:pt idx="2227">
                  <c:v>43158</c:v>
                </c:pt>
                <c:pt idx="2228">
                  <c:v>43159</c:v>
                </c:pt>
                <c:pt idx="2229">
                  <c:v>43160</c:v>
                </c:pt>
                <c:pt idx="2230">
                  <c:v>43161</c:v>
                </c:pt>
                <c:pt idx="2231">
                  <c:v>43164</c:v>
                </c:pt>
                <c:pt idx="2232">
                  <c:v>43165</c:v>
                </c:pt>
                <c:pt idx="2233">
                  <c:v>43166</c:v>
                </c:pt>
                <c:pt idx="2234">
                  <c:v>43167</c:v>
                </c:pt>
                <c:pt idx="2235">
                  <c:v>43168</c:v>
                </c:pt>
                <c:pt idx="2236">
                  <c:v>43171</c:v>
                </c:pt>
                <c:pt idx="2237">
                  <c:v>43172</c:v>
                </c:pt>
                <c:pt idx="2238">
                  <c:v>43173</c:v>
                </c:pt>
                <c:pt idx="2239">
                  <c:v>43174</c:v>
                </c:pt>
                <c:pt idx="2240">
                  <c:v>43175</c:v>
                </c:pt>
                <c:pt idx="2241">
                  <c:v>43178</c:v>
                </c:pt>
                <c:pt idx="2242">
                  <c:v>43179</c:v>
                </c:pt>
                <c:pt idx="2243">
                  <c:v>43180</c:v>
                </c:pt>
                <c:pt idx="2244">
                  <c:v>43181</c:v>
                </c:pt>
                <c:pt idx="2245">
                  <c:v>43182</c:v>
                </c:pt>
                <c:pt idx="2246">
                  <c:v>43185</c:v>
                </c:pt>
                <c:pt idx="2247">
                  <c:v>43186</c:v>
                </c:pt>
                <c:pt idx="2248">
                  <c:v>43187</c:v>
                </c:pt>
                <c:pt idx="2249">
                  <c:v>43188</c:v>
                </c:pt>
                <c:pt idx="2250">
                  <c:v>43189</c:v>
                </c:pt>
                <c:pt idx="2251">
                  <c:v>43192</c:v>
                </c:pt>
                <c:pt idx="2252">
                  <c:v>43193</c:v>
                </c:pt>
                <c:pt idx="2253">
                  <c:v>43194</c:v>
                </c:pt>
                <c:pt idx="2254">
                  <c:v>43199</c:v>
                </c:pt>
                <c:pt idx="2255">
                  <c:v>43200</c:v>
                </c:pt>
                <c:pt idx="2256">
                  <c:v>43201</c:v>
                </c:pt>
                <c:pt idx="2257">
                  <c:v>43202</c:v>
                </c:pt>
                <c:pt idx="2258">
                  <c:v>43203</c:v>
                </c:pt>
                <c:pt idx="2259">
                  <c:v>43206</c:v>
                </c:pt>
                <c:pt idx="2260">
                  <c:v>43207</c:v>
                </c:pt>
                <c:pt idx="2261">
                  <c:v>43208</c:v>
                </c:pt>
                <c:pt idx="2262">
                  <c:v>43209</c:v>
                </c:pt>
                <c:pt idx="2263">
                  <c:v>43210</c:v>
                </c:pt>
                <c:pt idx="2264">
                  <c:v>43213</c:v>
                </c:pt>
                <c:pt idx="2265">
                  <c:v>43214</c:v>
                </c:pt>
                <c:pt idx="2266">
                  <c:v>43215</c:v>
                </c:pt>
                <c:pt idx="2267">
                  <c:v>43216</c:v>
                </c:pt>
                <c:pt idx="2268">
                  <c:v>43217</c:v>
                </c:pt>
                <c:pt idx="2269">
                  <c:v>43222</c:v>
                </c:pt>
                <c:pt idx="2270">
                  <c:v>43223</c:v>
                </c:pt>
                <c:pt idx="2271">
                  <c:v>43224</c:v>
                </c:pt>
                <c:pt idx="2272">
                  <c:v>43227</c:v>
                </c:pt>
                <c:pt idx="2273">
                  <c:v>43228</c:v>
                </c:pt>
                <c:pt idx="2274">
                  <c:v>43229</c:v>
                </c:pt>
                <c:pt idx="2275">
                  <c:v>43230</c:v>
                </c:pt>
                <c:pt idx="2276">
                  <c:v>43231</c:v>
                </c:pt>
                <c:pt idx="2277">
                  <c:v>43234</c:v>
                </c:pt>
                <c:pt idx="2278">
                  <c:v>43235</c:v>
                </c:pt>
                <c:pt idx="2279">
                  <c:v>43236</c:v>
                </c:pt>
                <c:pt idx="2280">
                  <c:v>43237</c:v>
                </c:pt>
                <c:pt idx="2281">
                  <c:v>43238</c:v>
                </c:pt>
                <c:pt idx="2282">
                  <c:v>43241</c:v>
                </c:pt>
                <c:pt idx="2283">
                  <c:v>43242</c:v>
                </c:pt>
                <c:pt idx="2284">
                  <c:v>43243</c:v>
                </c:pt>
                <c:pt idx="2285">
                  <c:v>43244</c:v>
                </c:pt>
                <c:pt idx="2286">
                  <c:v>43245</c:v>
                </c:pt>
                <c:pt idx="2287">
                  <c:v>43248</c:v>
                </c:pt>
                <c:pt idx="2288">
                  <c:v>43249</c:v>
                </c:pt>
                <c:pt idx="2289">
                  <c:v>43250</c:v>
                </c:pt>
                <c:pt idx="2290">
                  <c:v>43251</c:v>
                </c:pt>
                <c:pt idx="2291">
                  <c:v>43252</c:v>
                </c:pt>
                <c:pt idx="2292">
                  <c:v>43255</c:v>
                </c:pt>
                <c:pt idx="2293">
                  <c:v>43256</c:v>
                </c:pt>
                <c:pt idx="2294">
                  <c:v>43257</c:v>
                </c:pt>
                <c:pt idx="2295">
                  <c:v>43258</c:v>
                </c:pt>
                <c:pt idx="2296">
                  <c:v>43259</c:v>
                </c:pt>
                <c:pt idx="2297">
                  <c:v>43262</c:v>
                </c:pt>
                <c:pt idx="2298">
                  <c:v>43263</c:v>
                </c:pt>
                <c:pt idx="2299">
                  <c:v>43264</c:v>
                </c:pt>
                <c:pt idx="2300">
                  <c:v>43265</c:v>
                </c:pt>
                <c:pt idx="2301">
                  <c:v>43266</c:v>
                </c:pt>
                <c:pt idx="2302">
                  <c:v>43270</c:v>
                </c:pt>
                <c:pt idx="2303">
                  <c:v>43271</c:v>
                </c:pt>
                <c:pt idx="2304">
                  <c:v>43272</c:v>
                </c:pt>
                <c:pt idx="2305">
                  <c:v>43273</c:v>
                </c:pt>
                <c:pt idx="2306">
                  <c:v>43276</c:v>
                </c:pt>
                <c:pt idx="2307">
                  <c:v>43277</c:v>
                </c:pt>
                <c:pt idx="2308">
                  <c:v>43278</c:v>
                </c:pt>
                <c:pt idx="2309">
                  <c:v>43279</c:v>
                </c:pt>
                <c:pt idx="2310">
                  <c:v>43280</c:v>
                </c:pt>
                <c:pt idx="2311">
                  <c:v>43283</c:v>
                </c:pt>
                <c:pt idx="2312">
                  <c:v>43284</c:v>
                </c:pt>
                <c:pt idx="2313">
                  <c:v>43285</c:v>
                </c:pt>
                <c:pt idx="2314">
                  <c:v>43286</c:v>
                </c:pt>
                <c:pt idx="2315">
                  <c:v>43287</c:v>
                </c:pt>
                <c:pt idx="2316">
                  <c:v>43290</c:v>
                </c:pt>
                <c:pt idx="2317">
                  <c:v>43291</c:v>
                </c:pt>
                <c:pt idx="2318">
                  <c:v>43292</c:v>
                </c:pt>
                <c:pt idx="2319">
                  <c:v>43293</c:v>
                </c:pt>
                <c:pt idx="2320">
                  <c:v>43294</c:v>
                </c:pt>
                <c:pt idx="2321">
                  <c:v>43297</c:v>
                </c:pt>
                <c:pt idx="2322">
                  <c:v>43298</c:v>
                </c:pt>
                <c:pt idx="2323">
                  <c:v>43299</c:v>
                </c:pt>
                <c:pt idx="2324">
                  <c:v>43300</c:v>
                </c:pt>
                <c:pt idx="2325">
                  <c:v>43301</c:v>
                </c:pt>
                <c:pt idx="2326">
                  <c:v>43304</c:v>
                </c:pt>
                <c:pt idx="2327">
                  <c:v>43305</c:v>
                </c:pt>
                <c:pt idx="2328">
                  <c:v>43306</c:v>
                </c:pt>
                <c:pt idx="2329">
                  <c:v>43307</c:v>
                </c:pt>
                <c:pt idx="2330">
                  <c:v>43308</c:v>
                </c:pt>
                <c:pt idx="2331">
                  <c:v>43311</c:v>
                </c:pt>
                <c:pt idx="2332">
                  <c:v>43312</c:v>
                </c:pt>
                <c:pt idx="2333">
                  <c:v>43313</c:v>
                </c:pt>
                <c:pt idx="2334">
                  <c:v>43314</c:v>
                </c:pt>
                <c:pt idx="2335">
                  <c:v>43315</c:v>
                </c:pt>
                <c:pt idx="2336">
                  <c:v>43318</c:v>
                </c:pt>
                <c:pt idx="2337">
                  <c:v>43319</c:v>
                </c:pt>
                <c:pt idx="2338">
                  <c:v>43320</c:v>
                </c:pt>
                <c:pt idx="2339">
                  <c:v>43321</c:v>
                </c:pt>
                <c:pt idx="2340">
                  <c:v>43322</c:v>
                </c:pt>
                <c:pt idx="2341">
                  <c:v>43325</c:v>
                </c:pt>
                <c:pt idx="2342">
                  <c:v>43326</c:v>
                </c:pt>
                <c:pt idx="2343">
                  <c:v>43327</c:v>
                </c:pt>
                <c:pt idx="2344">
                  <c:v>43328</c:v>
                </c:pt>
                <c:pt idx="2345">
                  <c:v>43329</c:v>
                </c:pt>
                <c:pt idx="2346">
                  <c:v>43332</c:v>
                </c:pt>
                <c:pt idx="2347">
                  <c:v>43333</c:v>
                </c:pt>
                <c:pt idx="2348">
                  <c:v>43334</c:v>
                </c:pt>
                <c:pt idx="2349">
                  <c:v>43335</c:v>
                </c:pt>
                <c:pt idx="2350">
                  <c:v>43336</c:v>
                </c:pt>
                <c:pt idx="2351">
                  <c:v>43339</c:v>
                </c:pt>
                <c:pt idx="2352">
                  <c:v>43340</c:v>
                </c:pt>
                <c:pt idx="2353">
                  <c:v>43341</c:v>
                </c:pt>
                <c:pt idx="2354">
                  <c:v>43342</c:v>
                </c:pt>
                <c:pt idx="2355">
                  <c:v>43343</c:v>
                </c:pt>
                <c:pt idx="2356">
                  <c:v>43346</c:v>
                </c:pt>
                <c:pt idx="2357">
                  <c:v>43347</c:v>
                </c:pt>
                <c:pt idx="2358">
                  <c:v>43348</c:v>
                </c:pt>
                <c:pt idx="2359">
                  <c:v>43349</c:v>
                </c:pt>
                <c:pt idx="2360">
                  <c:v>43350</c:v>
                </c:pt>
                <c:pt idx="2361">
                  <c:v>43353</c:v>
                </c:pt>
                <c:pt idx="2362">
                  <c:v>43354</c:v>
                </c:pt>
                <c:pt idx="2363">
                  <c:v>43355</c:v>
                </c:pt>
                <c:pt idx="2364">
                  <c:v>43356</c:v>
                </c:pt>
                <c:pt idx="2365">
                  <c:v>43357</c:v>
                </c:pt>
                <c:pt idx="2366">
                  <c:v>43360</c:v>
                </c:pt>
                <c:pt idx="2367">
                  <c:v>43361</c:v>
                </c:pt>
                <c:pt idx="2368">
                  <c:v>43362</c:v>
                </c:pt>
                <c:pt idx="2369">
                  <c:v>43363</c:v>
                </c:pt>
                <c:pt idx="2370">
                  <c:v>43364</c:v>
                </c:pt>
                <c:pt idx="2371">
                  <c:v>43368</c:v>
                </c:pt>
                <c:pt idx="2372">
                  <c:v>43369</c:v>
                </c:pt>
                <c:pt idx="2373">
                  <c:v>43370</c:v>
                </c:pt>
                <c:pt idx="2374">
                  <c:v>43371</c:v>
                </c:pt>
                <c:pt idx="2375">
                  <c:v>43381</c:v>
                </c:pt>
                <c:pt idx="2376">
                  <c:v>43382</c:v>
                </c:pt>
                <c:pt idx="2377">
                  <c:v>43383</c:v>
                </c:pt>
                <c:pt idx="2378">
                  <c:v>43384</c:v>
                </c:pt>
                <c:pt idx="2379">
                  <c:v>43385</c:v>
                </c:pt>
                <c:pt idx="2380">
                  <c:v>43388</c:v>
                </c:pt>
                <c:pt idx="2381">
                  <c:v>43389</c:v>
                </c:pt>
                <c:pt idx="2382">
                  <c:v>43390</c:v>
                </c:pt>
                <c:pt idx="2383">
                  <c:v>43391</c:v>
                </c:pt>
                <c:pt idx="2384">
                  <c:v>43392</c:v>
                </c:pt>
                <c:pt idx="2385">
                  <c:v>43395</c:v>
                </c:pt>
                <c:pt idx="2386">
                  <c:v>43396</c:v>
                </c:pt>
                <c:pt idx="2387">
                  <c:v>43397</c:v>
                </c:pt>
                <c:pt idx="2388">
                  <c:v>43398</c:v>
                </c:pt>
                <c:pt idx="2389">
                  <c:v>43399</c:v>
                </c:pt>
                <c:pt idx="2390">
                  <c:v>43402</c:v>
                </c:pt>
                <c:pt idx="2391">
                  <c:v>43403</c:v>
                </c:pt>
                <c:pt idx="2392">
                  <c:v>43404</c:v>
                </c:pt>
                <c:pt idx="2393">
                  <c:v>43405</c:v>
                </c:pt>
                <c:pt idx="2394">
                  <c:v>43406</c:v>
                </c:pt>
                <c:pt idx="2395">
                  <c:v>43409</c:v>
                </c:pt>
                <c:pt idx="2396">
                  <c:v>43410</c:v>
                </c:pt>
                <c:pt idx="2397">
                  <c:v>43411</c:v>
                </c:pt>
                <c:pt idx="2398">
                  <c:v>43412</c:v>
                </c:pt>
                <c:pt idx="2399">
                  <c:v>43413</c:v>
                </c:pt>
                <c:pt idx="2400">
                  <c:v>43416</c:v>
                </c:pt>
                <c:pt idx="2401">
                  <c:v>43417</c:v>
                </c:pt>
                <c:pt idx="2402">
                  <c:v>43418</c:v>
                </c:pt>
                <c:pt idx="2403">
                  <c:v>43419</c:v>
                </c:pt>
                <c:pt idx="2404">
                  <c:v>43420</c:v>
                </c:pt>
                <c:pt idx="2405">
                  <c:v>43423</c:v>
                </c:pt>
                <c:pt idx="2406">
                  <c:v>43424</c:v>
                </c:pt>
                <c:pt idx="2407">
                  <c:v>43425</c:v>
                </c:pt>
                <c:pt idx="2408">
                  <c:v>43426</c:v>
                </c:pt>
                <c:pt idx="2409">
                  <c:v>43427</c:v>
                </c:pt>
                <c:pt idx="2410">
                  <c:v>43430</c:v>
                </c:pt>
                <c:pt idx="2411">
                  <c:v>43431</c:v>
                </c:pt>
                <c:pt idx="2412">
                  <c:v>43432</c:v>
                </c:pt>
                <c:pt idx="2413">
                  <c:v>43433</c:v>
                </c:pt>
                <c:pt idx="2414">
                  <c:v>43434</c:v>
                </c:pt>
                <c:pt idx="2415">
                  <c:v>43437</c:v>
                </c:pt>
                <c:pt idx="2416">
                  <c:v>43438</c:v>
                </c:pt>
                <c:pt idx="2417">
                  <c:v>43439</c:v>
                </c:pt>
                <c:pt idx="2418">
                  <c:v>43440</c:v>
                </c:pt>
                <c:pt idx="2419">
                  <c:v>43441</c:v>
                </c:pt>
                <c:pt idx="2420">
                  <c:v>43444</c:v>
                </c:pt>
                <c:pt idx="2421">
                  <c:v>43445</c:v>
                </c:pt>
                <c:pt idx="2422">
                  <c:v>43446</c:v>
                </c:pt>
                <c:pt idx="2423">
                  <c:v>43447</c:v>
                </c:pt>
                <c:pt idx="2424">
                  <c:v>43448</c:v>
                </c:pt>
                <c:pt idx="2425">
                  <c:v>43451</c:v>
                </c:pt>
                <c:pt idx="2426">
                  <c:v>43452</c:v>
                </c:pt>
                <c:pt idx="2427">
                  <c:v>43453</c:v>
                </c:pt>
                <c:pt idx="2428">
                  <c:v>43454</c:v>
                </c:pt>
                <c:pt idx="2429">
                  <c:v>43455</c:v>
                </c:pt>
                <c:pt idx="2430">
                  <c:v>43458</c:v>
                </c:pt>
                <c:pt idx="2431">
                  <c:v>43459</c:v>
                </c:pt>
                <c:pt idx="2432">
                  <c:v>43460</c:v>
                </c:pt>
                <c:pt idx="2433">
                  <c:v>43461</c:v>
                </c:pt>
                <c:pt idx="2434">
                  <c:v>43462</c:v>
                </c:pt>
                <c:pt idx="2435">
                  <c:v>43467</c:v>
                </c:pt>
                <c:pt idx="2436">
                  <c:v>43468</c:v>
                </c:pt>
                <c:pt idx="2437">
                  <c:v>43469</c:v>
                </c:pt>
                <c:pt idx="2438">
                  <c:v>43472</c:v>
                </c:pt>
                <c:pt idx="2439">
                  <c:v>43473</c:v>
                </c:pt>
                <c:pt idx="2440">
                  <c:v>43474</c:v>
                </c:pt>
                <c:pt idx="2441">
                  <c:v>43475</c:v>
                </c:pt>
                <c:pt idx="2442">
                  <c:v>43476</c:v>
                </c:pt>
                <c:pt idx="2443">
                  <c:v>43479</c:v>
                </c:pt>
                <c:pt idx="2444">
                  <c:v>43480</c:v>
                </c:pt>
                <c:pt idx="2445">
                  <c:v>43481</c:v>
                </c:pt>
                <c:pt idx="2446">
                  <c:v>43482</c:v>
                </c:pt>
                <c:pt idx="2447">
                  <c:v>43483</c:v>
                </c:pt>
                <c:pt idx="2448">
                  <c:v>43486</c:v>
                </c:pt>
                <c:pt idx="2449">
                  <c:v>43487</c:v>
                </c:pt>
                <c:pt idx="2450">
                  <c:v>43488</c:v>
                </c:pt>
                <c:pt idx="2451">
                  <c:v>43489</c:v>
                </c:pt>
                <c:pt idx="2452">
                  <c:v>43490</c:v>
                </c:pt>
                <c:pt idx="2453">
                  <c:v>43493</c:v>
                </c:pt>
                <c:pt idx="2454">
                  <c:v>43494</c:v>
                </c:pt>
                <c:pt idx="2455">
                  <c:v>43495</c:v>
                </c:pt>
                <c:pt idx="2456">
                  <c:v>43496</c:v>
                </c:pt>
                <c:pt idx="2457">
                  <c:v>43497</c:v>
                </c:pt>
                <c:pt idx="2458">
                  <c:v>43507</c:v>
                </c:pt>
                <c:pt idx="2459">
                  <c:v>43508</c:v>
                </c:pt>
                <c:pt idx="2460">
                  <c:v>43509</c:v>
                </c:pt>
                <c:pt idx="2461">
                  <c:v>43510</c:v>
                </c:pt>
                <c:pt idx="2462">
                  <c:v>43511</c:v>
                </c:pt>
                <c:pt idx="2463">
                  <c:v>43514</c:v>
                </c:pt>
                <c:pt idx="2464">
                  <c:v>43515</c:v>
                </c:pt>
                <c:pt idx="2465">
                  <c:v>43516</c:v>
                </c:pt>
                <c:pt idx="2466">
                  <c:v>43517</c:v>
                </c:pt>
                <c:pt idx="2467">
                  <c:v>43518</c:v>
                </c:pt>
                <c:pt idx="2468">
                  <c:v>43521</c:v>
                </c:pt>
                <c:pt idx="2469">
                  <c:v>43522</c:v>
                </c:pt>
                <c:pt idx="2470">
                  <c:v>43523</c:v>
                </c:pt>
                <c:pt idx="2471">
                  <c:v>43524</c:v>
                </c:pt>
                <c:pt idx="2472">
                  <c:v>43525</c:v>
                </c:pt>
                <c:pt idx="2473">
                  <c:v>43528</c:v>
                </c:pt>
                <c:pt idx="2474">
                  <c:v>43529</c:v>
                </c:pt>
                <c:pt idx="2475">
                  <c:v>43530</c:v>
                </c:pt>
                <c:pt idx="2476">
                  <c:v>43531</c:v>
                </c:pt>
                <c:pt idx="2477">
                  <c:v>43532</c:v>
                </c:pt>
                <c:pt idx="2478">
                  <c:v>43535</c:v>
                </c:pt>
                <c:pt idx="2479">
                  <c:v>43536</c:v>
                </c:pt>
                <c:pt idx="2480">
                  <c:v>43537</c:v>
                </c:pt>
                <c:pt idx="2481">
                  <c:v>43538</c:v>
                </c:pt>
                <c:pt idx="2482">
                  <c:v>43539</c:v>
                </c:pt>
                <c:pt idx="2483">
                  <c:v>43542</c:v>
                </c:pt>
                <c:pt idx="2484">
                  <c:v>43543</c:v>
                </c:pt>
                <c:pt idx="2485">
                  <c:v>43544</c:v>
                </c:pt>
                <c:pt idx="2486">
                  <c:v>43545</c:v>
                </c:pt>
                <c:pt idx="2487">
                  <c:v>43546</c:v>
                </c:pt>
                <c:pt idx="2488">
                  <c:v>43549</c:v>
                </c:pt>
                <c:pt idx="2489">
                  <c:v>43550</c:v>
                </c:pt>
                <c:pt idx="2490">
                  <c:v>43551</c:v>
                </c:pt>
                <c:pt idx="2491">
                  <c:v>43552</c:v>
                </c:pt>
                <c:pt idx="2492">
                  <c:v>43553</c:v>
                </c:pt>
                <c:pt idx="2493">
                  <c:v>43556</c:v>
                </c:pt>
                <c:pt idx="2494">
                  <c:v>43557</c:v>
                </c:pt>
                <c:pt idx="2495">
                  <c:v>43558</c:v>
                </c:pt>
                <c:pt idx="2496">
                  <c:v>43559</c:v>
                </c:pt>
                <c:pt idx="2497">
                  <c:v>43563</c:v>
                </c:pt>
                <c:pt idx="2498">
                  <c:v>43564</c:v>
                </c:pt>
                <c:pt idx="2499">
                  <c:v>43565</c:v>
                </c:pt>
                <c:pt idx="2500">
                  <c:v>43566</c:v>
                </c:pt>
                <c:pt idx="2501">
                  <c:v>43567</c:v>
                </c:pt>
                <c:pt idx="2502">
                  <c:v>43570</c:v>
                </c:pt>
                <c:pt idx="2503">
                  <c:v>43571</c:v>
                </c:pt>
                <c:pt idx="2504">
                  <c:v>43572</c:v>
                </c:pt>
                <c:pt idx="2505">
                  <c:v>43573</c:v>
                </c:pt>
                <c:pt idx="2506">
                  <c:v>43574</c:v>
                </c:pt>
                <c:pt idx="2507">
                  <c:v>43577</c:v>
                </c:pt>
                <c:pt idx="2508">
                  <c:v>43578</c:v>
                </c:pt>
                <c:pt idx="2509">
                  <c:v>43579</c:v>
                </c:pt>
                <c:pt idx="2510">
                  <c:v>43580</c:v>
                </c:pt>
                <c:pt idx="2511">
                  <c:v>43581</c:v>
                </c:pt>
                <c:pt idx="2512">
                  <c:v>43584</c:v>
                </c:pt>
                <c:pt idx="2513">
                  <c:v>43585</c:v>
                </c:pt>
                <c:pt idx="2514">
                  <c:v>43591</c:v>
                </c:pt>
                <c:pt idx="2515">
                  <c:v>43592</c:v>
                </c:pt>
                <c:pt idx="2516">
                  <c:v>43593</c:v>
                </c:pt>
                <c:pt idx="2517">
                  <c:v>43594</c:v>
                </c:pt>
                <c:pt idx="2518">
                  <c:v>43595</c:v>
                </c:pt>
                <c:pt idx="2519">
                  <c:v>43598</c:v>
                </c:pt>
                <c:pt idx="2520">
                  <c:v>43599</c:v>
                </c:pt>
                <c:pt idx="2521">
                  <c:v>43600</c:v>
                </c:pt>
                <c:pt idx="2522">
                  <c:v>43601</c:v>
                </c:pt>
                <c:pt idx="2523">
                  <c:v>43602</c:v>
                </c:pt>
                <c:pt idx="2524">
                  <c:v>43605</c:v>
                </c:pt>
                <c:pt idx="2525">
                  <c:v>43606</c:v>
                </c:pt>
                <c:pt idx="2526">
                  <c:v>43607</c:v>
                </c:pt>
                <c:pt idx="2527">
                  <c:v>43608</c:v>
                </c:pt>
                <c:pt idx="2528">
                  <c:v>43609</c:v>
                </c:pt>
                <c:pt idx="2529">
                  <c:v>43612</c:v>
                </c:pt>
                <c:pt idx="2530">
                  <c:v>43613</c:v>
                </c:pt>
                <c:pt idx="2531">
                  <c:v>43614</c:v>
                </c:pt>
                <c:pt idx="2532">
                  <c:v>43615</c:v>
                </c:pt>
                <c:pt idx="2533">
                  <c:v>43616</c:v>
                </c:pt>
                <c:pt idx="2534">
                  <c:v>43619</c:v>
                </c:pt>
                <c:pt idx="2535">
                  <c:v>43620</c:v>
                </c:pt>
                <c:pt idx="2536">
                  <c:v>43621</c:v>
                </c:pt>
                <c:pt idx="2537">
                  <c:v>43622</c:v>
                </c:pt>
                <c:pt idx="2538">
                  <c:v>43626</c:v>
                </c:pt>
                <c:pt idx="2539">
                  <c:v>43627</c:v>
                </c:pt>
                <c:pt idx="2540">
                  <c:v>43628</c:v>
                </c:pt>
                <c:pt idx="2541">
                  <c:v>43629</c:v>
                </c:pt>
                <c:pt idx="2542">
                  <c:v>43630</c:v>
                </c:pt>
                <c:pt idx="2543">
                  <c:v>43633</c:v>
                </c:pt>
                <c:pt idx="2544">
                  <c:v>43634</c:v>
                </c:pt>
                <c:pt idx="2545">
                  <c:v>43635</c:v>
                </c:pt>
                <c:pt idx="2546">
                  <c:v>43636</c:v>
                </c:pt>
                <c:pt idx="2547">
                  <c:v>43637</c:v>
                </c:pt>
                <c:pt idx="2548">
                  <c:v>43640</c:v>
                </c:pt>
                <c:pt idx="2549">
                  <c:v>43641</c:v>
                </c:pt>
                <c:pt idx="2550">
                  <c:v>43642</c:v>
                </c:pt>
                <c:pt idx="2551">
                  <c:v>43643</c:v>
                </c:pt>
                <c:pt idx="2552">
                  <c:v>43644</c:v>
                </c:pt>
                <c:pt idx="2553">
                  <c:v>43647</c:v>
                </c:pt>
                <c:pt idx="2554">
                  <c:v>43648</c:v>
                </c:pt>
                <c:pt idx="2555">
                  <c:v>43649</c:v>
                </c:pt>
                <c:pt idx="2556">
                  <c:v>43650</c:v>
                </c:pt>
                <c:pt idx="2557">
                  <c:v>43651</c:v>
                </c:pt>
                <c:pt idx="2558">
                  <c:v>43654</c:v>
                </c:pt>
                <c:pt idx="2559">
                  <c:v>43655</c:v>
                </c:pt>
                <c:pt idx="2560">
                  <c:v>43656</c:v>
                </c:pt>
                <c:pt idx="2561">
                  <c:v>43657</c:v>
                </c:pt>
                <c:pt idx="2562">
                  <c:v>43658</c:v>
                </c:pt>
                <c:pt idx="2563">
                  <c:v>43661</c:v>
                </c:pt>
                <c:pt idx="2564">
                  <c:v>43662</c:v>
                </c:pt>
                <c:pt idx="2565">
                  <c:v>43663</c:v>
                </c:pt>
                <c:pt idx="2566">
                  <c:v>43664</c:v>
                </c:pt>
                <c:pt idx="2567">
                  <c:v>43665</c:v>
                </c:pt>
                <c:pt idx="2568">
                  <c:v>43668</c:v>
                </c:pt>
                <c:pt idx="2569">
                  <c:v>43669</c:v>
                </c:pt>
                <c:pt idx="2570">
                  <c:v>43670</c:v>
                </c:pt>
                <c:pt idx="2571">
                  <c:v>43671</c:v>
                </c:pt>
                <c:pt idx="2572">
                  <c:v>43672</c:v>
                </c:pt>
                <c:pt idx="2573">
                  <c:v>43675</c:v>
                </c:pt>
                <c:pt idx="2574">
                  <c:v>43676</c:v>
                </c:pt>
                <c:pt idx="2575">
                  <c:v>43677</c:v>
                </c:pt>
                <c:pt idx="2576">
                  <c:v>43678</c:v>
                </c:pt>
                <c:pt idx="2577">
                  <c:v>43679</c:v>
                </c:pt>
                <c:pt idx="2578">
                  <c:v>43682</c:v>
                </c:pt>
                <c:pt idx="2579">
                  <c:v>43683</c:v>
                </c:pt>
                <c:pt idx="2580">
                  <c:v>43684</c:v>
                </c:pt>
                <c:pt idx="2581">
                  <c:v>43685</c:v>
                </c:pt>
                <c:pt idx="2582">
                  <c:v>43686</c:v>
                </c:pt>
                <c:pt idx="2583">
                  <c:v>43689</c:v>
                </c:pt>
                <c:pt idx="2584">
                  <c:v>43690</c:v>
                </c:pt>
                <c:pt idx="2585">
                  <c:v>43691</c:v>
                </c:pt>
                <c:pt idx="2586">
                  <c:v>43692</c:v>
                </c:pt>
                <c:pt idx="2587">
                  <c:v>43693</c:v>
                </c:pt>
                <c:pt idx="2588">
                  <c:v>43696</c:v>
                </c:pt>
                <c:pt idx="2589">
                  <c:v>43697</c:v>
                </c:pt>
                <c:pt idx="2590">
                  <c:v>43698</c:v>
                </c:pt>
                <c:pt idx="2591">
                  <c:v>43699</c:v>
                </c:pt>
                <c:pt idx="2592">
                  <c:v>43700</c:v>
                </c:pt>
                <c:pt idx="2593">
                  <c:v>43703</c:v>
                </c:pt>
                <c:pt idx="2594">
                  <c:v>43704</c:v>
                </c:pt>
                <c:pt idx="2595">
                  <c:v>43705</c:v>
                </c:pt>
                <c:pt idx="2596">
                  <c:v>43706</c:v>
                </c:pt>
                <c:pt idx="2597">
                  <c:v>43707</c:v>
                </c:pt>
                <c:pt idx="2598">
                  <c:v>43710</c:v>
                </c:pt>
                <c:pt idx="2599">
                  <c:v>43711</c:v>
                </c:pt>
                <c:pt idx="2600">
                  <c:v>43712</c:v>
                </c:pt>
                <c:pt idx="2601">
                  <c:v>43713</c:v>
                </c:pt>
                <c:pt idx="2602">
                  <c:v>43714</c:v>
                </c:pt>
                <c:pt idx="2603">
                  <c:v>43717</c:v>
                </c:pt>
                <c:pt idx="2604">
                  <c:v>43718</c:v>
                </c:pt>
                <c:pt idx="2605">
                  <c:v>43719</c:v>
                </c:pt>
                <c:pt idx="2606">
                  <c:v>43720</c:v>
                </c:pt>
                <c:pt idx="2607">
                  <c:v>43724</c:v>
                </c:pt>
                <c:pt idx="2608">
                  <c:v>43725</c:v>
                </c:pt>
                <c:pt idx="2609">
                  <c:v>43726</c:v>
                </c:pt>
                <c:pt idx="2610">
                  <c:v>43727</c:v>
                </c:pt>
                <c:pt idx="2611">
                  <c:v>43728</c:v>
                </c:pt>
                <c:pt idx="2612">
                  <c:v>43731</c:v>
                </c:pt>
                <c:pt idx="2613">
                  <c:v>43732</c:v>
                </c:pt>
                <c:pt idx="2614">
                  <c:v>43733</c:v>
                </c:pt>
                <c:pt idx="2615">
                  <c:v>43734</c:v>
                </c:pt>
                <c:pt idx="2616">
                  <c:v>43735</c:v>
                </c:pt>
                <c:pt idx="2617">
                  <c:v>43738</c:v>
                </c:pt>
                <c:pt idx="2618">
                  <c:v>43746</c:v>
                </c:pt>
                <c:pt idx="2619">
                  <c:v>43747</c:v>
                </c:pt>
                <c:pt idx="2620">
                  <c:v>43748</c:v>
                </c:pt>
                <c:pt idx="2621">
                  <c:v>43749</c:v>
                </c:pt>
                <c:pt idx="2622">
                  <c:v>43752</c:v>
                </c:pt>
                <c:pt idx="2623">
                  <c:v>43753</c:v>
                </c:pt>
                <c:pt idx="2624">
                  <c:v>43754</c:v>
                </c:pt>
                <c:pt idx="2625">
                  <c:v>43755</c:v>
                </c:pt>
                <c:pt idx="2626">
                  <c:v>43756</c:v>
                </c:pt>
                <c:pt idx="2627">
                  <c:v>43759</c:v>
                </c:pt>
                <c:pt idx="2628">
                  <c:v>43760</c:v>
                </c:pt>
                <c:pt idx="2629">
                  <c:v>43761</c:v>
                </c:pt>
                <c:pt idx="2630">
                  <c:v>43762</c:v>
                </c:pt>
                <c:pt idx="2631">
                  <c:v>43763</c:v>
                </c:pt>
                <c:pt idx="2632">
                  <c:v>43766</c:v>
                </c:pt>
                <c:pt idx="2633">
                  <c:v>43767</c:v>
                </c:pt>
                <c:pt idx="2634">
                  <c:v>43768</c:v>
                </c:pt>
                <c:pt idx="2635">
                  <c:v>43769</c:v>
                </c:pt>
                <c:pt idx="2636">
                  <c:v>43770</c:v>
                </c:pt>
                <c:pt idx="2637">
                  <c:v>43773</c:v>
                </c:pt>
                <c:pt idx="2638">
                  <c:v>43774</c:v>
                </c:pt>
                <c:pt idx="2639">
                  <c:v>43775</c:v>
                </c:pt>
                <c:pt idx="2640">
                  <c:v>43776</c:v>
                </c:pt>
                <c:pt idx="2641">
                  <c:v>43777</c:v>
                </c:pt>
                <c:pt idx="2642">
                  <c:v>43780</c:v>
                </c:pt>
                <c:pt idx="2643">
                  <c:v>43781</c:v>
                </c:pt>
                <c:pt idx="2644">
                  <c:v>43782</c:v>
                </c:pt>
                <c:pt idx="2645">
                  <c:v>43783</c:v>
                </c:pt>
                <c:pt idx="2646">
                  <c:v>43784</c:v>
                </c:pt>
                <c:pt idx="2647">
                  <c:v>43787</c:v>
                </c:pt>
                <c:pt idx="2648">
                  <c:v>43788</c:v>
                </c:pt>
                <c:pt idx="2649">
                  <c:v>43789</c:v>
                </c:pt>
                <c:pt idx="2650">
                  <c:v>43790</c:v>
                </c:pt>
                <c:pt idx="2651">
                  <c:v>43791</c:v>
                </c:pt>
                <c:pt idx="2652">
                  <c:v>43794</c:v>
                </c:pt>
                <c:pt idx="2653">
                  <c:v>43795</c:v>
                </c:pt>
                <c:pt idx="2654">
                  <c:v>43796</c:v>
                </c:pt>
                <c:pt idx="2655">
                  <c:v>43797</c:v>
                </c:pt>
                <c:pt idx="2656">
                  <c:v>43798</c:v>
                </c:pt>
                <c:pt idx="2657">
                  <c:v>43801</c:v>
                </c:pt>
                <c:pt idx="2658">
                  <c:v>43802</c:v>
                </c:pt>
                <c:pt idx="2659">
                  <c:v>43803</c:v>
                </c:pt>
                <c:pt idx="2660">
                  <c:v>43804</c:v>
                </c:pt>
                <c:pt idx="2661">
                  <c:v>43805</c:v>
                </c:pt>
                <c:pt idx="2662">
                  <c:v>43808</c:v>
                </c:pt>
                <c:pt idx="2663">
                  <c:v>43809</c:v>
                </c:pt>
                <c:pt idx="2664">
                  <c:v>43810</c:v>
                </c:pt>
                <c:pt idx="2665">
                  <c:v>43811</c:v>
                </c:pt>
                <c:pt idx="2666">
                  <c:v>43812</c:v>
                </c:pt>
                <c:pt idx="2667">
                  <c:v>43815</c:v>
                </c:pt>
                <c:pt idx="2668">
                  <c:v>43816</c:v>
                </c:pt>
                <c:pt idx="2669">
                  <c:v>43817</c:v>
                </c:pt>
                <c:pt idx="2670">
                  <c:v>43818</c:v>
                </c:pt>
                <c:pt idx="2671">
                  <c:v>43819</c:v>
                </c:pt>
                <c:pt idx="2672">
                  <c:v>43822</c:v>
                </c:pt>
                <c:pt idx="2673">
                  <c:v>43823</c:v>
                </c:pt>
                <c:pt idx="2674">
                  <c:v>43824</c:v>
                </c:pt>
                <c:pt idx="2675">
                  <c:v>43825</c:v>
                </c:pt>
                <c:pt idx="2676">
                  <c:v>43826</c:v>
                </c:pt>
                <c:pt idx="2677">
                  <c:v>43829</c:v>
                </c:pt>
                <c:pt idx="2678">
                  <c:v>43830</c:v>
                </c:pt>
                <c:pt idx="2679">
                  <c:v>43832</c:v>
                </c:pt>
                <c:pt idx="2680">
                  <c:v>43833</c:v>
                </c:pt>
                <c:pt idx="2681">
                  <c:v>43836</c:v>
                </c:pt>
                <c:pt idx="2682">
                  <c:v>43837</c:v>
                </c:pt>
                <c:pt idx="2683">
                  <c:v>43838</c:v>
                </c:pt>
                <c:pt idx="2684">
                  <c:v>43839</c:v>
                </c:pt>
                <c:pt idx="2685">
                  <c:v>43840</c:v>
                </c:pt>
                <c:pt idx="2686">
                  <c:v>43843</c:v>
                </c:pt>
                <c:pt idx="2687">
                  <c:v>43844</c:v>
                </c:pt>
                <c:pt idx="2688">
                  <c:v>43845</c:v>
                </c:pt>
                <c:pt idx="2689">
                  <c:v>43846</c:v>
                </c:pt>
                <c:pt idx="2690">
                  <c:v>43847</c:v>
                </c:pt>
                <c:pt idx="2691">
                  <c:v>43850</c:v>
                </c:pt>
                <c:pt idx="2692">
                  <c:v>43851</c:v>
                </c:pt>
                <c:pt idx="2693">
                  <c:v>43852</c:v>
                </c:pt>
                <c:pt idx="2694">
                  <c:v>43853</c:v>
                </c:pt>
                <c:pt idx="2695">
                  <c:v>43864</c:v>
                </c:pt>
                <c:pt idx="2696">
                  <c:v>43865</c:v>
                </c:pt>
                <c:pt idx="2697">
                  <c:v>43866</c:v>
                </c:pt>
                <c:pt idx="2698">
                  <c:v>43867</c:v>
                </c:pt>
                <c:pt idx="2699">
                  <c:v>43868</c:v>
                </c:pt>
                <c:pt idx="2700">
                  <c:v>43871</c:v>
                </c:pt>
                <c:pt idx="2701">
                  <c:v>43872</c:v>
                </c:pt>
                <c:pt idx="2702">
                  <c:v>43873</c:v>
                </c:pt>
                <c:pt idx="2703">
                  <c:v>43874</c:v>
                </c:pt>
                <c:pt idx="2704">
                  <c:v>43875</c:v>
                </c:pt>
                <c:pt idx="2705">
                  <c:v>43878</c:v>
                </c:pt>
                <c:pt idx="2706">
                  <c:v>43879</c:v>
                </c:pt>
                <c:pt idx="2707">
                  <c:v>43880</c:v>
                </c:pt>
                <c:pt idx="2708">
                  <c:v>43881</c:v>
                </c:pt>
                <c:pt idx="2709">
                  <c:v>43882</c:v>
                </c:pt>
                <c:pt idx="2710">
                  <c:v>43885</c:v>
                </c:pt>
                <c:pt idx="2711">
                  <c:v>43886</c:v>
                </c:pt>
                <c:pt idx="2712">
                  <c:v>43887</c:v>
                </c:pt>
                <c:pt idx="2713">
                  <c:v>43888</c:v>
                </c:pt>
                <c:pt idx="2714">
                  <c:v>43889</c:v>
                </c:pt>
                <c:pt idx="2715">
                  <c:v>43892</c:v>
                </c:pt>
                <c:pt idx="2716">
                  <c:v>43893</c:v>
                </c:pt>
                <c:pt idx="2717">
                  <c:v>43894</c:v>
                </c:pt>
                <c:pt idx="2718">
                  <c:v>43895</c:v>
                </c:pt>
                <c:pt idx="2719">
                  <c:v>43896</c:v>
                </c:pt>
                <c:pt idx="2720">
                  <c:v>43899</c:v>
                </c:pt>
                <c:pt idx="2721">
                  <c:v>43900</c:v>
                </c:pt>
                <c:pt idx="2722">
                  <c:v>43901</c:v>
                </c:pt>
                <c:pt idx="2723">
                  <c:v>43902</c:v>
                </c:pt>
                <c:pt idx="2724">
                  <c:v>43903</c:v>
                </c:pt>
                <c:pt idx="2725">
                  <c:v>43906</c:v>
                </c:pt>
                <c:pt idx="2726">
                  <c:v>43907</c:v>
                </c:pt>
                <c:pt idx="2727">
                  <c:v>43908</c:v>
                </c:pt>
                <c:pt idx="2728">
                  <c:v>43909</c:v>
                </c:pt>
                <c:pt idx="2729">
                  <c:v>43910</c:v>
                </c:pt>
                <c:pt idx="2730">
                  <c:v>43913</c:v>
                </c:pt>
                <c:pt idx="2731">
                  <c:v>43914</c:v>
                </c:pt>
                <c:pt idx="2732">
                  <c:v>43915</c:v>
                </c:pt>
                <c:pt idx="2733">
                  <c:v>43916</c:v>
                </c:pt>
                <c:pt idx="2734">
                  <c:v>43917</c:v>
                </c:pt>
                <c:pt idx="2735">
                  <c:v>43920</c:v>
                </c:pt>
                <c:pt idx="2736">
                  <c:v>43921</c:v>
                </c:pt>
                <c:pt idx="2737">
                  <c:v>43922</c:v>
                </c:pt>
                <c:pt idx="2738">
                  <c:v>43923</c:v>
                </c:pt>
                <c:pt idx="2739">
                  <c:v>43924</c:v>
                </c:pt>
                <c:pt idx="2740">
                  <c:v>43928</c:v>
                </c:pt>
                <c:pt idx="2741">
                  <c:v>43929</c:v>
                </c:pt>
                <c:pt idx="2742">
                  <c:v>43930</c:v>
                </c:pt>
                <c:pt idx="2743">
                  <c:v>43931</c:v>
                </c:pt>
                <c:pt idx="2744">
                  <c:v>43934</c:v>
                </c:pt>
                <c:pt idx="2745">
                  <c:v>43935</c:v>
                </c:pt>
                <c:pt idx="2746">
                  <c:v>43936</c:v>
                </c:pt>
                <c:pt idx="2747">
                  <c:v>43937</c:v>
                </c:pt>
                <c:pt idx="2748">
                  <c:v>43938</c:v>
                </c:pt>
                <c:pt idx="2749">
                  <c:v>43941</c:v>
                </c:pt>
                <c:pt idx="2750">
                  <c:v>43942</c:v>
                </c:pt>
                <c:pt idx="2751">
                  <c:v>43943</c:v>
                </c:pt>
                <c:pt idx="2752">
                  <c:v>43944</c:v>
                </c:pt>
                <c:pt idx="2753">
                  <c:v>43945</c:v>
                </c:pt>
                <c:pt idx="2754">
                  <c:v>43948</c:v>
                </c:pt>
                <c:pt idx="2755">
                  <c:v>43949</c:v>
                </c:pt>
                <c:pt idx="2756">
                  <c:v>43950</c:v>
                </c:pt>
                <c:pt idx="2757">
                  <c:v>43951</c:v>
                </c:pt>
                <c:pt idx="2758">
                  <c:v>43957</c:v>
                </c:pt>
                <c:pt idx="2759">
                  <c:v>43958</c:v>
                </c:pt>
                <c:pt idx="2760">
                  <c:v>43959</c:v>
                </c:pt>
                <c:pt idx="2761">
                  <c:v>43962</c:v>
                </c:pt>
                <c:pt idx="2762">
                  <c:v>43963</c:v>
                </c:pt>
                <c:pt idx="2763">
                  <c:v>43964</c:v>
                </c:pt>
                <c:pt idx="2764">
                  <c:v>43965</c:v>
                </c:pt>
                <c:pt idx="2765">
                  <c:v>43966</c:v>
                </c:pt>
                <c:pt idx="2766">
                  <c:v>43969</c:v>
                </c:pt>
                <c:pt idx="2767">
                  <c:v>43970</c:v>
                </c:pt>
                <c:pt idx="2768">
                  <c:v>43971</c:v>
                </c:pt>
                <c:pt idx="2769">
                  <c:v>43972</c:v>
                </c:pt>
                <c:pt idx="2770">
                  <c:v>43973</c:v>
                </c:pt>
                <c:pt idx="2771">
                  <c:v>43976</c:v>
                </c:pt>
                <c:pt idx="2772">
                  <c:v>43977</c:v>
                </c:pt>
                <c:pt idx="2773">
                  <c:v>43978</c:v>
                </c:pt>
                <c:pt idx="2774">
                  <c:v>43979</c:v>
                </c:pt>
                <c:pt idx="2775">
                  <c:v>43980</c:v>
                </c:pt>
                <c:pt idx="2776">
                  <c:v>43983</c:v>
                </c:pt>
                <c:pt idx="2777">
                  <c:v>43984</c:v>
                </c:pt>
                <c:pt idx="2778">
                  <c:v>43985</c:v>
                </c:pt>
                <c:pt idx="2779">
                  <c:v>43986</c:v>
                </c:pt>
                <c:pt idx="2780">
                  <c:v>43987</c:v>
                </c:pt>
                <c:pt idx="2781">
                  <c:v>43990</c:v>
                </c:pt>
                <c:pt idx="2782">
                  <c:v>43991</c:v>
                </c:pt>
                <c:pt idx="2783">
                  <c:v>43992</c:v>
                </c:pt>
                <c:pt idx="2784">
                  <c:v>43993</c:v>
                </c:pt>
                <c:pt idx="2785">
                  <c:v>43994</c:v>
                </c:pt>
                <c:pt idx="2786">
                  <c:v>43997</c:v>
                </c:pt>
                <c:pt idx="2787">
                  <c:v>43998</c:v>
                </c:pt>
                <c:pt idx="2788">
                  <c:v>43999</c:v>
                </c:pt>
                <c:pt idx="2789">
                  <c:v>44000</c:v>
                </c:pt>
                <c:pt idx="2790">
                  <c:v>44001</c:v>
                </c:pt>
                <c:pt idx="2791">
                  <c:v>44004</c:v>
                </c:pt>
                <c:pt idx="2792">
                  <c:v>44005</c:v>
                </c:pt>
                <c:pt idx="2793">
                  <c:v>44006</c:v>
                </c:pt>
                <c:pt idx="2794">
                  <c:v>44011</c:v>
                </c:pt>
                <c:pt idx="2795">
                  <c:v>44012</c:v>
                </c:pt>
                <c:pt idx="2796">
                  <c:v>44013</c:v>
                </c:pt>
                <c:pt idx="2797">
                  <c:v>44014</c:v>
                </c:pt>
                <c:pt idx="2798">
                  <c:v>44015</c:v>
                </c:pt>
                <c:pt idx="2799">
                  <c:v>44018</c:v>
                </c:pt>
                <c:pt idx="2800">
                  <c:v>44019</c:v>
                </c:pt>
                <c:pt idx="2801">
                  <c:v>44020</c:v>
                </c:pt>
                <c:pt idx="2802">
                  <c:v>44021</c:v>
                </c:pt>
                <c:pt idx="2803">
                  <c:v>44022</c:v>
                </c:pt>
                <c:pt idx="2804">
                  <c:v>44025</c:v>
                </c:pt>
                <c:pt idx="2805">
                  <c:v>44026</c:v>
                </c:pt>
                <c:pt idx="2806">
                  <c:v>44027</c:v>
                </c:pt>
                <c:pt idx="2807">
                  <c:v>44028</c:v>
                </c:pt>
                <c:pt idx="2808">
                  <c:v>44029</c:v>
                </c:pt>
                <c:pt idx="2809">
                  <c:v>44032</c:v>
                </c:pt>
                <c:pt idx="2810">
                  <c:v>44033</c:v>
                </c:pt>
                <c:pt idx="2811">
                  <c:v>44034</c:v>
                </c:pt>
                <c:pt idx="2812">
                  <c:v>44035</c:v>
                </c:pt>
                <c:pt idx="2813">
                  <c:v>44036</c:v>
                </c:pt>
                <c:pt idx="2814">
                  <c:v>44039</c:v>
                </c:pt>
                <c:pt idx="2815">
                  <c:v>44040</c:v>
                </c:pt>
                <c:pt idx="2816">
                  <c:v>44041</c:v>
                </c:pt>
                <c:pt idx="2817">
                  <c:v>44042</c:v>
                </c:pt>
                <c:pt idx="2818">
                  <c:v>44043</c:v>
                </c:pt>
                <c:pt idx="2819">
                  <c:v>44046</c:v>
                </c:pt>
                <c:pt idx="2820">
                  <c:v>44047</c:v>
                </c:pt>
                <c:pt idx="2821">
                  <c:v>44048</c:v>
                </c:pt>
                <c:pt idx="2822">
                  <c:v>44049</c:v>
                </c:pt>
                <c:pt idx="2823">
                  <c:v>44050</c:v>
                </c:pt>
                <c:pt idx="2824">
                  <c:v>44053</c:v>
                </c:pt>
                <c:pt idx="2825">
                  <c:v>44054</c:v>
                </c:pt>
                <c:pt idx="2826">
                  <c:v>44055</c:v>
                </c:pt>
                <c:pt idx="2827">
                  <c:v>44056</c:v>
                </c:pt>
                <c:pt idx="2828">
                  <c:v>44057</c:v>
                </c:pt>
                <c:pt idx="2829">
                  <c:v>44060</c:v>
                </c:pt>
                <c:pt idx="2830">
                  <c:v>44061</c:v>
                </c:pt>
                <c:pt idx="2831">
                  <c:v>44062</c:v>
                </c:pt>
                <c:pt idx="2832">
                  <c:v>44063</c:v>
                </c:pt>
                <c:pt idx="2833">
                  <c:v>44064</c:v>
                </c:pt>
                <c:pt idx="2834">
                  <c:v>44067</c:v>
                </c:pt>
                <c:pt idx="2835">
                  <c:v>44068</c:v>
                </c:pt>
                <c:pt idx="2836">
                  <c:v>44069</c:v>
                </c:pt>
                <c:pt idx="2837">
                  <c:v>44070</c:v>
                </c:pt>
                <c:pt idx="2838">
                  <c:v>44071</c:v>
                </c:pt>
                <c:pt idx="2839">
                  <c:v>44074</c:v>
                </c:pt>
                <c:pt idx="2840">
                  <c:v>44075</c:v>
                </c:pt>
                <c:pt idx="2841">
                  <c:v>44076</c:v>
                </c:pt>
                <c:pt idx="2842">
                  <c:v>44077</c:v>
                </c:pt>
                <c:pt idx="2843">
                  <c:v>44078</c:v>
                </c:pt>
                <c:pt idx="2844">
                  <c:v>44081</c:v>
                </c:pt>
                <c:pt idx="2845">
                  <c:v>44082</c:v>
                </c:pt>
                <c:pt idx="2846">
                  <c:v>44083</c:v>
                </c:pt>
                <c:pt idx="2847">
                  <c:v>44084</c:v>
                </c:pt>
                <c:pt idx="2848">
                  <c:v>44085</c:v>
                </c:pt>
                <c:pt idx="2849">
                  <c:v>44088</c:v>
                </c:pt>
                <c:pt idx="2850">
                  <c:v>44089</c:v>
                </c:pt>
                <c:pt idx="2851">
                  <c:v>44090</c:v>
                </c:pt>
                <c:pt idx="2852">
                  <c:v>44091</c:v>
                </c:pt>
                <c:pt idx="2853">
                  <c:v>44092</c:v>
                </c:pt>
                <c:pt idx="2854">
                  <c:v>44095</c:v>
                </c:pt>
                <c:pt idx="2855">
                  <c:v>44096</c:v>
                </c:pt>
                <c:pt idx="2856">
                  <c:v>44097</c:v>
                </c:pt>
                <c:pt idx="2857">
                  <c:v>44098</c:v>
                </c:pt>
                <c:pt idx="2858">
                  <c:v>44099</c:v>
                </c:pt>
                <c:pt idx="2859">
                  <c:v>44102</c:v>
                </c:pt>
                <c:pt idx="2860">
                  <c:v>44103</c:v>
                </c:pt>
                <c:pt idx="2861">
                  <c:v>44104</c:v>
                </c:pt>
                <c:pt idx="2862">
                  <c:v>44113</c:v>
                </c:pt>
                <c:pt idx="2863">
                  <c:v>44116</c:v>
                </c:pt>
                <c:pt idx="2864">
                  <c:v>44117</c:v>
                </c:pt>
                <c:pt idx="2865">
                  <c:v>44118</c:v>
                </c:pt>
                <c:pt idx="2866">
                  <c:v>44119</c:v>
                </c:pt>
                <c:pt idx="2867">
                  <c:v>44120</c:v>
                </c:pt>
                <c:pt idx="2868">
                  <c:v>44123</c:v>
                </c:pt>
                <c:pt idx="2869">
                  <c:v>44124</c:v>
                </c:pt>
                <c:pt idx="2870">
                  <c:v>44125</c:v>
                </c:pt>
                <c:pt idx="2871">
                  <c:v>44126</c:v>
                </c:pt>
                <c:pt idx="2872">
                  <c:v>44127</c:v>
                </c:pt>
                <c:pt idx="2873">
                  <c:v>44130</c:v>
                </c:pt>
                <c:pt idx="2874">
                  <c:v>44131</c:v>
                </c:pt>
                <c:pt idx="2875">
                  <c:v>44132</c:v>
                </c:pt>
                <c:pt idx="2876">
                  <c:v>44133</c:v>
                </c:pt>
                <c:pt idx="2877">
                  <c:v>44134</c:v>
                </c:pt>
                <c:pt idx="2878">
                  <c:v>44137</c:v>
                </c:pt>
                <c:pt idx="2879">
                  <c:v>44138</c:v>
                </c:pt>
                <c:pt idx="2880">
                  <c:v>44139</c:v>
                </c:pt>
                <c:pt idx="2881">
                  <c:v>44140</c:v>
                </c:pt>
                <c:pt idx="2882">
                  <c:v>44141</c:v>
                </c:pt>
                <c:pt idx="2883">
                  <c:v>44144</c:v>
                </c:pt>
                <c:pt idx="2884">
                  <c:v>44145</c:v>
                </c:pt>
                <c:pt idx="2885">
                  <c:v>44146</c:v>
                </c:pt>
                <c:pt idx="2886">
                  <c:v>44147</c:v>
                </c:pt>
                <c:pt idx="2887">
                  <c:v>44148</c:v>
                </c:pt>
                <c:pt idx="2888">
                  <c:v>44151</c:v>
                </c:pt>
                <c:pt idx="2889">
                  <c:v>44152</c:v>
                </c:pt>
                <c:pt idx="2890">
                  <c:v>44153</c:v>
                </c:pt>
                <c:pt idx="2891">
                  <c:v>44154</c:v>
                </c:pt>
                <c:pt idx="2892">
                  <c:v>44155</c:v>
                </c:pt>
                <c:pt idx="2893">
                  <c:v>44158</c:v>
                </c:pt>
                <c:pt idx="2894">
                  <c:v>44159</c:v>
                </c:pt>
                <c:pt idx="2895">
                  <c:v>44160</c:v>
                </c:pt>
                <c:pt idx="2896">
                  <c:v>44161</c:v>
                </c:pt>
                <c:pt idx="2897">
                  <c:v>44162</c:v>
                </c:pt>
                <c:pt idx="2898">
                  <c:v>44165</c:v>
                </c:pt>
                <c:pt idx="2899">
                  <c:v>44166</c:v>
                </c:pt>
                <c:pt idx="2900">
                  <c:v>44167</c:v>
                </c:pt>
                <c:pt idx="2901">
                  <c:v>44168</c:v>
                </c:pt>
                <c:pt idx="2902">
                  <c:v>44169</c:v>
                </c:pt>
                <c:pt idx="2903">
                  <c:v>44172</c:v>
                </c:pt>
                <c:pt idx="2904">
                  <c:v>44173</c:v>
                </c:pt>
                <c:pt idx="2905">
                  <c:v>44174</c:v>
                </c:pt>
                <c:pt idx="2906">
                  <c:v>44175</c:v>
                </c:pt>
                <c:pt idx="2907">
                  <c:v>44176</c:v>
                </c:pt>
                <c:pt idx="2908">
                  <c:v>44179</c:v>
                </c:pt>
                <c:pt idx="2909">
                  <c:v>44180</c:v>
                </c:pt>
                <c:pt idx="2910">
                  <c:v>44181</c:v>
                </c:pt>
                <c:pt idx="2911">
                  <c:v>44182</c:v>
                </c:pt>
                <c:pt idx="2912">
                  <c:v>44183</c:v>
                </c:pt>
                <c:pt idx="2913">
                  <c:v>44186</c:v>
                </c:pt>
                <c:pt idx="2914">
                  <c:v>44187</c:v>
                </c:pt>
                <c:pt idx="2915">
                  <c:v>44188</c:v>
                </c:pt>
                <c:pt idx="2916">
                  <c:v>44189</c:v>
                </c:pt>
                <c:pt idx="2917">
                  <c:v>44190</c:v>
                </c:pt>
                <c:pt idx="2918">
                  <c:v>44193</c:v>
                </c:pt>
                <c:pt idx="2919">
                  <c:v>44194</c:v>
                </c:pt>
                <c:pt idx="2920">
                  <c:v>44195</c:v>
                </c:pt>
                <c:pt idx="2921">
                  <c:v>44196</c:v>
                </c:pt>
                <c:pt idx="2922">
                  <c:v>44200</c:v>
                </c:pt>
                <c:pt idx="2923">
                  <c:v>44201</c:v>
                </c:pt>
                <c:pt idx="2924">
                  <c:v>44202</c:v>
                </c:pt>
                <c:pt idx="2925">
                  <c:v>44203</c:v>
                </c:pt>
                <c:pt idx="2926">
                  <c:v>44204</c:v>
                </c:pt>
                <c:pt idx="2927">
                  <c:v>44207</c:v>
                </c:pt>
                <c:pt idx="2928">
                  <c:v>44208</c:v>
                </c:pt>
                <c:pt idx="2929">
                  <c:v>44209</c:v>
                </c:pt>
                <c:pt idx="2930">
                  <c:v>44210</c:v>
                </c:pt>
                <c:pt idx="2931">
                  <c:v>44211</c:v>
                </c:pt>
                <c:pt idx="2932">
                  <c:v>44214</c:v>
                </c:pt>
                <c:pt idx="2933">
                  <c:v>44215</c:v>
                </c:pt>
                <c:pt idx="2934">
                  <c:v>44216</c:v>
                </c:pt>
                <c:pt idx="2935">
                  <c:v>44217</c:v>
                </c:pt>
                <c:pt idx="2936">
                  <c:v>44218</c:v>
                </c:pt>
                <c:pt idx="2937">
                  <c:v>44221</c:v>
                </c:pt>
                <c:pt idx="2938">
                  <c:v>44222</c:v>
                </c:pt>
                <c:pt idx="2939">
                  <c:v>44223</c:v>
                </c:pt>
                <c:pt idx="2940">
                  <c:v>44224</c:v>
                </c:pt>
                <c:pt idx="2941">
                  <c:v>44225</c:v>
                </c:pt>
                <c:pt idx="2942">
                  <c:v>44228</c:v>
                </c:pt>
                <c:pt idx="2943">
                  <c:v>44229</c:v>
                </c:pt>
                <c:pt idx="2944">
                  <c:v>44230</c:v>
                </c:pt>
                <c:pt idx="2945">
                  <c:v>44231</c:v>
                </c:pt>
                <c:pt idx="2946">
                  <c:v>44232</c:v>
                </c:pt>
                <c:pt idx="2947">
                  <c:v>44235</c:v>
                </c:pt>
                <c:pt idx="2948">
                  <c:v>44236</c:v>
                </c:pt>
                <c:pt idx="2949">
                  <c:v>44237</c:v>
                </c:pt>
                <c:pt idx="2950">
                  <c:v>44245</c:v>
                </c:pt>
                <c:pt idx="2951">
                  <c:v>44246</c:v>
                </c:pt>
                <c:pt idx="2952">
                  <c:v>44249</c:v>
                </c:pt>
                <c:pt idx="2953">
                  <c:v>44250</c:v>
                </c:pt>
                <c:pt idx="2954">
                  <c:v>44251</c:v>
                </c:pt>
                <c:pt idx="2955">
                  <c:v>44252</c:v>
                </c:pt>
                <c:pt idx="2956">
                  <c:v>44253</c:v>
                </c:pt>
                <c:pt idx="2957">
                  <c:v>44256</c:v>
                </c:pt>
                <c:pt idx="2958">
                  <c:v>44257</c:v>
                </c:pt>
                <c:pt idx="2959">
                  <c:v>44258</c:v>
                </c:pt>
                <c:pt idx="2960">
                  <c:v>44259</c:v>
                </c:pt>
                <c:pt idx="2961">
                  <c:v>44260</c:v>
                </c:pt>
                <c:pt idx="2962">
                  <c:v>44263</c:v>
                </c:pt>
                <c:pt idx="2963">
                  <c:v>44264</c:v>
                </c:pt>
                <c:pt idx="2964">
                  <c:v>44265</c:v>
                </c:pt>
                <c:pt idx="2965">
                  <c:v>44266</c:v>
                </c:pt>
                <c:pt idx="2966">
                  <c:v>44267</c:v>
                </c:pt>
                <c:pt idx="2967">
                  <c:v>44270</c:v>
                </c:pt>
                <c:pt idx="2968">
                  <c:v>44271</c:v>
                </c:pt>
                <c:pt idx="2969">
                  <c:v>44272</c:v>
                </c:pt>
                <c:pt idx="2970">
                  <c:v>44273</c:v>
                </c:pt>
                <c:pt idx="2971">
                  <c:v>44274</c:v>
                </c:pt>
                <c:pt idx="2972">
                  <c:v>44277</c:v>
                </c:pt>
                <c:pt idx="2973">
                  <c:v>44278</c:v>
                </c:pt>
                <c:pt idx="2974">
                  <c:v>44279</c:v>
                </c:pt>
                <c:pt idx="2975">
                  <c:v>44280</c:v>
                </c:pt>
                <c:pt idx="2976">
                  <c:v>44281</c:v>
                </c:pt>
                <c:pt idx="2977">
                  <c:v>44284</c:v>
                </c:pt>
                <c:pt idx="2978">
                  <c:v>44285</c:v>
                </c:pt>
                <c:pt idx="2979">
                  <c:v>44286</c:v>
                </c:pt>
                <c:pt idx="2980">
                  <c:v>44287</c:v>
                </c:pt>
                <c:pt idx="2981">
                  <c:v>44288</c:v>
                </c:pt>
                <c:pt idx="2982">
                  <c:v>44292</c:v>
                </c:pt>
                <c:pt idx="2983">
                  <c:v>44293</c:v>
                </c:pt>
                <c:pt idx="2984">
                  <c:v>44294</c:v>
                </c:pt>
                <c:pt idx="2985">
                  <c:v>44295</c:v>
                </c:pt>
                <c:pt idx="2986">
                  <c:v>44298</c:v>
                </c:pt>
                <c:pt idx="2987">
                  <c:v>44299</c:v>
                </c:pt>
                <c:pt idx="2988">
                  <c:v>44300</c:v>
                </c:pt>
                <c:pt idx="2989">
                  <c:v>44301</c:v>
                </c:pt>
                <c:pt idx="2990">
                  <c:v>44302</c:v>
                </c:pt>
                <c:pt idx="2991">
                  <c:v>44305</c:v>
                </c:pt>
                <c:pt idx="2992">
                  <c:v>44306</c:v>
                </c:pt>
                <c:pt idx="2993">
                  <c:v>44307</c:v>
                </c:pt>
                <c:pt idx="2994">
                  <c:v>44308</c:v>
                </c:pt>
                <c:pt idx="2995">
                  <c:v>44309</c:v>
                </c:pt>
                <c:pt idx="2996">
                  <c:v>44312</c:v>
                </c:pt>
                <c:pt idx="2997">
                  <c:v>44313</c:v>
                </c:pt>
                <c:pt idx="2998">
                  <c:v>44314</c:v>
                </c:pt>
                <c:pt idx="2999">
                  <c:v>44315</c:v>
                </c:pt>
                <c:pt idx="3000">
                  <c:v>44316</c:v>
                </c:pt>
                <c:pt idx="3001">
                  <c:v>44322</c:v>
                </c:pt>
                <c:pt idx="3002">
                  <c:v>44323</c:v>
                </c:pt>
                <c:pt idx="3003">
                  <c:v>44326</c:v>
                </c:pt>
                <c:pt idx="3004">
                  <c:v>44327</c:v>
                </c:pt>
                <c:pt idx="3005">
                  <c:v>44328</c:v>
                </c:pt>
                <c:pt idx="3006">
                  <c:v>44329</c:v>
                </c:pt>
                <c:pt idx="3007">
                  <c:v>44330</c:v>
                </c:pt>
                <c:pt idx="3008">
                  <c:v>44333</c:v>
                </c:pt>
                <c:pt idx="3009">
                  <c:v>44334</c:v>
                </c:pt>
                <c:pt idx="3010">
                  <c:v>44335</c:v>
                </c:pt>
                <c:pt idx="3011">
                  <c:v>44336</c:v>
                </c:pt>
                <c:pt idx="3012">
                  <c:v>44337</c:v>
                </c:pt>
                <c:pt idx="3013">
                  <c:v>44340</c:v>
                </c:pt>
                <c:pt idx="3014">
                  <c:v>44341</c:v>
                </c:pt>
                <c:pt idx="3015">
                  <c:v>44342</c:v>
                </c:pt>
                <c:pt idx="3016">
                  <c:v>44343</c:v>
                </c:pt>
                <c:pt idx="3017">
                  <c:v>44344</c:v>
                </c:pt>
                <c:pt idx="3018">
                  <c:v>44347</c:v>
                </c:pt>
                <c:pt idx="3019">
                  <c:v>44348</c:v>
                </c:pt>
                <c:pt idx="3020">
                  <c:v>44349</c:v>
                </c:pt>
                <c:pt idx="3021">
                  <c:v>44350</c:v>
                </c:pt>
                <c:pt idx="3022">
                  <c:v>44351</c:v>
                </c:pt>
                <c:pt idx="3023">
                  <c:v>44354</c:v>
                </c:pt>
                <c:pt idx="3024">
                  <c:v>44355</c:v>
                </c:pt>
                <c:pt idx="3025">
                  <c:v>44356</c:v>
                </c:pt>
                <c:pt idx="3026">
                  <c:v>44357</c:v>
                </c:pt>
                <c:pt idx="3027">
                  <c:v>44358</c:v>
                </c:pt>
                <c:pt idx="3028">
                  <c:v>44362</c:v>
                </c:pt>
                <c:pt idx="3029">
                  <c:v>44363</c:v>
                </c:pt>
                <c:pt idx="3030">
                  <c:v>44364</c:v>
                </c:pt>
                <c:pt idx="3031">
                  <c:v>44365</c:v>
                </c:pt>
                <c:pt idx="3032">
                  <c:v>44368</c:v>
                </c:pt>
                <c:pt idx="3033">
                  <c:v>44369</c:v>
                </c:pt>
                <c:pt idx="3034">
                  <c:v>44370</c:v>
                </c:pt>
                <c:pt idx="3035">
                  <c:v>44371</c:v>
                </c:pt>
                <c:pt idx="3036">
                  <c:v>44372</c:v>
                </c:pt>
                <c:pt idx="3037">
                  <c:v>44375</c:v>
                </c:pt>
                <c:pt idx="3038">
                  <c:v>44376</c:v>
                </c:pt>
                <c:pt idx="3039">
                  <c:v>44377</c:v>
                </c:pt>
                <c:pt idx="3040">
                  <c:v>44378</c:v>
                </c:pt>
                <c:pt idx="3041">
                  <c:v>44379</c:v>
                </c:pt>
                <c:pt idx="3042">
                  <c:v>44382</c:v>
                </c:pt>
                <c:pt idx="3043">
                  <c:v>44383</c:v>
                </c:pt>
                <c:pt idx="3044">
                  <c:v>44384</c:v>
                </c:pt>
                <c:pt idx="3045">
                  <c:v>44385</c:v>
                </c:pt>
                <c:pt idx="3046">
                  <c:v>44386</c:v>
                </c:pt>
                <c:pt idx="3047">
                  <c:v>44389</c:v>
                </c:pt>
                <c:pt idx="3048">
                  <c:v>44390</c:v>
                </c:pt>
                <c:pt idx="3049">
                  <c:v>44391</c:v>
                </c:pt>
                <c:pt idx="3050">
                  <c:v>44392</c:v>
                </c:pt>
                <c:pt idx="3051">
                  <c:v>44393</c:v>
                </c:pt>
                <c:pt idx="3052">
                  <c:v>44396</c:v>
                </c:pt>
                <c:pt idx="3053">
                  <c:v>44397</c:v>
                </c:pt>
                <c:pt idx="3054">
                  <c:v>44398</c:v>
                </c:pt>
                <c:pt idx="3055">
                  <c:v>44399</c:v>
                </c:pt>
                <c:pt idx="3056">
                  <c:v>44400</c:v>
                </c:pt>
                <c:pt idx="3057">
                  <c:v>44403</c:v>
                </c:pt>
                <c:pt idx="3058">
                  <c:v>44404</c:v>
                </c:pt>
                <c:pt idx="3059">
                  <c:v>44405</c:v>
                </c:pt>
                <c:pt idx="3060">
                  <c:v>44406</c:v>
                </c:pt>
                <c:pt idx="3061">
                  <c:v>44407</c:v>
                </c:pt>
                <c:pt idx="3062">
                  <c:v>44410</c:v>
                </c:pt>
                <c:pt idx="3063">
                  <c:v>44411</c:v>
                </c:pt>
                <c:pt idx="3064">
                  <c:v>44412</c:v>
                </c:pt>
                <c:pt idx="3065">
                  <c:v>44413</c:v>
                </c:pt>
                <c:pt idx="3066">
                  <c:v>44414</c:v>
                </c:pt>
                <c:pt idx="3067">
                  <c:v>44417</c:v>
                </c:pt>
                <c:pt idx="3068">
                  <c:v>44418</c:v>
                </c:pt>
                <c:pt idx="3069">
                  <c:v>44419</c:v>
                </c:pt>
                <c:pt idx="3070">
                  <c:v>44420</c:v>
                </c:pt>
                <c:pt idx="3071">
                  <c:v>44421</c:v>
                </c:pt>
                <c:pt idx="3072">
                  <c:v>44424</c:v>
                </c:pt>
                <c:pt idx="3073">
                  <c:v>44425</c:v>
                </c:pt>
                <c:pt idx="3074">
                  <c:v>44426</c:v>
                </c:pt>
                <c:pt idx="3075">
                  <c:v>44427</c:v>
                </c:pt>
                <c:pt idx="3076">
                  <c:v>44428</c:v>
                </c:pt>
                <c:pt idx="3077">
                  <c:v>44431</c:v>
                </c:pt>
                <c:pt idx="3078">
                  <c:v>44432</c:v>
                </c:pt>
                <c:pt idx="3079">
                  <c:v>44433</c:v>
                </c:pt>
                <c:pt idx="3080">
                  <c:v>44434</c:v>
                </c:pt>
                <c:pt idx="3081">
                  <c:v>44435</c:v>
                </c:pt>
                <c:pt idx="3082">
                  <c:v>44438</c:v>
                </c:pt>
                <c:pt idx="3083">
                  <c:v>44439</c:v>
                </c:pt>
                <c:pt idx="3084">
                  <c:v>44440</c:v>
                </c:pt>
                <c:pt idx="3085">
                  <c:v>44441</c:v>
                </c:pt>
                <c:pt idx="3086">
                  <c:v>44442</c:v>
                </c:pt>
                <c:pt idx="3087">
                  <c:v>44445</c:v>
                </c:pt>
                <c:pt idx="3088">
                  <c:v>44446</c:v>
                </c:pt>
                <c:pt idx="3089">
                  <c:v>44447</c:v>
                </c:pt>
                <c:pt idx="3090">
                  <c:v>44448</c:v>
                </c:pt>
                <c:pt idx="3091">
                  <c:v>44449</c:v>
                </c:pt>
                <c:pt idx="3092">
                  <c:v>44452</c:v>
                </c:pt>
                <c:pt idx="3093">
                  <c:v>44453</c:v>
                </c:pt>
                <c:pt idx="3094">
                  <c:v>44454</c:v>
                </c:pt>
                <c:pt idx="3095">
                  <c:v>44455</c:v>
                </c:pt>
                <c:pt idx="3096">
                  <c:v>44456</c:v>
                </c:pt>
                <c:pt idx="3097">
                  <c:v>44461</c:v>
                </c:pt>
                <c:pt idx="3098">
                  <c:v>44462</c:v>
                </c:pt>
                <c:pt idx="3099">
                  <c:v>44463</c:v>
                </c:pt>
                <c:pt idx="3100">
                  <c:v>44466</c:v>
                </c:pt>
                <c:pt idx="3101">
                  <c:v>44467</c:v>
                </c:pt>
                <c:pt idx="3102">
                  <c:v>44468</c:v>
                </c:pt>
                <c:pt idx="3103">
                  <c:v>44469</c:v>
                </c:pt>
                <c:pt idx="3104">
                  <c:v>44477</c:v>
                </c:pt>
                <c:pt idx="3105">
                  <c:v>44480</c:v>
                </c:pt>
                <c:pt idx="3106">
                  <c:v>44481</c:v>
                </c:pt>
                <c:pt idx="3107">
                  <c:v>44482</c:v>
                </c:pt>
                <c:pt idx="3108">
                  <c:v>44483</c:v>
                </c:pt>
                <c:pt idx="3109">
                  <c:v>44484</c:v>
                </c:pt>
                <c:pt idx="3110">
                  <c:v>44487</c:v>
                </c:pt>
                <c:pt idx="3111">
                  <c:v>44488</c:v>
                </c:pt>
                <c:pt idx="3112">
                  <c:v>44489</c:v>
                </c:pt>
                <c:pt idx="3113">
                  <c:v>44490</c:v>
                </c:pt>
                <c:pt idx="3114">
                  <c:v>44491</c:v>
                </c:pt>
                <c:pt idx="3115">
                  <c:v>44494</c:v>
                </c:pt>
                <c:pt idx="3116">
                  <c:v>44495</c:v>
                </c:pt>
                <c:pt idx="3117">
                  <c:v>44496</c:v>
                </c:pt>
                <c:pt idx="3118">
                  <c:v>44497</c:v>
                </c:pt>
                <c:pt idx="3119">
                  <c:v>44498</c:v>
                </c:pt>
                <c:pt idx="3120">
                  <c:v>44501</c:v>
                </c:pt>
                <c:pt idx="3121">
                  <c:v>44502</c:v>
                </c:pt>
                <c:pt idx="3122">
                  <c:v>44503</c:v>
                </c:pt>
                <c:pt idx="3123">
                  <c:v>44504</c:v>
                </c:pt>
                <c:pt idx="3124">
                  <c:v>44505</c:v>
                </c:pt>
                <c:pt idx="3125">
                  <c:v>44508</c:v>
                </c:pt>
                <c:pt idx="3126">
                  <c:v>44509</c:v>
                </c:pt>
                <c:pt idx="3127">
                  <c:v>44510</c:v>
                </c:pt>
                <c:pt idx="3128">
                  <c:v>44511</c:v>
                </c:pt>
                <c:pt idx="3129">
                  <c:v>44512</c:v>
                </c:pt>
                <c:pt idx="3130">
                  <c:v>44515</c:v>
                </c:pt>
                <c:pt idx="3131">
                  <c:v>44516</c:v>
                </c:pt>
                <c:pt idx="3132">
                  <c:v>44517</c:v>
                </c:pt>
                <c:pt idx="3133">
                  <c:v>44518</c:v>
                </c:pt>
                <c:pt idx="3134">
                  <c:v>44519</c:v>
                </c:pt>
                <c:pt idx="3135">
                  <c:v>44522</c:v>
                </c:pt>
                <c:pt idx="3136">
                  <c:v>44523</c:v>
                </c:pt>
                <c:pt idx="3137">
                  <c:v>44524</c:v>
                </c:pt>
                <c:pt idx="3138">
                  <c:v>44525</c:v>
                </c:pt>
                <c:pt idx="3139">
                  <c:v>44526</c:v>
                </c:pt>
                <c:pt idx="3140">
                  <c:v>44529</c:v>
                </c:pt>
                <c:pt idx="3141">
                  <c:v>44530</c:v>
                </c:pt>
                <c:pt idx="3142">
                  <c:v>44531</c:v>
                </c:pt>
                <c:pt idx="3143">
                  <c:v>44532</c:v>
                </c:pt>
                <c:pt idx="3144">
                  <c:v>44533</c:v>
                </c:pt>
                <c:pt idx="3145">
                  <c:v>44536</c:v>
                </c:pt>
                <c:pt idx="3146">
                  <c:v>44537</c:v>
                </c:pt>
                <c:pt idx="3147">
                  <c:v>44538</c:v>
                </c:pt>
                <c:pt idx="3148">
                  <c:v>44539</c:v>
                </c:pt>
                <c:pt idx="3149">
                  <c:v>44540</c:v>
                </c:pt>
                <c:pt idx="3150">
                  <c:v>44543</c:v>
                </c:pt>
                <c:pt idx="3151">
                  <c:v>44544</c:v>
                </c:pt>
                <c:pt idx="3152">
                  <c:v>44545</c:v>
                </c:pt>
                <c:pt idx="3153">
                  <c:v>44546</c:v>
                </c:pt>
                <c:pt idx="3154">
                  <c:v>44547</c:v>
                </c:pt>
                <c:pt idx="3155">
                  <c:v>44550</c:v>
                </c:pt>
                <c:pt idx="3156">
                  <c:v>44551</c:v>
                </c:pt>
                <c:pt idx="3157">
                  <c:v>44552</c:v>
                </c:pt>
                <c:pt idx="3158">
                  <c:v>44553</c:v>
                </c:pt>
                <c:pt idx="3159">
                  <c:v>44554</c:v>
                </c:pt>
                <c:pt idx="3160">
                  <c:v>44557</c:v>
                </c:pt>
                <c:pt idx="3161">
                  <c:v>44558</c:v>
                </c:pt>
                <c:pt idx="3162">
                  <c:v>44559</c:v>
                </c:pt>
                <c:pt idx="3163">
                  <c:v>44560</c:v>
                </c:pt>
                <c:pt idx="3164">
                  <c:v>44561</c:v>
                </c:pt>
                <c:pt idx="3165">
                  <c:v>44565</c:v>
                </c:pt>
                <c:pt idx="3166">
                  <c:v>44566</c:v>
                </c:pt>
                <c:pt idx="3167">
                  <c:v>44567</c:v>
                </c:pt>
                <c:pt idx="3168">
                  <c:v>44568</c:v>
                </c:pt>
                <c:pt idx="3169">
                  <c:v>44571</c:v>
                </c:pt>
                <c:pt idx="3170">
                  <c:v>44572</c:v>
                </c:pt>
                <c:pt idx="3171">
                  <c:v>44573</c:v>
                </c:pt>
                <c:pt idx="3172">
                  <c:v>44574</c:v>
                </c:pt>
                <c:pt idx="3173">
                  <c:v>44575</c:v>
                </c:pt>
                <c:pt idx="3174">
                  <c:v>44578</c:v>
                </c:pt>
                <c:pt idx="3175">
                  <c:v>44579</c:v>
                </c:pt>
                <c:pt idx="3176">
                  <c:v>44580</c:v>
                </c:pt>
                <c:pt idx="3177">
                  <c:v>44581</c:v>
                </c:pt>
                <c:pt idx="3178">
                  <c:v>44582</c:v>
                </c:pt>
                <c:pt idx="3179">
                  <c:v>44585</c:v>
                </c:pt>
                <c:pt idx="3180">
                  <c:v>44586</c:v>
                </c:pt>
                <c:pt idx="3181">
                  <c:v>44587</c:v>
                </c:pt>
                <c:pt idx="3182">
                  <c:v>44588</c:v>
                </c:pt>
                <c:pt idx="3183">
                  <c:v>44589</c:v>
                </c:pt>
                <c:pt idx="3184">
                  <c:v>44599</c:v>
                </c:pt>
                <c:pt idx="3185">
                  <c:v>44600</c:v>
                </c:pt>
                <c:pt idx="3186">
                  <c:v>44601</c:v>
                </c:pt>
                <c:pt idx="3187">
                  <c:v>44602</c:v>
                </c:pt>
                <c:pt idx="3188">
                  <c:v>44603</c:v>
                </c:pt>
                <c:pt idx="3189">
                  <c:v>44606</c:v>
                </c:pt>
                <c:pt idx="3190">
                  <c:v>44607</c:v>
                </c:pt>
                <c:pt idx="3191">
                  <c:v>44608</c:v>
                </c:pt>
                <c:pt idx="3192">
                  <c:v>44609</c:v>
                </c:pt>
                <c:pt idx="3193">
                  <c:v>44610</c:v>
                </c:pt>
                <c:pt idx="3194">
                  <c:v>44613</c:v>
                </c:pt>
                <c:pt idx="3195">
                  <c:v>44614</c:v>
                </c:pt>
                <c:pt idx="3196">
                  <c:v>44615</c:v>
                </c:pt>
                <c:pt idx="3197">
                  <c:v>44616</c:v>
                </c:pt>
                <c:pt idx="3198">
                  <c:v>44617</c:v>
                </c:pt>
                <c:pt idx="3199">
                  <c:v>44620</c:v>
                </c:pt>
                <c:pt idx="3200">
                  <c:v>44621</c:v>
                </c:pt>
                <c:pt idx="3201">
                  <c:v>44622</c:v>
                </c:pt>
                <c:pt idx="3202">
                  <c:v>44623</c:v>
                </c:pt>
                <c:pt idx="3203">
                  <c:v>44624</c:v>
                </c:pt>
                <c:pt idx="3204">
                  <c:v>44627</c:v>
                </c:pt>
                <c:pt idx="3205">
                  <c:v>44628</c:v>
                </c:pt>
                <c:pt idx="3206">
                  <c:v>44629</c:v>
                </c:pt>
                <c:pt idx="3207">
                  <c:v>44630</c:v>
                </c:pt>
                <c:pt idx="3208">
                  <c:v>44631</c:v>
                </c:pt>
                <c:pt idx="3209">
                  <c:v>44634</c:v>
                </c:pt>
                <c:pt idx="3210">
                  <c:v>44635</c:v>
                </c:pt>
                <c:pt idx="3211">
                  <c:v>44636</c:v>
                </c:pt>
                <c:pt idx="3212">
                  <c:v>44637</c:v>
                </c:pt>
                <c:pt idx="3213">
                  <c:v>44638</c:v>
                </c:pt>
                <c:pt idx="3214">
                  <c:v>44641</c:v>
                </c:pt>
                <c:pt idx="3215">
                  <c:v>44642</c:v>
                </c:pt>
                <c:pt idx="3216">
                  <c:v>44643</c:v>
                </c:pt>
                <c:pt idx="3217">
                  <c:v>44644</c:v>
                </c:pt>
                <c:pt idx="3218">
                  <c:v>44645</c:v>
                </c:pt>
                <c:pt idx="3219">
                  <c:v>44648</c:v>
                </c:pt>
                <c:pt idx="3220">
                  <c:v>44649</c:v>
                </c:pt>
                <c:pt idx="3221">
                  <c:v>44650</c:v>
                </c:pt>
                <c:pt idx="3222">
                  <c:v>44651</c:v>
                </c:pt>
                <c:pt idx="3223">
                  <c:v>44652</c:v>
                </c:pt>
                <c:pt idx="3224">
                  <c:v>44657</c:v>
                </c:pt>
                <c:pt idx="3225">
                  <c:v>44658</c:v>
                </c:pt>
                <c:pt idx="3226">
                  <c:v>44659</c:v>
                </c:pt>
                <c:pt idx="3227">
                  <c:v>44662</c:v>
                </c:pt>
                <c:pt idx="3228">
                  <c:v>44663</c:v>
                </c:pt>
                <c:pt idx="3229">
                  <c:v>44664</c:v>
                </c:pt>
                <c:pt idx="3230">
                  <c:v>44665</c:v>
                </c:pt>
                <c:pt idx="3231">
                  <c:v>44666</c:v>
                </c:pt>
                <c:pt idx="3232">
                  <c:v>44669</c:v>
                </c:pt>
                <c:pt idx="3233">
                  <c:v>44670</c:v>
                </c:pt>
                <c:pt idx="3234">
                  <c:v>44671</c:v>
                </c:pt>
                <c:pt idx="3235">
                  <c:v>44672</c:v>
                </c:pt>
                <c:pt idx="3236">
                  <c:v>44673</c:v>
                </c:pt>
                <c:pt idx="3237">
                  <c:v>44676</c:v>
                </c:pt>
                <c:pt idx="3238">
                  <c:v>44677</c:v>
                </c:pt>
                <c:pt idx="3239">
                  <c:v>44678</c:v>
                </c:pt>
                <c:pt idx="3240">
                  <c:v>44679</c:v>
                </c:pt>
                <c:pt idx="3241">
                  <c:v>44680</c:v>
                </c:pt>
                <c:pt idx="3242">
                  <c:v>44686</c:v>
                </c:pt>
                <c:pt idx="3243">
                  <c:v>44687</c:v>
                </c:pt>
                <c:pt idx="3244">
                  <c:v>44690</c:v>
                </c:pt>
                <c:pt idx="3245">
                  <c:v>44691</c:v>
                </c:pt>
                <c:pt idx="3246">
                  <c:v>44692</c:v>
                </c:pt>
                <c:pt idx="3247">
                  <c:v>44693</c:v>
                </c:pt>
                <c:pt idx="3248">
                  <c:v>44694</c:v>
                </c:pt>
                <c:pt idx="3249">
                  <c:v>44697</c:v>
                </c:pt>
                <c:pt idx="3250">
                  <c:v>44698</c:v>
                </c:pt>
                <c:pt idx="3251">
                  <c:v>44699</c:v>
                </c:pt>
                <c:pt idx="3252">
                  <c:v>44700</c:v>
                </c:pt>
                <c:pt idx="3253">
                  <c:v>44701</c:v>
                </c:pt>
                <c:pt idx="3254">
                  <c:v>44704</c:v>
                </c:pt>
                <c:pt idx="3255">
                  <c:v>44705</c:v>
                </c:pt>
                <c:pt idx="3256">
                  <c:v>44706</c:v>
                </c:pt>
                <c:pt idx="3257">
                  <c:v>44707</c:v>
                </c:pt>
                <c:pt idx="3258">
                  <c:v>44708</c:v>
                </c:pt>
                <c:pt idx="3259">
                  <c:v>44711</c:v>
                </c:pt>
                <c:pt idx="3260">
                  <c:v>44712</c:v>
                </c:pt>
                <c:pt idx="3261">
                  <c:v>44713</c:v>
                </c:pt>
                <c:pt idx="3262">
                  <c:v>44714</c:v>
                </c:pt>
                <c:pt idx="3263">
                  <c:v>44718</c:v>
                </c:pt>
                <c:pt idx="3264">
                  <c:v>44719</c:v>
                </c:pt>
                <c:pt idx="3265">
                  <c:v>44720</c:v>
                </c:pt>
                <c:pt idx="3266">
                  <c:v>44721</c:v>
                </c:pt>
                <c:pt idx="3267">
                  <c:v>44722</c:v>
                </c:pt>
                <c:pt idx="3268">
                  <c:v>44725</c:v>
                </c:pt>
                <c:pt idx="3269">
                  <c:v>44726</c:v>
                </c:pt>
                <c:pt idx="3270">
                  <c:v>44727</c:v>
                </c:pt>
                <c:pt idx="3271">
                  <c:v>44728</c:v>
                </c:pt>
                <c:pt idx="3272">
                  <c:v>44729</c:v>
                </c:pt>
                <c:pt idx="3273">
                  <c:v>44732</c:v>
                </c:pt>
                <c:pt idx="3274">
                  <c:v>44733</c:v>
                </c:pt>
                <c:pt idx="3275">
                  <c:v>44734</c:v>
                </c:pt>
                <c:pt idx="3276">
                  <c:v>44735</c:v>
                </c:pt>
                <c:pt idx="3277">
                  <c:v>44736</c:v>
                </c:pt>
                <c:pt idx="3278">
                  <c:v>44739</c:v>
                </c:pt>
                <c:pt idx="3279">
                  <c:v>44740</c:v>
                </c:pt>
                <c:pt idx="3280">
                  <c:v>44741</c:v>
                </c:pt>
                <c:pt idx="3281">
                  <c:v>44742</c:v>
                </c:pt>
                <c:pt idx="3282">
                  <c:v>44743</c:v>
                </c:pt>
                <c:pt idx="3283">
                  <c:v>44746</c:v>
                </c:pt>
                <c:pt idx="3284">
                  <c:v>44747</c:v>
                </c:pt>
                <c:pt idx="3285">
                  <c:v>44748</c:v>
                </c:pt>
                <c:pt idx="3286">
                  <c:v>44749</c:v>
                </c:pt>
                <c:pt idx="3287">
                  <c:v>44750</c:v>
                </c:pt>
                <c:pt idx="3288">
                  <c:v>44753</c:v>
                </c:pt>
                <c:pt idx="3289">
                  <c:v>44754</c:v>
                </c:pt>
                <c:pt idx="3290">
                  <c:v>44755</c:v>
                </c:pt>
                <c:pt idx="3291">
                  <c:v>44756</c:v>
                </c:pt>
                <c:pt idx="3292">
                  <c:v>44757</c:v>
                </c:pt>
                <c:pt idx="3293">
                  <c:v>44760</c:v>
                </c:pt>
                <c:pt idx="3294">
                  <c:v>44761</c:v>
                </c:pt>
                <c:pt idx="3295">
                  <c:v>44762</c:v>
                </c:pt>
                <c:pt idx="3296">
                  <c:v>44763</c:v>
                </c:pt>
                <c:pt idx="3297">
                  <c:v>44764</c:v>
                </c:pt>
                <c:pt idx="3298">
                  <c:v>44767</c:v>
                </c:pt>
                <c:pt idx="3299">
                  <c:v>44768</c:v>
                </c:pt>
                <c:pt idx="3300">
                  <c:v>44769</c:v>
                </c:pt>
                <c:pt idx="3301">
                  <c:v>44770</c:v>
                </c:pt>
                <c:pt idx="3302">
                  <c:v>44771</c:v>
                </c:pt>
                <c:pt idx="3303">
                  <c:v>44774</c:v>
                </c:pt>
                <c:pt idx="3304">
                  <c:v>44775</c:v>
                </c:pt>
                <c:pt idx="3305">
                  <c:v>44776</c:v>
                </c:pt>
                <c:pt idx="3306">
                  <c:v>44777</c:v>
                </c:pt>
                <c:pt idx="3307">
                  <c:v>44778</c:v>
                </c:pt>
                <c:pt idx="3308">
                  <c:v>44781</c:v>
                </c:pt>
                <c:pt idx="3309">
                  <c:v>44782</c:v>
                </c:pt>
                <c:pt idx="3310">
                  <c:v>44783</c:v>
                </c:pt>
                <c:pt idx="3311">
                  <c:v>44784</c:v>
                </c:pt>
                <c:pt idx="3312">
                  <c:v>44785</c:v>
                </c:pt>
                <c:pt idx="3313">
                  <c:v>44788</c:v>
                </c:pt>
                <c:pt idx="3314">
                  <c:v>44789</c:v>
                </c:pt>
                <c:pt idx="3315">
                  <c:v>44790</c:v>
                </c:pt>
                <c:pt idx="3316">
                  <c:v>44791</c:v>
                </c:pt>
                <c:pt idx="3317">
                  <c:v>44792</c:v>
                </c:pt>
                <c:pt idx="3318">
                  <c:v>44795</c:v>
                </c:pt>
                <c:pt idx="3319">
                  <c:v>44796</c:v>
                </c:pt>
                <c:pt idx="3320">
                  <c:v>44797</c:v>
                </c:pt>
                <c:pt idx="3321">
                  <c:v>44798</c:v>
                </c:pt>
                <c:pt idx="3322">
                  <c:v>44799</c:v>
                </c:pt>
                <c:pt idx="3323">
                  <c:v>44802</c:v>
                </c:pt>
                <c:pt idx="3324">
                  <c:v>44803</c:v>
                </c:pt>
                <c:pt idx="3325">
                  <c:v>44804</c:v>
                </c:pt>
                <c:pt idx="3326">
                  <c:v>44805</c:v>
                </c:pt>
                <c:pt idx="3327">
                  <c:v>44806</c:v>
                </c:pt>
                <c:pt idx="3328">
                  <c:v>44809</c:v>
                </c:pt>
                <c:pt idx="3329">
                  <c:v>44810</c:v>
                </c:pt>
                <c:pt idx="3330">
                  <c:v>44811</c:v>
                </c:pt>
                <c:pt idx="3331">
                  <c:v>44812</c:v>
                </c:pt>
                <c:pt idx="3332">
                  <c:v>44813</c:v>
                </c:pt>
                <c:pt idx="3333">
                  <c:v>44817</c:v>
                </c:pt>
                <c:pt idx="3334">
                  <c:v>44818</c:v>
                </c:pt>
                <c:pt idx="3335">
                  <c:v>44819</c:v>
                </c:pt>
                <c:pt idx="3336">
                  <c:v>44820</c:v>
                </c:pt>
                <c:pt idx="3337">
                  <c:v>44823</c:v>
                </c:pt>
                <c:pt idx="3338">
                  <c:v>44824</c:v>
                </c:pt>
                <c:pt idx="3339">
                  <c:v>44825</c:v>
                </c:pt>
                <c:pt idx="3340">
                  <c:v>44826</c:v>
                </c:pt>
                <c:pt idx="3341">
                  <c:v>44827</c:v>
                </c:pt>
                <c:pt idx="3342">
                  <c:v>44830</c:v>
                </c:pt>
                <c:pt idx="3343">
                  <c:v>44831</c:v>
                </c:pt>
                <c:pt idx="3344">
                  <c:v>44832</c:v>
                </c:pt>
                <c:pt idx="3345">
                  <c:v>44833</c:v>
                </c:pt>
                <c:pt idx="3346">
                  <c:v>44834</c:v>
                </c:pt>
                <c:pt idx="3347">
                  <c:v>44844</c:v>
                </c:pt>
                <c:pt idx="3348">
                  <c:v>44845</c:v>
                </c:pt>
                <c:pt idx="3349">
                  <c:v>44846</c:v>
                </c:pt>
                <c:pt idx="3350">
                  <c:v>44847</c:v>
                </c:pt>
                <c:pt idx="3351">
                  <c:v>44848</c:v>
                </c:pt>
                <c:pt idx="3352">
                  <c:v>44851</c:v>
                </c:pt>
                <c:pt idx="3353">
                  <c:v>44852</c:v>
                </c:pt>
                <c:pt idx="3354">
                  <c:v>44853</c:v>
                </c:pt>
                <c:pt idx="3355">
                  <c:v>44854</c:v>
                </c:pt>
                <c:pt idx="3356">
                  <c:v>44855</c:v>
                </c:pt>
                <c:pt idx="3357">
                  <c:v>44858</c:v>
                </c:pt>
                <c:pt idx="3358">
                  <c:v>44859</c:v>
                </c:pt>
                <c:pt idx="3359">
                  <c:v>44860</c:v>
                </c:pt>
                <c:pt idx="3360">
                  <c:v>44861</c:v>
                </c:pt>
                <c:pt idx="3361">
                  <c:v>44862</c:v>
                </c:pt>
                <c:pt idx="3362">
                  <c:v>44865</c:v>
                </c:pt>
                <c:pt idx="3363">
                  <c:v>44866</c:v>
                </c:pt>
                <c:pt idx="3364">
                  <c:v>44867</c:v>
                </c:pt>
                <c:pt idx="3365">
                  <c:v>44868</c:v>
                </c:pt>
                <c:pt idx="3366">
                  <c:v>44869</c:v>
                </c:pt>
                <c:pt idx="3367">
                  <c:v>44872</c:v>
                </c:pt>
                <c:pt idx="3368">
                  <c:v>44873</c:v>
                </c:pt>
                <c:pt idx="3369">
                  <c:v>44874</c:v>
                </c:pt>
                <c:pt idx="3370">
                  <c:v>44875</c:v>
                </c:pt>
                <c:pt idx="3371">
                  <c:v>44876</c:v>
                </c:pt>
                <c:pt idx="3372">
                  <c:v>44879</c:v>
                </c:pt>
                <c:pt idx="3373">
                  <c:v>44880</c:v>
                </c:pt>
                <c:pt idx="3374">
                  <c:v>44881</c:v>
                </c:pt>
                <c:pt idx="3375">
                  <c:v>44882</c:v>
                </c:pt>
                <c:pt idx="3376">
                  <c:v>44883</c:v>
                </c:pt>
                <c:pt idx="3377">
                  <c:v>44886</c:v>
                </c:pt>
                <c:pt idx="3378">
                  <c:v>44887</c:v>
                </c:pt>
                <c:pt idx="3379">
                  <c:v>44888</c:v>
                </c:pt>
                <c:pt idx="3380">
                  <c:v>44889</c:v>
                </c:pt>
                <c:pt idx="3381">
                  <c:v>44890</c:v>
                </c:pt>
                <c:pt idx="3382">
                  <c:v>44893</c:v>
                </c:pt>
                <c:pt idx="3383">
                  <c:v>44894</c:v>
                </c:pt>
                <c:pt idx="3384">
                  <c:v>44895</c:v>
                </c:pt>
                <c:pt idx="3385">
                  <c:v>44896</c:v>
                </c:pt>
                <c:pt idx="3386">
                  <c:v>44897</c:v>
                </c:pt>
                <c:pt idx="3387">
                  <c:v>44900</c:v>
                </c:pt>
                <c:pt idx="3388">
                  <c:v>44901</c:v>
                </c:pt>
                <c:pt idx="3389">
                  <c:v>44902</c:v>
                </c:pt>
                <c:pt idx="3390">
                  <c:v>44903</c:v>
                </c:pt>
                <c:pt idx="3391">
                  <c:v>44904</c:v>
                </c:pt>
                <c:pt idx="3392">
                  <c:v>44907</c:v>
                </c:pt>
                <c:pt idx="3393">
                  <c:v>44908</c:v>
                </c:pt>
                <c:pt idx="3394">
                  <c:v>44909</c:v>
                </c:pt>
                <c:pt idx="3395">
                  <c:v>44910</c:v>
                </c:pt>
                <c:pt idx="3396">
                  <c:v>44911</c:v>
                </c:pt>
                <c:pt idx="3397">
                  <c:v>44914</c:v>
                </c:pt>
                <c:pt idx="3398">
                  <c:v>44915</c:v>
                </c:pt>
                <c:pt idx="3399">
                  <c:v>44916</c:v>
                </c:pt>
                <c:pt idx="3400">
                  <c:v>44917</c:v>
                </c:pt>
                <c:pt idx="3401">
                  <c:v>44918</c:v>
                </c:pt>
                <c:pt idx="3402">
                  <c:v>44921</c:v>
                </c:pt>
                <c:pt idx="3403">
                  <c:v>44922</c:v>
                </c:pt>
                <c:pt idx="3404">
                  <c:v>44923</c:v>
                </c:pt>
                <c:pt idx="3405">
                  <c:v>44924</c:v>
                </c:pt>
                <c:pt idx="3406">
                  <c:v>44925</c:v>
                </c:pt>
                <c:pt idx="3407">
                  <c:v>44929</c:v>
                </c:pt>
                <c:pt idx="3408">
                  <c:v>44930</c:v>
                </c:pt>
                <c:pt idx="3409">
                  <c:v>44931</c:v>
                </c:pt>
                <c:pt idx="3410">
                  <c:v>44932</c:v>
                </c:pt>
                <c:pt idx="3411">
                  <c:v>44935</c:v>
                </c:pt>
                <c:pt idx="3412">
                  <c:v>44936</c:v>
                </c:pt>
                <c:pt idx="3413">
                  <c:v>44937</c:v>
                </c:pt>
                <c:pt idx="3414">
                  <c:v>44938</c:v>
                </c:pt>
                <c:pt idx="3415">
                  <c:v>44939</c:v>
                </c:pt>
                <c:pt idx="3416">
                  <c:v>44942</c:v>
                </c:pt>
                <c:pt idx="3417">
                  <c:v>44943</c:v>
                </c:pt>
                <c:pt idx="3418">
                  <c:v>44944</c:v>
                </c:pt>
                <c:pt idx="3419">
                  <c:v>44945</c:v>
                </c:pt>
                <c:pt idx="3420">
                  <c:v>44946</c:v>
                </c:pt>
                <c:pt idx="3421">
                  <c:v>44956</c:v>
                </c:pt>
                <c:pt idx="3422">
                  <c:v>44957</c:v>
                </c:pt>
                <c:pt idx="3423">
                  <c:v>44958</c:v>
                </c:pt>
                <c:pt idx="3424">
                  <c:v>44959</c:v>
                </c:pt>
                <c:pt idx="3425">
                  <c:v>44960</c:v>
                </c:pt>
                <c:pt idx="3426">
                  <c:v>44963</c:v>
                </c:pt>
                <c:pt idx="3427">
                  <c:v>44964</c:v>
                </c:pt>
                <c:pt idx="3428">
                  <c:v>44965</c:v>
                </c:pt>
                <c:pt idx="3429">
                  <c:v>44966</c:v>
                </c:pt>
                <c:pt idx="3430">
                  <c:v>44967</c:v>
                </c:pt>
                <c:pt idx="3431">
                  <c:v>44970</c:v>
                </c:pt>
                <c:pt idx="3432">
                  <c:v>44971</c:v>
                </c:pt>
                <c:pt idx="3433">
                  <c:v>44972</c:v>
                </c:pt>
                <c:pt idx="3434">
                  <c:v>44973</c:v>
                </c:pt>
                <c:pt idx="3435">
                  <c:v>44974</c:v>
                </c:pt>
                <c:pt idx="3436">
                  <c:v>44977</c:v>
                </c:pt>
                <c:pt idx="3437">
                  <c:v>44978</c:v>
                </c:pt>
                <c:pt idx="3438">
                  <c:v>44979</c:v>
                </c:pt>
                <c:pt idx="3439">
                  <c:v>44980</c:v>
                </c:pt>
                <c:pt idx="3440">
                  <c:v>44981</c:v>
                </c:pt>
                <c:pt idx="3441">
                  <c:v>44984</c:v>
                </c:pt>
                <c:pt idx="3442">
                  <c:v>44985</c:v>
                </c:pt>
                <c:pt idx="3443">
                  <c:v>44986</c:v>
                </c:pt>
                <c:pt idx="3444">
                  <c:v>44987</c:v>
                </c:pt>
                <c:pt idx="3445">
                  <c:v>44988</c:v>
                </c:pt>
                <c:pt idx="3446">
                  <c:v>44991</c:v>
                </c:pt>
                <c:pt idx="3447">
                  <c:v>44992</c:v>
                </c:pt>
                <c:pt idx="3448">
                  <c:v>44993</c:v>
                </c:pt>
                <c:pt idx="3449">
                  <c:v>44994</c:v>
                </c:pt>
                <c:pt idx="3450">
                  <c:v>44995</c:v>
                </c:pt>
                <c:pt idx="3451">
                  <c:v>44998</c:v>
                </c:pt>
                <c:pt idx="3452">
                  <c:v>44999</c:v>
                </c:pt>
                <c:pt idx="3453">
                  <c:v>45000</c:v>
                </c:pt>
                <c:pt idx="3454">
                  <c:v>45001</c:v>
                </c:pt>
                <c:pt idx="3455">
                  <c:v>45002</c:v>
                </c:pt>
                <c:pt idx="3456">
                  <c:v>45005</c:v>
                </c:pt>
                <c:pt idx="3457">
                  <c:v>45006</c:v>
                </c:pt>
                <c:pt idx="3458">
                  <c:v>45007</c:v>
                </c:pt>
                <c:pt idx="3459">
                  <c:v>45008</c:v>
                </c:pt>
                <c:pt idx="3460">
                  <c:v>45009</c:v>
                </c:pt>
                <c:pt idx="3461">
                  <c:v>45012</c:v>
                </c:pt>
                <c:pt idx="3462">
                  <c:v>45013</c:v>
                </c:pt>
                <c:pt idx="3463">
                  <c:v>45014</c:v>
                </c:pt>
                <c:pt idx="3464">
                  <c:v>45015</c:v>
                </c:pt>
                <c:pt idx="3465">
                  <c:v>45016</c:v>
                </c:pt>
              </c:numCache>
            </c:numRef>
          </c:cat>
          <c:val>
            <c:numRef>
              <c:f>Sheet1!$B$2:$B$3467</c:f>
              <c:numCache>
                <c:formatCode>General</c:formatCode>
                <c:ptCount val="3466"/>
                <c:pt idx="0">
                  <c:v>3.2529400000091968E-5</c:v>
                </c:pt>
                <c:pt idx="1">
                  <c:v>1.137231999999155E-4</c:v>
                </c:pt>
                <c:pt idx="2">
                  <c:v>1.4078749999990589E-4</c:v>
                </c:pt>
                <c:pt idx="3">
                  <c:v>1.6785165000010591E-4</c:v>
                </c:pt>
                <c:pt idx="4">
                  <c:v>3.0309540000006407E-4</c:v>
                </c:pt>
                <c:pt idx="5">
                  <c:v>3.5898364999997773E-4</c:v>
                </c:pt>
                <c:pt idx="6">
                  <c:v>3.5793025000008249E-4</c:v>
                </c:pt>
                <c:pt idx="7">
                  <c:v>8.2342309999994256E-4</c:v>
                </c:pt>
                <c:pt idx="8">
                  <c:v>9.4807335000002269E-4</c:v>
                </c:pt>
                <c:pt idx="9">
                  <c:v>5.5665335000010252E-4</c:v>
                </c:pt>
                <c:pt idx="10">
                  <c:v>9.9424350000099082E-5</c:v>
                </c:pt>
                <c:pt idx="11">
                  <c:v>-7.3878034999996789E-4</c:v>
                </c:pt>
                <c:pt idx="12">
                  <c:v>-1.494335349999987E-3</c:v>
                </c:pt>
                <c:pt idx="13">
                  <c:v>-1.832575600000053E-3</c:v>
                </c:pt>
                <c:pt idx="14">
                  <c:v>-1.9015094500000049E-3</c:v>
                </c:pt>
                <c:pt idx="15">
                  <c:v>-1.6807603999999809E-3</c:v>
                </c:pt>
                <c:pt idx="16">
                  <c:v>-1.918645249999962E-3</c:v>
                </c:pt>
                <c:pt idx="17">
                  <c:v>-1.6748402999999801E-3</c:v>
                </c:pt>
                <c:pt idx="18">
                  <c:v>-1.2788579000001521E-3</c:v>
                </c:pt>
                <c:pt idx="19">
                  <c:v>-1.030239150000001E-3</c:v>
                </c:pt>
                <c:pt idx="20">
                  <c:v>-1.2185572999999781E-3</c:v>
                </c:pt>
                <c:pt idx="21">
                  <c:v>-1.26048489999997E-3</c:v>
                </c:pt>
                <c:pt idx="22">
                  <c:v>-1.3499952405859881E-3</c:v>
                </c:pt>
                <c:pt idx="23">
                  <c:v>-1.167436292195068E-3</c:v>
                </c:pt>
                <c:pt idx="24">
                  <c:v>-8.4756789126727572E-4</c:v>
                </c:pt>
                <c:pt idx="25">
                  <c:v>-4.5242101890508041E-4</c:v>
                </c:pt>
                <c:pt idx="26">
                  <c:v>-3.2807408652812953E-4</c:v>
                </c:pt>
                <c:pt idx="27">
                  <c:v>-1.3204226503005229E-4</c:v>
                </c:pt>
                <c:pt idx="28">
                  <c:v>-3.2615429798699141E-4</c:v>
                </c:pt>
                <c:pt idx="29">
                  <c:v>-2.059428809429997E-4</c:v>
                </c:pt>
                <c:pt idx="30">
                  <c:v>-3.2826649011397091E-4</c:v>
                </c:pt>
                <c:pt idx="31">
                  <c:v>-3.3453578224040832E-5</c:v>
                </c:pt>
                <c:pt idx="32">
                  <c:v>1.287379451119897E-3</c:v>
                </c:pt>
                <c:pt idx="33">
                  <c:v>1.4402583787300749E-3</c:v>
                </c:pt>
                <c:pt idx="34">
                  <c:v>2.0017372143299461E-3</c:v>
                </c:pt>
                <c:pt idx="35">
                  <c:v>2.0064669296999682E-3</c:v>
                </c:pt>
                <c:pt idx="36">
                  <c:v>1.8793582650800109E-3</c:v>
                </c:pt>
                <c:pt idx="37">
                  <c:v>1.6497517554801E-3</c:v>
                </c:pt>
                <c:pt idx="38">
                  <c:v>1.6425153469299401E-3</c:v>
                </c:pt>
                <c:pt idx="39">
                  <c:v>2.062098424119974E-3</c:v>
                </c:pt>
                <c:pt idx="40">
                  <c:v>2.4509727297099548E-3</c:v>
                </c:pt>
                <c:pt idx="41">
                  <c:v>2.749940744569912E-3</c:v>
                </c:pt>
                <c:pt idx="42">
                  <c:v>3.003319852759923E-3</c:v>
                </c:pt>
                <c:pt idx="43">
                  <c:v>2.836251554179992E-3</c:v>
                </c:pt>
                <c:pt idx="44">
                  <c:v>2.3879813046800979E-3</c:v>
                </c:pt>
                <c:pt idx="45">
                  <c:v>2.9372177406898898E-3</c:v>
                </c:pt>
                <c:pt idx="46">
                  <c:v>3.0338522856399042E-3</c:v>
                </c:pt>
                <c:pt idx="47">
                  <c:v>2.8810728452499661E-3</c:v>
                </c:pt>
                <c:pt idx="48">
                  <c:v>2.7044928239299271E-3</c:v>
                </c:pt>
                <c:pt idx="49">
                  <c:v>2.8487988113901071E-3</c:v>
                </c:pt>
                <c:pt idx="50">
                  <c:v>3.607574045479955E-3</c:v>
                </c:pt>
                <c:pt idx="51">
                  <c:v>3.8969392950500841E-3</c:v>
                </c:pt>
                <c:pt idx="52">
                  <c:v>4.7367226099799256E-3</c:v>
                </c:pt>
                <c:pt idx="53">
                  <c:v>4.7520723237299833E-3</c:v>
                </c:pt>
                <c:pt idx="54">
                  <c:v>5.1088675224499891E-3</c:v>
                </c:pt>
                <c:pt idx="55">
                  <c:v>5.3153762076501021E-3</c:v>
                </c:pt>
                <c:pt idx="56">
                  <c:v>3.6751827818100051E-3</c:v>
                </c:pt>
                <c:pt idx="57">
                  <c:v>5.4014030714499839E-3</c:v>
                </c:pt>
                <c:pt idx="58">
                  <c:v>5.6543870789600437E-3</c:v>
                </c:pt>
                <c:pt idx="59">
                  <c:v>5.8722218669600146E-3</c:v>
                </c:pt>
                <c:pt idx="60">
                  <c:v>6.2375146533799608E-3</c:v>
                </c:pt>
                <c:pt idx="61">
                  <c:v>6.1767221157700281E-3</c:v>
                </c:pt>
                <c:pt idx="62">
                  <c:v>6.4437165321900034E-3</c:v>
                </c:pt>
                <c:pt idx="63">
                  <c:v>5.636548136009889E-3</c:v>
                </c:pt>
                <c:pt idx="64">
                  <c:v>6.064708200790081E-3</c:v>
                </c:pt>
                <c:pt idx="65">
                  <c:v>4.5490628803799282E-3</c:v>
                </c:pt>
                <c:pt idx="66">
                  <c:v>5.221426893230019E-3</c:v>
                </c:pt>
                <c:pt idx="67">
                  <c:v>6.0410299176900661E-3</c:v>
                </c:pt>
                <c:pt idx="68">
                  <c:v>7.2411060991799392E-3</c:v>
                </c:pt>
                <c:pt idx="69">
                  <c:v>7.6234188703399042E-3</c:v>
                </c:pt>
                <c:pt idx="70">
                  <c:v>7.778065682350066E-3</c:v>
                </c:pt>
                <c:pt idx="71">
                  <c:v>7.624673628539913E-3</c:v>
                </c:pt>
                <c:pt idx="72">
                  <c:v>6.6228409728799056E-3</c:v>
                </c:pt>
                <c:pt idx="73">
                  <c:v>8.0061549743699612E-3</c:v>
                </c:pt>
                <c:pt idx="74">
                  <c:v>7.1704645766499384E-3</c:v>
                </c:pt>
                <c:pt idx="75">
                  <c:v>6.0893800569199463E-3</c:v>
                </c:pt>
                <c:pt idx="76">
                  <c:v>5.9728046953899661E-3</c:v>
                </c:pt>
                <c:pt idx="77">
                  <c:v>5.9377873426600392E-3</c:v>
                </c:pt>
                <c:pt idx="78">
                  <c:v>4.9636080366899371E-3</c:v>
                </c:pt>
                <c:pt idx="79">
                  <c:v>4.9461688914500526E-3</c:v>
                </c:pt>
                <c:pt idx="80">
                  <c:v>6.2218256537300842E-3</c:v>
                </c:pt>
                <c:pt idx="81">
                  <c:v>6.5371211653300074E-3</c:v>
                </c:pt>
                <c:pt idx="82">
                  <c:v>8.8349102484099884E-3</c:v>
                </c:pt>
                <c:pt idx="83">
                  <c:v>9.3720030974899782E-3</c:v>
                </c:pt>
                <c:pt idx="84">
                  <c:v>9.553556880179892E-3</c:v>
                </c:pt>
                <c:pt idx="85">
                  <c:v>9.1144407041099385E-3</c:v>
                </c:pt>
                <c:pt idx="86">
                  <c:v>1.0612277987070101E-2</c:v>
                </c:pt>
                <c:pt idx="87">
                  <c:v>9.543648782559977E-3</c:v>
                </c:pt>
                <c:pt idx="88">
                  <c:v>1.228368888851006E-2</c:v>
                </c:pt>
                <c:pt idx="89">
                  <c:v>1.330032765095002E-2</c:v>
                </c:pt>
                <c:pt idx="90">
                  <c:v>1.2967120941999919E-2</c:v>
                </c:pt>
                <c:pt idx="91">
                  <c:v>1.33152811397399E-2</c:v>
                </c:pt>
                <c:pt idx="92">
                  <c:v>1.4047398770790091E-2</c:v>
                </c:pt>
                <c:pt idx="93">
                  <c:v>1.413647453561007E-2</c:v>
                </c:pt>
                <c:pt idx="94">
                  <c:v>1.321103167509996E-2</c:v>
                </c:pt>
                <c:pt idx="95">
                  <c:v>1.096327197157998E-2</c:v>
                </c:pt>
                <c:pt idx="96">
                  <c:v>1.0668847139789991E-2</c:v>
                </c:pt>
                <c:pt idx="97">
                  <c:v>1.0625597806759981E-2</c:v>
                </c:pt>
                <c:pt idx="98">
                  <c:v>9.5287175797200696E-3</c:v>
                </c:pt>
                <c:pt idx="99">
                  <c:v>1.088349116629006E-2</c:v>
                </c:pt>
                <c:pt idx="100">
                  <c:v>1.443253098777997E-2</c:v>
                </c:pt>
                <c:pt idx="101">
                  <c:v>1.542456287809002E-2</c:v>
                </c:pt>
                <c:pt idx="102">
                  <c:v>1.702595923635997E-2</c:v>
                </c:pt>
                <c:pt idx="103">
                  <c:v>1.857970963602007E-2</c:v>
                </c:pt>
                <c:pt idx="104">
                  <c:v>1.8045869309480041E-2</c:v>
                </c:pt>
                <c:pt idx="105">
                  <c:v>1.7846216722829929E-2</c:v>
                </c:pt>
                <c:pt idx="106">
                  <c:v>1.7679896252339899E-2</c:v>
                </c:pt>
                <c:pt idx="107">
                  <c:v>1.8546774244500019E-2</c:v>
                </c:pt>
                <c:pt idx="108">
                  <c:v>1.663603174536998E-2</c:v>
                </c:pt>
                <c:pt idx="109">
                  <c:v>1.258516979264002E-2</c:v>
                </c:pt>
                <c:pt idx="110">
                  <c:v>1.4471699770790099E-2</c:v>
                </c:pt>
                <c:pt idx="111">
                  <c:v>1.548055744340004E-2</c:v>
                </c:pt>
                <c:pt idx="112">
                  <c:v>1.7839481997689921E-2</c:v>
                </c:pt>
                <c:pt idx="113">
                  <c:v>1.8872619149030049E-2</c:v>
                </c:pt>
                <c:pt idx="114">
                  <c:v>1.8144173275959959E-2</c:v>
                </c:pt>
                <c:pt idx="115">
                  <c:v>1.7380767239070009E-2</c:v>
                </c:pt>
                <c:pt idx="116">
                  <c:v>1.7467703129230069E-2</c:v>
                </c:pt>
                <c:pt idx="117">
                  <c:v>1.9835880694520028E-2</c:v>
                </c:pt>
                <c:pt idx="118">
                  <c:v>1.8882256342600101E-2</c:v>
                </c:pt>
                <c:pt idx="119">
                  <c:v>1.8845244248629989E-2</c:v>
                </c:pt>
                <c:pt idx="120">
                  <c:v>2.2377011294899999E-2</c:v>
                </c:pt>
                <c:pt idx="121">
                  <c:v>1.9861513569209951E-2</c:v>
                </c:pt>
                <c:pt idx="122">
                  <c:v>2.0961007721769901E-2</c:v>
                </c:pt>
                <c:pt idx="123">
                  <c:v>2.2483527354230089E-2</c:v>
                </c:pt>
                <c:pt idx="124">
                  <c:v>2.4518072229380069E-2</c:v>
                </c:pt>
                <c:pt idx="125">
                  <c:v>2.5864174612810101E-2</c:v>
                </c:pt>
                <c:pt idx="126">
                  <c:v>2.564364382608009E-2</c:v>
                </c:pt>
                <c:pt idx="127">
                  <c:v>2.471760759000996E-2</c:v>
                </c:pt>
                <c:pt idx="128">
                  <c:v>2.4898308311019909E-2</c:v>
                </c:pt>
                <c:pt idx="129">
                  <c:v>2.7099255430049981E-2</c:v>
                </c:pt>
                <c:pt idx="130">
                  <c:v>2.5397755216109989E-2</c:v>
                </c:pt>
                <c:pt idx="131">
                  <c:v>2.872995852150995E-2</c:v>
                </c:pt>
                <c:pt idx="132">
                  <c:v>2.895629288582002E-2</c:v>
                </c:pt>
                <c:pt idx="133">
                  <c:v>3.1786742121999938E-2</c:v>
                </c:pt>
                <c:pt idx="134">
                  <c:v>3.0957779667889929E-2</c:v>
                </c:pt>
                <c:pt idx="135">
                  <c:v>3.4034988414979983E-2</c:v>
                </c:pt>
                <c:pt idx="136">
                  <c:v>3.1299829431669979E-2</c:v>
                </c:pt>
                <c:pt idx="137">
                  <c:v>3.380810200628992E-2</c:v>
                </c:pt>
                <c:pt idx="138">
                  <c:v>3.5442341924700083E-2</c:v>
                </c:pt>
                <c:pt idx="139">
                  <c:v>3.6739027217639997E-2</c:v>
                </c:pt>
                <c:pt idx="140">
                  <c:v>3.9403086439039781E-2</c:v>
                </c:pt>
                <c:pt idx="141">
                  <c:v>3.9925274012159839E-2</c:v>
                </c:pt>
                <c:pt idx="142">
                  <c:v>3.1556166113189787E-2</c:v>
                </c:pt>
                <c:pt idx="143">
                  <c:v>3.0873594353269859E-2</c:v>
                </c:pt>
                <c:pt idx="144">
                  <c:v>3.4257895723979859E-2</c:v>
                </c:pt>
                <c:pt idx="145">
                  <c:v>3.5589305672129701E-2</c:v>
                </c:pt>
                <c:pt idx="146">
                  <c:v>3.8684887468339868E-2</c:v>
                </c:pt>
                <c:pt idx="147">
                  <c:v>3.6761243436429718E-2</c:v>
                </c:pt>
                <c:pt idx="148">
                  <c:v>3.4083719478649847E-2</c:v>
                </c:pt>
                <c:pt idx="149">
                  <c:v>2.79793521144398E-2</c:v>
                </c:pt>
                <c:pt idx="150">
                  <c:v>2.8148324568519682E-2</c:v>
                </c:pt>
                <c:pt idx="151">
                  <c:v>2.7850481429989801E-2</c:v>
                </c:pt>
                <c:pt idx="152">
                  <c:v>1.8546811382029741E-2</c:v>
                </c:pt>
                <c:pt idx="153">
                  <c:v>2.3725981168659871E-2</c:v>
                </c:pt>
                <c:pt idx="154">
                  <c:v>2.0014804978399688E-2</c:v>
                </c:pt>
                <c:pt idx="155">
                  <c:v>1.05736726093697E-2</c:v>
                </c:pt>
                <c:pt idx="156">
                  <c:v>1.097800726267972E-2</c:v>
                </c:pt>
                <c:pt idx="157">
                  <c:v>3.365775960359807E-3</c:v>
                </c:pt>
                <c:pt idx="158">
                  <c:v>1.501411749558978E-2</c:v>
                </c:pt>
                <c:pt idx="159">
                  <c:v>2.3795742705229769E-2</c:v>
                </c:pt>
                <c:pt idx="160">
                  <c:v>2.722936213270977E-2</c:v>
                </c:pt>
                <c:pt idx="161">
                  <c:v>1.44705476500997E-2</c:v>
                </c:pt>
                <c:pt idx="162">
                  <c:v>1.5179042934510001E-2</c:v>
                </c:pt>
                <c:pt idx="163">
                  <c:v>1.5159403902810009E-2</c:v>
                </c:pt>
                <c:pt idx="164">
                  <c:v>1.4366493758749989E-2</c:v>
                </c:pt>
                <c:pt idx="165">
                  <c:v>7.9171492628300477E-3</c:v>
                </c:pt>
                <c:pt idx="166">
                  <c:v>6.4209399950398982E-3</c:v>
                </c:pt>
                <c:pt idx="167">
                  <c:v>6.6491280617499982E-3</c:v>
                </c:pt>
                <c:pt idx="168">
                  <c:v>1.0160014444410059E-2</c:v>
                </c:pt>
                <c:pt idx="169">
                  <c:v>1.306510852406007E-2</c:v>
                </c:pt>
                <c:pt idx="170">
                  <c:v>1.318656033587007E-2</c:v>
                </c:pt>
                <c:pt idx="171">
                  <c:v>1.38834362289999E-2</c:v>
                </c:pt>
                <c:pt idx="172">
                  <c:v>1.481772371015011E-2</c:v>
                </c:pt>
                <c:pt idx="173">
                  <c:v>1.6480204636150079E-2</c:v>
                </c:pt>
                <c:pt idx="174">
                  <c:v>1.855811626789006E-2</c:v>
                </c:pt>
                <c:pt idx="175">
                  <c:v>2.0179137775609979E-2</c:v>
                </c:pt>
                <c:pt idx="176">
                  <c:v>1.967295773879996E-2</c:v>
                </c:pt>
                <c:pt idx="177">
                  <c:v>1.8952809105380108E-2</c:v>
                </c:pt>
                <c:pt idx="178">
                  <c:v>2.0920936808759949E-2</c:v>
                </c:pt>
                <c:pt idx="179">
                  <c:v>1.7663779827639999E-2</c:v>
                </c:pt>
                <c:pt idx="180">
                  <c:v>1.921315445095995E-2</c:v>
                </c:pt>
                <c:pt idx="181">
                  <c:v>1.5471925072960019E-2</c:v>
                </c:pt>
                <c:pt idx="182">
                  <c:v>1.2171440634930031E-2</c:v>
                </c:pt>
                <c:pt idx="183">
                  <c:v>1.1692257887240039E-2</c:v>
                </c:pt>
                <c:pt idx="184">
                  <c:v>1.107906504480005E-2</c:v>
                </c:pt>
                <c:pt idx="185">
                  <c:v>1.003661663652E-2</c:v>
                </c:pt>
                <c:pt idx="186">
                  <c:v>6.9772759659298966E-3</c:v>
                </c:pt>
                <c:pt idx="187">
                  <c:v>8.6390844099100139E-3</c:v>
                </c:pt>
                <c:pt idx="188">
                  <c:v>1.468132127994992E-2</c:v>
                </c:pt>
                <c:pt idx="189">
                  <c:v>1.494997543520005E-2</c:v>
                </c:pt>
                <c:pt idx="190">
                  <c:v>1.743273594206007E-2</c:v>
                </c:pt>
                <c:pt idx="191">
                  <c:v>1.911427686757006E-2</c:v>
                </c:pt>
                <c:pt idx="192">
                  <c:v>2.1763556646609891E-2</c:v>
                </c:pt>
                <c:pt idx="193">
                  <c:v>2.178632365452993E-2</c:v>
                </c:pt>
                <c:pt idx="194">
                  <c:v>2.782801161830006E-2</c:v>
                </c:pt>
                <c:pt idx="195">
                  <c:v>3.0469536514929899E-2</c:v>
                </c:pt>
                <c:pt idx="196">
                  <c:v>3.1909294620189987E-2</c:v>
                </c:pt>
                <c:pt idx="197">
                  <c:v>3.101192669256991E-2</c:v>
                </c:pt>
                <c:pt idx="198">
                  <c:v>3.4141467278210103E-2</c:v>
                </c:pt>
                <c:pt idx="199">
                  <c:v>3.6418389158469948E-2</c:v>
                </c:pt>
                <c:pt idx="200">
                  <c:v>2.9568493125240011E-2</c:v>
                </c:pt>
                <c:pt idx="201">
                  <c:v>3.2831470355979997E-2</c:v>
                </c:pt>
                <c:pt idx="202">
                  <c:v>3.1926717282229948E-2</c:v>
                </c:pt>
                <c:pt idx="203">
                  <c:v>3.5981459805769937E-2</c:v>
                </c:pt>
                <c:pt idx="204">
                  <c:v>4.3538349815070099E-2</c:v>
                </c:pt>
                <c:pt idx="205">
                  <c:v>4.7289800470510013E-2</c:v>
                </c:pt>
                <c:pt idx="206">
                  <c:v>4.7608485827939973E-2</c:v>
                </c:pt>
                <c:pt idx="207">
                  <c:v>5.1226531582819979E-2</c:v>
                </c:pt>
                <c:pt idx="208">
                  <c:v>5.2444282292019917E-2</c:v>
                </c:pt>
                <c:pt idx="209">
                  <c:v>5.6905525166200073E-2</c:v>
                </c:pt>
                <c:pt idx="210">
                  <c:v>5.970267858153E-2</c:v>
                </c:pt>
                <c:pt idx="211">
                  <c:v>6.1219607252219983E-2</c:v>
                </c:pt>
                <c:pt idx="212">
                  <c:v>6.2607889366109948E-2</c:v>
                </c:pt>
                <c:pt idx="213">
                  <c:v>6.5377190371860072E-2</c:v>
                </c:pt>
                <c:pt idx="214">
                  <c:v>6.8217879350829902E-2</c:v>
                </c:pt>
                <c:pt idx="215">
                  <c:v>6.839343891130989E-2</c:v>
                </c:pt>
                <c:pt idx="216">
                  <c:v>6.8783961488209977E-2</c:v>
                </c:pt>
                <c:pt idx="217">
                  <c:v>7.181856844322998E-2</c:v>
                </c:pt>
                <c:pt idx="218">
                  <c:v>7.417732568376989E-2</c:v>
                </c:pt>
                <c:pt idx="219">
                  <c:v>7.81363811642799E-2</c:v>
                </c:pt>
                <c:pt idx="220">
                  <c:v>7.1149872810349901E-2</c:v>
                </c:pt>
                <c:pt idx="221">
                  <c:v>7.8694688137100011E-2</c:v>
                </c:pt>
                <c:pt idx="222">
                  <c:v>7.0614333572170063E-2</c:v>
                </c:pt>
                <c:pt idx="223">
                  <c:v>6.5467025684990077E-2</c:v>
                </c:pt>
                <c:pt idx="224">
                  <c:v>7.3157712694360111E-2</c:v>
                </c:pt>
                <c:pt idx="225">
                  <c:v>7.7755507868620066E-2</c:v>
                </c:pt>
                <c:pt idx="226">
                  <c:v>8.1744858568310041E-2</c:v>
                </c:pt>
                <c:pt idx="227">
                  <c:v>8.2334505092690025E-2</c:v>
                </c:pt>
                <c:pt idx="228">
                  <c:v>7.9353450241379964E-2</c:v>
                </c:pt>
                <c:pt idx="229">
                  <c:v>8.2879579781029999E-2</c:v>
                </c:pt>
                <c:pt idx="230">
                  <c:v>8.1755951647769942E-2</c:v>
                </c:pt>
                <c:pt idx="231">
                  <c:v>7.8666731542029966E-2</c:v>
                </c:pt>
                <c:pt idx="232">
                  <c:v>7.9632089060029942E-2</c:v>
                </c:pt>
                <c:pt idx="233">
                  <c:v>7.9753715185989948E-2</c:v>
                </c:pt>
                <c:pt idx="234">
                  <c:v>8.0657036254240033E-2</c:v>
                </c:pt>
                <c:pt idx="235">
                  <c:v>8.0920420123189896E-2</c:v>
                </c:pt>
                <c:pt idx="236">
                  <c:v>8.1508684686780075E-2</c:v>
                </c:pt>
                <c:pt idx="237">
                  <c:v>7.5779026860379961E-2</c:v>
                </c:pt>
                <c:pt idx="238">
                  <c:v>7.151032310653993E-2</c:v>
                </c:pt>
                <c:pt idx="239">
                  <c:v>7.2456779777130054E-2</c:v>
                </c:pt>
                <c:pt idx="240">
                  <c:v>6.9412882574509949E-2</c:v>
                </c:pt>
                <c:pt idx="241">
                  <c:v>7.0588926746959935E-2</c:v>
                </c:pt>
                <c:pt idx="242">
                  <c:v>7.4330847898139929E-2</c:v>
                </c:pt>
                <c:pt idx="243">
                  <c:v>7.512369184444001E-2</c:v>
                </c:pt>
                <c:pt idx="244">
                  <c:v>7.7793082099499866E-2</c:v>
                </c:pt>
                <c:pt idx="245">
                  <c:v>7.7928735510649716E-2</c:v>
                </c:pt>
                <c:pt idx="246">
                  <c:v>7.7595151792739792E-2</c:v>
                </c:pt>
                <c:pt idx="247">
                  <c:v>7.424495633959971E-2</c:v>
                </c:pt>
                <c:pt idx="248">
                  <c:v>7.37994757163698E-2</c:v>
                </c:pt>
                <c:pt idx="249">
                  <c:v>7.4132839766070102E-2</c:v>
                </c:pt>
                <c:pt idx="250">
                  <c:v>7.3629327459290073E-2</c:v>
                </c:pt>
                <c:pt idx="251">
                  <c:v>7.2199008282310073E-2</c:v>
                </c:pt>
                <c:pt idx="252">
                  <c:v>7.3053160998509892E-2</c:v>
                </c:pt>
                <c:pt idx="253">
                  <c:v>7.3391680644599999E-2</c:v>
                </c:pt>
                <c:pt idx="254">
                  <c:v>7.5236064455300067E-2</c:v>
                </c:pt>
                <c:pt idx="255">
                  <c:v>7.4178565372229999E-2</c:v>
                </c:pt>
                <c:pt idx="256">
                  <c:v>7.7035753878219815E-2</c:v>
                </c:pt>
                <c:pt idx="257">
                  <c:v>7.7786037092240079E-2</c:v>
                </c:pt>
                <c:pt idx="258">
                  <c:v>8.1507867157670111E-2</c:v>
                </c:pt>
                <c:pt idx="259">
                  <c:v>8.2620569192350057E-2</c:v>
                </c:pt>
                <c:pt idx="260">
                  <c:v>7.8509143913219948E-2</c:v>
                </c:pt>
                <c:pt idx="261">
                  <c:v>7.7828576188029963E-2</c:v>
                </c:pt>
                <c:pt idx="262">
                  <c:v>7.4506144154059983E-2</c:v>
                </c:pt>
                <c:pt idx="263">
                  <c:v>7.2434495444680058E-2</c:v>
                </c:pt>
                <c:pt idx="264">
                  <c:v>6.9933368627399961E-2</c:v>
                </c:pt>
                <c:pt idx="265">
                  <c:v>6.9777783183490039E-2</c:v>
                </c:pt>
                <c:pt idx="266">
                  <c:v>7.1281133848279943E-2</c:v>
                </c:pt>
                <c:pt idx="267">
                  <c:v>7.1774770103559815E-2</c:v>
                </c:pt>
                <c:pt idx="268">
                  <c:v>7.1270558293909714E-2</c:v>
                </c:pt>
                <c:pt idx="269">
                  <c:v>7.0719436552649784E-2</c:v>
                </c:pt>
                <c:pt idx="270">
                  <c:v>7.2581440330379721E-2</c:v>
                </c:pt>
                <c:pt idx="271">
                  <c:v>7.3281671300319706E-2</c:v>
                </c:pt>
                <c:pt idx="272">
                  <c:v>7.0652137777489799E-2</c:v>
                </c:pt>
                <c:pt idx="273">
                  <c:v>7.1100994354269753E-2</c:v>
                </c:pt>
                <c:pt idx="274">
                  <c:v>7.1385833729329828E-2</c:v>
                </c:pt>
                <c:pt idx="275">
                  <c:v>7.226695473183975E-2</c:v>
                </c:pt>
                <c:pt idx="276">
                  <c:v>7.2533927186549718E-2</c:v>
                </c:pt>
                <c:pt idx="277">
                  <c:v>7.4818405256859677E-2</c:v>
                </c:pt>
                <c:pt idx="278">
                  <c:v>7.5042423062989805E-2</c:v>
                </c:pt>
                <c:pt idx="279">
                  <c:v>7.6457745012269873E-2</c:v>
                </c:pt>
                <c:pt idx="280">
                  <c:v>7.9751083792059863E-2</c:v>
                </c:pt>
                <c:pt idx="281">
                  <c:v>8.2203456356649829E-2</c:v>
                </c:pt>
                <c:pt idx="282">
                  <c:v>8.5632743101199837E-2</c:v>
                </c:pt>
                <c:pt idx="283">
                  <c:v>8.6177313477579842E-2</c:v>
                </c:pt>
                <c:pt idx="284">
                  <c:v>8.5552844171609799E-2</c:v>
                </c:pt>
                <c:pt idx="285">
                  <c:v>8.7554811446479697E-2</c:v>
                </c:pt>
                <c:pt idx="286">
                  <c:v>8.5747896345029773E-2</c:v>
                </c:pt>
                <c:pt idx="287">
                  <c:v>8.7143846785199708E-2</c:v>
                </c:pt>
                <c:pt idx="288">
                  <c:v>8.9066226960649697E-2</c:v>
                </c:pt>
                <c:pt idx="289">
                  <c:v>8.896375461997974E-2</c:v>
                </c:pt>
                <c:pt idx="290">
                  <c:v>8.740617653680971E-2</c:v>
                </c:pt>
                <c:pt idx="291">
                  <c:v>8.6979114831259752E-2</c:v>
                </c:pt>
                <c:pt idx="292">
                  <c:v>8.6411635493979677E-2</c:v>
                </c:pt>
                <c:pt idx="293">
                  <c:v>8.5054065713059845E-2</c:v>
                </c:pt>
                <c:pt idx="294">
                  <c:v>8.5418686507479746E-2</c:v>
                </c:pt>
                <c:pt idx="295">
                  <c:v>8.7484074329879702E-2</c:v>
                </c:pt>
                <c:pt idx="296">
                  <c:v>8.7250849823819809E-2</c:v>
                </c:pt>
                <c:pt idx="297">
                  <c:v>8.6983075873579674E-2</c:v>
                </c:pt>
                <c:pt idx="298">
                  <c:v>8.6892722907269793E-2</c:v>
                </c:pt>
                <c:pt idx="299">
                  <c:v>8.7080177626619681E-2</c:v>
                </c:pt>
                <c:pt idx="300">
                  <c:v>8.7451633218099678E-2</c:v>
                </c:pt>
                <c:pt idx="301">
                  <c:v>8.6991614963229713E-2</c:v>
                </c:pt>
                <c:pt idx="302">
                  <c:v>8.8672917502539805E-2</c:v>
                </c:pt>
                <c:pt idx="303">
                  <c:v>9.0242229670909779E-2</c:v>
                </c:pt>
                <c:pt idx="304">
                  <c:v>8.994809425988981E-2</c:v>
                </c:pt>
                <c:pt idx="305">
                  <c:v>9.0444385715809705E-2</c:v>
                </c:pt>
                <c:pt idx="306">
                  <c:v>9.1259623698899839E-2</c:v>
                </c:pt>
                <c:pt idx="307">
                  <c:v>9.2184167517339821E-2</c:v>
                </c:pt>
                <c:pt idx="308">
                  <c:v>9.1338777035799845E-2</c:v>
                </c:pt>
                <c:pt idx="309">
                  <c:v>9.1360463591739771E-2</c:v>
                </c:pt>
                <c:pt idx="310">
                  <c:v>9.1281986384139868E-2</c:v>
                </c:pt>
                <c:pt idx="311">
                  <c:v>9.2626759822879823E-2</c:v>
                </c:pt>
                <c:pt idx="312">
                  <c:v>9.4000383116599862E-2</c:v>
                </c:pt>
                <c:pt idx="313">
                  <c:v>9.2798455651809775E-2</c:v>
                </c:pt>
                <c:pt idx="314">
                  <c:v>9.454186476630988E-2</c:v>
                </c:pt>
                <c:pt idx="315">
                  <c:v>9.38375581085098E-2</c:v>
                </c:pt>
                <c:pt idx="316">
                  <c:v>9.2984148738339822E-2</c:v>
                </c:pt>
                <c:pt idx="317">
                  <c:v>8.9212175907479763E-2</c:v>
                </c:pt>
                <c:pt idx="318">
                  <c:v>8.976198585818973E-2</c:v>
                </c:pt>
                <c:pt idx="319">
                  <c:v>9.1614264155319702E-2</c:v>
                </c:pt>
                <c:pt idx="320">
                  <c:v>9.0337045361849722E-2</c:v>
                </c:pt>
                <c:pt idx="321">
                  <c:v>8.7642482392749743E-2</c:v>
                </c:pt>
                <c:pt idx="322">
                  <c:v>8.7191522144019817E-2</c:v>
                </c:pt>
                <c:pt idx="323">
                  <c:v>8.5254072266909731E-2</c:v>
                </c:pt>
                <c:pt idx="324">
                  <c:v>8.5833332325159883E-2</c:v>
                </c:pt>
                <c:pt idx="325">
                  <c:v>8.3597702642649763E-2</c:v>
                </c:pt>
                <c:pt idx="326">
                  <c:v>8.5463711941799803E-2</c:v>
                </c:pt>
                <c:pt idx="327">
                  <c:v>8.569798514586946E-2</c:v>
                </c:pt>
                <c:pt idx="328">
                  <c:v>8.7461938882459567E-2</c:v>
                </c:pt>
                <c:pt idx="329">
                  <c:v>8.3857198531469557E-2</c:v>
                </c:pt>
                <c:pt idx="330">
                  <c:v>8.2321507677159511E-2</c:v>
                </c:pt>
                <c:pt idx="331">
                  <c:v>8.1893477735449638E-2</c:v>
                </c:pt>
                <c:pt idx="332">
                  <c:v>7.7886095779019504E-2</c:v>
                </c:pt>
                <c:pt idx="333">
                  <c:v>7.7812683136419647E-2</c:v>
                </c:pt>
                <c:pt idx="334">
                  <c:v>8.0743996107299543E-2</c:v>
                </c:pt>
                <c:pt idx="335">
                  <c:v>8.0631986753789464E-2</c:v>
                </c:pt>
                <c:pt idx="336">
                  <c:v>7.6226700200449526E-2</c:v>
                </c:pt>
                <c:pt idx="337">
                  <c:v>7.7353862746189606E-2</c:v>
                </c:pt>
                <c:pt idx="338">
                  <c:v>7.7308000401589583E-2</c:v>
                </c:pt>
                <c:pt idx="339">
                  <c:v>7.4964369792959618E-2</c:v>
                </c:pt>
                <c:pt idx="340">
                  <c:v>7.6004976458069473E-2</c:v>
                </c:pt>
                <c:pt idx="341">
                  <c:v>8.0860261964039504E-2</c:v>
                </c:pt>
                <c:pt idx="342">
                  <c:v>8.0105101401059642E-2</c:v>
                </c:pt>
                <c:pt idx="343">
                  <c:v>7.8931958511899492E-2</c:v>
                </c:pt>
                <c:pt idx="344">
                  <c:v>8.1140855645709831E-2</c:v>
                </c:pt>
                <c:pt idx="345">
                  <c:v>8.0511243043449809E-2</c:v>
                </c:pt>
                <c:pt idx="346">
                  <c:v>7.8612341171969691E-2</c:v>
                </c:pt>
                <c:pt idx="347">
                  <c:v>7.6736020838389818E-2</c:v>
                </c:pt>
                <c:pt idx="348">
                  <c:v>7.8393240503729755E-2</c:v>
                </c:pt>
                <c:pt idx="349">
                  <c:v>7.7057561341419722E-2</c:v>
                </c:pt>
                <c:pt idx="350">
                  <c:v>7.7292441666709566E-2</c:v>
                </c:pt>
                <c:pt idx="351">
                  <c:v>7.6438488260259563E-2</c:v>
                </c:pt>
                <c:pt idx="352">
                  <c:v>7.6746019712949476E-2</c:v>
                </c:pt>
                <c:pt idx="353">
                  <c:v>7.9325402310969517E-2</c:v>
                </c:pt>
                <c:pt idx="354">
                  <c:v>7.9114515513079464E-2</c:v>
                </c:pt>
                <c:pt idx="355">
                  <c:v>7.9751073560819563E-2</c:v>
                </c:pt>
                <c:pt idx="356">
                  <c:v>7.9587784960449603E-2</c:v>
                </c:pt>
                <c:pt idx="357">
                  <c:v>7.6091467826489456E-2</c:v>
                </c:pt>
                <c:pt idx="358">
                  <c:v>7.9960155212269513E-2</c:v>
                </c:pt>
                <c:pt idx="359">
                  <c:v>8.077687174874959E-2</c:v>
                </c:pt>
                <c:pt idx="360">
                  <c:v>8.0656643707889497E-2</c:v>
                </c:pt>
                <c:pt idx="361">
                  <c:v>8.0867199220609587E-2</c:v>
                </c:pt>
                <c:pt idx="362">
                  <c:v>8.0007302948309489E-2</c:v>
                </c:pt>
                <c:pt idx="363">
                  <c:v>7.8768181948759564E-2</c:v>
                </c:pt>
                <c:pt idx="364">
                  <c:v>7.3520591080769471E-2</c:v>
                </c:pt>
                <c:pt idx="365">
                  <c:v>7.3225279374589558E-2</c:v>
                </c:pt>
                <c:pt idx="366">
                  <c:v>7.2284386100739617E-2</c:v>
                </c:pt>
                <c:pt idx="367">
                  <c:v>7.2663249052939527E-2</c:v>
                </c:pt>
                <c:pt idx="368">
                  <c:v>7.2635701288339627E-2</c:v>
                </c:pt>
                <c:pt idx="369">
                  <c:v>7.4840809543219367E-2</c:v>
                </c:pt>
                <c:pt idx="370">
                  <c:v>7.7942151480359323E-2</c:v>
                </c:pt>
                <c:pt idx="371">
                  <c:v>7.9156124405229233E-2</c:v>
                </c:pt>
                <c:pt idx="372">
                  <c:v>8.2993402143059392E-2</c:v>
                </c:pt>
                <c:pt idx="373">
                  <c:v>8.4490948995869397E-2</c:v>
                </c:pt>
                <c:pt idx="374">
                  <c:v>8.2340806674879419E-2</c:v>
                </c:pt>
                <c:pt idx="375">
                  <c:v>8.4622685240009377E-2</c:v>
                </c:pt>
                <c:pt idx="376">
                  <c:v>8.2926752738209375E-2</c:v>
                </c:pt>
                <c:pt idx="377">
                  <c:v>8.2417529689259306E-2</c:v>
                </c:pt>
                <c:pt idx="378">
                  <c:v>8.607885587992925E-2</c:v>
                </c:pt>
                <c:pt idx="379">
                  <c:v>8.8540329201299395E-2</c:v>
                </c:pt>
                <c:pt idx="380">
                  <c:v>8.8398552709869405E-2</c:v>
                </c:pt>
                <c:pt idx="381">
                  <c:v>8.9953831475249268E-2</c:v>
                </c:pt>
                <c:pt idx="382">
                  <c:v>9.007216637901938E-2</c:v>
                </c:pt>
                <c:pt idx="383">
                  <c:v>9.0962299822039405E-2</c:v>
                </c:pt>
                <c:pt idx="384">
                  <c:v>9.0480112222299347E-2</c:v>
                </c:pt>
                <c:pt idx="385">
                  <c:v>9.5397019320099252E-2</c:v>
                </c:pt>
                <c:pt idx="386">
                  <c:v>9.6635895116169435E-2</c:v>
                </c:pt>
                <c:pt idx="387">
                  <c:v>9.670211678867946E-2</c:v>
                </c:pt>
                <c:pt idx="388">
                  <c:v>9.9367257374799456E-2</c:v>
                </c:pt>
                <c:pt idx="389">
                  <c:v>9.6587911326209586E-2</c:v>
                </c:pt>
                <c:pt idx="390">
                  <c:v>9.8443015475619511E-2</c:v>
                </c:pt>
                <c:pt idx="391">
                  <c:v>9.8579319401609578E-2</c:v>
                </c:pt>
                <c:pt idx="392">
                  <c:v>0.1009617510335996</c:v>
                </c:pt>
                <c:pt idx="393">
                  <c:v>0.1024860306848696</c:v>
                </c:pt>
                <c:pt idx="394">
                  <c:v>9.9570663664819481E-2</c:v>
                </c:pt>
                <c:pt idx="395">
                  <c:v>0.1007891985268095</c:v>
                </c:pt>
                <c:pt idx="396">
                  <c:v>9.7861207863179533E-2</c:v>
                </c:pt>
                <c:pt idx="397">
                  <c:v>0.1006487474436395</c:v>
                </c:pt>
                <c:pt idx="398">
                  <c:v>0.1052133798239796</c:v>
                </c:pt>
                <c:pt idx="399">
                  <c:v>0.1073945407768693</c:v>
                </c:pt>
                <c:pt idx="400">
                  <c:v>0.1074754327676795</c:v>
                </c:pt>
                <c:pt idx="401">
                  <c:v>0.10807009563250961</c:v>
                </c:pt>
                <c:pt idx="402">
                  <c:v>0.1047455059591595</c:v>
                </c:pt>
                <c:pt idx="403">
                  <c:v>0.1054069201174597</c:v>
                </c:pt>
                <c:pt idx="404">
                  <c:v>0.1073831394397697</c:v>
                </c:pt>
                <c:pt idx="405">
                  <c:v>0.1050625730152699</c:v>
                </c:pt>
                <c:pt idx="406">
                  <c:v>0.1057441022970798</c:v>
                </c:pt>
                <c:pt idx="407">
                  <c:v>0.10626285119054971</c:v>
                </c:pt>
                <c:pt idx="408">
                  <c:v>0.1104599443305998</c:v>
                </c:pt>
                <c:pt idx="409">
                  <c:v>0.1095029166717498</c:v>
                </c:pt>
                <c:pt idx="410">
                  <c:v>0.1095254944274198</c:v>
                </c:pt>
                <c:pt idx="411">
                  <c:v>0.1153216900132399</c:v>
                </c:pt>
                <c:pt idx="412">
                  <c:v>0.1160723581110399</c:v>
                </c:pt>
                <c:pt idx="413">
                  <c:v>0.1182300608486697</c:v>
                </c:pt>
                <c:pt idx="414">
                  <c:v>0.11853400318546981</c:v>
                </c:pt>
                <c:pt idx="415">
                  <c:v>0.1186585777183797</c:v>
                </c:pt>
                <c:pt idx="416">
                  <c:v>0.1151659223478998</c:v>
                </c:pt>
                <c:pt idx="417">
                  <c:v>0.11659147413176971</c:v>
                </c:pt>
                <c:pt idx="418">
                  <c:v>0.1186025504016899</c:v>
                </c:pt>
                <c:pt idx="419">
                  <c:v>0.1189144140381297</c:v>
                </c:pt>
                <c:pt idx="420">
                  <c:v>0.11682009400775969</c:v>
                </c:pt>
                <c:pt idx="421">
                  <c:v>0.11234964516653979</c:v>
                </c:pt>
                <c:pt idx="422">
                  <c:v>0.11330357804140979</c:v>
                </c:pt>
                <c:pt idx="423">
                  <c:v>0.1145211287354497</c:v>
                </c:pt>
                <c:pt idx="424">
                  <c:v>0.1151470733121098</c:v>
                </c:pt>
                <c:pt idx="425">
                  <c:v>0.11812368064899979</c:v>
                </c:pt>
                <c:pt idx="426">
                  <c:v>0.1173615001910298</c:v>
                </c:pt>
                <c:pt idx="427">
                  <c:v>0.11623489986131991</c:v>
                </c:pt>
                <c:pt idx="428">
                  <c:v>0.1189076345117597</c:v>
                </c:pt>
                <c:pt idx="429">
                  <c:v>0.12459141613336989</c:v>
                </c:pt>
                <c:pt idx="430">
                  <c:v>0.12737751529638991</c:v>
                </c:pt>
                <c:pt idx="431">
                  <c:v>0.13071919983232999</c:v>
                </c:pt>
                <c:pt idx="432">
                  <c:v>0.13245582072133999</c:v>
                </c:pt>
                <c:pt idx="433">
                  <c:v>0.13092729914997989</c:v>
                </c:pt>
                <c:pt idx="434">
                  <c:v>0.1338959028795301</c:v>
                </c:pt>
                <c:pt idx="435">
                  <c:v>0.13036626738937021</c:v>
                </c:pt>
                <c:pt idx="436">
                  <c:v>0.13469114902281021</c:v>
                </c:pt>
                <c:pt idx="437">
                  <c:v>0.13781274904743029</c:v>
                </c:pt>
                <c:pt idx="438">
                  <c:v>0.13593820080153041</c:v>
                </c:pt>
                <c:pt idx="439">
                  <c:v>0.13653214013359041</c:v>
                </c:pt>
                <c:pt idx="440">
                  <c:v>0.1409628203279305</c:v>
                </c:pt>
                <c:pt idx="441">
                  <c:v>0.13797300949180041</c:v>
                </c:pt>
                <c:pt idx="442">
                  <c:v>0.13350466186520049</c:v>
                </c:pt>
                <c:pt idx="443">
                  <c:v>0.13237621442188049</c:v>
                </c:pt>
                <c:pt idx="444">
                  <c:v>0.1316211865261705</c:v>
                </c:pt>
                <c:pt idx="445">
                  <c:v>0.13513384361356051</c:v>
                </c:pt>
                <c:pt idx="446">
                  <c:v>0.13442953113389031</c:v>
                </c:pt>
                <c:pt idx="447">
                  <c:v>0.13163971110606049</c:v>
                </c:pt>
                <c:pt idx="448">
                  <c:v>0.1331545938373406</c:v>
                </c:pt>
                <c:pt idx="449">
                  <c:v>0.13410364205734071</c:v>
                </c:pt>
                <c:pt idx="450">
                  <c:v>0.13739413063370079</c:v>
                </c:pt>
                <c:pt idx="451">
                  <c:v>0.13777278228013071</c:v>
                </c:pt>
                <c:pt idx="452">
                  <c:v>0.13521324751207059</c:v>
                </c:pt>
                <c:pt idx="453">
                  <c:v>0.13471262644258061</c:v>
                </c:pt>
                <c:pt idx="454">
                  <c:v>0.1238329713578106</c:v>
                </c:pt>
                <c:pt idx="455">
                  <c:v>0.1217519313635107</c:v>
                </c:pt>
                <c:pt idx="456">
                  <c:v>0.1158959532864607</c:v>
                </c:pt>
                <c:pt idx="457">
                  <c:v>0.1096188639339206</c:v>
                </c:pt>
                <c:pt idx="458">
                  <c:v>0.11057667190654059</c:v>
                </c:pt>
                <c:pt idx="459">
                  <c:v>0.11275143386759059</c:v>
                </c:pt>
                <c:pt idx="460">
                  <c:v>0.1132385805543807</c:v>
                </c:pt>
                <c:pt idx="461">
                  <c:v>0.1107973051513806</c:v>
                </c:pt>
                <c:pt idx="462">
                  <c:v>0.11319211756844071</c:v>
                </c:pt>
                <c:pt idx="463">
                  <c:v>0.1154600183106707</c:v>
                </c:pt>
                <c:pt idx="464">
                  <c:v>0.1145415819772606</c:v>
                </c:pt>
                <c:pt idx="465">
                  <c:v>0.1164052648605807</c:v>
                </c:pt>
                <c:pt idx="466">
                  <c:v>0.11468411510626079</c:v>
                </c:pt>
                <c:pt idx="467">
                  <c:v>0.1141795313611207</c:v>
                </c:pt>
                <c:pt idx="468">
                  <c:v>0.1153270177054504</c:v>
                </c:pt>
                <c:pt idx="469">
                  <c:v>0.1165409190289604</c:v>
                </c:pt>
                <c:pt idx="470">
                  <c:v>0.1177679205235405</c:v>
                </c:pt>
                <c:pt idx="471">
                  <c:v>0.12102156203687039</c:v>
                </c:pt>
                <c:pt idx="472">
                  <c:v>0.1227931195588705</c:v>
                </c:pt>
                <c:pt idx="473">
                  <c:v>0.1205640782508004</c:v>
                </c:pt>
                <c:pt idx="474">
                  <c:v>0.1209543284342105</c:v>
                </c:pt>
                <c:pt idx="475">
                  <c:v>0.12420842139529049</c:v>
                </c:pt>
                <c:pt idx="476">
                  <c:v>0.1250830260211804</c:v>
                </c:pt>
                <c:pt idx="477">
                  <c:v>0.12433410231791051</c:v>
                </c:pt>
                <c:pt idx="478">
                  <c:v>0.1233306290999905</c:v>
                </c:pt>
                <c:pt idx="479">
                  <c:v>0.12359600165605041</c:v>
                </c:pt>
                <c:pt idx="480">
                  <c:v>0.12173316598944051</c:v>
                </c:pt>
                <c:pt idx="481">
                  <c:v>0.1235786285687905</c:v>
                </c:pt>
                <c:pt idx="482">
                  <c:v>0.12465138610084051</c:v>
                </c:pt>
                <c:pt idx="483">
                  <c:v>0.1235858583850504</c:v>
                </c:pt>
                <c:pt idx="484">
                  <c:v>0.1227881650604004</c:v>
                </c:pt>
                <c:pt idx="485">
                  <c:v>0.12026591202012039</c:v>
                </c:pt>
                <c:pt idx="486">
                  <c:v>0.11651781420190049</c:v>
                </c:pt>
                <c:pt idx="487">
                  <c:v>0.1169978814580204</c:v>
                </c:pt>
                <c:pt idx="488">
                  <c:v>0.11791622087597051</c:v>
                </c:pt>
                <c:pt idx="489">
                  <c:v>0.1209861902498004</c:v>
                </c:pt>
                <c:pt idx="490">
                  <c:v>0.12248751945780011</c:v>
                </c:pt>
                <c:pt idx="491">
                  <c:v>0.12215948059861011</c:v>
                </c:pt>
                <c:pt idx="492">
                  <c:v>0.12183863555624019</c:v>
                </c:pt>
                <c:pt idx="493">
                  <c:v>0.1222924115193902</c:v>
                </c:pt>
                <c:pt idx="494">
                  <c:v>0.1203541892242201</c:v>
                </c:pt>
                <c:pt idx="495">
                  <c:v>0.11963539468181029</c:v>
                </c:pt>
                <c:pt idx="496">
                  <c:v>0.1204406989776603</c:v>
                </c:pt>
                <c:pt idx="497">
                  <c:v>0.1209699928178902</c:v>
                </c:pt>
                <c:pt idx="498">
                  <c:v>0.1196621397237303</c:v>
                </c:pt>
                <c:pt idx="499">
                  <c:v>0.1166531854930002</c:v>
                </c:pt>
                <c:pt idx="500">
                  <c:v>0.11502361453545019</c:v>
                </c:pt>
                <c:pt idx="501">
                  <c:v>0.11627791037415031</c:v>
                </c:pt>
                <c:pt idx="502">
                  <c:v>0.1135091415391303</c:v>
                </c:pt>
                <c:pt idx="503">
                  <c:v>0.1139149665705101</c:v>
                </c:pt>
                <c:pt idx="504">
                  <c:v>0.1120912792593203</c:v>
                </c:pt>
                <c:pt idx="505">
                  <c:v>0.1111336209184501</c:v>
                </c:pt>
                <c:pt idx="506">
                  <c:v>0.11251867529314021</c:v>
                </c:pt>
                <c:pt idx="507">
                  <c:v>0.11472443402528019</c:v>
                </c:pt>
                <c:pt idx="508">
                  <c:v>0.1159390741836501</c:v>
                </c:pt>
                <c:pt idx="509">
                  <c:v>0.1187004508082001</c:v>
                </c:pt>
                <c:pt idx="510">
                  <c:v>0.1186163268175402</c:v>
                </c:pt>
                <c:pt idx="511">
                  <c:v>0.1183000133133203</c:v>
                </c:pt>
                <c:pt idx="512">
                  <c:v>0.1220848123849501</c:v>
                </c:pt>
                <c:pt idx="513">
                  <c:v>0.1233594984392801</c:v>
                </c:pt>
                <c:pt idx="514">
                  <c:v>0.12640229739063</c:v>
                </c:pt>
                <c:pt idx="515">
                  <c:v>0.1275065996734297</c:v>
                </c:pt>
                <c:pt idx="516">
                  <c:v>0.1291831205879799</c:v>
                </c:pt>
                <c:pt idx="517">
                  <c:v>0.12830773538797979</c:v>
                </c:pt>
                <c:pt idx="518">
                  <c:v>0.12642230810448971</c:v>
                </c:pt>
                <c:pt idx="519">
                  <c:v>0.12927371873736981</c:v>
                </c:pt>
                <c:pt idx="520">
                  <c:v>0.1251565264353498</c:v>
                </c:pt>
                <c:pt idx="521">
                  <c:v>0.12525108476078969</c:v>
                </c:pt>
                <c:pt idx="522">
                  <c:v>0.12610115713303971</c:v>
                </c:pt>
                <c:pt idx="523">
                  <c:v>0.12742044496805979</c:v>
                </c:pt>
                <c:pt idx="524">
                  <c:v>0.13119951157249979</c:v>
                </c:pt>
                <c:pt idx="525">
                  <c:v>0.13190703920388969</c:v>
                </c:pt>
                <c:pt idx="526">
                  <c:v>0.1312983987970997</c:v>
                </c:pt>
                <c:pt idx="527">
                  <c:v>0.13096163941169969</c:v>
                </c:pt>
                <c:pt idx="528">
                  <c:v>0.13184771534658979</c:v>
                </c:pt>
                <c:pt idx="529">
                  <c:v>0.1337975914475398</c:v>
                </c:pt>
                <c:pt idx="530">
                  <c:v>0.13477137088352989</c:v>
                </c:pt>
                <c:pt idx="531">
                  <c:v>0.13523444448802979</c:v>
                </c:pt>
                <c:pt idx="532">
                  <c:v>0.13362435526952979</c:v>
                </c:pt>
                <c:pt idx="533">
                  <c:v>0.1329412402816097</c:v>
                </c:pt>
                <c:pt idx="534">
                  <c:v>0.13445982171029949</c:v>
                </c:pt>
                <c:pt idx="535">
                  <c:v>0.13121941395741971</c:v>
                </c:pt>
                <c:pt idx="536">
                  <c:v>0.13323338331196971</c:v>
                </c:pt>
                <c:pt idx="537">
                  <c:v>0.13095062350482969</c:v>
                </c:pt>
                <c:pt idx="538">
                  <c:v>0.13151152851356951</c:v>
                </c:pt>
                <c:pt idx="539">
                  <c:v>0.1316075264329295</c:v>
                </c:pt>
                <c:pt idx="540">
                  <c:v>0.1323658085348596</c:v>
                </c:pt>
                <c:pt idx="541">
                  <c:v>0.1335837895784695</c:v>
                </c:pt>
                <c:pt idx="542">
                  <c:v>0.13320222709590951</c:v>
                </c:pt>
                <c:pt idx="543">
                  <c:v>0.13438216886298959</c:v>
                </c:pt>
                <c:pt idx="544">
                  <c:v>0.1338436294761296</c:v>
                </c:pt>
                <c:pt idx="545">
                  <c:v>0.1328004347816896</c:v>
                </c:pt>
                <c:pt idx="546">
                  <c:v>0.13236049182015949</c:v>
                </c:pt>
                <c:pt idx="547">
                  <c:v>0.13033131164573961</c:v>
                </c:pt>
                <c:pt idx="548">
                  <c:v>0.13229103642274961</c:v>
                </c:pt>
                <c:pt idx="549">
                  <c:v>0.13348579101886959</c:v>
                </c:pt>
                <c:pt idx="550">
                  <c:v>0.13384799150480961</c:v>
                </c:pt>
                <c:pt idx="551">
                  <c:v>0.13520585658443959</c:v>
                </c:pt>
                <c:pt idx="552">
                  <c:v>0.13419828334547959</c:v>
                </c:pt>
                <c:pt idx="553">
                  <c:v>0.13395040521937959</c:v>
                </c:pt>
                <c:pt idx="554">
                  <c:v>0.13650777945256951</c:v>
                </c:pt>
                <c:pt idx="555">
                  <c:v>0.1356946627632496</c:v>
                </c:pt>
                <c:pt idx="556">
                  <c:v>0.13634482789823951</c:v>
                </c:pt>
                <c:pt idx="557">
                  <c:v>0.13620995344432951</c:v>
                </c:pt>
                <c:pt idx="558">
                  <c:v>0.13389824837108949</c:v>
                </c:pt>
                <c:pt idx="559">
                  <c:v>0.13335777903354959</c:v>
                </c:pt>
                <c:pt idx="560">
                  <c:v>0.13327173948140961</c:v>
                </c:pt>
                <c:pt idx="561">
                  <c:v>0.1310510694706295</c:v>
                </c:pt>
                <c:pt idx="562">
                  <c:v>0.13012668756977949</c:v>
                </c:pt>
                <c:pt idx="563">
                  <c:v>0.12922165440048961</c:v>
                </c:pt>
                <c:pt idx="564">
                  <c:v>0.12778473576219951</c:v>
                </c:pt>
                <c:pt idx="565">
                  <c:v>0.1255386803693295</c:v>
                </c:pt>
                <c:pt idx="566">
                  <c:v>0.12609931170564931</c:v>
                </c:pt>
                <c:pt idx="567">
                  <c:v>0.12732615708805931</c:v>
                </c:pt>
                <c:pt idx="568">
                  <c:v>0.12351459945818941</c:v>
                </c:pt>
                <c:pt idx="569">
                  <c:v>0.1235027879531994</c:v>
                </c:pt>
                <c:pt idx="570">
                  <c:v>0.1245423403960693</c:v>
                </c:pt>
                <c:pt idx="571">
                  <c:v>0.1250081331615194</c:v>
                </c:pt>
                <c:pt idx="572">
                  <c:v>0.12658843254227931</c:v>
                </c:pt>
                <c:pt idx="573">
                  <c:v>0.1258489211839193</c:v>
                </c:pt>
                <c:pt idx="574">
                  <c:v>0.1245437314793594</c:v>
                </c:pt>
                <c:pt idx="575">
                  <c:v>0.12515366832873931</c:v>
                </c:pt>
                <c:pt idx="576">
                  <c:v>0.1241559960192493</c:v>
                </c:pt>
                <c:pt idx="577">
                  <c:v>0.1247166093690693</c:v>
                </c:pt>
                <c:pt idx="578">
                  <c:v>0.12646454677743901</c:v>
                </c:pt>
                <c:pt idx="579">
                  <c:v>0.1263957279563892</c:v>
                </c:pt>
                <c:pt idx="580">
                  <c:v>0.12636084148720911</c:v>
                </c:pt>
                <c:pt idx="581">
                  <c:v>0.1229974731497092</c:v>
                </c:pt>
                <c:pt idx="582">
                  <c:v>0.1225926698304691</c:v>
                </c:pt>
                <c:pt idx="583">
                  <c:v>0.1207208429277191</c:v>
                </c:pt>
                <c:pt idx="584">
                  <c:v>0.1204337481107491</c:v>
                </c:pt>
                <c:pt idx="585">
                  <c:v>0.1197510059193392</c:v>
                </c:pt>
                <c:pt idx="586">
                  <c:v>0.1212074278540092</c:v>
                </c:pt>
                <c:pt idx="587">
                  <c:v>0.1225592361144492</c:v>
                </c:pt>
                <c:pt idx="588">
                  <c:v>0.1232053665749291</c:v>
                </c:pt>
                <c:pt idx="589">
                  <c:v>0.1205624759849291</c:v>
                </c:pt>
                <c:pt idx="590">
                  <c:v>0.1224776804230292</c:v>
                </c:pt>
                <c:pt idx="591">
                  <c:v>0.123148473512769</c:v>
                </c:pt>
                <c:pt idx="592">
                  <c:v>0.1230640138491892</c:v>
                </c:pt>
                <c:pt idx="593">
                  <c:v>0.12082802552278921</c:v>
                </c:pt>
                <c:pt idx="594">
                  <c:v>0.12153066306321909</c:v>
                </c:pt>
                <c:pt idx="595">
                  <c:v>0.12066862881360919</c:v>
                </c:pt>
                <c:pt idx="596">
                  <c:v>0.1225314614912891</c:v>
                </c:pt>
                <c:pt idx="597">
                  <c:v>0.1216713559623992</c:v>
                </c:pt>
                <c:pt idx="598">
                  <c:v>0.1203508947864491</c:v>
                </c:pt>
                <c:pt idx="599">
                  <c:v>0.12100495479065911</c:v>
                </c:pt>
                <c:pt idx="600">
                  <c:v>0.1194011056287492</c:v>
                </c:pt>
                <c:pt idx="601">
                  <c:v>0.1207494856636591</c:v>
                </c:pt>
                <c:pt idx="602">
                  <c:v>0.120956191610029</c:v>
                </c:pt>
                <c:pt idx="603">
                  <c:v>0.1229260730421191</c:v>
                </c:pt>
                <c:pt idx="604">
                  <c:v>0.12578688514865921</c:v>
                </c:pt>
                <c:pt idx="605">
                  <c:v>0.12668279115151909</c:v>
                </c:pt>
                <c:pt idx="606">
                  <c:v>0.12795678227918919</c:v>
                </c:pt>
                <c:pt idx="607">
                  <c:v>0.12745592048165921</c:v>
                </c:pt>
                <c:pt idx="608">
                  <c:v>0.12986606720380919</c:v>
                </c:pt>
                <c:pt idx="609">
                  <c:v>0.1298863571844191</c:v>
                </c:pt>
                <c:pt idx="610">
                  <c:v>0.132857572790779</c:v>
                </c:pt>
                <c:pt idx="611">
                  <c:v>0.13173097515244911</c:v>
                </c:pt>
                <c:pt idx="612">
                  <c:v>0.13226811727977911</c:v>
                </c:pt>
                <c:pt idx="613">
                  <c:v>0.13216062608409909</c:v>
                </c:pt>
                <c:pt idx="614">
                  <c:v>0.13220311322191919</c:v>
                </c:pt>
                <c:pt idx="615">
                  <c:v>0.13339845183681939</c:v>
                </c:pt>
                <c:pt idx="616">
                  <c:v>0.1302021121022294</c:v>
                </c:pt>
                <c:pt idx="617">
                  <c:v>0.13258713276519951</c:v>
                </c:pt>
                <c:pt idx="618">
                  <c:v>0.13254274023618959</c:v>
                </c:pt>
                <c:pt idx="619">
                  <c:v>0.1328491385010995</c:v>
                </c:pt>
                <c:pt idx="620">
                  <c:v>0.1330431335120392</c:v>
                </c:pt>
                <c:pt idx="621">
                  <c:v>0.1306854589704893</c:v>
                </c:pt>
                <c:pt idx="622">
                  <c:v>0.13107948905502931</c:v>
                </c:pt>
                <c:pt idx="623">
                  <c:v>0.1285447806594493</c:v>
                </c:pt>
                <c:pt idx="624">
                  <c:v>0.12911460187685939</c:v>
                </c:pt>
                <c:pt idx="625">
                  <c:v>0.1229570743891792</c:v>
                </c:pt>
                <c:pt idx="626">
                  <c:v>0.1245050795511293</c:v>
                </c:pt>
                <c:pt idx="627">
                  <c:v>0.1254248172601993</c:v>
                </c:pt>
                <c:pt idx="628">
                  <c:v>0.1243957401242894</c:v>
                </c:pt>
                <c:pt idx="629">
                  <c:v>0.1246266581250592</c:v>
                </c:pt>
                <c:pt idx="630">
                  <c:v>0.12462872491855941</c:v>
                </c:pt>
                <c:pt idx="631">
                  <c:v>0.1237487886465394</c:v>
                </c:pt>
                <c:pt idx="632">
                  <c:v>0.1232021192988093</c:v>
                </c:pt>
                <c:pt idx="633">
                  <c:v>0.1236889123658496</c:v>
                </c:pt>
                <c:pt idx="634">
                  <c:v>0.1205546738411096</c:v>
                </c:pt>
                <c:pt idx="635">
                  <c:v>0.1154285800769896</c:v>
                </c:pt>
                <c:pt idx="636">
                  <c:v>0.11586915612338949</c:v>
                </c:pt>
                <c:pt idx="637">
                  <c:v>0.1173861235024094</c:v>
                </c:pt>
                <c:pt idx="638">
                  <c:v>0.12048935094621931</c:v>
                </c:pt>
                <c:pt idx="639">
                  <c:v>0.1214771175122094</c:v>
                </c:pt>
                <c:pt idx="640">
                  <c:v>0.12330202279991929</c:v>
                </c:pt>
                <c:pt idx="641">
                  <c:v>0.1222911827509794</c:v>
                </c:pt>
                <c:pt idx="642">
                  <c:v>0.12165331902806931</c:v>
                </c:pt>
                <c:pt idx="643">
                  <c:v>0.11853735426421939</c:v>
                </c:pt>
                <c:pt idx="644">
                  <c:v>0.11780515191558941</c:v>
                </c:pt>
                <c:pt idx="645">
                  <c:v>0.11601977677306929</c:v>
                </c:pt>
                <c:pt idx="646">
                  <c:v>0.11885023162091921</c:v>
                </c:pt>
                <c:pt idx="647">
                  <c:v>0.1192677047314894</c:v>
                </c:pt>
                <c:pt idx="648">
                  <c:v>0.12338269388651921</c:v>
                </c:pt>
                <c:pt idx="649">
                  <c:v>0.12321482208741941</c:v>
                </c:pt>
                <c:pt idx="650">
                  <c:v>0.1215511605497694</c:v>
                </c:pt>
                <c:pt idx="651">
                  <c:v>0.1202470497702692</c:v>
                </c:pt>
                <c:pt idx="652">
                  <c:v>0.12054727480633939</c:v>
                </c:pt>
                <c:pt idx="653">
                  <c:v>0.12074738275168941</c:v>
                </c:pt>
                <c:pt idx="654">
                  <c:v>0.1179751667656392</c:v>
                </c:pt>
                <c:pt idx="655">
                  <c:v>0.1146888822013394</c:v>
                </c:pt>
                <c:pt idx="656">
                  <c:v>0.1124159567339693</c:v>
                </c:pt>
                <c:pt idx="657">
                  <c:v>0.11522120679204929</c:v>
                </c:pt>
                <c:pt idx="658">
                  <c:v>0.1144294966345594</c:v>
                </c:pt>
                <c:pt idx="659">
                  <c:v>0.11460361684868919</c:v>
                </c:pt>
                <c:pt idx="660">
                  <c:v>0.1134918638331692</c:v>
                </c:pt>
                <c:pt idx="661">
                  <c:v>0.11419688938469939</c:v>
                </c:pt>
                <c:pt idx="662">
                  <c:v>0.1142894366218694</c:v>
                </c:pt>
                <c:pt idx="663">
                  <c:v>0.1147644428888996</c:v>
                </c:pt>
                <c:pt idx="664">
                  <c:v>0.1126567471635596</c:v>
                </c:pt>
                <c:pt idx="665">
                  <c:v>0.1127281366908595</c:v>
                </c:pt>
                <c:pt idx="666">
                  <c:v>0.1163455495325596</c:v>
                </c:pt>
                <c:pt idx="667">
                  <c:v>0.1117928658466196</c:v>
                </c:pt>
                <c:pt idx="668">
                  <c:v>0.1111240602246495</c:v>
                </c:pt>
                <c:pt idx="669">
                  <c:v>0.1075377709059195</c:v>
                </c:pt>
                <c:pt idx="670">
                  <c:v>0.10757381636649969</c:v>
                </c:pt>
                <c:pt idx="671">
                  <c:v>0.1060559969567396</c:v>
                </c:pt>
                <c:pt idx="672">
                  <c:v>0.1043041911695595</c:v>
                </c:pt>
                <c:pt idx="673">
                  <c:v>0.1052784669666296</c:v>
                </c:pt>
                <c:pt idx="674">
                  <c:v>0.1052746372984497</c:v>
                </c:pt>
                <c:pt idx="675">
                  <c:v>0.10508719704159961</c:v>
                </c:pt>
                <c:pt idx="676">
                  <c:v>0.1090637715645095</c:v>
                </c:pt>
                <c:pt idx="677">
                  <c:v>0.10995961030317949</c:v>
                </c:pt>
                <c:pt idx="678">
                  <c:v>0.1100296101490796</c:v>
                </c:pt>
                <c:pt idx="679">
                  <c:v>0.1113070289335896</c:v>
                </c:pt>
                <c:pt idx="680">
                  <c:v>0.1085968333900995</c:v>
                </c:pt>
                <c:pt idx="681">
                  <c:v>0.1080852385894195</c:v>
                </c:pt>
                <c:pt idx="682">
                  <c:v>0.1052587953113895</c:v>
                </c:pt>
                <c:pt idx="683">
                  <c:v>0.1056488124242296</c:v>
                </c:pt>
                <c:pt idx="684">
                  <c:v>0.1095365744729495</c:v>
                </c:pt>
                <c:pt idx="685">
                  <c:v>0.1121982665422496</c:v>
                </c:pt>
                <c:pt idx="686">
                  <c:v>0.1136245150639896</c:v>
                </c:pt>
                <c:pt idx="687">
                  <c:v>0.11428363841140959</c:v>
                </c:pt>
                <c:pt idx="688">
                  <c:v>0.11712311093289959</c:v>
                </c:pt>
                <c:pt idx="689">
                  <c:v>0.1167560961769996</c:v>
                </c:pt>
                <c:pt idx="690">
                  <c:v>0.1177017666791296</c:v>
                </c:pt>
                <c:pt idx="691">
                  <c:v>0.1206606614850196</c:v>
                </c:pt>
                <c:pt idx="692">
                  <c:v>0.1209436353055395</c:v>
                </c:pt>
                <c:pt idx="693">
                  <c:v>0.12191132790075949</c:v>
                </c:pt>
                <c:pt idx="694">
                  <c:v>0.12113330463108959</c:v>
                </c:pt>
                <c:pt idx="695">
                  <c:v>0.12040950319132949</c:v>
                </c:pt>
                <c:pt idx="696">
                  <c:v>0.1222078990072695</c:v>
                </c:pt>
                <c:pt idx="697">
                  <c:v>0.1217328199478396</c:v>
                </c:pt>
                <c:pt idx="698">
                  <c:v>0.12170115312698961</c:v>
                </c:pt>
                <c:pt idx="699">
                  <c:v>0.12518938238819949</c:v>
                </c:pt>
                <c:pt idx="700">
                  <c:v>0.1250085462160295</c:v>
                </c:pt>
                <c:pt idx="701">
                  <c:v>0.1211166702993296</c:v>
                </c:pt>
                <c:pt idx="702">
                  <c:v>0.1212447249496698</c:v>
                </c:pt>
                <c:pt idx="703">
                  <c:v>0.11845723318075981</c:v>
                </c:pt>
                <c:pt idx="704">
                  <c:v>0.1191001343251599</c:v>
                </c:pt>
                <c:pt idx="705">
                  <c:v>0.11879484007382971</c:v>
                </c:pt>
                <c:pt idx="706">
                  <c:v>0.11784640693898971</c:v>
                </c:pt>
                <c:pt idx="707">
                  <c:v>0.1183233093923497</c:v>
                </c:pt>
                <c:pt idx="708">
                  <c:v>0.1179189581688898</c:v>
                </c:pt>
                <c:pt idx="709">
                  <c:v>0.1186208334787897</c:v>
                </c:pt>
                <c:pt idx="710">
                  <c:v>0.11953299211622979</c:v>
                </c:pt>
                <c:pt idx="711">
                  <c:v>0.11724904539893991</c:v>
                </c:pt>
                <c:pt idx="712">
                  <c:v>0.1210412936426897</c:v>
                </c:pt>
                <c:pt idx="713">
                  <c:v>0.1196819987823599</c:v>
                </c:pt>
                <c:pt idx="714">
                  <c:v>0.1179987241910498</c:v>
                </c:pt>
                <c:pt idx="715">
                  <c:v>0.1176043870929397</c:v>
                </c:pt>
                <c:pt idx="716">
                  <c:v>0.1181055546476297</c:v>
                </c:pt>
                <c:pt idx="717">
                  <c:v>0.1178623025019998</c:v>
                </c:pt>
                <c:pt idx="718">
                  <c:v>0.1173503313868598</c:v>
                </c:pt>
                <c:pt idx="719">
                  <c:v>0.11716174291727979</c:v>
                </c:pt>
                <c:pt idx="720">
                  <c:v>0.1154424696434897</c:v>
                </c:pt>
                <c:pt idx="721">
                  <c:v>0.1149451506824697</c:v>
                </c:pt>
                <c:pt idx="722">
                  <c:v>0.11380526870989981</c:v>
                </c:pt>
                <c:pt idx="723">
                  <c:v>0.1156907713250397</c:v>
                </c:pt>
                <c:pt idx="724">
                  <c:v>0.1150511538000598</c:v>
                </c:pt>
                <c:pt idx="725">
                  <c:v>0.1161686445067798</c:v>
                </c:pt>
                <c:pt idx="726">
                  <c:v>0.11484293144685979</c:v>
                </c:pt>
                <c:pt idx="727">
                  <c:v>0.1150672715094798</c:v>
                </c:pt>
                <c:pt idx="728">
                  <c:v>0.1153514512053098</c:v>
                </c:pt>
                <c:pt idx="729">
                  <c:v>0.11477940776993981</c:v>
                </c:pt>
                <c:pt idx="730">
                  <c:v>0.1137092039760097</c:v>
                </c:pt>
                <c:pt idx="731">
                  <c:v>0.1130730522497998</c:v>
                </c:pt>
                <c:pt idx="732">
                  <c:v>0.11421381679048979</c:v>
                </c:pt>
                <c:pt idx="733">
                  <c:v>0.11562873737938981</c:v>
                </c:pt>
                <c:pt idx="734">
                  <c:v>0.11489217744359979</c:v>
                </c:pt>
                <c:pt idx="735">
                  <c:v>0.11332820044117969</c:v>
                </c:pt>
                <c:pt idx="736">
                  <c:v>0.1132164877981499</c:v>
                </c:pt>
                <c:pt idx="737">
                  <c:v>0.1153390280157298</c:v>
                </c:pt>
                <c:pt idx="738">
                  <c:v>0.1181318440914898</c:v>
                </c:pt>
                <c:pt idx="739">
                  <c:v>0.11757328087632971</c:v>
                </c:pt>
                <c:pt idx="740">
                  <c:v>0.1167912923751198</c:v>
                </c:pt>
                <c:pt idx="741">
                  <c:v>0.11489217744359979</c:v>
                </c:pt>
                <c:pt idx="742">
                  <c:v>0.1132164877981499</c:v>
                </c:pt>
                <c:pt idx="743">
                  <c:v>0.1156741659448197</c:v>
                </c:pt>
                <c:pt idx="744">
                  <c:v>0.11377505101329979</c:v>
                </c:pt>
                <c:pt idx="745">
                  <c:v>0.11645615444603009</c:v>
                </c:pt>
                <c:pt idx="746">
                  <c:v>0.1199192463799701</c:v>
                </c:pt>
                <c:pt idx="747">
                  <c:v>0.11958410845087999</c:v>
                </c:pt>
                <c:pt idx="748">
                  <c:v>0.1199192463799701</c:v>
                </c:pt>
                <c:pt idx="749">
                  <c:v>0.11936068316482</c:v>
                </c:pt>
                <c:pt idx="750">
                  <c:v>0.1214832233823999</c:v>
                </c:pt>
                <c:pt idx="751">
                  <c:v>0.12282377509876</c:v>
                </c:pt>
                <c:pt idx="752">
                  <c:v>0.12394090152907</c:v>
                </c:pt>
                <c:pt idx="753">
                  <c:v>0.12204178659755011</c:v>
                </c:pt>
                <c:pt idx="754">
                  <c:v>0.1244994647442199</c:v>
                </c:pt>
                <c:pt idx="755">
                  <c:v>0.1244994647442199</c:v>
                </c:pt>
                <c:pt idx="756">
                  <c:v>0.1244994647442199</c:v>
                </c:pt>
                <c:pt idx="757">
                  <c:v>0.1259517291036201</c:v>
                </c:pt>
                <c:pt idx="758">
                  <c:v>0.12584001646059001</c:v>
                </c:pt>
                <c:pt idx="759">
                  <c:v>0.12673371760482999</c:v>
                </c:pt>
                <c:pt idx="760">
                  <c:v>0.1259517291036201</c:v>
                </c:pt>
                <c:pt idx="761">
                  <c:v>0.12617515438968011</c:v>
                </c:pt>
                <c:pt idx="762">
                  <c:v>0.12651029231877001</c:v>
                </c:pt>
                <c:pt idx="763">
                  <c:v>0.12751570610603991</c:v>
                </c:pt>
                <c:pt idx="764">
                  <c:v>0.1288562578224102</c:v>
                </c:pt>
                <c:pt idx="765">
                  <c:v>0.1294148210375603</c:v>
                </c:pt>
                <c:pt idx="766">
                  <c:v>0.13142564861211009</c:v>
                </c:pt>
                <c:pt idx="767">
                  <c:v>0.13187249918423019</c:v>
                </c:pt>
                <c:pt idx="768">
                  <c:v>0.13164907389817021</c:v>
                </c:pt>
                <c:pt idx="769">
                  <c:v>0.13030852218180011</c:v>
                </c:pt>
                <c:pt idx="770">
                  <c:v>0.12986167160968029</c:v>
                </c:pt>
                <c:pt idx="771">
                  <c:v>0.13131393596908031</c:v>
                </c:pt>
                <c:pt idx="772">
                  <c:v>0.13109051068302019</c:v>
                </c:pt>
                <c:pt idx="773">
                  <c:v>0.1297499589666502</c:v>
                </c:pt>
                <c:pt idx="774">
                  <c:v>0.13142564861211009</c:v>
                </c:pt>
                <c:pt idx="775">
                  <c:v>0.1333247635436203</c:v>
                </c:pt>
                <c:pt idx="776">
                  <c:v>0.13555901640423021</c:v>
                </c:pt>
                <c:pt idx="777">
                  <c:v>0.13611757961938031</c:v>
                </c:pt>
                <c:pt idx="778">
                  <c:v>0.13768155662181009</c:v>
                </c:pt>
                <c:pt idx="779">
                  <c:v>0.1356707290472603</c:v>
                </c:pt>
                <c:pt idx="780">
                  <c:v>0.1360058669763502</c:v>
                </c:pt>
                <c:pt idx="781">
                  <c:v>0.1385752577660502</c:v>
                </c:pt>
                <c:pt idx="782">
                  <c:v>0.13958067155333029</c:v>
                </c:pt>
                <c:pt idx="783">
                  <c:v>0.13801669455090029</c:v>
                </c:pt>
                <c:pt idx="784">
                  <c:v>0.13756984397878019</c:v>
                </c:pt>
                <c:pt idx="785">
                  <c:v>0.13756984397878019</c:v>
                </c:pt>
                <c:pt idx="786">
                  <c:v>0.13701128076363009</c:v>
                </c:pt>
                <c:pt idx="787">
                  <c:v>0.13835183247999019</c:v>
                </c:pt>
                <c:pt idx="788">
                  <c:v>0.13801669455090029</c:v>
                </c:pt>
                <c:pt idx="789">
                  <c:v>0.13466531525999009</c:v>
                </c:pt>
                <c:pt idx="790">
                  <c:v>0.1329896256145302</c:v>
                </c:pt>
                <c:pt idx="791">
                  <c:v>0.1333247635436203</c:v>
                </c:pt>
                <c:pt idx="792">
                  <c:v>0.1367878554775703</c:v>
                </c:pt>
                <c:pt idx="793">
                  <c:v>0.13768155662181009</c:v>
                </c:pt>
                <c:pt idx="794">
                  <c:v>0.13790498190787009</c:v>
                </c:pt>
                <c:pt idx="795">
                  <c:v>0.13756984397878019</c:v>
                </c:pt>
                <c:pt idx="796">
                  <c:v>0.13745813133575011</c:v>
                </c:pt>
                <c:pt idx="797">
                  <c:v>0.13991580948242019</c:v>
                </c:pt>
                <c:pt idx="798">
                  <c:v>0.14058608534060019</c:v>
                </c:pt>
                <c:pt idx="799">
                  <c:v>0.14080951062666031</c:v>
                </c:pt>
                <c:pt idx="800">
                  <c:v>0.1398040968393903</c:v>
                </c:pt>
                <c:pt idx="801">
                  <c:v>0.14248520027212019</c:v>
                </c:pt>
                <c:pt idx="802">
                  <c:v>0.1427086255581802</c:v>
                </c:pt>
                <c:pt idx="803">
                  <c:v>0.1450545910618202</c:v>
                </c:pt>
                <c:pt idx="804">
                  <c:v>0.14483116577576019</c:v>
                </c:pt>
                <c:pt idx="805">
                  <c:v>0.14438431520364009</c:v>
                </c:pt>
                <c:pt idx="806">
                  <c:v>0.14527801634788021</c:v>
                </c:pt>
                <c:pt idx="807">
                  <c:v>0.14516630370485031</c:v>
                </c:pt>
                <c:pt idx="808">
                  <c:v>0.14538972899091029</c:v>
                </c:pt>
                <c:pt idx="809">
                  <c:v>0.14818254506667011</c:v>
                </c:pt>
                <c:pt idx="810">
                  <c:v>0.14885282092485011</c:v>
                </c:pt>
                <c:pt idx="811">
                  <c:v>0.15064022321333989</c:v>
                </c:pt>
                <c:pt idx="812">
                  <c:v>0.15220420021577</c:v>
                </c:pt>
                <c:pt idx="813">
                  <c:v>0.15175734964363999</c:v>
                </c:pt>
                <c:pt idx="814">
                  <c:v>0.15008165999819001</c:v>
                </c:pt>
                <c:pt idx="815">
                  <c:v>0.14963480942606999</c:v>
                </c:pt>
                <c:pt idx="816">
                  <c:v>0.14974652206910011</c:v>
                </c:pt>
                <c:pt idx="817">
                  <c:v>0.14941138413999999</c:v>
                </c:pt>
                <c:pt idx="818">
                  <c:v>0.14985823471213019</c:v>
                </c:pt>
                <c:pt idx="819">
                  <c:v>0.14851768299576021</c:v>
                </c:pt>
                <c:pt idx="820">
                  <c:v>0.14985823471213019</c:v>
                </c:pt>
                <c:pt idx="821">
                  <c:v>0.14907624621091031</c:v>
                </c:pt>
                <c:pt idx="822">
                  <c:v>0.15198077492970019</c:v>
                </c:pt>
                <c:pt idx="823">
                  <c:v>0.15410331514728021</c:v>
                </c:pt>
                <c:pt idx="824">
                  <c:v>0.15387988986122009</c:v>
                </c:pt>
                <c:pt idx="825">
                  <c:v>0.1530979013600102</c:v>
                </c:pt>
                <c:pt idx="826">
                  <c:v>0.15209248757273031</c:v>
                </c:pt>
                <c:pt idx="827">
                  <c:v>0.15544386686365019</c:v>
                </c:pt>
                <c:pt idx="828">
                  <c:v>0.15689613122304011</c:v>
                </c:pt>
                <c:pt idx="829">
                  <c:v>0.15678441858001019</c:v>
                </c:pt>
                <c:pt idx="830">
                  <c:v>0.15700784386607031</c:v>
                </c:pt>
                <c:pt idx="831">
                  <c:v>0.15734298179516021</c:v>
                </c:pt>
                <c:pt idx="832">
                  <c:v>0.15544386686365019</c:v>
                </c:pt>
                <c:pt idx="833">
                  <c:v>0.15589071743577021</c:v>
                </c:pt>
                <c:pt idx="834">
                  <c:v>0.15555557950668031</c:v>
                </c:pt>
                <c:pt idx="835">
                  <c:v>0.1553321542206203</c:v>
                </c:pt>
                <c:pt idx="836">
                  <c:v>0.1560024300788003</c:v>
                </c:pt>
                <c:pt idx="837">
                  <c:v>0.15913038408365021</c:v>
                </c:pt>
                <c:pt idx="838">
                  <c:v>0.15901867144062029</c:v>
                </c:pt>
                <c:pt idx="839">
                  <c:v>0.1615880622303203</c:v>
                </c:pt>
                <c:pt idx="840">
                  <c:v>0.16203491280244031</c:v>
                </c:pt>
                <c:pt idx="841">
                  <c:v>0.16237005073153021</c:v>
                </c:pt>
                <c:pt idx="842">
                  <c:v>0.16348717716184019</c:v>
                </c:pt>
                <c:pt idx="843">
                  <c:v>0.16237005073153021</c:v>
                </c:pt>
                <c:pt idx="844">
                  <c:v>0.16225833808850029</c:v>
                </c:pt>
                <c:pt idx="845">
                  <c:v>0.16102949901517019</c:v>
                </c:pt>
                <c:pt idx="846">
                  <c:v>0.1601357978709301</c:v>
                </c:pt>
                <c:pt idx="847">
                  <c:v>0.16002408522789019</c:v>
                </c:pt>
                <c:pt idx="848">
                  <c:v>0.1601357978709301</c:v>
                </c:pt>
                <c:pt idx="849">
                  <c:v>0.15868353351153019</c:v>
                </c:pt>
                <c:pt idx="850">
                  <c:v>0.16035922315699039</c:v>
                </c:pt>
                <c:pt idx="851">
                  <c:v>0.16203491280244051</c:v>
                </c:pt>
                <c:pt idx="852">
                  <c:v>0.16270518866062031</c:v>
                </c:pt>
                <c:pt idx="853">
                  <c:v>0.16248176337456061</c:v>
                </c:pt>
                <c:pt idx="854">
                  <c:v>0.16192320015941039</c:v>
                </c:pt>
                <c:pt idx="855">
                  <c:v>0.1644925909491104</c:v>
                </c:pt>
                <c:pt idx="856">
                  <c:v>0.16393402773396051</c:v>
                </c:pt>
                <c:pt idx="857">
                  <c:v>0.16359888980487039</c:v>
                </c:pt>
                <c:pt idx="858">
                  <c:v>0.1650511541642605</c:v>
                </c:pt>
                <c:pt idx="859">
                  <c:v>0.16650341852366049</c:v>
                </c:pt>
                <c:pt idx="860">
                  <c:v>0.16717369438184049</c:v>
                </c:pt>
                <c:pt idx="861">
                  <c:v>0.1650511541642605</c:v>
                </c:pt>
                <c:pt idx="862">
                  <c:v>0.16493944152123041</c:v>
                </c:pt>
                <c:pt idx="863">
                  <c:v>0.16527457945032051</c:v>
                </c:pt>
                <c:pt idx="864">
                  <c:v>0.16683855645275039</c:v>
                </c:pt>
                <c:pt idx="865">
                  <c:v>0.16549800473638049</c:v>
                </c:pt>
                <c:pt idx="866">
                  <c:v>0.16516286680729039</c:v>
                </c:pt>
                <c:pt idx="867">
                  <c:v>0.1662799932376002</c:v>
                </c:pt>
                <c:pt idx="868">
                  <c:v>0.1663917058806301</c:v>
                </c:pt>
                <c:pt idx="869">
                  <c:v>0.16527457945032031</c:v>
                </c:pt>
                <c:pt idx="870">
                  <c:v>0.1619232001594102</c:v>
                </c:pt>
                <c:pt idx="871">
                  <c:v>0.1633754645188101</c:v>
                </c:pt>
                <c:pt idx="872">
                  <c:v>0.1630403265897202</c:v>
                </c:pt>
                <c:pt idx="873">
                  <c:v>0.16393402773396029</c:v>
                </c:pt>
                <c:pt idx="874">
                  <c:v>0.16326375187578021</c:v>
                </c:pt>
                <c:pt idx="875">
                  <c:v>0.1615880622303203</c:v>
                </c:pt>
                <c:pt idx="876">
                  <c:v>0.1648277288782003</c:v>
                </c:pt>
                <c:pt idx="877">
                  <c:v>0.16393402773396029</c:v>
                </c:pt>
                <c:pt idx="878">
                  <c:v>0.16270518866062009</c:v>
                </c:pt>
                <c:pt idx="879">
                  <c:v>0.16460430359214029</c:v>
                </c:pt>
                <c:pt idx="880">
                  <c:v>0.16359888980487011</c:v>
                </c:pt>
                <c:pt idx="881">
                  <c:v>0.1630403265897202</c:v>
                </c:pt>
                <c:pt idx="882">
                  <c:v>0.16415745302001999</c:v>
                </c:pt>
                <c:pt idx="883">
                  <c:v>0.16281690130365001</c:v>
                </c:pt>
                <c:pt idx="884">
                  <c:v>0.1631520392327499</c:v>
                </c:pt>
                <c:pt idx="885">
                  <c:v>0.16192320015941</c:v>
                </c:pt>
                <c:pt idx="886">
                  <c:v>0.16080607372910991</c:v>
                </c:pt>
                <c:pt idx="887">
                  <c:v>0.16136463694426029</c:v>
                </c:pt>
                <c:pt idx="888">
                  <c:v>0.16102949901517019</c:v>
                </c:pt>
                <c:pt idx="889">
                  <c:v>0.16169977487335019</c:v>
                </c:pt>
                <c:pt idx="890">
                  <c:v>0.16069436108608029</c:v>
                </c:pt>
                <c:pt idx="891">
                  <c:v>0.16002408522789019</c:v>
                </c:pt>
                <c:pt idx="892">
                  <c:v>0.16024751051396019</c:v>
                </c:pt>
                <c:pt idx="893">
                  <c:v>0.15913038408365021</c:v>
                </c:pt>
                <c:pt idx="894">
                  <c:v>0.15823668293941021</c:v>
                </c:pt>
                <c:pt idx="895">
                  <c:v>0.1583483955824401</c:v>
                </c:pt>
                <c:pt idx="896">
                  <c:v>0.15946552201273989</c:v>
                </c:pt>
                <c:pt idx="897">
                  <c:v>0.16035922315698989</c:v>
                </c:pt>
                <c:pt idx="898">
                  <c:v>0.16125292430122989</c:v>
                </c:pt>
                <c:pt idx="899">
                  <c:v>0.16192320015941</c:v>
                </c:pt>
                <c:pt idx="900">
                  <c:v>0.16505115416426011</c:v>
                </c:pt>
                <c:pt idx="901">
                  <c:v>0.16516286680729</c:v>
                </c:pt>
                <c:pt idx="902">
                  <c:v>0.16471601623516999</c:v>
                </c:pt>
                <c:pt idx="903">
                  <c:v>0.16371060244790001</c:v>
                </c:pt>
                <c:pt idx="904">
                  <c:v>0.16337546451880991</c:v>
                </c:pt>
                <c:pt idx="905">
                  <c:v>0.16237005073152999</c:v>
                </c:pt>
                <c:pt idx="906">
                  <c:v>0.16169977487334999</c:v>
                </c:pt>
                <c:pt idx="907">
                  <c:v>0.16102949901516991</c:v>
                </c:pt>
                <c:pt idx="908">
                  <c:v>0.16125292430122989</c:v>
                </c:pt>
                <c:pt idx="909">
                  <c:v>0.15890695879759001</c:v>
                </c:pt>
                <c:pt idx="910">
                  <c:v>0.15946552201273989</c:v>
                </c:pt>
                <c:pt idx="911">
                  <c:v>0.16069436108608001</c:v>
                </c:pt>
                <c:pt idx="912">
                  <c:v>0.16047093580002</c:v>
                </c:pt>
                <c:pt idx="913">
                  <c:v>0.15980065994182999</c:v>
                </c:pt>
                <c:pt idx="914">
                  <c:v>0.1615880622303201</c:v>
                </c:pt>
                <c:pt idx="915">
                  <c:v>0.1641574530200203</c:v>
                </c:pt>
                <c:pt idx="916">
                  <c:v>0.16560971737942021</c:v>
                </c:pt>
                <c:pt idx="917">
                  <c:v>0.1677322575969902</c:v>
                </c:pt>
                <c:pt idx="918">
                  <c:v>0.16795568288305021</c:v>
                </c:pt>
                <c:pt idx="919">
                  <c:v>0.16762054495396031</c:v>
                </c:pt>
                <c:pt idx="920">
                  <c:v>0.16840253345518019</c:v>
                </c:pt>
                <c:pt idx="921">
                  <c:v>0.16873767138427029</c:v>
                </c:pt>
                <c:pt idx="922">
                  <c:v>0.16951965988548021</c:v>
                </c:pt>
                <c:pt idx="923">
                  <c:v>0.1718656253891204</c:v>
                </c:pt>
                <c:pt idx="924">
                  <c:v>0.1733178897485104</c:v>
                </c:pt>
                <c:pt idx="925">
                  <c:v>0.17164220010306039</c:v>
                </c:pt>
                <c:pt idx="926">
                  <c:v>0.17387645296367049</c:v>
                </c:pt>
                <c:pt idx="927">
                  <c:v>0.17242418860427031</c:v>
                </c:pt>
                <c:pt idx="928">
                  <c:v>0.1725359012473002</c:v>
                </c:pt>
                <c:pt idx="929">
                  <c:v>0.17197733803215029</c:v>
                </c:pt>
                <c:pt idx="930">
                  <c:v>0.17164220010306019</c:v>
                </c:pt>
                <c:pt idx="931">
                  <c:v>0.17208905067518021</c:v>
                </c:pt>
                <c:pt idx="932">
                  <c:v>0.17298275181942049</c:v>
                </c:pt>
                <c:pt idx="933">
                  <c:v>0.17499357939397051</c:v>
                </c:pt>
                <c:pt idx="934">
                  <c:v>0.17700440696852041</c:v>
                </c:pt>
                <c:pt idx="935">
                  <c:v>0.17711611961155049</c:v>
                </c:pt>
                <c:pt idx="936">
                  <c:v>0.17756297018367051</c:v>
                </c:pt>
                <c:pt idx="937">
                  <c:v>0.17789810811276019</c:v>
                </c:pt>
                <c:pt idx="938">
                  <c:v>0.17823324604185031</c:v>
                </c:pt>
                <c:pt idx="939">
                  <c:v>0.17756297018367029</c:v>
                </c:pt>
                <c:pt idx="940">
                  <c:v>0.1774512575406402</c:v>
                </c:pt>
                <c:pt idx="941">
                  <c:v>0.1781215333988202</c:v>
                </c:pt>
                <c:pt idx="942">
                  <c:v>0.17655755639640011</c:v>
                </c:pt>
                <c:pt idx="943">
                  <c:v>0.17789810811276019</c:v>
                </c:pt>
                <c:pt idx="944">
                  <c:v>0.1774512575406402</c:v>
                </c:pt>
                <c:pt idx="945">
                  <c:v>0.1774512575406402</c:v>
                </c:pt>
                <c:pt idx="946">
                  <c:v>0.17823324604185031</c:v>
                </c:pt>
                <c:pt idx="947">
                  <c:v>0.17990893568731051</c:v>
                </c:pt>
                <c:pt idx="948">
                  <c:v>0.1805792115454905</c:v>
                </c:pt>
                <c:pt idx="949">
                  <c:v>0.17946208511519049</c:v>
                </c:pt>
                <c:pt idx="950">
                  <c:v>0.1796855104012505</c:v>
                </c:pt>
                <c:pt idx="951">
                  <c:v>0.17823324604185051</c:v>
                </c:pt>
                <c:pt idx="952">
                  <c:v>0.1766692690394305</c:v>
                </c:pt>
                <c:pt idx="953">
                  <c:v>0.17633413111034041</c:v>
                </c:pt>
                <c:pt idx="954">
                  <c:v>0.17655755639640039</c:v>
                </c:pt>
                <c:pt idx="955">
                  <c:v>0.17812153339882039</c:v>
                </c:pt>
                <c:pt idx="956">
                  <c:v>0.1783449586848804</c:v>
                </c:pt>
                <c:pt idx="957">
                  <c:v>0.17935037247216029</c:v>
                </c:pt>
                <c:pt idx="958">
                  <c:v>0.18225490119095039</c:v>
                </c:pt>
                <c:pt idx="959">
                  <c:v>0.18191976326186049</c:v>
                </c:pt>
                <c:pt idx="960">
                  <c:v>0.18337202762125049</c:v>
                </c:pt>
                <c:pt idx="961">
                  <c:v>0.18404230347944051</c:v>
                </c:pt>
                <c:pt idx="962">
                  <c:v>0.18460086669459039</c:v>
                </c:pt>
                <c:pt idx="963">
                  <c:v>0.18460086669459039</c:v>
                </c:pt>
                <c:pt idx="964">
                  <c:v>0.18460086669459039</c:v>
                </c:pt>
                <c:pt idx="965">
                  <c:v>0.1894045103449005</c:v>
                </c:pt>
                <c:pt idx="966">
                  <c:v>0.18895765977277049</c:v>
                </c:pt>
                <c:pt idx="967">
                  <c:v>0.18895765977277049</c:v>
                </c:pt>
                <c:pt idx="968">
                  <c:v>0.18951622298793039</c:v>
                </c:pt>
                <c:pt idx="969">
                  <c:v>0.19119191263338051</c:v>
                </c:pt>
                <c:pt idx="970">
                  <c:v>0.19175047584853019</c:v>
                </c:pt>
                <c:pt idx="971">
                  <c:v>0.1923090390636901</c:v>
                </c:pt>
                <c:pt idx="972">
                  <c:v>0.1943198666382302</c:v>
                </c:pt>
                <c:pt idx="973">
                  <c:v>0.19454329192429021</c:v>
                </c:pt>
                <c:pt idx="974">
                  <c:v>0.19487842985339029</c:v>
                </c:pt>
                <c:pt idx="975">
                  <c:v>0.19644240685581019</c:v>
                </c:pt>
                <c:pt idx="976">
                  <c:v>0.19856494707339009</c:v>
                </c:pt>
                <c:pt idx="977">
                  <c:v>0.19633069421278029</c:v>
                </c:pt>
                <c:pt idx="978">
                  <c:v>0.19822980914430019</c:v>
                </c:pt>
                <c:pt idx="979">
                  <c:v>0.20057577464794021</c:v>
                </c:pt>
                <c:pt idx="980">
                  <c:v>0.20146947579218</c:v>
                </c:pt>
                <c:pt idx="981">
                  <c:v>0.2024748895794499</c:v>
                </c:pt>
                <c:pt idx="982">
                  <c:v>0.20146947579218</c:v>
                </c:pt>
                <c:pt idx="983">
                  <c:v>0.20739024587279009</c:v>
                </c:pt>
                <c:pt idx="984">
                  <c:v>0.2070551079437</c:v>
                </c:pt>
                <c:pt idx="985">
                  <c:v>0.20671997001461009</c:v>
                </c:pt>
                <c:pt idx="986">
                  <c:v>0.20660825737158001</c:v>
                </c:pt>
                <c:pt idx="987">
                  <c:v>0.2099596366624901</c:v>
                </c:pt>
                <c:pt idx="988">
                  <c:v>0.21264074009521969</c:v>
                </c:pt>
                <c:pt idx="989">
                  <c:v>0.21208217688006981</c:v>
                </c:pt>
                <c:pt idx="990">
                  <c:v>0.21588040674310971</c:v>
                </c:pt>
                <c:pt idx="991">
                  <c:v>0.21465156766976981</c:v>
                </c:pt>
                <c:pt idx="992">
                  <c:v>0.21610383202916969</c:v>
                </c:pt>
                <c:pt idx="993">
                  <c:v>0.21912007339098971</c:v>
                </c:pt>
                <c:pt idx="994">
                  <c:v>0.21945521132007981</c:v>
                </c:pt>
                <c:pt idx="995">
                  <c:v>0.21811465960370979</c:v>
                </c:pt>
                <c:pt idx="996">
                  <c:v>0.21688582053037991</c:v>
                </c:pt>
                <c:pt idx="997">
                  <c:v>0.21945521132007981</c:v>
                </c:pt>
                <c:pt idx="998">
                  <c:v>0.21912007339098971</c:v>
                </c:pt>
                <c:pt idx="999">
                  <c:v>0.22146603889462951</c:v>
                </c:pt>
                <c:pt idx="1000">
                  <c:v>0.22358857911219959</c:v>
                </c:pt>
                <c:pt idx="1001">
                  <c:v>0.22448228025644951</c:v>
                </c:pt>
                <c:pt idx="1002">
                  <c:v>0.22828051011947961</c:v>
                </c:pt>
                <c:pt idx="1003">
                  <c:v>0.23029133769402971</c:v>
                </c:pt>
                <c:pt idx="1004">
                  <c:v>0.22682824576008959</c:v>
                </c:pt>
                <c:pt idx="1005">
                  <c:v>0.2318553146964597</c:v>
                </c:pt>
                <c:pt idx="1006">
                  <c:v>0.22850393540553979</c:v>
                </c:pt>
                <c:pt idx="1007">
                  <c:v>0.22749852161826989</c:v>
                </c:pt>
                <c:pt idx="1008">
                  <c:v>0.22962106183584979</c:v>
                </c:pt>
                <c:pt idx="1009">
                  <c:v>0.2244822802564497</c:v>
                </c:pt>
                <c:pt idx="1010">
                  <c:v>0.2244822802564497</c:v>
                </c:pt>
                <c:pt idx="1011">
                  <c:v>0.2291742112637298</c:v>
                </c:pt>
                <c:pt idx="1012">
                  <c:v>0.2306264756231198</c:v>
                </c:pt>
                <c:pt idx="1013">
                  <c:v>0.22526426875765981</c:v>
                </c:pt>
                <c:pt idx="1014">
                  <c:v>0.22895078597765961</c:v>
                </c:pt>
                <c:pt idx="1015">
                  <c:v>0.23341929169887979</c:v>
                </c:pt>
                <c:pt idx="1016">
                  <c:v>0.23207873998251971</c:v>
                </c:pt>
                <c:pt idx="1017">
                  <c:v>0.2318553146964597</c:v>
                </c:pt>
                <c:pt idx="1018">
                  <c:v>0.23308415376978989</c:v>
                </c:pt>
                <c:pt idx="1019">
                  <c:v>0.22906249862069969</c:v>
                </c:pt>
                <c:pt idx="1020">
                  <c:v>0.22816879747644969</c:v>
                </c:pt>
                <c:pt idx="1021">
                  <c:v>0.23241387791160981</c:v>
                </c:pt>
                <c:pt idx="1022">
                  <c:v>0.2336427169849398</c:v>
                </c:pt>
                <c:pt idx="1023">
                  <c:v>0.23431299284311979</c:v>
                </c:pt>
                <c:pt idx="1024">
                  <c:v>0.2347598434152498</c:v>
                </c:pt>
                <c:pt idx="1025">
                  <c:v>0.24347342957161991</c:v>
                </c:pt>
                <c:pt idx="1026">
                  <c:v>0.24481398128797971</c:v>
                </c:pt>
                <c:pt idx="1027">
                  <c:v>0.24447884335888981</c:v>
                </c:pt>
                <c:pt idx="1028">
                  <c:v>0.2442554180728298</c:v>
                </c:pt>
                <c:pt idx="1029">
                  <c:v>0.24537254450313981</c:v>
                </c:pt>
                <c:pt idx="1030">
                  <c:v>0.24526083186010969</c:v>
                </c:pt>
                <c:pt idx="1031">
                  <c:v>0.24090403878191971</c:v>
                </c:pt>
                <c:pt idx="1032">
                  <c:v>0.24257972842737979</c:v>
                </c:pt>
                <c:pt idx="1033">
                  <c:v>0.24403199278676979</c:v>
                </c:pt>
                <c:pt idx="1034">
                  <c:v>0.2406806134958597</c:v>
                </c:pt>
                <c:pt idx="1035">
                  <c:v>0.24045718820979989</c:v>
                </c:pt>
                <c:pt idx="1036">
                  <c:v>0.24414370542979971</c:v>
                </c:pt>
                <c:pt idx="1037">
                  <c:v>0.24738337207767991</c:v>
                </c:pt>
                <c:pt idx="1038">
                  <c:v>0.24727165943464999</c:v>
                </c:pt>
                <c:pt idx="1039">
                  <c:v>0.24760679736374011</c:v>
                </c:pt>
                <c:pt idx="1040">
                  <c:v>0.24760679736374011</c:v>
                </c:pt>
                <c:pt idx="1041">
                  <c:v>0.24660138357647021</c:v>
                </c:pt>
                <c:pt idx="1042">
                  <c:v>0.2490590617231403</c:v>
                </c:pt>
                <c:pt idx="1043">
                  <c:v>0.25330414215830038</c:v>
                </c:pt>
                <c:pt idx="1044">
                  <c:v>0.25352756744436039</c:v>
                </c:pt>
                <c:pt idx="1045">
                  <c:v>0.25565010766194041</c:v>
                </c:pt>
                <c:pt idx="1046">
                  <c:v>0.25866634902376062</c:v>
                </c:pt>
                <c:pt idx="1047">
                  <c:v>0.25531496973284068</c:v>
                </c:pt>
                <c:pt idx="1048">
                  <c:v>0.2612357398134606</c:v>
                </c:pt>
                <c:pt idx="1049">
                  <c:v>0.2577726478795106</c:v>
                </c:pt>
                <c:pt idx="1050">
                  <c:v>0.25520325708981062</c:v>
                </c:pt>
                <c:pt idx="1051">
                  <c:v>0.25676723409224073</c:v>
                </c:pt>
                <c:pt idx="1052">
                  <c:v>0.26145916509952061</c:v>
                </c:pt>
                <c:pt idx="1053">
                  <c:v>0.26425198117528059</c:v>
                </c:pt>
                <c:pt idx="1054">
                  <c:v>0.26492225703346078</c:v>
                </c:pt>
                <c:pt idx="1055">
                  <c:v>0.26849706161043102</c:v>
                </c:pt>
                <c:pt idx="1056">
                  <c:v>0.26749164782316082</c:v>
                </c:pt>
                <c:pt idx="1057">
                  <c:v>0.26782678575225088</c:v>
                </c:pt>
                <c:pt idx="1058">
                  <c:v>0.26648623403589089</c:v>
                </c:pt>
                <c:pt idx="1059">
                  <c:v>0.26481054439043089</c:v>
                </c:pt>
                <c:pt idx="1060">
                  <c:v>0.2667096593219509</c:v>
                </c:pt>
                <c:pt idx="1061">
                  <c:v>0.26827363632437101</c:v>
                </c:pt>
                <c:pt idx="1062">
                  <c:v>0.27151330297226101</c:v>
                </c:pt>
                <c:pt idx="1063">
                  <c:v>0.27363584318983109</c:v>
                </c:pt>
                <c:pt idx="1064">
                  <c:v>0.27519982019226119</c:v>
                </c:pt>
                <c:pt idx="1065">
                  <c:v>0.2754232454783212</c:v>
                </c:pt>
                <c:pt idx="1066">
                  <c:v>0.27229529147347109</c:v>
                </c:pt>
                <c:pt idx="1067">
                  <c:v>0.27620523397953112</c:v>
                </c:pt>
                <c:pt idx="1068">
                  <c:v>0.27810434891105112</c:v>
                </c:pt>
                <c:pt idx="1069">
                  <c:v>0.27888633741226121</c:v>
                </c:pt>
                <c:pt idx="1070">
                  <c:v>0.28045031441469098</c:v>
                </c:pt>
                <c:pt idx="1071">
                  <c:v>0.28067373970075099</c:v>
                </c:pt>
                <c:pt idx="1072">
                  <c:v>0.27687550983772108</c:v>
                </c:pt>
                <c:pt idx="1073">
                  <c:v>0.27631694662256101</c:v>
                </c:pt>
                <c:pt idx="1074">
                  <c:v>0.272853854688621</c:v>
                </c:pt>
                <c:pt idx="1075">
                  <c:v>0.27408269376195121</c:v>
                </c:pt>
                <c:pt idx="1076">
                  <c:v>0.27240700411650121</c:v>
                </c:pt>
                <c:pt idx="1077">
                  <c:v>0.27128987768619123</c:v>
                </c:pt>
                <c:pt idx="1078">
                  <c:v>0.26771507310922099</c:v>
                </c:pt>
                <c:pt idx="1079">
                  <c:v>0.2692790501116511</c:v>
                </c:pt>
                <c:pt idx="1080">
                  <c:v>0.2687204868964912</c:v>
                </c:pt>
                <c:pt idx="1081">
                  <c:v>0.27117816504316111</c:v>
                </c:pt>
                <c:pt idx="1082">
                  <c:v>0.27039617654195108</c:v>
                </c:pt>
                <c:pt idx="1083">
                  <c:v>0.26414026853225109</c:v>
                </c:pt>
                <c:pt idx="1084">
                  <c:v>0.26302314210194111</c:v>
                </c:pt>
                <c:pt idx="1085">
                  <c:v>0.25687894673527101</c:v>
                </c:pt>
                <c:pt idx="1086">
                  <c:v>0.25810778580860122</c:v>
                </c:pt>
                <c:pt idx="1087">
                  <c:v>0.26224115360073119</c:v>
                </c:pt>
                <c:pt idx="1088">
                  <c:v>0.26492225703346112</c:v>
                </c:pt>
                <c:pt idx="1089">
                  <c:v>0.26648623403589111</c:v>
                </c:pt>
                <c:pt idx="1090">
                  <c:v>0.26994932596983112</c:v>
                </c:pt>
                <c:pt idx="1091">
                  <c:v>0.27330070526074102</c:v>
                </c:pt>
                <c:pt idx="1092">
                  <c:v>0.27598180869347089</c:v>
                </c:pt>
                <c:pt idx="1093">
                  <c:v>0.27575838340741088</c:v>
                </c:pt>
                <c:pt idx="1094">
                  <c:v>0.27587009605044099</c:v>
                </c:pt>
                <c:pt idx="1095">
                  <c:v>0.27419440640499082</c:v>
                </c:pt>
                <c:pt idx="1096">
                  <c:v>0.27374755583286081</c:v>
                </c:pt>
                <c:pt idx="1097">
                  <c:v>0.27441783169105077</c:v>
                </c:pt>
                <c:pt idx="1098">
                  <c:v>0.27609352133650078</c:v>
                </c:pt>
                <c:pt idx="1099">
                  <c:v>0.27464125697711078</c:v>
                </c:pt>
                <c:pt idx="1100">
                  <c:v>0.27519982019226102</c:v>
                </c:pt>
                <c:pt idx="1101">
                  <c:v>0.27531153283529092</c:v>
                </c:pt>
                <c:pt idx="1102">
                  <c:v>0.27296556733165089</c:v>
                </c:pt>
                <c:pt idx="1103">
                  <c:v>0.27017275125589091</c:v>
                </c:pt>
                <c:pt idx="1104">
                  <c:v>0.2667096593219509</c:v>
                </c:pt>
                <c:pt idx="1105">
                  <c:v>0.26726822253710081</c:v>
                </c:pt>
                <c:pt idx="1106">
                  <c:v>0.26927905011165071</c:v>
                </c:pt>
                <c:pt idx="1107">
                  <c:v>0.26972590068377073</c:v>
                </c:pt>
                <c:pt idx="1108">
                  <c:v>0.26693308460801068</c:v>
                </c:pt>
                <c:pt idx="1109">
                  <c:v>0.26670965932195068</c:v>
                </c:pt>
                <c:pt idx="1110">
                  <c:v>0.26514568231952063</c:v>
                </c:pt>
                <c:pt idx="1111">
                  <c:v>0.26469883174740061</c:v>
                </c:pt>
                <c:pt idx="1112">
                  <c:v>0.26559253289164059</c:v>
                </c:pt>
                <c:pt idx="1113">
                  <c:v>0.26872048689649097</c:v>
                </c:pt>
                <c:pt idx="1114">
                  <c:v>0.27017275125589091</c:v>
                </c:pt>
                <c:pt idx="1115">
                  <c:v>0.27218357883044098</c:v>
                </c:pt>
                <c:pt idx="1116">
                  <c:v>0.27341241790377091</c:v>
                </c:pt>
                <c:pt idx="1117">
                  <c:v>0.27196015354438102</c:v>
                </c:pt>
                <c:pt idx="1118">
                  <c:v>0.27196015354438102</c:v>
                </c:pt>
                <c:pt idx="1119">
                  <c:v>0.27553495812135093</c:v>
                </c:pt>
                <c:pt idx="1120">
                  <c:v>0.2757583834074111</c:v>
                </c:pt>
                <c:pt idx="1121">
                  <c:v>0.27497639490620118</c:v>
                </c:pt>
                <c:pt idx="1122">
                  <c:v>0.27363584318983109</c:v>
                </c:pt>
                <c:pt idx="1123">
                  <c:v>0.27106645240013122</c:v>
                </c:pt>
                <c:pt idx="1124">
                  <c:v>0.26905562482559109</c:v>
                </c:pt>
                <c:pt idx="1125">
                  <c:v>0.27140159032922112</c:v>
                </c:pt>
                <c:pt idx="1126">
                  <c:v>0.27162501561529112</c:v>
                </c:pt>
                <c:pt idx="1127">
                  <c:v>0.27028446389892102</c:v>
                </c:pt>
                <c:pt idx="1128">
                  <c:v>0.27050788918498081</c:v>
                </c:pt>
                <c:pt idx="1129">
                  <c:v>0.27218357883044098</c:v>
                </c:pt>
                <c:pt idx="1130">
                  <c:v>0.27475296962014101</c:v>
                </c:pt>
                <c:pt idx="1131">
                  <c:v>0.27508810754923091</c:v>
                </c:pt>
                <c:pt idx="1132">
                  <c:v>0.27341241790377091</c:v>
                </c:pt>
                <c:pt idx="1133">
                  <c:v>0.27374755583286081</c:v>
                </c:pt>
                <c:pt idx="1134">
                  <c:v>0.27296556733165089</c:v>
                </c:pt>
                <c:pt idx="1135">
                  <c:v>0.27475296962014101</c:v>
                </c:pt>
                <c:pt idx="1136">
                  <c:v>0.27631694662256079</c:v>
                </c:pt>
                <c:pt idx="1137">
                  <c:v>0.27631694662256079</c:v>
                </c:pt>
                <c:pt idx="1138">
                  <c:v>0.27765749833893111</c:v>
                </c:pt>
                <c:pt idx="1139">
                  <c:v>0.27810434891105112</c:v>
                </c:pt>
                <c:pt idx="1140">
                  <c:v>0.27989175119954107</c:v>
                </c:pt>
                <c:pt idx="1141">
                  <c:v>0.279333187984381</c:v>
                </c:pt>
                <c:pt idx="1142">
                  <c:v>0.27732236040984121</c:v>
                </c:pt>
                <c:pt idx="1143">
                  <c:v>0.27665208455165108</c:v>
                </c:pt>
                <c:pt idx="1144">
                  <c:v>0.27732236040984087</c:v>
                </c:pt>
                <c:pt idx="1145">
                  <c:v>0.27799263626802101</c:v>
                </c:pt>
                <c:pt idx="1146">
                  <c:v>0.27631694662256079</c:v>
                </c:pt>
                <c:pt idx="1147">
                  <c:v>0.27743407305287082</c:v>
                </c:pt>
                <c:pt idx="1148">
                  <c:v>0.28156744084499091</c:v>
                </c:pt>
                <c:pt idx="1149">
                  <c:v>0.28223771670318087</c:v>
                </c:pt>
                <c:pt idx="1150">
                  <c:v>0.28201429141711087</c:v>
                </c:pt>
                <c:pt idx="1151">
                  <c:v>0.28123230291590101</c:v>
                </c:pt>
                <c:pt idx="1152">
                  <c:v>0.28246114198924088</c:v>
                </c:pt>
                <c:pt idx="1153">
                  <c:v>0.28402511899166072</c:v>
                </c:pt>
                <c:pt idx="1154">
                  <c:v>0.28648279713833041</c:v>
                </c:pt>
                <c:pt idx="1155">
                  <c:v>0.2872647856395405</c:v>
                </c:pt>
                <c:pt idx="1156">
                  <c:v>0.28771163621167051</c:v>
                </c:pt>
                <c:pt idx="1157">
                  <c:v>0.28849362471288059</c:v>
                </c:pt>
                <c:pt idx="1158">
                  <c:v>0.28871704999894071</c:v>
                </c:pt>
                <c:pt idx="1159">
                  <c:v>0.28916390057106067</c:v>
                </c:pt>
                <c:pt idx="1160">
                  <c:v>0.28704136035348071</c:v>
                </c:pt>
                <c:pt idx="1161">
                  <c:v>0.28670622242439059</c:v>
                </c:pt>
                <c:pt idx="1162">
                  <c:v>0.2869296477104506</c:v>
                </c:pt>
                <c:pt idx="1163">
                  <c:v>0.2903927396444006</c:v>
                </c:pt>
                <c:pt idx="1164">
                  <c:v>0.28938732585712068</c:v>
                </c:pt>
                <c:pt idx="1165">
                  <c:v>0.28581252128015061</c:v>
                </c:pt>
                <c:pt idx="1166">
                  <c:v>0.2836899810625706</c:v>
                </c:pt>
                <c:pt idx="1167">
                  <c:v>0.2803386017716607</c:v>
                </c:pt>
                <c:pt idx="1168">
                  <c:v>0.28067373970075082</c:v>
                </c:pt>
                <c:pt idx="1169">
                  <c:v>0.2796683259134809</c:v>
                </c:pt>
                <c:pt idx="1170">
                  <c:v>0.28033860177166092</c:v>
                </c:pt>
                <c:pt idx="1171">
                  <c:v>0.279109762698321</c:v>
                </c:pt>
                <c:pt idx="1172">
                  <c:v>0.2796683259134809</c:v>
                </c:pt>
                <c:pt idx="1173">
                  <c:v>0.27989175119954091</c:v>
                </c:pt>
                <c:pt idx="1174">
                  <c:v>0.27955661327045078</c:v>
                </c:pt>
                <c:pt idx="1175">
                  <c:v>0.27665208455165091</c:v>
                </c:pt>
                <c:pt idx="1176">
                  <c:v>0.27452954433408089</c:v>
                </c:pt>
                <c:pt idx="1177">
                  <c:v>0.2735241305468008</c:v>
                </c:pt>
                <c:pt idx="1178">
                  <c:v>0.27363584318983092</c:v>
                </c:pt>
                <c:pt idx="1179">
                  <c:v>0.27385926847589093</c:v>
                </c:pt>
                <c:pt idx="1180">
                  <c:v>0.27095473975710083</c:v>
                </c:pt>
                <c:pt idx="1181">
                  <c:v>0.27095473975710083</c:v>
                </c:pt>
                <c:pt idx="1182">
                  <c:v>0.27184844090135091</c:v>
                </c:pt>
                <c:pt idx="1183">
                  <c:v>0.2731889926177109</c:v>
                </c:pt>
                <c:pt idx="1184">
                  <c:v>0.27151330297226101</c:v>
                </c:pt>
                <c:pt idx="1185">
                  <c:v>0.27173672825832101</c:v>
                </c:pt>
                <c:pt idx="1186">
                  <c:v>0.27162501561529079</c:v>
                </c:pt>
                <c:pt idx="1187">
                  <c:v>0.27173672825832101</c:v>
                </c:pt>
                <c:pt idx="1188">
                  <c:v>0.27184844090135091</c:v>
                </c:pt>
                <c:pt idx="1189">
                  <c:v>0.27184844090135091</c:v>
                </c:pt>
                <c:pt idx="1190">
                  <c:v>0.27285385468862078</c:v>
                </c:pt>
                <c:pt idx="1191">
                  <c:v>0.27408269376195088</c:v>
                </c:pt>
                <c:pt idx="1192">
                  <c:v>0.27519982019226102</c:v>
                </c:pt>
                <c:pt idx="1193">
                  <c:v>0.2731889926177109</c:v>
                </c:pt>
                <c:pt idx="1194">
                  <c:v>0.27441783169105111</c:v>
                </c:pt>
                <c:pt idx="1195">
                  <c:v>0.27598180869347111</c:v>
                </c:pt>
                <c:pt idx="1196">
                  <c:v>0.2754232454783212</c:v>
                </c:pt>
                <c:pt idx="1197">
                  <c:v>0.27497639490620118</c:v>
                </c:pt>
                <c:pt idx="1198">
                  <c:v>0.27531153283529092</c:v>
                </c:pt>
                <c:pt idx="1199">
                  <c:v>0.27486468226317079</c:v>
                </c:pt>
                <c:pt idx="1200">
                  <c:v>0.27408269376195088</c:v>
                </c:pt>
                <c:pt idx="1201">
                  <c:v>0.27464125697711078</c:v>
                </c:pt>
                <c:pt idx="1202">
                  <c:v>0.27531153283529092</c:v>
                </c:pt>
                <c:pt idx="1203">
                  <c:v>0.27397098111892082</c:v>
                </c:pt>
                <c:pt idx="1204">
                  <c:v>0.27285385468862078</c:v>
                </c:pt>
                <c:pt idx="1205">
                  <c:v>0.27162501561529079</c:v>
                </c:pt>
                <c:pt idx="1206">
                  <c:v>0.26950247539771088</c:v>
                </c:pt>
                <c:pt idx="1207">
                  <c:v>0.26626280874983088</c:v>
                </c:pt>
                <c:pt idx="1208">
                  <c:v>0.26682137196498062</c:v>
                </c:pt>
                <c:pt idx="1209">
                  <c:v>0.26805021103831073</c:v>
                </c:pt>
                <c:pt idx="1210">
                  <c:v>0.26916733746862082</c:v>
                </c:pt>
                <c:pt idx="1211">
                  <c:v>0.26659794667892062</c:v>
                </c:pt>
                <c:pt idx="1212">
                  <c:v>0.26816192368134062</c:v>
                </c:pt>
                <c:pt idx="1213">
                  <c:v>0.26782678575225072</c:v>
                </c:pt>
                <c:pt idx="1214">
                  <c:v>0.26872048689649081</c:v>
                </c:pt>
                <c:pt idx="1215">
                  <c:v>0.26983761332680062</c:v>
                </c:pt>
                <c:pt idx="1216">
                  <c:v>0.26894391218256081</c:v>
                </c:pt>
                <c:pt idx="1217">
                  <c:v>0.26592767082073082</c:v>
                </c:pt>
                <c:pt idx="1218">
                  <c:v>0.26536910760558058</c:v>
                </c:pt>
                <c:pt idx="1219">
                  <c:v>0.26592767082073082</c:v>
                </c:pt>
                <c:pt idx="1220">
                  <c:v>0.2644754064613406</c:v>
                </c:pt>
                <c:pt idx="1221">
                  <c:v>0.26313485474497061</c:v>
                </c:pt>
                <c:pt idx="1222">
                  <c:v>0.26179430302861068</c:v>
                </c:pt>
                <c:pt idx="1223">
                  <c:v>0.26212944095770058</c:v>
                </c:pt>
                <c:pt idx="1224">
                  <c:v>0.26224115360073103</c:v>
                </c:pt>
                <c:pt idx="1225">
                  <c:v>0.26179430302861101</c:v>
                </c:pt>
                <c:pt idx="1226">
                  <c:v>0.26112402717043087</c:v>
                </c:pt>
                <c:pt idx="1227">
                  <c:v>0.26067717659830092</c:v>
                </c:pt>
                <c:pt idx="1228">
                  <c:v>0.26201772831467102</c:v>
                </c:pt>
                <c:pt idx="1229">
                  <c:v>0.26458711910437088</c:v>
                </c:pt>
                <c:pt idx="1230">
                  <c:v>0.26503396967649101</c:v>
                </c:pt>
                <c:pt idx="1231">
                  <c:v>0.26760336046619088</c:v>
                </c:pt>
                <c:pt idx="1232">
                  <c:v>0.26972590068377089</c:v>
                </c:pt>
                <c:pt idx="1233">
                  <c:v>0.27229529147347092</c:v>
                </c:pt>
                <c:pt idx="1234">
                  <c:v>0.27173672825832101</c:v>
                </c:pt>
                <c:pt idx="1235">
                  <c:v>0.27173672825832101</c:v>
                </c:pt>
                <c:pt idx="1236">
                  <c:v>0.27285385468862078</c:v>
                </c:pt>
                <c:pt idx="1237">
                  <c:v>0.27665208455165108</c:v>
                </c:pt>
                <c:pt idx="1238">
                  <c:v>0.27721064776681098</c:v>
                </c:pt>
                <c:pt idx="1239">
                  <c:v>0.27821606155408118</c:v>
                </c:pt>
                <c:pt idx="1240">
                  <c:v>0.27788092362499112</c:v>
                </c:pt>
                <c:pt idx="1241">
                  <c:v>0.28167915348802119</c:v>
                </c:pt>
                <c:pt idx="1242">
                  <c:v>0.28357826841954109</c:v>
                </c:pt>
                <c:pt idx="1243">
                  <c:v>0.28335484313348108</c:v>
                </c:pt>
                <c:pt idx="1244">
                  <c:v>0.28402511899166122</c:v>
                </c:pt>
                <c:pt idx="1245">
                  <c:v>0.28458368220681107</c:v>
                </c:pt>
                <c:pt idx="1246">
                  <c:v>0.28503053277894108</c:v>
                </c:pt>
                <c:pt idx="1247">
                  <c:v>0.28503053277894108</c:v>
                </c:pt>
                <c:pt idx="1248">
                  <c:v>0.28357826841954109</c:v>
                </c:pt>
                <c:pt idx="1249">
                  <c:v>0.28313141784742107</c:v>
                </c:pt>
                <c:pt idx="1250">
                  <c:v>0.28268456727530111</c:v>
                </c:pt>
                <c:pt idx="1251">
                  <c:v>0.28436025692075112</c:v>
                </c:pt>
                <c:pt idx="1252">
                  <c:v>0.28614765920924112</c:v>
                </c:pt>
                <c:pt idx="1253">
                  <c:v>0.28447196956378118</c:v>
                </c:pt>
                <c:pt idx="1254">
                  <c:v>0.2819025787740812</c:v>
                </c:pt>
                <c:pt idx="1255">
                  <c:v>0.28089716498681111</c:v>
                </c:pt>
                <c:pt idx="1256">
                  <c:v>0.2822377167031811</c:v>
                </c:pt>
                <c:pt idx="1257">
                  <c:v>0.28167915348802119</c:v>
                </c:pt>
                <c:pt idx="1258">
                  <c:v>0.28257285463227122</c:v>
                </c:pt>
                <c:pt idx="1259">
                  <c:v>0.28212600406014121</c:v>
                </c:pt>
                <c:pt idx="1260">
                  <c:v>0.28290799256136112</c:v>
                </c:pt>
                <c:pt idx="1261">
                  <c:v>0.28279627991833101</c:v>
                </c:pt>
                <c:pt idx="1262">
                  <c:v>0.28413683163469111</c:v>
                </c:pt>
                <c:pt idx="1263">
                  <c:v>0.28391340634863099</c:v>
                </c:pt>
                <c:pt idx="1264">
                  <c:v>0.2819025787740812</c:v>
                </c:pt>
                <c:pt idx="1265">
                  <c:v>0.28000346384257102</c:v>
                </c:pt>
                <c:pt idx="1266">
                  <c:v>0.28000346384257102</c:v>
                </c:pt>
                <c:pt idx="1267">
                  <c:v>0.28045031441469098</c:v>
                </c:pt>
                <c:pt idx="1268">
                  <c:v>0.27989175119954107</c:v>
                </c:pt>
                <c:pt idx="1269">
                  <c:v>0.279333187984381</c:v>
                </c:pt>
                <c:pt idx="1270">
                  <c:v>0.2786629121262012</c:v>
                </c:pt>
                <c:pt idx="1271">
                  <c:v>0.27776921098196122</c:v>
                </c:pt>
                <c:pt idx="1272">
                  <c:v>0.27832777419711108</c:v>
                </c:pt>
                <c:pt idx="1273">
                  <c:v>0.28100887762984122</c:v>
                </c:pt>
                <c:pt idx="1274">
                  <c:v>0.28100887762984122</c:v>
                </c:pt>
                <c:pt idx="1275">
                  <c:v>0.28089716498681111</c:v>
                </c:pt>
                <c:pt idx="1276">
                  <c:v>0.2820142914171111</c:v>
                </c:pt>
                <c:pt idx="1277">
                  <c:v>0.28324313049045102</c:v>
                </c:pt>
                <c:pt idx="1278">
                  <c:v>0.28424854427772123</c:v>
                </c:pt>
                <c:pt idx="1279">
                  <c:v>0.28491882013591119</c:v>
                </c:pt>
                <c:pt idx="1280">
                  <c:v>0.28570080863712111</c:v>
                </c:pt>
                <c:pt idx="1281">
                  <c:v>0.28681793506742109</c:v>
                </c:pt>
                <c:pt idx="1282">
                  <c:v>0.28737649828257111</c:v>
                </c:pt>
                <c:pt idx="1283">
                  <c:v>0.28726478563954122</c:v>
                </c:pt>
                <c:pt idx="1284">
                  <c:v>0.28860533735591121</c:v>
                </c:pt>
                <c:pt idx="1285">
                  <c:v>0.28916390057106112</c:v>
                </c:pt>
                <c:pt idx="1286">
                  <c:v>0.289052187928031</c:v>
                </c:pt>
                <c:pt idx="1287">
                  <c:v>0.28961075114318108</c:v>
                </c:pt>
                <c:pt idx="1288">
                  <c:v>0.28961075114318108</c:v>
                </c:pt>
                <c:pt idx="1289">
                  <c:v>0.28961075114318108</c:v>
                </c:pt>
                <c:pt idx="1290">
                  <c:v>0.28983417642924092</c:v>
                </c:pt>
                <c:pt idx="1291">
                  <c:v>0.28961075114318091</c:v>
                </c:pt>
                <c:pt idx="1292">
                  <c:v>0.29028102700137087</c:v>
                </c:pt>
                <c:pt idx="1293">
                  <c:v>0.29162157871773098</c:v>
                </c:pt>
                <c:pt idx="1294">
                  <c:v>0.29307384307713091</c:v>
                </c:pt>
                <c:pt idx="1295">
                  <c:v>0.29419096950743068</c:v>
                </c:pt>
                <c:pt idx="1296">
                  <c:v>0.29474953272258092</c:v>
                </c:pt>
                <c:pt idx="1297">
                  <c:v>0.295531521223801</c:v>
                </c:pt>
                <c:pt idx="1298">
                  <c:v>0.29743063615531101</c:v>
                </c:pt>
                <c:pt idx="1299">
                  <c:v>0.298771187871681</c:v>
                </c:pt>
                <c:pt idx="1300">
                  <c:v>0.29921803844380079</c:v>
                </c:pt>
                <c:pt idx="1301">
                  <c:v>0.29932975108683091</c:v>
                </c:pt>
                <c:pt idx="1302">
                  <c:v>0.29955317637289092</c:v>
                </c:pt>
                <c:pt idx="1303">
                  <c:v>0.29921803844380079</c:v>
                </c:pt>
                <c:pt idx="1304">
                  <c:v>0.29955317637289092</c:v>
                </c:pt>
                <c:pt idx="1305">
                  <c:v>0.29988831430198082</c:v>
                </c:pt>
                <c:pt idx="1306">
                  <c:v>0.29932975108683091</c:v>
                </c:pt>
                <c:pt idx="1307">
                  <c:v>0.29977660165895093</c:v>
                </c:pt>
                <c:pt idx="1308">
                  <c:v>0.30033516487410111</c:v>
                </c:pt>
                <c:pt idx="1309">
                  <c:v>0.30122886601835108</c:v>
                </c:pt>
                <c:pt idx="1310">
                  <c:v>0.30268113037774103</c:v>
                </c:pt>
                <c:pt idx="1311">
                  <c:v>0.30346311887896121</c:v>
                </c:pt>
                <c:pt idx="1312">
                  <c:v>0.30435682002320119</c:v>
                </c:pt>
                <c:pt idx="1313">
                  <c:v>0.30469195795229109</c:v>
                </c:pt>
                <c:pt idx="1314">
                  <c:v>0.30692621081290122</c:v>
                </c:pt>
                <c:pt idx="1315">
                  <c:v>0.30748477402805108</c:v>
                </c:pt>
                <c:pt idx="1316">
                  <c:v>0.30793162460017109</c:v>
                </c:pt>
                <c:pt idx="1317">
                  <c:v>0.3081550498862311</c:v>
                </c:pt>
                <c:pt idx="1318">
                  <c:v>0.30893703838745101</c:v>
                </c:pt>
                <c:pt idx="1319">
                  <c:v>0.30983073953169082</c:v>
                </c:pt>
                <c:pt idx="1320">
                  <c:v>0.30949560160260092</c:v>
                </c:pt>
                <c:pt idx="1321">
                  <c:v>0.31005416481775111</c:v>
                </c:pt>
                <c:pt idx="1322">
                  <c:v>0.31094786596199109</c:v>
                </c:pt>
                <c:pt idx="1323">
                  <c:v>0.31240013032139102</c:v>
                </c:pt>
                <c:pt idx="1324">
                  <c:v>0.31206499239230112</c:v>
                </c:pt>
                <c:pt idx="1325">
                  <c:v>0.31184156710624111</c:v>
                </c:pt>
                <c:pt idx="1326">
                  <c:v>0.3110595786050212</c:v>
                </c:pt>
                <c:pt idx="1327">
                  <c:v>0.31206499239230112</c:v>
                </c:pt>
                <c:pt idx="1328">
                  <c:v>0.31329383146563078</c:v>
                </c:pt>
                <c:pt idx="1329">
                  <c:v>0.31362896939472118</c:v>
                </c:pt>
                <c:pt idx="1330">
                  <c:v>0.3141875326098813</c:v>
                </c:pt>
                <c:pt idx="1331">
                  <c:v>0.31519294639715117</c:v>
                </c:pt>
                <c:pt idx="1332">
                  <c:v>0.31575150961230142</c:v>
                </c:pt>
                <c:pt idx="1333">
                  <c:v>0.31642178547048122</c:v>
                </c:pt>
                <c:pt idx="1334">
                  <c:v>0.3175389119007912</c:v>
                </c:pt>
                <c:pt idx="1335">
                  <c:v>0.31742719925776108</c:v>
                </c:pt>
                <c:pt idx="1336">
                  <c:v>0.3178740498298811</c:v>
                </c:pt>
                <c:pt idx="1337">
                  <c:v>0.31776233718685121</c:v>
                </c:pt>
                <c:pt idx="1338">
                  <c:v>0.31809747511594111</c:v>
                </c:pt>
                <c:pt idx="1339">
                  <c:v>0.31887946361715103</c:v>
                </c:pt>
                <c:pt idx="1340">
                  <c:v>0.31798576247291122</c:v>
                </c:pt>
                <c:pt idx="1341">
                  <c:v>0.3175389119007912</c:v>
                </c:pt>
                <c:pt idx="1342">
                  <c:v>0.3178740498298811</c:v>
                </c:pt>
                <c:pt idx="1343">
                  <c:v>0.31966145211837138</c:v>
                </c:pt>
                <c:pt idx="1344">
                  <c:v>0.31932631418928131</c:v>
                </c:pt>
                <c:pt idx="1345">
                  <c:v>0.31854432568806129</c:v>
                </c:pt>
                <c:pt idx="1346">
                  <c:v>0.31798576247291138</c:v>
                </c:pt>
                <c:pt idx="1347">
                  <c:v>0.31787404982988132</c:v>
                </c:pt>
                <c:pt idx="1348">
                  <c:v>0.31809747511594128</c:v>
                </c:pt>
                <c:pt idx="1349">
                  <c:v>0.31943802683231121</c:v>
                </c:pt>
                <c:pt idx="1350">
                  <c:v>0.31910288890321098</c:v>
                </c:pt>
                <c:pt idx="1351">
                  <c:v>0.31910288890321098</c:v>
                </c:pt>
                <c:pt idx="1352">
                  <c:v>0.32022001533352112</c:v>
                </c:pt>
                <c:pt idx="1353">
                  <c:v>0.32133714176382111</c:v>
                </c:pt>
                <c:pt idx="1354">
                  <c:v>0.32211913026504102</c:v>
                </c:pt>
                <c:pt idx="1355">
                  <c:v>0.32234255555110097</c:v>
                </c:pt>
                <c:pt idx="1356">
                  <c:v>0.32301283140928078</c:v>
                </c:pt>
                <c:pt idx="1357">
                  <c:v>0.32301283140928078</c:v>
                </c:pt>
                <c:pt idx="1358">
                  <c:v>0.32401824519655098</c:v>
                </c:pt>
                <c:pt idx="1359">
                  <c:v>0.324688521054741</c:v>
                </c:pt>
                <c:pt idx="1360">
                  <c:v>0.32558222219898081</c:v>
                </c:pt>
                <c:pt idx="1361">
                  <c:v>0.32558222219898081</c:v>
                </c:pt>
                <c:pt idx="1362">
                  <c:v>0.32625249805716078</c:v>
                </c:pt>
                <c:pt idx="1363">
                  <c:v>0.32815161298868079</c:v>
                </c:pt>
                <c:pt idx="1364">
                  <c:v>0.3287101762038307</c:v>
                </c:pt>
                <c:pt idx="1365">
                  <c:v>0.33016244056323057</c:v>
                </c:pt>
                <c:pt idx="1366">
                  <c:v>0.33072100377838082</c:v>
                </c:pt>
                <c:pt idx="1367">
                  <c:v>0.33206155549474059</c:v>
                </c:pt>
                <c:pt idx="1368">
                  <c:v>0.33306696928202068</c:v>
                </c:pt>
                <c:pt idx="1369">
                  <c:v>0.33351381985414069</c:v>
                </c:pt>
                <c:pt idx="1370">
                  <c:v>0.33384895778323059</c:v>
                </c:pt>
                <c:pt idx="1371">
                  <c:v>0.33329039456808068</c:v>
                </c:pt>
                <c:pt idx="1372">
                  <c:v>0.33396067042626082</c:v>
                </c:pt>
                <c:pt idx="1373">
                  <c:v>0.33507779685656058</c:v>
                </c:pt>
                <c:pt idx="1374">
                  <c:v>0.33429580835535072</c:v>
                </c:pt>
                <c:pt idx="1375">
                  <c:v>0.33474265892747068</c:v>
                </c:pt>
                <c:pt idx="1376">
                  <c:v>0.33552464742869059</c:v>
                </c:pt>
                <c:pt idx="1377">
                  <c:v>0.33742376236020077</c:v>
                </c:pt>
                <c:pt idx="1378">
                  <c:v>0.34032829107899071</c:v>
                </c:pt>
                <c:pt idx="1379">
                  <c:v>0.34256254393960089</c:v>
                </c:pt>
                <c:pt idx="1380">
                  <c:v>0.34557878530142089</c:v>
                </c:pt>
                <c:pt idx="1381">
                  <c:v>0.34714276230385099</c:v>
                </c:pt>
                <c:pt idx="1382">
                  <c:v>0.34859502666325121</c:v>
                </c:pt>
                <c:pt idx="1383">
                  <c:v>0.34803646344809103</c:v>
                </c:pt>
                <c:pt idx="1384">
                  <c:v>0.3466959117317312</c:v>
                </c:pt>
                <c:pt idx="1385">
                  <c:v>0.34613734851658112</c:v>
                </c:pt>
                <c:pt idx="1386">
                  <c:v>0.34848331402022098</c:v>
                </c:pt>
                <c:pt idx="1387">
                  <c:v>0.34714276230385122</c:v>
                </c:pt>
                <c:pt idx="1388">
                  <c:v>0.34178055543839098</c:v>
                </c:pt>
                <c:pt idx="1389">
                  <c:v>0.3427859692256614</c:v>
                </c:pt>
                <c:pt idx="1390">
                  <c:v>0.34401480829900127</c:v>
                </c:pt>
                <c:pt idx="1391">
                  <c:v>0.34591392323052111</c:v>
                </c:pt>
                <c:pt idx="1392">
                  <c:v>0.34155713015233102</c:v>
                </c:pt>
                <c:pt idx="1393">
                  <c:v>0.34390309565597099</c:v>
                </c:pt>
                <c:pt idx="1394">
                  <c:v>0.34971215309355119</c:v>
                </c:pt>
                <c:pt idx="1395">
                  <c:v>0.3502707163087011</c:v>
                </c:pt>
                <c:pt idx="1396">
                  <c:v>0.34948872780749118</c:v>
                </c:pt>
                <c:pt idx="1397">
                  <c:v>0.3499355783796112</c:v>
                </c:pt>
                <c:pt idx="1398">
                  <c:v>0.35038242895173122</c:v>
                </c:pt>
                <c:pt idx="1399">
                  <c:v>0.35250496916931118</c:v>
                </c:pt>
                <c:pt idx="1400">
                  <c:v>0.35418065881477112</c:v>
                </c:pt>
                <c:pt idx="1401">
                  <c:v>0.35284010709840108</c:v>
                </c:pt>
                <c:pt idx="1402">
                  <c:v>0.35205811859719122</c:v>
                </c:pt>
                <c:pt idx="1403">
                  <c:v>0.35194640595416099</c:v>
                </c:pt>
                <c:pt idx="1404">
                  <c:v>0.35272839445537119</c:v>
                </c:pt>
                <c:pt idx="1405">
                  <c:v>0.35183469331113121</c:v>
                </c:pt>
                <c:pt idx="1406">
                  <c:v>0.35194640595416082</c:v>
                </c:pt>
                <c:pt idx="1407">
                  <c:v>0.35485093467295092</c:v>
                </c:pt>
                <c:pt idx="1408">
                  <c:v>0.35462750938689092</c:v>
                </c:pt>
                <c:pt idx="1409">
                  <c:v>0.35485093467295092</c:v>
                </c:pt>
                <c:pt idx="1410">
                  <c:v>0.35507435995901121</c:v>
                </c:pt>
                <c:pt idx="1411">
                  <c:v>0.35574463581719118</c:v>
                </c:pt>
                <c:pt idx="1412">
                  <c:v>0.35585634846022091</c:v>
                </c:pt>
                <c:pt idx="1413">
                  <c:v>0.35842573924992083</c:v>
                </c:pt>
                <c:pt idx="1414">
                  <c:v>0.36211225646993078</c:v>
                </c:pt>
                <c:pt idx="1415">
                  <c:v>0.36512849783175078</c:v>
                </c:pt>
                <c:pt idx="1416">
                  <c:v>0.3694852909099311</c:v>
                </c:pt>
                <c:pt idx="1417">
                  <c:v>0.37238981962873141</c:v>
                </c:pt>
                <c:pt idx="1418">
                  <c:v>0.3719429690566014</c:v>
                </c:pt>
                <c:pt idx="1419">
                  <c:v>0.37093755526933131</c:v>
                </c:pt>
                <c:pt idx="1420">
                  <c:v>0.37216639434266119</c:v>
                </c:pt>
                <c:pt idx="1421">
                  <c:v>0.37227810698569108</c:v>
                </c:pt>
                <c:pt idx="1422">
                  <c:v>0.38065655521298081</c:v>
                </c:pt>
                <c:pt idx="1423">
                  <c:v>0.37965114142570089</c:v>
                </c:pt>
                <c:pt idx="1424">
                  <c:v>0.38322594600268078</c:v>
                </c:pt>
                <c:pt idx="1425">
                  <c:v>0.383002520716621</c:v>
                </c:pt>
                <c:pt idx="1426">
                  <c:v>0.38087998049904082</c:v>
                </c:pt>
                <c:pt idx="1427">
                  <c:v>0.37920429085358093</c:v>
                </c:pt>
                <c:pt idx="1428">
                  <c:v>0.3766349000638809</c:v>
                </c:pt>
                <c:pt idx="1429">
                  <c:v>0.37719346327903081</c:v>
                </c:pt>
                <c:pt idx="1430">
                  <c:v>0.37909257821055098</c:v>
                </c:pt>
                <c:pt idx="1431">
                  <c:v>0.38188539428631102</c:v>
                </c:pt>
                <c:pt idx="1432">
                  <c:v>0.38613047472147088</c:v>
                </c:pt>
                <c:pt idx="1433">
                  <c:v>0.38881157815420098</c:v>
                </c:pt>
                <c:pt idx="1434">
                  <c:v>0.39249809537420099</c:v>
                </c:pt>
                <c:pt idx="1435">
                  <c:v>0.39339179651844081</c:v>
                </c:pt>
                <c:pt idx="1436">
                  <c:v>0.39428549766269078</c:v>
                </c:pt>
                <c:pt idx="1437">
                  <c:v>0.39260980801723089</c:v>
                </c:pt>
                <c:pt idx="1438">
                  <c:v>0.39428549766269078</c:v>
                </c:pt>
                <c:pt idx="1439">
                  <c:v>0.39450892294875078</c:v>
                </c:pt>
                <c:pt idx="1440">
                  <c:v>0.39696660109542092</c:v>
                </c:pt>
                <c:pt idx="1441">
                  <c:v>0.39417378501966088</c:v>
                </c:pt>
                <c:pt idx="1442">
                  <c:v>0.3969666010954207</c:v>
                </c:pt>
                <c:pt idx="1443">
                  <c:v>0.38959356665541067</c:v>
                </c:pt>
                <c:pt idx="1444">
                  <c:v>0.39126925630087062</c:v>
                </c:pt>
                <c:pt idx="1445">
                  <c:v>0.3928332333032909</c:v>
                </c:pt>
                <c:pt idx="1446">
                  <c:v>0.39328008387541069</c:v>
                </c:pt>
                <c:pt idx="1447">
                  <c:v>0.39529091144996098</c:v>
                </c:pt>
                <c:pt idx="1448">
                  <c:v>0.3960728999511709</c:v>
                </c:pt>
                <c:pt idx="1449">
                  <c:v>0.39406207237663082</c:v>
                </c:pt>
                <c:pt idx="1450">
                  <c:v>0.39473234823481079</c:v>
                </c:pt>
                <c:pt idx="1451">
                  <c:v>0.3931683712323808</c:v>
                </c:pt>
                <c:pt idx="1452">
                  <c:v>0.39126925630087078</c:v>
                </c:pt>
                <c:pt idx="1453">
                  <c:v>0.3901521298705608</c:v>
                </c:pt>
                <c:pt idx="1454">
                  <c:v>0.39149268158693079</c:v>
                </c:pt>
                <c:pt idx="1455">
                  <c:v>0.39294494594632062</c:v>
                </c:pt>
                <c:pt idx="1456">
                  <c:v>0.39439721030572072</c:v>
                </c:pt>
                <c:pt idx="1457">
                  <c:v>0.39361522180451058</c:v>
                </c:pt>
                <c:pt idx="1458">
                  <c:v>0.39395035973360071</c:v>
                </c:pt>
                <c:pt idx="1459">
                  <c:v>0.39506748616390069</c:v>
                </c:pt>
                <c:pt idx="1460">
                  <c:v>0.3973017390245106</c:v>
                </c:pt>
                <c:pt idx="1461">
                  <c:v>0.39975941717118069</c:v>
                </c:pt>
                <c:pt idx="1462">
                  <c:v>0.40042969302936071</c:v>
                </c:pt>
                <c:pt idx="1463">
                  <c:v>0.40065311831542072</c:v>
                </c:pt>
                <c:pt idx="1464">
                  <c:v>0.40065311831542072</c:v>
                </c:pt>
                <c:pt idx="1465">
                  <c:v>0.40121168153057057</c:v>
                </c:pt>
                <c:pt idx="1466">
                  <c:v>0.40221709531785083</c:v>
                </c:pt>
                <c:pt idx="1467">
                  <c:v>0.40210538267482071</c:v>
                </c:pt>
                <c:pt idx="1468">
                  <c:v>0.40311079646209058</c:v>
                </c:pt>
                <c:pt idx="1469">
                  <c:v>0.40523333667967082</c:v>
                </c:pt>
                <c:pt idx="1470">
                  <c:v>0.40389278496330072</c:v>
                </c:pt>
                <c:pt idx="1471">
                  <c:v>0.40813786539846059</c:v>
                </c:pt>
                <c:pt idx="1472">
                  <c:v>0.4102604056160406</c:v>
                </c:pt>
                <c:pt idx="1473">
                  <c:v>0.41182438261846072</c:v>
                </c:pt>
                <c:pt idx="1474">
                  <c:v>0.4099252676869507</c:v>
                </c:pt>
                <c:pt idx="1475">
                  <c:v>0.41294150904877069</c:v>
                </c:pt>
                <c:pt idx="1476">
                  <c:v>0.41405863547907068</c:v>
                </c:pt>
                <c:pt idx="1477">
                  <c:v>0.41260637111968063</c:v>
                </c:pt>
                <c:pt idx="1478">
                  <c:v>0.41081896883119068</c:v>
                </c:pt>
                <c:pt idx="1479">
                  <c:v>0.40947841711483068</c:v>
                </c:pt>
                <c:pt idx="1480">
                  <c:v>0.41048383090210061</c:v>
                </c:pt>
                <c:pt idx="1481">
                  <c:v>0.41316493433483092</c:v>
                </c:pt>
                <c:pt idx="1482">
                  <c:v>0.41361178490695089</c:v>
                </c:pt>
                <c:pt idx="1483">
                  <c:v>0.4128297964057408</c:v>
                </c:pt>
                <c:pt idx="1484">
                  <c:v>0.41059554354513089</c:v>
                </c:pt>
                <c:pt idx="1485">
                  <c:v>0.41215952054756122</c:v>
                </c:pt>
                <c:pt idx="1486">
                  <c:v>0.41484062398029109</c:v>
                </c:pt>
                <c:pt idx="1487">
                  <c:v>0.41774515269908119</c:v>
                </c:pt>
                <c:pt idx="1488">
                  <c:v>0.42009111820272121</c:v>
                </c:pt>
                <c:pt idx="1489">
                  <c:v>0.42344249749363111</c:v>
                </c:pt>
                <c:pt idx="1490">
                  <c:v>0.42902812964515102</c:v>
                </c:pt>
                <c:pt idx="1491">
                  <c:v>0.42992183078939111</c:v>
                </c:pt>
                <c:pt idx="1492">
                  <c:v>0.43036868136151107</c:v>
                </c:pt>
                <c:pt idx="1493">
                  <c:v>0.43360834800940079</c:v>
                </c:pt>
                <c:pt idx="1494">
                  <c:v>0.43550746294091081</c:v>
                </c:pt>
                <c:pt idx="1495">
                  <c:v>0.43941740544698099</c:v>
                </c:pt>
                <c:pt idx="1496">
                  <c:v>0.43662458937122112</c:v>
                </c:pt>
                <c:pt idx="1497">
                  <c:v>0.4406462445203112</c:v>
                </c:pt>
                <c:pt idx="1498">
                  <c:v>0.44176337095062101</c:v>
                </c:pt>
                <c:pt idx="1499">
                  <c:v>0.43841199165970107</c:v>
                </c:pt>
                <c:pt idx="1500">
                  <c:v>0.4432156353100114</c:v>
                </c:pt>
                <c:pt idx="1501">
                  <c:v>0.44656701460093129</c:v>
                </c:pt>
                <c:pt idx="1502">
                  <c:v>0.44679043988699152</c:v>
                </c:pt>
                <c:pt idx="1503">
                  <c:v>0.44544988817062148</c:v>
                </c:pt>
                <c:pt idx="1504">
                  <c:v>0.44813099160335162</c:v>
                </c:pt>
                <c:pt idx="1505">
                  <c:v>0.45304634789669151</c:v>
                </c:pt>
                <c:pt idx="1506">
                  <c:v>0.45438689961305162</c:v>
                </c:pt>
                <c:pt idx="1507">
                  <c:v>0.45829684211912158</c:v>
                </c:pt>
                <c:pt idx="1508">
                  <c:v>0.46053109497973171</c:v>
                </c:pt>
                <c:pt idx="1509">
                  <c:v>0.46310048576943158</c:v>
                </c:pt>
                <c:pt idx="1510">
                  <c:v>0.47013838228034149</c:v>
                </c:pt>
                <c:pt idx="1511">
                  <c:v>0.47214920985489139</c:v>
                </c:pt>
                <c:pt idx="1512">
                  <c:v>0.47382489950035128</c:v>
                </c:pt>
                <c:pt idx="1513">
                  <c:v>0.47203749721186128</c:v>
                </c:pt>
                <c:pt idx="1514">
                  <c:v>0.47628257764702159</c:v>
                </c:pt>
                <c:pt idx="1515">
                  <c:v>0.4781816925785316</c:v>
                </c:pt>
                <c:pt idx="1516">
                  <c:v>0.4787402557936915</c:v>
                </c:pt>
                <c:pt idx="1517">
                  <c:v>0.48454931323127148</c:v>
                </c:pt>
                <c:pt idx="1518">
                  <c:v>0.49147549709915173</c:v>
                </c:pt>
                <c:pt idx="1519">
                  <c:v>0.49840168096704152</c:v>
                </c:pt>
                <c:pt idx="1520">
                  <c:v>0.5040990257615916</c:v>
                </c:pt>
                <c:pt idx="1521">
                  <c:v>0.49817825568098151</c:v>
                </c:pt>
                <c:pt idx="1522">
                  <c:v>0.49136378445612161</c:v>
                </c:pt>
                <c:pt idx="1523">
                  <c:v>0.50041250854159181</c:v>
                </c:pt>
                <c:pt idx="1524">
                  <c:v>0.50678012919432192</c:v>
                </c:pt>
                <c:pt idx="1525">
                  <c:v>0.50577471540705199</c:v>
                </c:pt>
                <c:pt idx="1526">
                  <c:v>0.49896024418219209</c:v>
                </c:pt>
                <c:pt idx="1527">
                  <c:v>0.50342874990341224</c:v>
                </c:pt>
                <c:pt idx="1528">
                  <c:v>0.50655670390826213</c:v>
                </c:pt>
                <c:pt idx="1529">
                  <c:v>0.50331703726038213</c:v>
                </c:pt>
                <c:pt idx="1530">
                  <c:v>0.50979637055614235</c:v>
                </c:pt>
                <c:pt idx="1531">
                  <c:v>0.51325946249009236</c:v>
                </c:pt>
                <c:pt idx="1532">
                  <c:v>0.51515857742160254</c:v>
                </c:pt>
                <c:pt idx="1533">
                  <c:v>0.51337117513312247</c:v>
                </c:pt>
                <c:pt idx="1534">
                  <c:v>0.51415316363433239</c:v>
                </c:pt>
                <c:pt idx="1535">
                  <c:v>0.50845581883978253</c:v>
                </c:pt>
                <c:pt idx="1536">
                  <c:v>0.51147206020160274</c:v>
                </c:pt>
                <c:pt idx="1537">
                  <c:v>0.51270089927493268</c:v>
                </c:pt>
                <c:pt idx="1538">
                  <c:v>0.51404145099130294</c:v>
                </c:pt>
                <c:pt idx="1539">
                  <c:v>0.51013150848523292</c:v>
                </c:pt>
                <c:pt idx="1540">
                  <c:v>0.51057835905736293</c:v>
                </c:pt>
                <c:pt idx="1541">
                  <c:v>0.50990808319917291</c:v>
                </c:pt>
                <c:pt idx="1542">
                  <c:v>0.51683426706706292</c:v>
                </c:pt>
                <c:pt idx="1543">
                  <c:v>0.52498929000828309</c:v>
                </c:pt>
                <c:pt idx="1544">
                  <c:v>0.52767039344101319</c:v>
                </c:pt>
                <c:pt idx="1545">
                  <c:v>0.52644155436768303</c:v>
                </c:pt>
                <c:pt idx="1546">
                  <c:v>0.53046320951677317</c:v>
                </c:pt>
                <c:pt idx="1547">
                  <c:v>0.53336773823556327</c:v>
                </c:pt>
                <c:pt idx="1548">
                  <c:v>0.53928850831617337</c:v>
                </c:pt>
                <c:pt idx="1549">
                  <c:v>0.54487414046770311</c:v>
                </c:pt>
                <c:pt idx="1550">
                  <c:v>0.54889579561679303</c:v>
                </c:pt>
                <c:pt idx="1551">
                  <c:v>0.55906164613256304</c:v>
                </c:pt>
                <c:pt idx="1552">
                  <c:v>0.56263645070953316</c:v>
                </c:pt>
                <c:pt idx="1553">
                  <c:v>0.56576440471438305</c:v>
                </c:pt>
                <c:pt idx="1554">
                  <c:v>0.57391942765561299</c:v>
                </c:pt>
                <c:pt idx="1555">
                  <c:v>0.57894649659197306</c:v>
                </c:pt>
                <c:pt idx="1556">
                  <c:v>0.56598783000045305</c:v>
                </c:pt>
                <c:pt idx="1557">
                  <c:v>0.570903186293783</c:v>
                </c:pt>
                <c:pt idx="1558">
                  <c:v>0.58118074945258291</c:v>
                </c:pt>
                <c:pt idx="1559">
                  <c:v>0.59279886432775286</c:v>
                </c:pt>
                <c:pt idx="1560">
                  <c:v>0.58967091032289298</c:v>
                </c:pt>
                <c:pt idx="1561">
                  <c:v>0.58564925517380284</c:v>
                </c:pt>
                <c:pt idx="1562">
                  <c:v>0.58721323217623267</c:v>
                </c:pt>
                <c:pt idx="1563">
                  <c:v>0.58453212874350258</c:v>
                </c:pt>
                <c:pt idx="1564">
                  <c:v>0.58620781838895275</c:v>
                </c:pt>
                <c:pt idx="1565">
                  <c:v>0.59257543904169263</c:v>
                </c:pt>
                <c:pt idx="1566">
                  <c:v>0.59670880683381289</c:v>
                </c:pt>
                <c:pt idx="1567">
                  <c:v>0.60084217462594292</c:v>
                </c:pt>
                <c:pt idx="1568">
                  <c:v>0.59804935855018293</c:v>
                </c:pt>
                <c:pt idx="1569">
                  <c:v>0.58654295631804287</c:v>
                </c:pt>
                <c:pt idx="1570">
                  <c:v>0.58900063446471318</c:v>
                </c:pt>
                <c:pt idx="1571">
                  <c:v>0.58051047359440311</c:v>
                </c:pt>
                <c:pt idx="1572">
                  <c:v>0.56777523228893312</c:v>
                </c:pt>
                <c:pt idx="1573">
                  <c:v>0.57012119779257309</c:v>
                </c:pt>
                <c:pt idx="1574">
                  <c:v>0.57972848509319341</c:v>
                </c:pt>
                <c:pt idx="1575">
                  <c:v>0.57425456558470334</c:v>
                </c:pt>
                <c:pt idx="1576">
                  <c:v>0.5566039679858934</c:v>
                </c:pt>
                <c:pt idx="1577">
                  <c:v>0.54543270368285324</c:v>
                </c:pt>
                <c:pt idx="1578">
                  <c:v>0.55325258869498328</c:v>
                </c:pt>
                <c:pt idx="1579">
                  <c:v>0.5436453013943634</c:v>
                </c:pt>
                <c:pt idx="1580">
                  <c:v>0.53336773823556327</c:v>
                </c:pt>
                <c:pt idx="1581">
                  <c:v>0.52577127850949323</c:v>
                </c:pt>
                <c:pt idx="1582">
                  <c:v>0.52052078428706339</c:v>
                </c:pt>
                <c:pt idx="1583">
                  <c:v>0.51538200270766343</c:v>
                </c:pt>
                <c:pt idx="1584">
                  <c:v>0.5112486349155434</c:v>
                </c:pt>
                <c:pt idx="1585">
                  <c:v>0.51404145099130316</c:v>
                </c:pt>
                <c:pt idx="1586">
                  <c:v>0.52253161186161301</c:v>
                </c:pt>
                <c:pt idx="1587">
                  <c:v>0.53146862330405309</c:v>
                </c:pt>
                <c:pt idx="1588">
                  <c:v>0.53515514052405311</c:v>
                </c:pt>
                <c:pt idx="1589">
                  <c:v>0.52431901415010307</c:v>
                </c:pt>
                <c:pt idx="1590">
                  <c:v>0.52264332450464313</c:v>
                </c:pt>
                <c:pt idx="1591">
                  <c:v>0.53225061180526301</c:v>
                </c:pt>
                <c:pt idx="1592">
                  <c:v>0.53738939338466318</c:v>
                </c:pt>
                <c:pt idx="1593">
                  <c:v>0.54375701403739307</c:v>
                </c:pt>
                <c:pt idx="1594">
                  <c:v>0.54621469218406316</c:v>
                </c:pt>
                <c:pt idx="1595">
                  <c:v>0.55291745076589316</c:v>
                </c:pt>
                <c:pt idx="1596">
                  <c:v>0.54978949676103306</c:v>
                </c:pt>
                <c:pt idx="1597">
                  <c:v>0.53593712902526303</c:v>
                </c:pt>
                <c:pt idx="1598">
                  <c:v>0.53079834744586307</c:v>
                </c:pt>
                <c:pt idx="1599">
                  <c:v>0.53638397959738304</c:v>
                </c:pt>
                <c:pt idx="1600">
                  <c:v>0.53280917502041314</c:v>
                </c:pt>
                <c:pt idx="1601">
                  <c:v>0.53269746237738302</c:v>
                </c:pt>
                <c:pt idx="1602">
                  <c:v>0.53180376123314321</c:v>
                </c:pt>
                <c:pt idx="1603">
                  <c:v>0.54018220946042295</c:v>
                </c:pt>
                <c:pt idx="1604">
                  <c:v>0.53817138188587288</c:v>
                </c:pt>
                <c:pt idx="1605">
                  <c:v>0.53761281867072297</c:v>
                </c:pt>
                <c:pt idx="1606">
                  <c:v>0.54141104853375266</c:v>
                </c:pt>
                <c:pt idx="1607">
                  <c:v>0.55135347376346266</c:v>
                </c:pt>
                <c:pt idx="1608">
                  <c:v>0.55369943926710286</c:v>
                </c:pt>
                <c:pt idx="1609">
                  <c:v>0.55034805997619296</c:v>
                </c:pt>
                <c:pt idx="1610">
                  <c:v>0.55392286455316286</c:v>
                </c:pt>
                <c:pt idx="1611">
                  <c:v>0.5519120369786128</c:v>
                </c:pt>
                <c:pt idx="1612">
                  <c:v>0.55559855419862303</c:v>
                </c:pt>
                <c:pt idx="1613">
                  <c:v>0.5440921519664832</c:v>
                </c:pt>
                <c:pt idx="1614">
                  <c:v>0.54654983011315306</c:v>
                </c:pt>
                <c:pt idx="1615">
                  <c:v>0.53940022095921303</c:v>
                </c:pt>
                <c:pt idx="1616">
                  <c:v>0.52968122101556303</c:v>
                </c:pt>
                <c:pt idx="1617">
                  <c:v>0.51683426706706315</c:v>
                </c:pt>
                <c:pt idx="1618">
                  <c:v>0.50566300276402321</c:v>
                </c:pt>
                <c:pt idx="1619">
                  <c:v>0.50030079589856302</c:v>
                </c:pt>
                <c:pt idx="1620">
                  <c:v>0.50331703726038302</c:v>
                </c:pt>
                <c:pt idx="1621">
                  <c:v>0.509349519984023</c:v>
                </c:pt>
                <c:pt idx="1622">
                  <c:v>0.50588642805008321</c:v>
                </c:pt>
                <c:pt idx="1623">
                  <c:v>0.50063593382765315</c:v>
                </c:pt>
                <c:pt idx="1624">
                  <c:v>0.50007737061250301</c:v>
                </c:pt>
                <c:pt idx="1625">
                  <c:v>0.50175306025795297</c:v>
                </c:pt>
                <c:pt idx="1626">
                  <c:v>0.50510443954887285</c:v>
                </c:pt>
                <c:pt idx="1627">
                  <c:v>0.50767383033857283</c:v>
                </c:pt>
                <c:pt idx="1628">
                  <c:v>0.50689184183735292</c:v>
                </c:pt>
                <c:pt idx="1629">
                  <c:v>0.50890266941190299</c:v>
                </c:pt>
                <c:pt idx="1630">
                  <c:v>0.50275847404523288</c:v>
                </c:pt>
                <c:pt idx="1631">
                  <c:v>0.49750797982280281</c:v>
                </c:pt>
                <c:pt idx="1632">
                  <c:v>0.50287018668826278</c:v>
                </c:pt>
                <c:pt idx="1633">
                  <c:v>0.50197648554401297</c:v>
                </c:pt>
                <c:pt idx="1634">
                  <c:v>0.50309361197432256</c:v>
                </c:pt>
                <c:pt idx="1635">
                  <c:v>0.50655670390826257</c:v>
                </c:pt>
                <c:pt idx="1636">
                  <c:v>0.5068918418373527</c:v>
                </c:pt>
                <c:pt idx="1637">
                  <c:v>0.50845581883978275</c:v>
                </c:pt>
                <c:pt idx="1638">
                  <c:v>0.50957294527008257</c:v>
                </c:pt>
                <c:pt idx="1639">
                  <c:v>0.50789725562463262</c:v>
                </c:pt>
                <c:pt idx="1640">
                  <c:v>0.50934951998402234</c:v>
                </c:pt>
                <c:pt idx="1641">
                  <c:v>0.50879095676887243</c:v>
                </c:pt>
                <c:pt idx="1642">
                  <c:v>0.50901438205493221</c:v>
                </c:pt>
                <c:pt idx="1643">
                  <c:v>0.51303603720403212</c:v>
                </c:pt>
                <c:pt idx="1644">
                  <c:v>0.51415316363433194</c:v>
                </c:pt>
                <c:pt idx="1645">
                  <c:v>0.51873338199858177</c:v>
                </c:pt>
                <c:pt idx="1646">
                  <c:v>0.52096763485919162</c:v>
                </c:pt>
                <c:pt idx="1647">
                  <c:v>0.51996222107191148</c:v>
                </c:pt>
                <c:pt idx="1648">
                  <c:v>0.52364873829192149</c:v>
                </c:pt>
                <c:pt idx="1649">
                  <c:v>0.52610641643859157</c:v>
                </c:pt>
                <c:pt idx="1650">
                  <c:v>0.52688840493980149</c:v>
                </c:pt>
                <c:pt idx="1651">
                  <c:v>0.52856409458525166</c:v>
                </c:pt>
                <c:pt idx="1652">
                  <c:v>0.52454243943616152</c:v>
                </c:pt>
                <c:pt idx="1653">
                  <c:v>0.52755868079798152</c:v>
                </c:pt>
                <c:pt idx="1654">
                  <c:v>0.53414972673678163</c:v>
                </c:pt>
                <c:pt idx="1655">
                  <c:v>0.53236232444829157</c:v>
                </c:pt>
                <c:pt idx="1656">
                  <c:v>0.53213889916223156</c:v>
                </c:pt>
                <c:pt idx="1657">
                  <c:v>0.53046320951677162</c:v>
                </c:pt>
                <c:pt idx="1658">
                  <c:v>0.53158033594708165</c:v>
                </c:pt>
                <c:pt idx="1659">
                  <c:v>0.53180376123314144</c:v>
                </c:pt>
                <c:pt idx="1660">
                  <c:v>0.53191547387617111</c:v>
                </c:pt>
                <c:pt idx="1661">
                  <c:v>0.5324740370913208</c:v>
                </c:pt>
                <c:pt idx="1662">
                  <c:v>0.53649569224041094</c:v>
                </c:pt>
                <c:pt idx="1663">
                  <c:v>0.53727768074163085</c:v>
                </c:pt>
                <c:pt idx="1664">
                  <c:v>0.54085248531860097</c:v>
                </c:pt>
                <c:pt idx="1665">
                  <c:v>0.54163447381981089</c:v>
                </c:pt>
                <c:pt idx="1666">
                  <c:v>0.54062906003254096</c:v>
                </c:pt>
                <c:pt idx="1667">
                  <c:v>0.5420813243919409</c:v>
                </c:pt>
                <c:pt idx="1668">
                  <c:v>0.541522761176781</c:v>
                </c:pt>
                <c:pt idx="1669">
                  <c:v>0.53884165774405091</c:v>
                </c:pt>
                <c:pt idx="1670">
                  <c:v>0.54263988760709081</c:v>
                </c:pt>
                <c:pt idx="1671">
                  <c:v>0.54308673817921083</c:v>
                </c:pt>
                <c:pt idx="1672">
                  <c:v>0.54141104853375088</c:v>
                </c:pt>
                <c:pt idx="1673">
                  <c:v>0.5453209910398209</c:v>
                </c:pt>
                <c:pt idx="1674">
                  <c:v>0.54744353125740064</c:v>
                </c:pt>
                <c:pt idx="1675">
                  <c:v>0.5485606576877009</c:v>
                </c:pt>
                <c:pt idx="1676">
                  <c:v>0.55079491054831076</c:v>
                </c:pt>
                <c:pt idx="1677">
                  <c:v>0.55302916340892061</c:v>
                </c:pt>
                <c:pt idx="1678">
                  <c:v>0.55235888755073059</c:v>
                </c:pt>
                <c:pt idx="1679">
                  <c:v>0.54498585311073056</c:v>
                </c:pt>
                <c:pt idx="1680">
                  <c:v>0.54621469218406071</c:v>
                </c:pt>
                <c:pt idx="1681">
                  <c:v>0.54789038182952088</c:v>
                </c:pt>
                <c:pt idx="1682">
                  <c:v>0.54599126689800093</c:v>
                </c:pt>
                <c:pt idx="1683">
                  <c:v>0.54900750825982092</c:v>
                </c:pt>
                <c:pt idx="1684">
                  <c:v>0.54844894504467079</c:v>
                </c:pt>
                <c:pt idx="1685">
                  <c:v>0.55101833583437099</c:v>
                </c:pt>
                <c:pt idx="1686">
                  <c:v>0.54811380711558089</c:v>
                </c:pt>
                <c:pt idx="1687">
                  <c:v>0.54822551975861078</c:v>
                </c:pt>
                <c:pt idx="1688">
                  <c:v>0.54945435883194116</c:v>
                </c:pt>
                <c:pt idx="1689">
                  <c:v>0.54923093354588115</c:v>
                </c:pt>
                <c:pt idx="1690">
                  <c:v>0.55224717490770114</c:v>
                </c:pt>
                <c:pt idx="1691">
                  <c:v>0.5541462898392211</c:v>
                </c:pt>
                <c:pt idx="1692">
                  <c:v>0.55593369212771093</c:v>
                </c:pt>
                <c:pt idx="1693">
                  <c:v>0.56062562313499109</c:v>
                </c:pt>
                <c:pt idx="1694">
                  <c:v>0.55962020934771117</c:v>
                </c:pt>
                <c:pt idx="1695">
                  <c:v>0.56163103692226102</c:v>
                </c:pt>
                <c:pt idx="1696">
                  <c:v>0.56431214035499133</c:v>
                </c:pt>
                <c:pt idx="1697">
                  <c:v>0.5634184392107513</c:v>
                </c:pt>
                <c:pt idx="1698">
                  <c:v>0.56777523228893134</c:v>
                </c:pt>
                <c:pt idx="1699">
                  <c:v>0.57224373801015127</c:v>
                </c:pt>
                <c:pt idx="1700">
                  <c:v>0.56911578400530138</c:v>
                </c:pt>
                <c:pt idx="1701">
                  <c:v>0.57224373801015127</c:v>
                </c:pt>
                <c:pt idx="1702">
                  <c:v>0.57548340465803127</c:v>
                </c:pt>
                <c:pt idx="1703">
                  <c:v>0.57336086444045131</c:v>
                </c:pt>
                <c:pt idx="1704">
                  <c:v>0.56040219784892131</c:v>
                </c:pt>
                <c:pt idx="1705">
                  <c:v>0.55716253120104131</c:v>
                </c:pt>
                <c:pt idx="1706">
                  <c:v>0.56285987599559162</c:v>
                </c:pt>
                <c:pt idx="1707">
                  <c:v>0.5497894967610315</c:v>
                </c:pt>
                <c:pt idx="1708">
                  <c:v>0.55224717490770159</c:v>
                </c:pt>
                <c:pt idx="1709">
                  <c:v>0.54185789910587157</c:v>
                </c:pt>
                <c:pt idx="1710">
                  <c:v>0.54062906003254163</c:v>
                </c:pt>
                <c:pt idx="1711">
                  <c:v>0.53839480717193156</c:v>
                </c:pt>
                <c:pt idx="1712">
                  <c:v>0.54152276117678166</c:v>
                </c:pt>
                <c:pt idx="1713">
                  <c:v>0.53951193360224159</c:v>
                </c:pt>
                <c:pt idx="1714">
                  <c:v>0.54096419796163153</c:v>
                </c:pt>
                <c:pt idx="1715">
                  <c:v>0.54409215196648164</c:v>
                </c:pt>
                <c:pt idx="1716">
                  <c:v>0.54230474967800157</c:v>
                </c:pt>
                <c:pt idx="1717">
                  <c:v>0.5368308301695115</c:v>
                </c:pt>
                <c:pt idx="1718">
                  <c:v>0.53962364624527126</c:v>
                </c:pt>
                <c:pt idx="1719">
                  <c:v>0.54219303703497124</c:v>
                </c:pt>
                <c:pt idx="1720">
                  <c:v>0.53660740488344127</c:v>
                </c:pt>
                <c:pt idx="1721">
                  <c:v>0.53671911752647139</c:v>
                </c:pt>
                <c:pt idx="1722">
                  <c:v>0.5340380140937413</c:v>
                </c:pt>
                <c:pt idx="1723">
                  <c:v>0.53482000259496165</c:v>
                </c:pt>
                <c:pt idx="1724">
                  <c:v>0.53336773823556149</c:v>
                </c:pt>
                <c:pt idx="1725">
                  <c:v>0.53560199109617157</c:v>
                </c:pt>
                <c:pt idx="1726">
                  <c:v>0.53537856581011156</c:v>
                </c:pt>
                <c:pt idx="1727">
                  <c:v>0.53828309452890188</c:v>
                </c:pt>
                <c:pt idx="1728">
                  <c:v>0.53738939338466185</c:v>
                </c:pt>
                <c:pt idx="1729">
                  <c:v>0.54007049681739172</c:v>
                </c:pt>
                <c:pt idx="1730">
                  <c:v>0.54230474967800202</c:v>
                </c:pt>
                <c:pt idx="1731">
                  <c:v>0.54375701403739196</c:v>
                </c:pt>
                <c:pt idx="1732">
                  <c:v>0.54498585311073189</c:v>
                </c:pt>
                <c:pt idx="1733">
                  <c:v>0.54554441632588202</c:v>
                </c:pt>
                <c:pt idx="1734">
                  <c:v>0.54699668068527219</c:v>
                </c:pt>
                <c:pt idx="1735">
                  <c:v>0.5473318186143723</c:v>
                </c:pt>
                <c:pt idx="1736">
                  <c:v>0.54822551975861211</c:v>
                </c:pt>
                <c:pt idx="1737">
                  <c:v>0.54252817496406225</c:v>
                </c:pt>
                <c:pt idx="1738">
                  <c:v>0.54208132439194223</c:v>
                </c:pt>
                <c:pt idx="1739">
                  <c:v>0.53828309452890233</c:v>
                </c:pt>
                <c:pt idx="1740">
                  <c:v>0.54286331289315215</c:v>
                </c:pt>
                <c:pt idx="1741">
                  <c:v>0.54543270368285213</c:v>
                </c:pt>
                <c:pt idx="1742">
                  <c:v>0.5438687266804223</c:v>
                </c:pt>
                <c:pt idx="1743">
                  <c:v>0.53705425545557217</c:v>
                </c:pt>
                <c:pt idx="1744">
                  <c:v>0.53783624395678231</c:v>
                </c:pt>
                <c:pt idx="1745">
                  <c:v>0.53861823245799223</c:v>
                </c:pt>
                <c:pt idx="1746">
                  <c:v>0.53716596809860229</c:v>
                </c:pt>
                <c:pt idx="1747">
                  <c:v>0.53716596809860229</c:v>
                </c:pt>
                <c:pt idx="1748">
                  <c:v>0.53705425545557217</c:v>
                </c:pt>
                <c:pt idx="1749">
                  <c:v>0.53962364624527193</c:v>
                </c:pt>
                <c:pt idx="1750">
                  <c:v>0.53917679567314192</c:v>
                </c:pt>
                <c:pt idx="1751">
                  <c:v>0.53850651981496189</c:v>
                </c:pt>
                <c:pt idx="1752">
                  <c:v>0.54141104853375199</c:v>
                </c:pt>
                <c:pt idx="1753">
                  <c:v>0.54409215196648186</c:v>
                </c:pt>
                <c:pt idx="1754">
                  <c:v>0.54688496804224185</c:v>
                </c:pt>
                <c:pt idx="1755">
                  <c:v>0.54677325539921173</c:v>
                </c:pt>
                <c:pt idx="1756">
                  <c:v>0.54789038182952177</c:v>
                </c:pt>
                <c:pt idx="1757">
                  <c:v>0.54543270368285168</c:v>
                </c:pt>
                <c:pt idx="1758">
                  <c:v>0.54654983011315172</c:v>
                </c:pt>
                <c:pt idx="1759">
                  <c:v>0.54565612896891169</c:v>
                </c:pt>
                <c:pt idx="1760">
                  <c:v>0.54319845082224183</c:v>
                </c:pt>
                <c:pt idx="1761">
                  <c:v>0.54632640482709194</c:v>
                </c:pt>
                <c:pt idx="1762">
                  <c:v>0.54744353125740197</c:v>
                </c:pt>
                <c:pt idx="1763">
                  <c:v>0.54710839332830208</c:v>
                </c:pt>
                <c:pt idx="1764">
                  <c:v>0.55135347376346178</c:v>
                </c:pt>
                <c:pt idx="1765">
                  <c:v>0.5516886116925519</c:v>
                </c:pt>
                <c:pt idx="1766">
                  <c:v>0.55057148526225208</c:v>
                </c:pt>
                <c:pt idx="1767">
                  <c:v>0.54967778411800206</c:v>
                </c:pt>
                <c:pt idx="1768">
                  <c:v>0.55247060019376226</c:v>
                </c:pt>
                <c:pt idx="1769">
                  <c:v>0.55135347376346222</c:v>
                </c:pt>
                <c:pt idx="1770">
                  <c:v>0.55235888755073237</c:v>
                </c:pt>
                <c:pt idx="1771">
                  <c:v>0.55369943926710241</c:v>
                </c:pt>
                <c:pt idx="1772">
                  <c:v>0.55302916340892239</c:v>
                </c:pt>
                <c:pt idx="1773">
                  <c:v>0.54978949676103239</c:v>
                </c:pt>
                <c:pt idx="1774">
                  <c:v>0.55068319790528242</c:v>
                </c:pt>
                <c:pt idx="1775">
                  <c:v>0.54576784161194247</c:v>
                </c:pt>
                <c:pt idx="1776">
                  <c:v>0.54453900253860255</c:v>
                </c:pt>
                <c:pt idx="1777">
                  <c:v>0.54520927839679234</c:v>
                </c:pt>
                <c:pt idx="1778">
                  <c:v>0.54487414046770244</c:v>
                </c:pt>
                <c:pt idx="1779">
                  <c:v>0.54543270368285235</c:v>
                </c:pt>
                <c:pt idx="1780">
                  <c:v>0.54543270368285235</c:v>
                </c:pt>
                <c:pt idx="1781">
                  <c:v>0.54643811747012228</c:v>
                </c:pt>
                <c:pt idx="1782">
                  <c:v>0.54666154275618206</c:v>
                </c:pt>
                <c:pt idx="1783">
                  <c:v>0.54856065768770201</c:v>
                </c:pt>
                <c:pt idx="1784">
                  <c:v>0.5477786691864921</c:v>
                </c:pt>
                <c:pt idx="1785">
                  <c:v>0.54900750825982203</c:v>
                </c:pt>
                <c:pt idx="1786">
                  <c:v>0.54677325539921195</c:v>
                </c:pt>
                <c:pt idx="1787">
                  <c:v>0.54420386460951198</c:v>
                </c:pt>
                <c:pt idx="1788">
                  <c:v>0.54476242782467232</c:v>
                </c:pt>
                <c:pt idx="1789">
                  <c:v>0.54453900253860232</c:v>
                </c:pt>
                <c:pt idx="1790">
                  <c:v>0.54398043932345219</c:v>
                </c:pt>
                <c:pt idx="1791">
                  <c:v>0.54364530139436229</c:v>
                </c:pt>
                <c:pt idx="1792">
                  <c:v>0.54398043932345219</c:v>
                </c:pt>
                <c:pt idx="1793">
                  <c:v>0.54431557725254209</c:v>
                </c:pt>
                <c:pt idx="1794">
                  <c:v>0.541634473819812</c:v>
                </c:pt>
                <c:pt idx="1795">
                  <c:v>0.54096419796163198</c:v>
                </c:pt>
                <c:pt idx="1796">
                  <c:v>0.54297502553618204</c:v>
                </c:pt>
                <c:pt idx="1797">
                  <c:v>0.54409215196648208</c:v>
                </c:pt>
                <c:pt idx="1798">
                  <c:v>0.54375701403739196</c:v>
                </c:pt>
                <c:pt idx="1799">
                  <c:v>0.54420386460951198</c:v>
                </c:pt>
                <c:pt idx="1800">
                  <c:v>0.544874140467702</c:v>
                </c:pt>
                <c:pt idx="1801">
                  <c:v>0.5452092783967919</c:v>
                </c:pt>
                <c:pt idx="1802">
                  <c:v>0.54565612896891191</c:v>
                </c:pt>
                <c:pt idx="1803">
                  <c:v>0.548113807115582</c:v>
                </c:pt>
                <c:pt idx="1804">
                  <c:v>0.5452092783967919</c:v>
                </c:pt>
                <c:pt idx="1805">
                  <c:v>0.54643811747012205</c:v>
                </c:pt>
                <c:pt idx="1806">
                  <c:v>0.54722010597133197</c:v>
                </c:pt>
                <c:pt idx="1807">
                  <c:v>0.54677325539921195</c:v>
                </c:pt>
                <c:pt idx="1808">
                  <c:v>0.54710839332830208</c:v>
                </c:pt>
                <c:pt idx="1809">
                  <c:v>0.54710839332830208</c:v>
                </c:pt>
                <c:pt idx="1810">
                  <c:v>0.545097565753762</c:v>
                </c:pt>
                <c:pt idx="1811">
                  <c:v>0.54554441632588202</c:v>
                </c:pt>
                <c:pt idx="1812">
                  <c:v>0.54878408297376202</c:v>
                </c:pt>
                <c:pt idx="1813">
                  <c:v>0.5484489450446719</c:v>
                </c:pt>
                <c:pt idx="1814">
                  <c:v>0.54934264618891193</c:v>
                </c:pt>
                <c:pt idx="1815">
                  <c:v>0.54990120940406229</c:v>
                </c:pt>
                <c:pt idx="1816">
                  <c:v>0.54923093354588226</c:v>
                </c:pt>
                <c:pt idx="1817">
                  <c:v>0.55023634733316218</c:v>
                </c:pt>
                <c:pt idx="1818">
                  <c:v>0.55124176112043233</c:v>
                </c:pt>
                <c:pt idx="1819">
                  <c:v>0.55168861169255212</c:v>
                </c:pt>
                <c:pt idx="1820">
                  <c:v>0.55347601398104218</c:v>
                </c:pt>
                <c:pt idx="1821">
                  <c:v>0.55492827834043212</c:v>
                </c:pt>
                <c:pt idx="1822">
                  <c:v>0.55537512891256213</c:v>
                </c:pt>
                <c:pt idx="1823">
                  <c:v>0.55626883005680194</c:v>
                </c:pt>
                <c:pt idx="1824">
                  <c:v>0.55693910591498219</c:v>
                </c:pt>
                <c:pt idx="1825">
                  <c:v>0.55906164613256215</c:v>
                </c:pt>
                <c:pt idx="1826">
                  <c:v>0.56096076106408255</c:v>
                </c:pt>
                <c:pt idx="1827">
                  <c:v>0.56163103692226235</c:v>
                </c:pt>
                <c:pt idx="1828">
                  <c:v>0.56174274956529247</c:v>
                </c:pt>
                <c:pt idx="1829">
                  <c:v>0.56207788749438237</c:v>
                </c:pt>
                <c:pt idx="1830">
                  <c:v>0.5626364507095325</c:v>
                </c:pt>
                <c:pt idx="1831">
                  <c:v>0.56442385299802234</c:v>
                </c:pt>
                <c:pt idx="1832">
                  <c:v>0.56464727828408212</c:v>
                </c:pt>
                <c:pt idx="1833">
                  <c:v>0.56542926678529226</c:v>
                </c:pt>
                <c:pt idx="1834">
                  <c:v>0.56609954264348228</c:v>
                </c:pt>
                <c:pt idx="1835">
                  <c:v>0.56587611735741228</c:v>
                </c:pt>
                <c:pt idx="1836">
                  <c:v>0.56487070357014213</c:v>
                </c:pt>
                <c:pt idx="1837">
                  <c:v>0.56453556564105223</c:v>
                </c:pt>
                <c:pt idx="1838">
                  <c:v>0.56509412885620214</c:v>
                </c:pt>
                <c:pt idx="1839">
                  <c:v>0.56453556564105223</c:v>
                </c:pt>
                <c:pt idx="1840">
                  <c:v>0.56531755414226215</c:v>
                </c:pt>
                <c:pt idx="1841">
                  <c:v>0.56710495643075198</c:v>
                </c:pt>
                <c:pt idx="1842">
                  <c:v>0.56442385299802189</c:v>
                </c:pt>
                <c:pt idx="1843">
                  <c:v>0.56464727828408168</c:v>
                </c:pt>
                <c:pt idx="1844">
                  <c:v>0.56609954264348183</c:v>
                </c:pt>
                <c:pt idx="1845">
                  <c:v>0.56509412885620169</c:v>
                </c:pt>
                <c:pt idx="1846">
                  <c:v>0.56598783000045172</c:v>
                </c:pt>
                <c:pt idx="1847">
                  <c:v>0.56654639321560185</c:v>
                </c:pt>
                <c:pt idx="1848">
                  <c:v>0.56777523228893179</c:v>
                </c:pt>
                <c:pt idx="1849">
                  <c:v>0.56542926678529182</c:v>
                </c:pt>
                <c:pt idx="1850">
                  <c:v>0.56900407136227171</c:v>
                </c:pt>
                <c:pt idx="1851">
                  <c:v>0.57034462307863154</c:v>
                </c:pt>
                <c:pt idx="1852">
                  <c:v>0.57067976100772189</c:v>
                </c:pt>
                <c:pt idx="1853">
                  <c:v>0.56900407136227171</c:v>
                </c:pt>
                <c:pt idx="1854">
                  <c:v>0.57034462307863154</c:v>
                </c:pt>
                <c:pt idx="1855">
                  <c:v>0.57302572651136163</c:v>
                </c:pt>
                <c:pt idx="1856">
                  <c:v>0.57358428972651154</c:v>
                </c:pt>
                <c:pt idx="1857">
                  <c:v>0.57414285294167144</c:v>
                </c:pt>
                <c:pt idx="1858">
                  <c:v>0.57391942765561166</c:v>
                </c:pt>
                <c:pt idx="1859">
                  <c:v>0.57414285294167144</c:v>
                </c:pt>
                <c:pt idx="1860">
                  <c:v>0.5753716920150016</c:v>
                </c:pt>
                <c:pt idx="1861">
                  <c:v>0.57593025523015129</c:v>
                </c:pt>
                <c:pt idx="1862">
                  <c:v>0.57525997937197126</c:v>
                </c:pt>
                <c:pt idx="1863">
                  <c:v>0.57537169201500138</c:v>
                </c:pt>
                <c:pt idx="1864">
                  <c:v>0.57682395637440131</c:v>
                </c:pt>
                <c:pt idx="1865">
                  <c:v>0.57626539315924141</c:v>
                </c:pt>
                <c:pt idx="1866">
                  <c:v>0.57671224373137142</c:v>
                </c:pt>
                <c:pt idx="1867">
                  <c:v>0.57671224373137142</c:v>
                </c:pt>
                <c:pt idx="1868">
                  <c:v>0.5761536805162113</c:v>
                </c:pt>
                <c:pt idx="1869">
                  <c:v>0.57671224373137142</c:v>
                </c:pt>
                <c:pt idx="1870">
                  <c:v>0.57849964601985127</c:v>
                </c:pt>
                <c:pt idx="1871">
                  <c:v>0.58051047359440133</c:v>
                </c:pt>
                <c:pt idx="1872">
                  <c:v>0.58028704830834132</c:v>
                </c:pt>
                <c:pt idx="1873">
                  <c:v>0.58106903680955124</c:v>
                </c:pt>
                <c:pt idx="1874">
                  <c:v>0.58140417473864137</c:v>
                </c:pt>
                <c:pt idx="1875">
                  <c:v>0.58028704830834132</c:v>
                </c:pt>
                <c:pt idx="1876">
                  <c:v>0.580622186237431</c:v>
                </c:pt>
                <c:pt idx="1877">
                  <c:v>0.5802870483083411</c:v>
                </c:pt>
                <c:pt idx="1878">
                  <c:v>0.58252130116895118</c:v>
                </c:pt>
                <c:pt idx="1879">
                  <c:v>0.58352671495622088</c:v>
                </c:pt>
                <c:pt idx="1880">
                  <c:v>0.58330328967016087</c:v>
                </c:pt>
                <c:pt idx="1881">
                  <c:v>0.5845321287435008</c:v>
                </c:pt>
                <c:pt idx="1882">
                  <c:v>0.58475555402956081</c:v>
                </c:pt>
                <c:pt idx="1883">
                  <c:v>0.58330328967016087</c:v>
                </c:pt>
                <c:pt idx="1884">
                  <c:v>0.58419699081440091</c:v>
                </c:pt>
                <c:pt idx="1885">
                  <c:v>0.58442041610046069</c:v>
                </c:pt>
                <c:pt idx="1886">
                  <c:v>0.58475555402956059</c:v>
                </c:pt>
                <c:pt idx="1887">
                  <c:v>0.58576096781683074</c:v>
                </c:pt>
                <c:pt idx="1888">
                  <c:v>0.58922405975077097</c:v>
                </c:pt>
                <c:pt idx="1889">
                  <c:v>0.59067632411017068</c:v>
                </c:pt>
                <c:pt idx="1890">
                  <c:v>0.5911231746822907</c:v>
                </c:pt>
                <c:pt idx="1891">
                  <c:v>0.5911231746822907</c:v>
                </c:pt>
                <c:pt idx="1892">
                  <c:v>0.5914583126113806</c:v>
                </c:pt>
                <c:pt idx="1893">
                  <c:v>0.59101146203926058</c:v>
                </c:pt>
                <c:pt idx="1894">
                  <c:v>0.59257543904169063</c:v>
                </c:pt>
                <c:pt idx="1895">
                  <c:v>0.59235201375562063</c:v>
                </c:pt>
                <c:pt idx="1896">
                  <c:v>0.59279886432775042</c:v>
                </c:pt>
                <c:pt idx="1897">
                  <c:v>0.59313400225684076</c:v>
                </c:pt>
                <c:pt idx="1898">
                  <c:v>0.5943628413301707</c:v>
                </c:pt>
                <c:pt idx="1899">
                  <c:v>0.5946979792592606</c:v>
                </c:pt>
                <c:pt idx="1900">
                  <c:v>0.59358085282896056</c:v>
                </c:pt>
                <c:pt idx="1901">
                  <c:v>0.59302228961381065</c:v>
                </c:pt>
                <c:pt idx="1902">
                  <c:v>0.59246372639866074</c:v>
                </c:pt>
                <c:pt idx="1903">
                  <c:v>0.59358085282896056</c:v>
                </c:pt>
                <c:pt idx="1904">
                  <c:v>0.59480969190229072</c:v>
                </c:pt>
                <c:pt idx="1905">
                  <c:v>0.5943628413301707</c:v>
                </c:pt>
                <c:pt idx="1906">
                  <c:v>0.59503311718835072</c:v>
                </c:pt>
                <c:pt idx="1907">
                  <c:v>0.59570339304654074</c:v>
                </c:pt>
                <c:pt idx="1908">
                  <c:v>0.59771422062109059</c:v>
                </c:pt>
                <c:pt idx="1909">
                  <c:v>0.5984962091223005</c:v>
                </c:pt>
                <c:pt idx="1910">
                  <c:v>0.59737908269199047</c:v>
                </c:pt>
                <c:pt idx="1911">
                  <c:v>0.59894305969442052</c:v>
                </c:pt>
                <c:pt idx="1912">
                  <c:v>0.59704394476290035</c:v>
                </c:pt>
                <c:pt idx="1913">
                  <c:v>0.59615024361866054</c:v>
                </c:pt>
                <c:pt idx="1914">
                  <c:v>0.59570339304654052</c:v>
                </c:pt>
                <c:pt idx="1915">
                  <c:v>0.59615024361866054</c:v>
                </c:pt>
                <c:pt idx="1916">
                  <c:v>0.5955916804035104</c:v>
                </c:pt>
                <c:pt idx="1917">
                  <c:v>0.5955916804035104</c:v>
                </c:pt>
                <c:pt idx="1918">
                  <c:v>0.59760250797805048</c:v>
                </c:pt>
                <c:pt idx="1919">
                  <c:v>0.59838449647927039</c:v>
                </c:pt>
                <c:pt idx="1920">
                  <c:v>0.5984962091223005</c:v>
                </c:pt>
                <c:pt idx="1921">
                  <c:v>0.59760250797805048</c:v>
                </c:pt>
                <c:pt idx="1922">
                  <c:v>0.59749079533502036</c:v>
                </c:pt>
                <c:pt idx="1923">
                  <c:v>0.59905477233745019</c:v>
                </c:pt>
                <c:pt idx="1924">
                  <c:v>0.59793764590715015</c:v>
                </c:pt>
                <c:pt idx="1925">
                  <c:v>0.59626195626169021</c:v>
                </c:pt>
                <c:pt idx="1926">
                  <c:v>0.59737908269199047</c:v>
                </c:pt>
                <c:pt idx="1927">
                  <c:v>0.59436284133017048</c:v>
                </c:pt>
                <c:pt idx="1928">
                  <c:v>0.59246372639866052</c:v>
                </c:pt>
                <c:pt idx="1929">
                  <c:v>0.59145831261138038</c:v>
                </c:pt>
                <c:pt idx="1930">
                  <c:v>0.59168173789744039</c:v>
                </c:pt>
                <c:pt idx="1931">
                  <c:v>0.59380427811502035</c:v>
                </c:pt>
                <c:pt idx="1932">
                  <c:v>0.59369256547199045</c:v>
                </c:pt>
                <c:pt idx="1933">
                  <c:v>0.58687809424713056</c:v>
                </c:pt>
                <c:pt idx="1934">
                  <c:v>0.58397356552834045</c:v>
                </c:pt>
                <c:pt idx="1935">
                  <c:v>0.58296815174107053</c:v>
                </c:pt>
                <c:pt idx="1936">
                  <c:v>0.57771765751864046</c:v>
                </c:pt>
                <c:pt idx="1937">
                  <c:v>0.57894649659197039</c:v>
                </c:pt>
                <c:pt idx="1938">
                  <c:v>0.5819627379538006</c:v>
                </c:pt>
                <c:pt idx="1939">
                  <c:v>0.57827622073379059</c:v>
                </c:pt>
                <c:pt idx="1940">
                  <c:v>0.57794108280470069</c:v>
                </c:pt>
                <c:pt idx="1941">
                  <c:v>0.5788347839489405</c:v>
                </c:pt>
                <c:pt idx="1942">
                  <c:v>0.58017533566531054</c:v>
                </c:pt>
                <c:pt idx="1943">
                  <c:v>0.58106903680955035</c:v>
                </c:pt>
                <c:pt idx="1944">
                  <c:v>0.58151588738167037</c:v>
                </c:pt>
                <c:pt idx="1945">
                  <c:v>0.58173931266773038</c:v>
                </c:pt>
                <c:pt idx="1946">
                  <c:v>0.58196273795380038</c:v>
                </c:pt>
                <c:pt idx="1947">
                  <c:v>0.58352671495622022</c:v>
                </c:pt>
                <c:pt idx="1948">
                  <c:v>0.58397356552834023</c:v>
                </c:pt>
                <c:pt idx="1949">
                  <c:v>0.58453212874350036</c:v>
                </c:pt>
                <c:pt idx="1950">
                  <c:v>0.58520240460168038</c:v>
                </c:pt>
                <c:pt idx="1951">
                  <c:v>0.58497897931562037</c:v>
                </c:pt>
                <c:pt idx="1952">
                  <c:v>0.58609610574592041</c:v>
                </c:pt>
                <c:pt idx="1953">
                  <c:v>0.58710151953320033</c:v>
                </c:pt>
                <c:pt idx="1954">
                  <c:v>0.58710151953320033</c:v>
                </c:pt>
                <c:pt idx="1955">
                  <c:v>0.58710151953320033</c:v>
                </c:pt>
                <c:pt idx="1956">
                  <c:v>0.58654295631804043</c:v>
                </c:pt>
                <c:pt idx="1957">
                  <c:v>0.58620781838895053</c:v>
                </c:pt>
                <c:pt idx="1958">
                  <c:v>0.58799522067744014</c:v>
                </c:pt>
                <c:pt idx="1959">
                  <c:v>0.58833035860653049</c:v>
                </c:pt>
                <c:pt idx="1960">
                  <c:v>0.58788350803441047</c:v>
                </c:pt>
                <c:pt idx="1961">
                  <c:v>0.58911234710774041</c:v>
                </c:pt>
                <c:pt idx="1962">
                  <c:v>0.59089974939623047</c:v>
                </c:pt>
                <c:pt idx="1963">
                  <c:v>0.59089974939623047</c:v>
                </c:pt>
                <c:pt idx="1964">
                  <c:v>0.59224030111259052</c:v>
                </c:pt>
                <c:pt idx="1965">
                  <c:v>0.59458626661623026</c:v>
                </c:pt>
                <c:pt idx="1966">
                  <c:v>0.59469797925925993</c:v>
                </c:pt>
                <c:pt idx="1967">
                  <c:v>0.59480969190229005</c:v>
                </c:pt>
                <c:pt idx="1968">
                  <c:v>0.59514482983138994</c:v>
                </c:pt>
                <c:pt idx="1969">
                  <c:v>0.59536825511744995</c:v>
                </c:pt>
                <c:pt idx="1970">
                  <c:v>0.59559168040350996</c:v>
                </c:pt>
                <c:pt idx="1971">
                  <c:v>0.59603853097562998</c:v>
                </c:pt>
                <c:pt idx="1972">
                  <c:v>0.59737908269199003</c:v>
                </c:pt>
                <c:pt idx="1973">
                  <c:v>0.59648538154774999</c:v>
                </c:pt>
                <c:pt idx="1974">
                  <c:v>0.59514482983138994</c:v>
                </c:pt>
                <c:pt idx="1975">
                  <c:v>0.59592681833260008</c:v>
                </c:pt>
                <c:pt idx="1976">
                  <c:v>0.59547996776048007</c:v>
                </c:pt>
                <c:pt idx="1977">
                  <c:v>0.59838449647926995</c:v>
                </c:pt>
                <c:pt idx="1978">
                  <c:v>0.59894305969442008</c:v>
                </c:pt>
                <c:pt idx="1979">
                  <c:v>0.59983676083866011</c:v>
                </c:pt>
                <c:pt idx="1980">
                  <c:v>0.60039532405382001</c:v>
                </c:pt>
                <c:pt idx="1981">
                  <c:v>0.6002836114107799</c:v>
                </c:pt>
                <c:pt idx="1982">
                  <c:v>0.60095388726896992</c:v>
                </c:pt>
                <c:pt idx="1983">
                  <c:v>0.60039532405382001</c:v>
                </c:pt>
                <c:pt idx="1984">
                  <c:v>0.60162416312714995</c:v>
                </c:pt>
                <c:pt idx="1985">
                  <c:v>0.60140073784108994</c:v>
                </c:pt>
                <c:pt idx="1986">
                  <c:v>0.60151245048412005</c:v>
                </c:pt>
                <c:pt idx="1987">
                  <c:v>0.60218272634229986</c:v>
                </c:pt>
                <c:pt idx="1988">
                  <c:v>0.60419355391684948</c:v>
                </c:pt>
                <c:pt idx="1989">
                  <c:v>0.60397012863078947</c:v>
                </c:pt>
                <c:pt idx="1990">
                  <c:v>0.6012890251980596</c:v>
                </c:pt>
                <c:pt idx="1991">
                  <c:v>0.60195930105623963</c:v>
                </c:pt>
                <c:pt idx="1992">
                  <c:v>0.6048638297750295</c:v>
                </c:pt>
                <c:pt idx="1993">
                  <c:v>0.60385841598775958</c:v>
                </c:pt>
                <c:pt idx="1994">
                  <c:v>0.60408184127381959</c:v>
                </c:pt>
                <c:pt idx="1995">
                  <c:v>0.60508725506108973</c:v>
                </c:pt>
                <c:pt idx="1996">
                  <c:v>0.60296471484350977</c:v>
                </c:pt>
                <c:pt idx="1997">
                  <c:v>0.60329985277260945</c:v>
                </c:pt>
                <c:pt idx="1998">
                  <c:v>0.60542239299017964</c:v>
                </c:pt>
                <c:pt idx="1999">
                  <c:v>0.60687465734957979</c:v>
                </c:pt>
                <c:pt idx="2000">
                  <c:v>0.60754493320776004</c:v>
                </c:pt>
                <c:pt idx="2001">
                  <c:v>0.60910891021019009</c:v>
                </c:pt>
                <c:pt idx="2002">
                  <c:v>0.60966747342534</c:v>
                </c:pt>
                <c:pt idx="2003">
                  <c:v>0.61022603664048991</c:v>
                </c:pt>
                <c:pt idx="2004">
                  <c:v>0.60955576078231011</c:v>
                </c:pt>
                <c:pt idx="2005">
                  <c:v>0.60732150792170003</c:v>
                </c:pt>
                <c:pt idx="2006">
                  <c:v>0.60855034699503996</c:v>
                </c:pt>
                <c:pt idx="2007">
                  <c:v>0.61290714007322</c:v>
                </c:pt>
                <c:pt idx="2008">
                  <c:v>0.61357741593139981</c:v>
                </c:pt>
                <c:pt idx="2009">
                  <c:v>0.61569995614897977</c:v>
                </c:pt>
                <c:pt idx="2010">
                  <c:v>0.61759907108049994</c:v>
                </c:pt>
                <c:pt idx="2011">
                  <c:v>0.61815763429565029</c:v>
                </c:pt>
                <c:pt idx="2012">
                  <c:v>0.61726393315141026</c:v>
                </c:pt>
                <c:pt idx="2013">
                  <c:v>0.6189396227968702</c:v>
                </c:pt>
                <c:pt idx="2014">
                  <c:v>0.61759907108050016</c:v>
                </c:pt>
                <c:pt idx="2015">
                  <c:v>0.61737564579444015</c:v>
                </c:pt>
                <c:pt idx="2016">
                  <c:v>0.61826934693868019</c:v>
                </c:pt>
                <c:pt idx="2017">
                  <c:v>0.61748735843747027</c:v>
                </c:pt>
                <c:pt idx="2018">
                  <c:v>0.61927476072596055</c:v>
                </c:pt>
                <c:pt idx="2019">
                  <c:v>0.61838105958171052</c:v>
                </c:pt>
                <c:pt idx="2020">
                  <c:v>0.61357741593140047</c:v>
                </c:pt>
                <c:pt idx="2021">
                  <c:v>0.61648194465020034</c:v>
                </c:pt>
                <c:pt idx="2022">
                  <c:v>0.61815763429565074</c:v>
                </c:pt>
                <c:pt idx="2023">
                  <c:v>0.61882791015383076</c:v>
                </c:pt>
                <c:pt idx="2024">
                  <c:v>0.61793420900959073</c:v>
                </c:pt>
                <c:pt idx="2025">
                  <c:v>0.62106216301444062</c:v>
                </c:pt>
                <c:pt idx="2026">
                  <c:v>0.62039188715626059</c:v>
                </c:pt>
                <c:pt idx="2027">
                  <c:v>0.61994503658414057</c:v>
                </c:pt>
                <c:pt idx="2028">
                  <c:v>0.61793420900959073</c:v>
                </c:pt>
                <c:pt idx="2029">
                  <c:v>0.61145487571383073</c:v>
                </c:pt>
                <c:pt idx="2030">
                  <c:v>0.61212515157201075</c:v>
                </c:pt>
                <c:pt idx="2031">
                  <c:v>0.61279542743019078</c:v>
                </c:pt>
                <c:pt idx="2032">
                  <c:v>0.61279542743019078</c:v>
                </c:pt>
                <c:pt idx="2033">
                  <c:v>0.61324227800231057</c:v>
                </c:pt>
                <c:pt idx="2034">
                  <c:v>0.61458282971868061</c:v>
                </c:pt>
                <c:pt idx="2035">
                  <c:v>0.61927476072596077</c:v>
                </c:pt>
                <c:pt idx="2036">
                  <c:v>0.61815763429565074</c:v>
                </c:pt>
                <c:pt idx="2037">
                  <c:v>0.61759907108050061</c:v>
                </c:pt>
                <c:pt idx="2038">
                  <c:v>0.61547653086292065</c:v>
                </c:pt>
                <c:pt idx="2039">
                  <c:v>0.61491796764777074</c:v>
                </c:pt>
                <c:pt idx="2040">
                  <c:v>0.61290714007322067</c:v>
                </c:pt>
                <c:pt idx="2041">
                  <c:v>0.61324227800231057</c:v>
                </c:pt>
                <c:pt idx="2042">
                  <c:v>0.6141359791465606</c:v>
                </c:pt>
                <c:pt idx="2043">
                  <c:v>0.61491796764777096</c:v>
                </c:pt>
                <c:pt idx="2044">
                  <c:v>0.61480625500474084</c:v>
                </c:pt>
                <c:pt idx="2045">
                  <c:v>0.61547653086292087</c:v>
                </c:pt>
                <c:pt idx="2046">
                  <c:v>0.61491796764777096</c:v>
                </c:pt>
                <c:pt idx="2047">
                  <c:v>0.61704050786535092</c:v>
                </c:pt>
                <c:pt idx="2048">
                  <c:v>0.61893962279687087</c:v>
                </c:pt>
                <c:pt idx="2049">
                  <c:v>0.62184415151566097</c:v>
                </c:pt>
                <c:pt idx="2050">
                  <c:v>0.6231847032320208</c:v>
                </c:pt>
                <c:pt idx="2051">
                  <c:v>0.62530724344960098</c:v>
                </c:pt>
                <c:pt idx="2052">
                  <c:v>0.62575409402172122</c:v>
                </c:pt>
                <c:pt idx="2053">
                  <c:v>0.62664779516596103</c:v>
                </c:pt>
                <c:pt idx="2054">
                  <c:v>0.62508381816354119</c:v>
                </c:pt>
                <c:pt idx="2055">
                  <c:v>0.62474868023445107</c:v>
                </c:pt>
                <c:pt idx="2056">
                  <c:v>0.62441354230536117</c:v>
                </c:pt>
                <c:pt idx="2057">
                  <c:v>0.6264243698799008</c:v>
                </c:pt>
                <c:pt idx="2058">
                  <c:v>0.62709464573809104</c:v>
                </c:pt>
                <c:pt idx="2059">
                  <c:v>0.62921718595566101</c:v>
                </c:pt>
                <c:pt idx="2060">
                  <c:v>0.62776492159627106</c:v>
                </c:pt>
                <c:pt idx="2061">
                  <c:v>0.63066945031506116</c:v>
                </c:pt>
                <c:pt idx="2062">
                  <c:v>0.6343559675350614</c:v>
                </c:pt>
                <c:pt idx="2063">
                  <c:v>0.63591994453749123</c:v>
                </c:pt>
                <c:pt idx="2064">
                  <c:v>0.6341325422490014</c:v>
                </c:pt>
                <c:pt idx="2065">
                  <c:v>0.63636679510961125</c:v>
                </c:pt>
                <c:pt idx="2066">
                  <c:v>0.63781905946901118</c:v>
                </c:pt>
                <c:pt idx="2067">
                  <c:v>0.63781905946901118</c:v>
                </c:pt>
                <c:pt idx="2068">
                  <c:v>0.63670193303870115</c:v>
                </c:pt>
                <c:pt idx="2069">
                  <c:v>0.64105872611689119</c:v>
                </c:pt>
                <c:pt idx="2070">
                  <c:v>0.6426227031193108</c:v>
                </c:pt>
                <c:pt idx="2071">
                  <c:v>0.64217585254719078</c:v>
                </c:pt>
                <c:pt idx="2072">
                  <c:v>0.6422875651902209</c:v>
                </c:pt>
                <c:pt idx="2073">
                  <c:v>0.6428461284053808</c:v>
                </c:pt>
                <c:pt idx="2074">
                  <c:v>0.64161728933204087</c:v>
                </c:pt>
                <c:pt idx="2075">
                  <c:v>0.64329297897750082</c:v>
                </c:pt>
                <c:pt idx="2076">
                  <c:v>0.64541551919507079</c:v>
                </c:pt>
                <c:pt idx="2077">
                  <c:v>0.64105872611689096</c:v>
                </c:pt>
                <c:pt idx="2078">
                  <c:v>0.64306955369144081</c:v>
                </c:pt>
                <c:pt idx="2079">
                  <c:v>0.64485695597992088</c:v>
                </c:pt>
                <c:pt idx="2080">
                  <c:v>0.6460857950532608</c:v>
                </c:pt>
                <c:pt idx="2081">
                  <c:v>0.64441010540780086</c:v>
                </c:pt>
                <c:pt idx="2082">
                  <c:v>0.64541551919507101</c:v>
                </c:pt>
                <c:pt idx="2083">
                  <c:v>0.64362811690659116</c:v>
                </c:pt>
                <c:pt idx="2084">
                  <c:v>0.64295784104841114</c:v>
                </c:pt>
                <c:pt idx="2085">
                  <c:v>0.64351640426356105</c:v>
                </c:pt>
                <c:pt idx="2086">
                  <c:v>0.64418668012174085</c:v>
                </c:pt>
                <c:pt idx="2087">
                  <c:v>0.64552723183811089</c:v>
                </c:pt>
                <c:pt idx="2088">
                  <c:v>0.64809662262781109</c:v>
                </c:pt>
                <c:pt idx="2089">
                  <c:v>0.65010745020235139</c:v>
                </c:pt>
                <c:pt idx="2090">
                  <c:v>0.64586236976720124</c:v>
                </c:pt>
                <c:pt idx="2091">
                  <c:v>0.64429839276477141</c:v>
                </c:pt>
                <c:pt idx="2092">
                  <c:v>0.64452181805083164</c:v>
                </c:pt>
                <c:pt idx="2093">
                  <c:v>0.64441010540780153</c:v>
                </c:pt>
                <c:pt idx="2094">
                  <c:v>0.64463353069386153</c:v>
                </c:pt>
                <c:pt idx="2095">
                  <c:v>0.64385154219265162</c:v>
                </c:pt>
                <c:pt idx="2096">
                  <c:v>0.64161728933204154</c:v>
                </c:pt>
                <c:pt idx="2097">
                  <c:v>0.64452181805083164</c:v>
                </c:pt>
                <c:pt idx="2098">
                  <c:v>0.64619750769629158</c:v>
                </c:pt>
                <c:pt idx="2099">
                  <c:v>0.64899032377205179</c:v>
                </c:pt>
                <c:pt idx="2100">
                  <c:v>0.64843176055690188</c:v>
                </c:pt>
                <c:pt idx="2101">
                  <c:v>0.64653264562538171</c:v>
                </c:pt>
                <c:pt idx="2102">
                  <c:v>0.64720292148356173</c:v>
                </c:pt>
                <c:pt idx="2103">
                  <c:v>0.64876689848599178</c:v>
                </c:pt>
                <c:pt idx="2104">
                  <c:v>0.64742634676962174</c:v>
                </c:pt>
                <c:pt idx="2105">
                  <c:v>0.64552723183811178</c:v>
                </c:pt>
                <c:pt idx="2106">
                  <c:v>0.65100115134660186</c:v>
                </c:pt>
                <c:pt idx="2107">
                  <c:v>0.65513451913872145</c:v>
                </c:pt>
                <c:pt idx="2108">
                  <c:v>0.65457595592357154</c:v>
                </c:pt>
                <c:pt idx="2109">
                  <c:v>0.65558136971084169</c:v>
                </c:pt>
                <c:pt idx="2110">
                  <c:v>0.65401739270842185</c:v>
                </c:pt>
                <c:pt idx="2111">
                  <c:v>0.65502280649569178</c:v>
                </c:pt>
                <c:pt idx="2112">
                  <c:v>0.65703363407024207</c:v>
                </c:pt>
                <c:pt idx="2113">
                  <c:v>0.65681020878418206</c:v>
                </c:pt>
                <c:pt idx="2114">
                  <c:v>0.6579273352144821</c:v>
                </c:pt>
                <c:pt idx="2115">
                  <c:v>0.65513451913872189</c:v>
                </c:pt>
                <c:pt idx="2116">
                  <c:v>0.65613993292600226</c:v>
                </c:pt>
                <c:pt idx="2117">
                  <c:v>0.65859761107266213</c:v>
                </c:pt>
                <c:pt idx="2118">
                  <c:v>0.6575921972853922</c:v>
                </c:pt>
                <c:pt idx="2119">
                  <c:v>0.6575921972853922</c:v>
                </c:pt>
                <c:pt idx="2120">
                  <c:v>0.65613993292600226</c:v>
                </c:pt>
                <c:pt idx="2121">
                  <c:v>0.65491109385266233</c:v>
                </c:pt>
                <c:pt idx="2122">
                  <c:v>0.65636335821206226</c:v>
                </c:pt>
                <c:pt idx="2123">
                  <c:v>0.65502280649569222</c:v>
                </c:pt>
                <c:pt idx="2124">
                  <c:v>0.65625164556903193</c:v>
                </c:pt>
                <c:pt idx="2125">
                  <c:v>0.65524623178175201</c:v>
                </c:pt>
                <c:pt idx="2126">
                  <c:v>0.65546965706781202</c:v>
                </c:pt>
                <c:pt idx="2127">
                  <c:v>0.6546876685666021</c:v>
                </c:pt>
                <c:pt idx="2128">
                  <c:v>0.65535794442478168</c:v>
                </c:pt>
                <c:pt idx="2129">
                  <c:v>0.65669849614115172</c:v>
                </c:pt>
                <c:pt idx="2130">
                  <c:v>0.6596030248599416</c:v>
                </c:pt>
                <c:pt idx="2131">
                  <c:v>0.66105528921933132</c:v>
                </c:pt>
                <c:pt idx="2132">
                  <c:v>0.66742290987207142</c:v>
                </c:pt>
                <c:pt idx="2133">
                  <c:v>0.66786976044419122</c:v>
                </c:pt>
                <c:pt idx="2134">
                  <c:v>0.66831661101631124</c:v>
                </c:pt>
                <c:pt idx="2135">
                  <c:v>0.66954545008965116</c:v>
                </c:pt>
                <c:pt idx="2136">
                  <c:v>0.67189141559328114</c:v>
                </c:pt>
                <c:pt idx="2137">
                  <c:v>0.6706625765199512</c:v>
                </c:pt>
                <c:pt idx="2138">
                  <c:v>0.67032743859086108</c:v>
                </c:pt>
                <c:pt idx="2139">
                  <c:v>0.67233826616541115</c:v>
                </c:pt>
                <c:pt idx="2140">
                  <c:v>0.66988058801874106</c:v>
                </c:pt>
                <c:pt idx="2141">
                  <c:v>0.67021572594783141</c:v>
                </c:pt>
                <c:pt idx="2142">
                  <c:v>0.6736788178817712</c:v>
                </c:pt>
                <c:pt idx="2143">
                  <c:v>0.67334367995268107</c:v>
                </c:pt>
                <c:pt idx="2144">
                  <c:v>0.677812185673901</c:v>
                </c:pt>
                <c:pt idx="2145">
                  <c:v>0.67982301324844108</c:v>
                </c:pt>
                <c:pt idx="2146">
                  <c:v>0.68015815117754119</c:v>
                </c:pt>
                <c:pt idx="2147">
                  <c:v>0.67993472589148118</c:v>
                </c:pt>
                <c:pt idx="2148">
                  <c:v>0.68116356496481112</c:v>
                </c:pt>
                <c:pt idx="2149">
                  <c:v>0.68127527760784101</c:v>
                </c:pt>
                <c:pt idx="2150">
                  <c:v>0.67814732360299113</c:v>
                </c:pt>
                <c:pt idx="2151">
                  <c:v>0.67837074888905113</c:v>
                </c:pt>
                <c:pt idx="2152">
                  <c:v>0.68440323161269134</c:v>
                </c:pt>
                <c:pt idx="2153">
                  <c:v>0.68563207068603105</c:v>
                </c:pt>
                <c:pt idx="2154">
                  <c:v>0.68306267989633107</c:v>
                </c:pt>
                <c:pt idx="2155">
                  <c:v>0.68630234654421107</c:v>
                </c:pt>
                <c:pt idx="2156">
                  <c:v>0.68943030054906118</c:v>
                </c:pt>
                <c:pt idx="2157">
                  <c:v>0.68741947297451111</c:v>
                </c:pt>
                <c:pt idx="2158">
                  <c:v>0.6839563810405711</c:v>
                </c:pt>
                <c:pt idx="2159">
                  <c:v>0.68127527760784101</c:v>
                </c:pt>
                <c:pt idx="2160">
                  <c:v>0.68384466839754121</c:v>
                </c:pt>
                <c:pt idx="2161">
                  <c:v>0.67982301324844108</c:v>
                </c:pt>
                <c:pt idx="2162">
                  <c:v>0.68417980632663111</c:v>
                </c:pt>
                <c:pt idx="2163">
                  <c:v>0.68987715112118142</c:v>
                </c:pt>
                <c:pt idx="2164">
                  <c:v>0.68674919711633131</c:v>
                </c:pt>
                <c:pt idx="2165">
                  <c:v>0.67457251902601123</c:v>
                </c:pt>
                <c:pt idx="2166">
                  <c:v>0.6732319673096514</c:v>
                </c:pt>
                <c:pt idx="2167">
                  <c:v>0.66809318573025123</c:v>
                </c:pt>
                <c:pt idx="2168">
                  <c:v>0.67055086387692131</c:v>
                </c:pt>
                <c:pt idx="2169">
                  <c:v>0.67043915123389142</c:v>
                </c:pt>
                <c:pt idx="2170">
                  <c:v>0.66786976044419144</c:v>
                </c:pt>
                <c:pt idx="2171">
                  <c:v>0.66921031216055127</c:v>
                </c:pt>
                <c:pt idx="2172">
                  <c:v>0.67066257651995143</c:v>
                </c:pt>
                <c:pt idx="2173">
                  <c:v>0.67010401330480129</c:v>
                </c:pt>
                <c:pt idx="2174">
                  <c:v>0.67222655352238125</c:v>
                </c:pt>
                <c:pt idx="2175">
                  <c:v>0.6699923006617714</c:v>
                </c:pt>
                <c:pt idx="2176">
                  <c:v>0.67345539259571163</c:v>
                </c:pt>
                <c:pt idx="2177">
                  <c:v>0.6790410247472316</c:v>
                </c:pt>
                <c:pt idx="2178">
                  <c:v>0.67479594431208145</c:v>
                </c:pt>
                <c:pt idx="2179">
                  <c:v>0.67647163395753185</c:v>
                </c:pt>
                <c:pt idx="2180">
                  <c:v>0.67680677188662197</c:v>
                </c:pt>
                <c:pt idx="2181">
                  <c:v>0.67513108224117202</c:v>
                </c:pt>
                <c:pt idx="2182">
                  <c:v>0.67323196730965207</c:v>
                </c:pt>
                <c:pt idx="2183">
                  <c:v>0.67635992131450196</c:v>
                </c:pt>
                <c:pt idx="2184">
                  <c:v>0.67680677188662197</c:v>
                </c:pt>
                <c:pt idx="2185">
                  <c:v>0.6801581511775423</c:v>
                </c:pt>
                <c:pt idx="2186">
                  <c:v>0.67948787531935229</c:v>
                </c:pt>
                <c:pt idx="2187">
                  <c:v>0.67758876038784233</c:v>
                </c:pt>
                <c:pt idx="2188">
                  <c:v>0.67892931210420215</c:v>
                </c:pt>
                <c:pt idx="2189">
                  <c:v>0.67446080638298223</c:v>
                </c:pt>
                <c:pt idx="2190">
                  <c:v>0.6772536224587522</c:v>
                </c:pt>
                <c:pt idx="2191">
                  <c:v>0.67892931210420238</c:v>
                </c:pt>
                <c:pt idx="2192">
                  <c:v>0.68406809368360255</c:v>
                </c:pt>
                <c:pt idx="2193">
                  <c:v>0.68417980632663244</c:v>
                </c:pt>
                <c:pt idx="2194">
                  <c:v>0.68429151896966234</c:v>
                </c:pt>
                <c:pt idx="2195">
                  <c:v>0.68417980632663244</c:v>
                </c:pt>
                <c:pt idx="2196">
                  <c:v>0.68406809368360255</c:v>
                </c:pt>
                <c:pt idx="2197">
                  <c:v>0.68552035804300226</c:v>
                </c:pt>
                <c:pt idx="2198">
                  <c:v>0.68563207068603216</c:v>
                </c:pt>
                <c:pt idx="2199">
                  <c:v>0.68607892125815217</c:v>
                </c:pt>
                <c:pt idx="2200">
                  <c:v>0.68730776033148233</c:v>
                </c:pt>
                <c:pt idx="2201">
                  <c:v>0.68831317411876225</c:v>
                </c:pt>
                <c:pt idx="2202">
                  <c:v>0.6896537258351223</c:v>
                </c:pt>
                <c:pt idx="2203">
                  <c:v>0.68764289826057223</c:v>
                </c:pt>
                <c:pt idx="2204">
                  <c:v>0.68775461090360213</c:v>
                </c:pt>
                <c:pt idx="2205">
                  <c:v>0.6864140591872423</c:v>
                </c:pt>
                <c:pt idx="2206">
                  <c:v>0.69188797869573238</c:v>
                </c:pt>
                <c:pt idx="2207">
                  <c:v>0.6954627832727025</c:v>
                </c:pt>
                <c:pt idx="2208">
                  <c:v>0.69512764534361238</c:v>
                </c:pt>
                <c:pt idx="2209">
                  <c:v>0.69345195569816243</c:v>
                </c:pt>
                <c:pt idx="2210">
                  <c:v>0.69378709362725255</c:v>
                </c:pt>
                <c:pt idx="2211">
                  <c:v>0.68853659940482248</c:v>
                </c:pt>
                <c:pt idx="2212">
                  <c:v>0.68741947297451245</c:v>
                </c:pt>
                <c:pt idx="2213">
                  <c:v>0.6893185879060324</c:v>
                </c:pt>
                <c:pt idx="2214">
                  <c:v>0.68786632354663246</c:v>
                </c:pt>
                <c:pt idx="2215">
                  <c:v>0.69121770283755235</c:v>
                </c:pt>
                <c:pt idx="2216">
                  <c:v>0.69110599019452246</c:v>
                </c:pt>
                <c:pt idx="2217">
                  <c:v>0.68429151896966234</c:v>
                </c:pt>
                <c:pt idx="2218">
                  <c:v>0.67691848452965253</c:v>
                </c:pt>
                <c:pt idx="2219">
                  <c:v>0.67490765695511246</c:v>
                </c:pt>
                <c:pt idx="2220">
                  <c:v>0.66317782943691239</c:v>
                </c:pt>
                <c:pt idx="2221">
                  <c:v>0.66898688687449237</c:v>
                </c:pt>
                <c:pt idx="2222">
                  <c:v>0.67233826616541248</c:v>
                </c:pt>
                <c:pt idx="2223">
                  <c:v>0.67390224316783254</c:v>
                </c:pt>
                <c:pt idx="2224">
                  <c:v>0.68317439253936274</c:v>
                </c:pt>
                <c:pt idx="2225">
                  <c:v>0.68350953046845264</c:v>
                </c:pt>
                <c:pt idx="2226">
                  <c:v>0.68485008218481269</c:v>
                </c:pt>
                <c:pt idx="2227">
                  <c:v>0.68015815117754275</c:v>
                </c:pt>
                <c:pt idx="2228">
                  <c:v>0.67602478338541272</c:v>
                </c:pt>
                <c:pt idx="2229">
                  <c:v>0.67624820867147273</c:v>
                </c:pt>
                <c:pt idx="2230">
                  <c:v>0.6726734040945026</c:v>
                </c:pt>
                <c:pt idx="2231">
                  <c:v>0.6731202546666224</c:v>
                </c:pt>
                <c:pt idx="2232">
                  <c:v>0.67837074888905247</c:v>
                </c:pt>
                <c:pt idx="2233">
                  <c:v>0.67479594431208234</c:v>
                </c:pt>
                <c:pt idx="2234">
                  <c:v>0.67747704774481265</c:v>
                </c:pt>
                <c:pt idx="2235">
                  <c:v>0.67937616267632261</c:v>
                </c:pt>
                <c:pt idx="2236">
                  <c:v>0.68462665689875246</c:v>
                </c:pt>
                <c:pt idx="2237">
                  <c:v>0.68138699025087246</c:v>
                </c:pt>
                <c:pt idx="2238">
                  <c:v>0.6795995879623824</c:v>
                </c:pt>
                <c:pt idx="2239">
                  <c:v>0.68082842703572255</c:v>
                </c:pt>
                <c:pt idx="2240">
                  <c:v>0.67792389831693245</c:v>
                </c:pt>
                <c:pt idx="2241">
                  <c:v>0.67948787531935273</c:v>
                </c:pt>
                <c:pt idx="2242">
                  <c:v>0.68082842703572277</c:v>
                </c:pt>
                <c:pt idx="2243">
                  <c:v>0.67781218567390256</c:v>
                </c:pt>
                <c:pt idx="2244">
                  <c:v>0.67490765695511268</c:v>
                </c:pt>
                <c:pt idx="2245">
                  <c:v>0.66909859951752271</c:v>
                </c:pt>
                <c:pt idx="2246">
                  <c:v>0.66775804780116266</c:v>
                </c:pt>
                <c:pt idx="2247">
                  <c:v>0.67088600180601277</c:v>
                </c:pt>
                <c:pt idx="2248">
                  <c:v>0.66664092137086262</c:v>
                </c:pt>
                <c:pt idx="2249">
                  <c:v>0.67032743859086263</c:v>
                </c:pt>
                <c:pt idx="2250">
                  <c:v>0.67155627766419235</c:v>
                </c:pt>
                <c:pt idx="2251">
                  <c:v>0.67166799030722268</c:v>
                </c:pt>
                <c:pt idx="2252">
                  <c:v>0.67066257651995276</c:v>
                </c:pt>
                <c:pt idx="2253">
                  <c:v>0.67144456502116268</c:v>
                </c:pt>
                <c:pt idx="2254">
                  <c:v>0.67300854202359273</c:v>
                </c:pt>
                <c:pt idx="2255">
                  <c:v>0.67792389831693245</c:v>
                </c:pt>
                <c:pt idx="2256">
                  <c:v>0.68060500174966254</c:v>
                </c:pt>
                <c:pt idx="2257">
                  <c:v>0.68015815117754252</c:v>
                </c:pt>
                <c:pt idx="2258">
                  <c:v>0.67859417417511247</c:v>
                </c:pt>
                <c:pt idx="2259">
                  <c:v>0.67904102474723249</c:v>
                </c:pt>
                <c:pt idx="2260">
                  <c:v>0.67356710523874241</c:v>
                </c:pt>
                <c:pt idx="2261">
                  <c:v>0.67948787531935229</c:v>
                </c:pt>
                <c:pt idx="2262">
                  <c:v>0.68216897875208216</c:v>
                </c:pt>
                <c:pt idx="2263">
                  <c:v>0.67658334660056219</c:v>
                </c:pt>
                <c:pt idx="2264">
                  <c:v>0.67412566845389232</c:v>
                </c:pt>
                <c:pt idx="2265">
                  <c:v>0.680940139678752</c:v>
                </c:pt>
                <c:pt idx="2266">
                  <c:v>0.68004643853451197</c:v>
                </c:pt>
                <c:pt idx="2267">
                  <c:v>0.67401395581086199</c:v>
                </c:pt>
                <c:pt idx="2268">
                  <c:v>0.67367881788177209</c:v>
                </c:pt>
                <c:pt idx="2269">
                  <c:v>0.67546622017026192</c:v>
                </c:pt>
                <c:pt idx="2270">
                  <c:v>0.67870588681814192</c:v>
                </c:pt>
                <c:pt idx="2271">
                  <c:v>0.67837074888905202</c:v>
                </c:pt>
                <c:pt idx="2272">
                  <c:v>0.68574378332906227</c:v>
                </c:pt>
                <c:pt idx="2273">
                  <c:v>0.68820146147573213</c:v>
                </c:pt>
                <c:pt idx="2274">
                  <c:v>0.68697262240239221</c:v>
                </c:pt>
                <c:pt idx="2275">
                  <c:v>0.68853659940482204</c:v>
                </c:pt>
                <c:pt idx="2276">
                  <c:v>0.68596720861512206</c:v>
                </c:pt>
                <c:pt idx="2277">
                  <c:v>0.68686090975936209</c:v>
                </c:pt>
                <c:pt idx="2278">
                  <c:v>0.69010057640724209</c:v>
                </c:pt>
                <c:pt idx="2279">
                  <c:v>0.68965372583512208</c:v>
                </c:pt>
                <c:pt idx="2280">
                  <c:v>0.68686090975936209</c:v>
                </c:pt>
                <c:pt idx="2281">
                  <c:v>0.68898344997694183</c:v>
                </c:pt>
                <c:pt idx="2282">
                  <c:v>0.69199969133876205</c:v>
                </c:pt>
                <c:pt idx="2283">
                  <c:v>0.69188797869573193</c:v>
                </c:pt>
                <c:pt idx="2284">
                  <c:v>0.6879780361896719</c:v>
                </c:pt>
                <c:pt idx="2285">
                  <c:v>0.68619063390118207</c:v>
                </c:pt>
                <c:pt idx="2286">
                  <c:v>0.6845149442557219</c:v>
                </c:pt>
                <c:pt idx="2287">
                  <c:v>0.68708433504542232</c:v>
                </c:pt>
                <c:pt idx="2288">
                  <c:v>0.68764289826057223</c:v>
                </c:pt>
                <c:pt idx="2289">
                  <c:v>0.68507350747087226</c:v>
                </c:pt>
                <c:pt idx="2290">
                  <c:v>0.69356366834119232</c:v>
                </c:pt>
                <c:pt idx="2291">
                  <c:v>0.6899888637642122</c:v>
                </c:pt>
                <c:pt idx="2292">
                  <c:v>0.6922231166248225</c:v>
                </c:pt>
                <c:pt idx="2293">
                  <c:v>0.69613305913089252</c:v>
                </c:pt>
                <c:pt idx="2294">
                  <c:v>0.69590963384483251</c:v>
                </c:pt>
                <c:pt idx="2295">
                  <c:v>0.69311681776906253</c:v>
                </c:pt>
                <c:pt idx="2296">
                  <c:v>0.69177626605270248</c:v>
                </c:pt>
                <c:pt idx="2297">
                  <c:v>0.69166455340967237</c:v>
                </c:pt>
                <c:pt idx="2298">
                  <c:v>0.69512764534361238</c:v>
                </c:pt>
                <c:pt idx="2299">
                  <c:v>0.69199969133876249</c:v>
                </c:pt>
                <c:pt idx="2300">
                  <c:v>0.69065913962240244</c:v>
                </c:pt>
                <c:pt idx="2301">
                  <c:v>0.68864831204785237</c:v>
                </c:pt>
                <c:pt idx="2302">
                  <c:v>0.68138699025087246</c:v>
                </c:pt>
                <c:pt idx="2303">
                  <c:v>0.68339781782542253</c:v>
                </c:pt>
                <c:pt idx="2304">
                  <c:v>0.68127527760784234</c:v>
                </c:pt>
                <c:pt idx="2305">
                  <c:v>0.68317439253936274</c:v>
                </c:pt>
                <c:pt idx="2306">
                  <c:v>0.68317439253936274</c:v>
                </c:pt>
                <c:pt idx="2307">
                  <c:v>0.68339781782542275</c:v>
                </c:pt>
                <c:pt idx="2308">
                  <c:v>0.68105185232178256</c:v>
                </c:pt>
                <c:pt idx="2309">
                  <c:v>0.67870588681814259</c:v>
                </c:pt>
                <c:pt idx="2310">
                  <c:v>0.68730776033148278</c:v>
                </c:pt>
                <c:pt idx="2311">
                  <c:v>0.68451494425572257</c:v>
                </c:pt>
                <c:pt idx="2312">
                  <c:v>0.68552035804300293</c:v>
                </c:pt>
                <c:pt idx="2313">
                  <c:v>0.68350953046845286</c:v>
                </c:pt>
                <c:pt idx="2314">
                  <c:v>0.68216897875208282</c:v>
                </c:pt>
                <c:pt idx="2315">
                  <c:v>0.68395638104057288</c:v>
                </c:pt>
                <c:pt idx="2316">
                  <c:v>0.68998886376421265</c:v>
                </c:pt>
                <c:pt idx="2317">
                  <c:v>0.69088256490846245</c:v>
                </c:pt>
                <c:pt idx="2318">
                  <c:v>0.68864831204785237</c:v>
                </c:pt>
                <c:pt idx="2319">
                  <c:v>0.69456908212846269</c:v>
                </c:pt>
                <c:pt idx="2320">
                  <c:v>0.69579792120180262</c:v>
                </c:pt>
                <c:pt idx="2321">
                  <c:v>0.69546278327270272</c:v>
                </c:pt>
                <c:pt idx="2322">
                  <c:v>0.6947925074145227</c:v>
                </c:pt>
                <c:pt idx="2323">
                  <c:v>0.6975853234902829</c:v>
                </c:pt>
                <c:pt idx="2324">
                  <c:v>0.69792046141937281</c:v>
                </c:pt>
                <c:pt idx="2325">
                  <c:v>0.70048985220907278</c:v>
                </c:pt>
                <c:pt idx="2326">
                  <c:v>0.70250067978362285</c:v>
                </c:pt>
                <c:pt idx="2327">
                  <c:v>0.70138355335332281</c:v>
                </c:pt>
                <c:pt idx="2328">
                  <c:v>0.70149526599635292</c:v>
                </c:pt>
                <c:pt idx="2329">
                  <c:v>0.69993128899392287</c:v>
                </c:pt>
                <c:pt idx="2330">
                  <c:v>0.69870244992059294</c:v>
                </c:pt>
                <c:pt idx="2331">
                  <c:v>0.69926101313574285</c:v>
                </c:pt>
                <c:pt idx="2332">
                  <c:v>0.69937272577877274</c:v>
                </c:pt>
                <c:pt idx="2333">
                  <c:v>0.69523935798664271</c:v>
                </c:pt>
                <c:pt idx="2334">
                  <c:v>0.6917762660527027</c:v>
                </c:pt>
                <c:pt idx="2335">
                  <c:v>0.69121770283755257</c:v>
                </c:pt>
                <c:pt idx="2336">
                  <c:v>0.68619063390118273</c:v>
                </c:pt>
                <c:pt idx="2337">
                  <c:v>0.6918879786957326</c:v>
                </c:pt>
                <c:pt idx="2338">
                  <c:v>0.68943030054906274</c:v>
                </c:pt>
                <c:pt idx="2339">
                  <c:v>0.69456908212846269</c:v>
                </c:pt>
                <c:pt idx="2340">
                  <c:v>0.69021228905027265</c:v>
                </c:pt>
                <c:pt idx="2341">
                  <c:v>0.69099427755149256</c:v>
                </c:pt>
                <c:pt idx="2342">
                  <c:v>0.69043571433633266</c:v>
                </c:pt>
                <c:pt idx="2343">
                  <c:v>0.6852969327569427</c:v>
                </c:pt>
                <c:pt idx="2344">
                  <c:v>0.68127527760784257</c:v>
                </c:pt>
                <c:pt idx="2345">
                  <c:v>0.67926445003329272</c:v>
                </c:pt>
                <c:pt idx="2346">
                  <c:v>0.68026986382057286</c:v>
                </c:pt>
                <c:pt idx="2347">
                  <c:v>0.68317439253936318</c:v>
                </c:pt>
                <c:pt idx="2348">
                  <c:v>0.68060500174966321</c:v>
                </c:pt>
                <c:pt idx="2349">
                  <c:v>0.68261582932421305</c:v>
                </c:pt>
                <c:pt idx="2350">
                  <c:v>0.6836212431114832</c:v>
                </c:pt>
                <c:pt idx="2351">
                  <c:v>0.68853659940482337</c:v>
                </c:pt>
                <c:pt idx="2352">
                  <c:v>0.68831317411876336</c:v>
                </c:pt>
                <c:pt idx="2353">
                  <c:v>0.68753118561754323</c:v>
                </c:pt>
                <c:pt idx="2354">
                  <c:v>0.68663748447330342</c:v>
                </c:pt>
                <c:pt idx="2355">
                  <c:v>0.68496179482784325</c:v>
                </c:pt>
                <c:pt idx="2356">
                  <c:v>0.68172212817996325</c:v>
                </c:pt>
                <c:pt idx="2357">
                  <c:v>0.68429151896966323</c:v>
                </c:pt>
                <c:pt idx="2358">
                  <c:v>0.68149870289390324</c:v>
                </c:pt>
                <c:pt idx="2359">
                  <c:v>0.68049328910663331</c:v>
                </c:pt>
                <c:pt idx="2360">
                  <c:v>0.67915273739026327</c:v>
                </c:pt>
                <c:pt idx="2361">
                  <c:v>0.67859417417511336</c:v>
                </c:pt>
                <c:pt idx="2362">
                  <c:v>0.67881759946117337</c:v>
                </c:pt>
                <c:pt idx="2363">
                  <c:v>0.67848246153208325</c:v>
                </c:pt>
                <c:pt idx="2364">
                  <c:v>0.67859417417511336</c:v>
                </c:pt>
                <c:pt idx="2365">
                  <c:v>0.67669505924359341</c:v>
                </c:pt>
                <c:pt idx="2366">
                  <c:v>0.67524279488420325</c:v>
                </c:pt>
                <c:pt idx="2367">
                  <c:v>0.67859417417511336</c:v>
                </c:pt>
                <c:pt idx="2368">
                  <c:v>0.68105185232178322</c:v>
                </c:pt>
                <c:pt idx="2369">
                  <c:v>0.68038157646360342</c:v>
                </c:pt>
                <c:pt idx="2370">
                  <c:v>0.68496179482784325</c:v>
                </c:pt>
                <c:pt idx="2371">
                  <c:v>0.68462665689875335</c:v>
                </c:pt>
                <c:pt idx="2372">
                  <c:v>0.68552035804300337</c:v>
                </c:pt>
                <c:pt idx="2373">
                  <c:v>0.68552035804300337</c:v>
                </c:pt>
                <c:pt idx="2374">
                  <c:v>0.68797803618967301</c:v>
                </c:pt>
                <c:pt idx="2375">
                  <c:v>0.68239240403814305</c:v>
                </c:pt>
                <c:pt idx="2376">
                  <c:v>0.67993472589148318</c:v>
                </c:pt>
                <c:pt idx="2377">
                  <c:v>0.68116356496481312</c:v>
                </c:pt>
                <c:pt idx="2378">
                  <c:v>0.66943373744662282</c:v>
                </c:pt>
                <c:pt idx="2379">
                  <c:v>0.67166799030722291</c:v>
                </c:pt>
                <c:pt idx="2380">
                  <c:v>0.66932202480359293</c:v>
                </c:pt>
                <c:pt idx="2381">
                  <c:v>0.66463009379631299</c:v>
                </c:pt>
                <c:pt idx="2382">
                  <c:v>0.66652920872782295</c:v>
                </c:pt>
                <c:pt idx="2383">
                  <c:v>0.66284269150782293</c:v>
                </c:pt>
                <c:pt idx="2384">
                  <c:v>0.66932202480359271</c:v>
                </c:pt>
                <c:pt idx="2385">
                  <c:v>0.67814732360299246</c:v>
                </c:pt>
                <c:pt idx="2386">
                  <c:v>0.6731202546666224</c:v>
                </c:pt>
                <c:pt idx="2387">
                  <c:v>0.67222655352238236</c:v>
                </c:pt>
                <c:pt idx="2388">
                  <c:v>0.66965716273268239</c:v>
                </c:pt>
                <c:pt idx="2389">
                  <c:v>0.66820489837328245</c:v>
                </c:pt>
                <c:pt idx="2390">
                  <c:v>0.66206070300661235</c:v>
                </c:pt>
                <c:pt idx="2391">
                  <c:v>0.66328954207994251</c:v>
                </c:pt>
                <c:pt idx="2392">
                  <c:v>0.66518865701146246</c:v>
                </c:pt>
                <c:pt idx="2393">
                  <c:v>0.66854003630237235</c:v>
                </c:pt>
                <c:pt idx="2394">
                  <c:v>0.67513108224117269</c:v>
                </c:pt>
                <c:pt idx="2395">
                  <c:v>0.67423738109692266</c:v>
                </c:pt>
                <c:pt idx="2396">
                  <c:v>0.67356710523874264</c:v>
                </c:pt>
                <c:pt idx="2397">
                  <c:v>0.67356710523874264</c:v>
                </c:pt>
                <c:pt idx="2398">
                  <c:v>0.67155627766419257</c:v>
                </c:pt>
                <c:pt idx="2399">
                  <c:v>0.67233826616541248</c:v>
                </c:pt>
                <c:pt idx="2400">
                  <c:v>0.67837074888905269</c:v>
                </c:pt>
                <c:pt idx="2401">
                  <c:v>0.68138699025087246</c:v>
                </c:pt>
                <c:pt idx="2402">
                  <c:v>0.68149870289390257</c:v>
                </c:pt>
                <c:pt idx="2403">
                  <c:v>0.68429151896966256</c:v>
                </c:pt>
                <c:pt idx="2404">
                  <c:v>0.68574378332906272</c:v>
                </c:pt>
                <c:pt idx="2405">
                  <c:v>0.68708433504542255</c:v>
                </c:pt>
                <c:pt idx="2406">
                  <c:v>0.68239240403814239</c:v>
                </c:pt>
                <c:pt idx="2407">
                  <c:v>0.68239240403814239</c:v>
                </c:pt>
                <c:pt idx="2408">
                  <c:v>0.68250411668117228</c:v>
                </c:pt>
                <c:pt idx="2409">
                  <c:v>0.6770301971726822</c:v>
                </c:pt>
                <c:pt idx="2410">
                  <c:v>0.67658334660056219</c:v>
                </c:pt>
                <c:pt idx="2411">
                  <c:v>0.67781218567390211</c:v>
                </c:pt>
                <c:pt idx="2412">
                  <c:v>0.67948787531935206</c:v>
                </c:pt>
                <c:pt idx="2413">
                  <c:v>0.67635992131450196</c:v>
                </c:pt>
                <c:pt idx="2414">
                  <c:v>0.67758876038784233</c:v>
                </c:pt>
                <c:pt idx="2415">
                  <c:v>0.68183384082299225</c:v>
                </c:pt>
                <c:pt idx="2416">
                  <c:v>0.68250411668117228</c:v>
                </c:pt>
                <c:pt idx="2417">
                  <c:v>0.68194555346602215</c:v>
                </c:pt>
                <c:pt idx="2418">
                  <c:v>0.67792389831693223</c:v>
                </c:pt>
                <c:pt idx="2419">
                  <c:v>0.67904102474723249</c:v>
                </c:pt>
                <c:pt idx="2420">
                  <c:v>0.67747704774481243</c:v>
                </c:pt>
                <c:pt idx="2421">
                  <c:v>0.67870588681814215</c:v>
                </c:pt>
                <c:pt idx="2422">
                  <c:v>0.68060500174966232</c:v>
                </c:pt>
                <c:pt idx="2423">
                  <c:v>0.6825041166811725</c:v>
                </c:pt>
                <c:pt idx="2424">
                  <c:v>0.6792644500332925</c:v>
                </c:pt>
                <c:pt idx="2425">
                  <c:v>0.67770047303087244</c:v>
                </c:pt>
                <c:pt idx="2426">
                  <c:v>0.67613649602844239</c:v>
                </c:pt>
                <c:pt idx="2427">
                  <c:v>0.67379053052480242</c:v>
                </c:pt>
                <c:pt idx="2428">
                  <c:v>0.67557793281329248</c:v>
                </c:pt>
                <c:pt idx="2429">
                  <c:v>0.67524279488420236</c:v>
                </c:pt>
                <c:pt idx="2430">
                  <c:v>0.67714190981571254</c:v>
                </c:pt>
                <c:pt idx="2431">
                  <c:v>0.67714190981571254</c:v>
                </c:pt>
                <c:pt idx="2432">
                  <c:v>0.67680677188662242</c:v>
                </c:pt>
                <c:pt idx="2433">
                  <c:v>0.67647163395753251</c:v>
                </c:pt>
                <c:pt idx="2434">
                  <c:v>0.68205726610905248</c:v>
                </c:pt>
                <c:pt idx="2435">
                  <c:v>0.68127527760784234</c:v>
                </c:pt>
                <c:pt idx="2436">
                  <c:v>0.68105185232178234</c:v>
                </c:pt>
                <c:pt idx="2437">
                  <c:v>0.68406809368360277</c:v>
                </c:pt>
                <c:pt idx="2438">
                  <c:v>0.68641405918724274</c:v>
                </c:pt>
                <c:pt idx="2439">
                  <c:v>0.68652577183027241</c:v>
                </c:pt>
                <c:pt idx="2440">
                  <c:v>0.68652577183027241</c:v>
                </c:pt>
                <c:pt idx="2441">
                  <c:v>0.68641405918724252</c:v>
                </c:pt>
                <c:pt idx="2442">
                  <c:v>0.68697262240239243</c:v>
                </c:pt>
                <c:pt idx="2443">
                  <c:v>0.68641405918724252</c:v>
                </c:pt>
                <c:pt idx="2444">
                  <c:v>0.68797803618967235</c:v>
                </c:pt>
                <c:pt idx="2445">
                  <c:v>0.68094013967875244</c:v>
                </c:pt>
                <c:pt idx="2446">
                  <c:v>0.67971130060541252</c:v>
                </c:pt>
                <c:pt idx="2447">
                  <c:v>0.68116356496481245</c:v>
                </c:pt>
                <c:pt idx="2448">
                  <c:v>0.68295096725330229</c:v>
                </c:pt>
                <c:pt idx="2449">
                  <c:v>0.68239240403814216</c:v>
                </c:pt>
                <c:pt idx="2450">
                  <c:v>0.68295096725330207</c:v>
                </c:pt>
                <c:pt idx="2451">
                  <c:v>0.68395638104057221</c:v>
                </c:pt>
                <c:pt idx="2452">
                  <c:v>0.68507350747087226</c:v>
                </c:pt>
                <c:pt idx="2453">
                  <c:v>0.6864140591872423</c:v>
                </c:pt>
                <c:pt idx="2454">
                  <c:v>0.68652577183027197</c:v>
                </c:pt>
                <c:pt idx="2455">
                  <c:v>0.68619063390118207</c:v>
                </c:pt>
                <c:pt idx="2456">
                  <c:v>0.68585549597209194</c:v>
                </c:pt>
                <c:pt idx="2457">
                  <c:v>0.68943030054906229</c:v>
                </c:pt>
                <c:pt idx="2458">
                  <c:v>0.69479250741452248</c:v>
                </c:pt>
                <c:pt idx="2459">
                  <c:v>0.69669162234604243</c:v>
                </c:pt>
                <c:pt idx="2460">
                  <c:v>0.69825559934846249</c:v>
                </c:pt>
                <c:pt idx="2461">
                  <c:v>0.69881416256362239</c:v>
                </c:pt>
                <c:pt idx="2462">
                  <c:v>0.69657990970301253</c:v>
                </c:pt>
                <c:pt idx="2463">
                  <c:v>0.70250067978362218</c:v>
                </c:pt>
                <c:pt idx="2464">
                  <c:v>0.70171869128241227</c:v>
                </c:pt>
                <c:pt idx="2465">
                  <c:v>0.70138355335332214</c:v>
                </c:pt>
                <c:pt idx="2466">
                  <c:v>0.70160697863938215</c:v>
                </c:pt>
                <c:pt idx="2467">
                  <c:v>0.70507007057332216</c:v>
                </c:pt>
                <c:pt idx="2468">
                  <c:v>0.71512420844606206</c:v>
                </c:pt>
                <c:pt idx="2469">
                  <c:v>0.71311338087151199</c:v>
                </c:pt>
                <c:pt idx="2470">
                  <c:v>0.71356023144363179</c:v>
                </c:pt>
                <c:pt idx="2471">
                  <c:v>0.71266653029939175</c:v>
                </c:pt>
                <c:pt idx="2472">
                  <c:v>0.71635304751939199</c:v>
                </c:pt>
                <c:pt idx="2473">
                  <c:v>0.7204864153115218</c:v>
                </c:pt>
                <c:pt idx="2474">
                  <c:v>0.72260895552910176</c:v>
                </c:pt>
                <c:pt idx="2475">
                  <c:v>0.72260895552910176</c:v>
                </c:pt>
                <c:pt idx="2476">
                  <c:v>0.72205039231394186</c:v>
                </c:pt>
                <c:pt idx="2477">
                  <c:v>0.71668818544848167</c:v>
                </c:pt>
                <c:pt idx="2478">
                  <c:v>0.72126840381273172</c:v>
                </c:pt>
                <c:pt idx="2479">
                  <c:v>0.72551348424789186</c:v>
                </c:pt>
                <c:pt idx="2480">
                  <c:v>0.72272066817213187</c:v>
                </c:pt>
                <c:pt idx="2481">
                  <c:v>0.7208215532406117</c:v>
                </c:pt>
                <c:pt idx="2482">
                  <c:v>0.72629547274910178</c:v>
                </c:pt>
                <c:pt idx="2483">
                  <c:v>0.73590276004972188</c:v>
                </c:pt>
                <c:pt idx="2484">
                  <c:v>0.73567933476366187</c:v>
                </c:pt>
                <c:pt idx="2485">
                  <c:v>0.73523248419153187</c:v>
                </c:pt>
                <c:pt idx="2486">
                  <c:v>0.73791358762426174</c:v>
                </c:pt>
                <c:pt idx="2487">
                  <c:v>0.73824872555336185</c:v>
                </c:pt>
                <c:pt idx="2488">
                  <c:v>0.73478563361941185</c:v>
                </c:pt>
                <c:pt idx="2489">
                  <c:v>0.73333336926002168</c:v>
                </c:pt>
                <c:pt idx="2490">
                  <c:v>0.73836043819639152</c:v>
                </c:pt>
                <c:pt idx="2491">
                  <c:v>0.73378021983214148</c:v>
                </c:pt>
                <c:pt idx="2492">
                  <c:v>0.7402595531279017</c:v>
                </c:pt>
                <c:pt idx="2493">
                  <c:v>0.74539833470730166</c:v>
                </c:pt>
                <c:pt idx="2494">
                  <c:v>0.74483977149215153</c:v>
                </c:pt>
                <c:pt idx="2495">
                  <c:v>0.74506319677821131</c:v>
                </c:pt>
                <c:pt idx="2496">
                  <c:v>0.74729744963882117</c:v>
                </c:pt>
                <c:pt idx="2497">
                  <c:v>0.74874971399821089</c:v>
                </c:pt>
                <c:pt idx="2498">
                  <c:v>0.75076054157276095</c:v>
                </c:pt>
                <c:pt idx="2499">
                  <c:v>0.75433534614974085</c:v>
                </c:pt>
                <c:pt idx="2500">
                  <c:v>0.74830286342609087</c:v>
                </c:pt>
                <c:pt idx="2501">
                  <c:v>0.74416949563397083</c:v>
                </c:pt>
                <c:pt idx="2502">
                  <c:v>0.74227038070245088</c:v>
                </c:pt>
                <c:pt idx="2503">
                  <c:v>0.74483977149215086</c:v>
                </c:pt>
                <c:pt idx="2504">
                  <c:v>0.74584518527942079</c:v>
                </c:pt>
                <c:pt idx="2505">
                  <c:v>0.74562175999336078</c:v>
                </c:pt>
                <c:pt idx="2506">
                  <c:v>0.74673888642367103</c:v>
                </c:pt>
                <c:pt idx="2507">
                  <c:v>0.74260551863154101</c:v>
                </c:pt>
                <c:pt idx="2508">
                  <c:v>0.74238209334548122</c:v>
                </c:pt>
                <c:pt idx="2509">
                  <c:v>0.74372264506185104</c:v>
                </c:pt>
                <c:pt idx="2510">
                  <c:v>0.739365851983661</c:v>
                </c:pt>
                <c:pt idx="2511">
                  <c:v>0.73791358762426107</c:v>
                </c:pt>
                <c:pt idx="2512">
                  <c:v>0.74003612784184103</c:v>
                </c:pt>
                <c:pt idx="2513">
                  <c:v>0.74104154162912117</c:v>
                </c:pt>
                <c:pt idx="2514">
                  <c:v>0.73176939225759119</c:v>
                </c:pt>
                <c:pt idx="2515">
                  <c:v>0.73713159912305137</c:v>
                </c:pt>
                <c:pt idx="2516">
                  <c:v>0.73601447269275133</c:v>
                </c:pt>
                <c:pt idx="2517">
                  <c:v>0.73433878304729139</c:v>
                </c:pt>
                <c:pt idx="2518">
                  <c:v>0.73970098991275157</c:v>
                </c:pt>
                <c:pt idx="2519">
                  <c:v>0.74048297841396149</c:v>
                </c:pt>
                <c:pt idx="2520">
                  <c:v>0.74014784048487159</c:v>
                </c:pt>
                <c:pt idx="2521">
                  <c:v>0.74539833470730188</c:v>
                </c:pt>
                <c:pt idx="2522">
                  <c:v>0.74685059906670159</c:v>
                </c:pt>
                <c:pt idx="2523">
                  <c:v>0.74305236920366147</c:v>
                </c:pt>
                <c:pt idx="2524">
                  <c:v>0.74115325427215151</c:v>
                </c:pt>
                <c:pt idx="2525">
                  <c:v>0.74361093241882159</c:v>
                </c:pt>
                <c:pt idx="2526">
                  <c:v>0.7438343577048816</c:v>
                </c:pt>
                <c:pt idx="2527">
                  <c:v>0.74171181748730164</c:v>
                </c:pt>
                <c:pt idx="2528">
                  <c:v>0.74193524277336187</c:v>
                </c:pt>
                <c:pt idx="2529">
                  <c:v>0.74361093241882181</c:v>
                </c:pt>
                <c:pt idx="2530">
                  <c:v>0.74506319677821176</c:v>
                </c:pt>
                <c:pt idx="2531">
                  <c:v>0.74495148413518186</c:v>
                </c:pt>
                <c:pt idx="2532">
                  <c:v>0.74450463356306185</c:v>
                </c:pt>
                <c:pt idx="2533">
                  <c:v>0.74495148413518164</c:v>
                </c:pt>
                <c:pt idx="2534">
                  <c:v>0.74394607034791149</c:v>
                </c:pt>
                <c:pt idx="2535">
                  <c:v>0.74316408184669158</c:v>
                </c:pt>
                <c:pt idx="2536">
                  <c:v>0.74160010484427152</c:v>
                </c:pt>
                <c:pt idx="2537">
                  <c:v>0.7409298289860915</c:v>
                </c:pt>
                <c:pt idx="2538">
                  <c:v>0.74271723127457157</c:v>
                </c:pt>
                <c:pt idx="2539">
                  <c:v>0.74718573699579149</c:v>
                </c:pt>
                <c:pt idx="2540">
                  <c:v>0.74495148413518164</c:v>
                </c:pt>
                <c:pt idx="2541">
                  <c:v>0.7438343577048816</c:v>
                </c:pt>
                <c:pt idx="2542">
                  <c:v>0.74316408184669158</c:v>
                </c:pt>
                <c:pt idx="2543">
                  <c:v>0.74316408184669158</c:v>
                </c:pt>
                <c:pt idx="2544">
                  <c:v>0.74416949563397128</c:v>
                </c:pt>
                <c:pt idx="2545">
                  <c:v>0.74562175999336144</c:v>
                </c:pt>
                <c:pt idx="2546">
                  <c:v>0.74975512778549147</c:v>
                </c:pt>
                <c:pt idx="2547">
                  <c:v>0.75064882892973128</c:v>
                </c:pt>
                <c:pt idx="2548">
                  <c:v>0.75165424271701142</c:v>
                </c:pt>
                <c:pt idx="2549">
                  <c:v>0.75098396685882141</c:v>
                </c:pt>
                <c:pt idx="2550">
                  <c:v>0.75210109328913166</c:v>
                </c:pt>
                <c:pt idx="2551">
                  <c:v>0.75377678293458161</c:v>
                </c:pt>
                <c:pt idx="2552">
                  <c:v>0.75455877143580152</c:v>
                </c:pt>
                <c:pt idx="2553">
                  <c:v>0.76014440358732127</c:v>
                </c:pt>
                <c:pt idx="2554">
                  <c:v>0.76081467944550152</c:v>
                </c:pt>
                <c:pt idx="2555">
                  <c:v>0.75913898980004157</c:v>
                </c:pt>
                <c:pt idx="2556">
                  <c:v>0.75880385187095145</c:v>
                </c:pt>
                <c:pt idx="2557">
                  <c:v>0.76014440358732149</c:v>
                </c:pt>
                <c:pt idx="2558">
                  <c:v>0.75556418522307145</c:v>
                </c:pt>
                <c:pt idx="2559">
                  <c:v>0.75634617372428181</c:v>
                </c:pt>
                <c:pt idx="2560">
                  <c:v>0.75656959901034182</c:v>
                </c:pt>
                <c:pt idx="2561">
                  <c:v>0.75701644958247161</c:v>
                </c:pt>
                <c:pt idx="2562">
                  <c:v>0.75813357601277143</c:v>
                </c:pt>
                <c:pt idx="2563">
                  <c:v>0.75969755301520125</c:v>
                </c:pt>
                <c:pt idx="2564">
                  <c:v>0.75835700129883143</c:v>
                </c:pt>
                <c:pt idx="2565">
                  <c:v>0.75835700129883143</c:v>
                </c:pt>
                <c:pt idx="2566">
                  <c:v>0.75634617372428137</c:v>
                </c:pt>
                <c:pt idx="2567">
                  <c:v>0.7582452886558011</c:v>
                </c:pt>
                <c:pt idx="2568">
                  <c:v>0.76327235759217138</c:v>
                </c:pt>
                <c:pt idx="2569">
                  <c:v>0.76472462195157132</c:v>
                </c:pt>
                <c:pt idx="2570">
                  <c:v>0.76617688631096126</c:v>
                </c:pt>
                <c:pt idx="2571">
                  <c:v>0.76785257595642165</c:v>
                </c:pt>
                <c:pt idx="2572">
                  <c:v>0.76796428859945154</c:v>
                </c:pt>
                <c:pt idx="2573">
                  <c:v>0.7695282656018716</c:v>
                </c:pt>
                <c:pt idx="2574">
                  <c:v>0.77019854146006184</c:v>
                </c:pt>
                <c:pt idx="2575">
                  <c:v>0.77075710467521175</c:v>
                </c:pt>
                <c:pt idx="2576">
                  <c:v>0.77019854146006184</c:v>
                </c:pt>
                <c:pt idx="2577">
                  <c:v>0.77008682881703172</c:v>
                </c:pt>
                <c:pt idx="2578">
                  <c:v>0.76740572538430185</c:v>
                </c:pt>
                <c:pt idx="2579">
                  <c:v>0.76539489780975178</c:v>
                </c:pt>
                <c:pt idx="2580">
                  <c:v>0.76595346102490192</c:v>
                </c:pt>
                <c:pt idx="2581">
                  <c:v>0.77053367938915196</c:v>
                </c:pt>
                <c:pt idx="2582">
                  <c:v>0.76930484031581203</c:v>
                </c:pt>
                <c:pt idx="2583">
                  <c:v>0.77332649546491194</c:v>
                </c:pt>
                <c:pt idx="2584">
                  <c:v>0.77153909317642211</c:v>
                </c:pt>
                <c:pt idx="2585">
                  <c:v>0.77299135753582204</c:v>
                </c:pt>
                <c:pt idx="2586">
                  <c:v>0.77433190925218232</c:v>
                </c:pt>
                <c:pt idx="2587">
                  <c:v>0.77556074832552246</c:v>
                </c:pt>
                <c:pt idx="2588">
                  <c:v>0.78081124254795253</c:v>
                </c:pt>
                <c:pt idx="2589">
                  <c:v>0.78014096668976252</c:v>
                </c:pt>
                <c:pt idx="2590">
                  <c:v>0.77958240347461238</c:v>
                </c:pt>
                <c:pt idx="2591">
                  <c:v>0.7800292540467324</c:v>
                </c:pt>
                <c:pt idx="2592">
                  <c:v>0.78125809312007255</c:v>
                </c:pt>
                <c:pt idx="2593">
                  <c:v>0.77980582876067239</c:v>
                </c:pt>
                <c:pt idx="2594">
                  <c:v>0.78215179426431258</c:v>
                </c:pt>
                <c:pt idx="2595">
                  <c:v>0.78159323104916267</c:v>
                </c:pt>
                <c:pt idx="2596">
                  <c:v>0.78192836897825257</c:v>
                </c:pt>
                <c:pt idx="2597">
                  <c:v>0.78136980576310266</c:v>
                </c:pt>
                <c:pt idx="2598">
                  <c:v>0.78371577126674263</c:v>
                </c:pt>
                <c:pt idx="2599">
                  <c:v>0.78382748390977275</c:v>
                </c:pt>
                <c:pt idx="2600">
                  <c:v>0.78527974826916269</c:v>
                </c:pt>
                <c:pt idx="2601">
                  <c:v>0.78729057584371276</c:v>
                </c:pt>
                <c:pt idx="2602">
                  <c:v>0.78863112756007259</c:v>
                </c:pt>
                <c:pt idx="2603">
                  <c:v>0.79254107006614261</c:v>
                </c:pt>
                <c:pt idx="2604">
                  <c:v>0.7922059321370527</c:v>
                </c:pt>
                <c:pt idx="2605">
                  <c:v>0.79053024249159276</c:v>
                </c:pt>
                <c:pt idx="2606">
                  <c:v>0.79175908156493247</c:v>
                </c:pt>
                <c:pt idx="2607">
                  <c:v>0.79220593213705226</c:v>
                </c:pt>
                <c:pt idx="2608">
                  <c:v>0.78985996663341229</c:v>
                </c:pt>
                <c:pt idx="2609">
                  <c:v>0.79153565627887223</c:v>
                </c:pt>
                <c:pt idx="2610">
                  <c:v>0.7933230585673523</c:v>
                </c:pt>
                <c:pt idx="2611">
                  <c:v>0.79298792063826218</c:v>
                </c:pt>
                <c:pt idx="2612">
                  <c:v>0.79153565627887223</c:v>
                </c:pt>
                <c:pt idx="2613">
                  <c:v>0.79053024249159232</c:v>
                </c:pt>
                <c:pt idx="2614">
                  <c:v>0.78885455284614214</c:v>
                </c:pt>
                <c:pt idx="2615">
                  <c:v>0.78527974826916225</c:v>
                </c:pt>
                <c:pt idx="2616">
                  <c:v>0.78595002412734205</c:v>
                </c:pt>
                <c:pt idx="2617">
                  <c:v>0.78550317355522203</c:v>
                </c:pt>
                <c:pt idx="2618">
                  <c:v>0.78706715055765208</c:v>
                </c:pt>
                <c:pt idx="2619">
                  <c:v>0.78706715055765208</c:v>
                </c:pt>
                <c:pt idx="2620">
                  <c:v>0.79019510456250197</c:v>
                </c:pt>
                <c:pt idx="2621">
                  <c:v>0.79108880570674223</c:v>
                </c:pt>
                <c:pt idx="2622">
                  <c:v>0.79354648385341231</c:v>
                </c:pt>
                <c:pt idx="2623">
                  <c:v>0.79053024249159232</c:v>
                </c:pt>
                <c:pt idx="2624">
                  <c:v>0.78963654134735228</c:v>
                </c:pt>
                <c:pt idx="2625">
                  <c:v>0.78963654134735228</c:v>
                </c:pt>
                <c:pt idx="2626">
                  <c:v>0.78762571377280222</c:v>
                </c:pt>
                <c:pt idx="2627">
                  <c:v>0.78662029998553229</c:v>
                </c:pt>
                <c:pt idx="2628">
                  <c:v>0.78885455284614214</c:v>
                </c:pt>
                <c:pt idx="2629">
                  <c:v>0.78751400112977232</c:v>
                </c:pt>
                <c:pt idx="2630">
                  <c:v>0.78706715055765231</c:v>
                </c:pt>
                <c:pt idx="2631">
                  <c:v>0.78918969077523249</c:v>
                </c:pt>
                <c:pt idx="2632">
                  <c:v>0.79120051834977256</c:v>
                </c:pt>
                <c:pt idx="2633">
                  <c:v>0.78941311606129272</c:v>
                </c:pt>
                <c:pt idx="2634">
                  <c:v>0.78773742641583278</c:v>
                </c:pt>
                <c:pt idx="2635">
                  <c:v>0.78706715055765275</c:v>
                </c:pt>
                <c:pt idx="2636">
                  <c:v>0.79053024249159276</c:v>
                </c:pt>
                <c:pt idx="2637">
                  <c:v>0.79265278270917272</c:v>
                </c:pt>
                <c:pt idx="2638">
                  <c:v>0.79488703556978235</c:v>
                </c:pt>
                <c:pt idx="2639">
                  <c:v>0.79343477121038242</c:v>
                </c:pt>
                <c:pt idx="2640">
                  <c:v>0.79399333442554254</c:v>
                </c:pt>
                <c:pt idx="2641">
                  <c:v>0.79477532292675268</c:v>
                </c:pt>
                <c:pt idx="2642">
                  <c:v>0.79164736892190257</c:v>
                </c:pt>
                <c:pt idx="2643">
                  <c:v>0.79142394363584256</c:v>
                </c:pt>
                <c:pt idx="2644">
                  <c:v>0.79209421949402281</c:v>
                </c:pt>
                <c:pt idx="2645">
                  <c:v>0.79321134592432285</c:v>
                </c:pt>
                <c:pt idx="2646">
                  <c:v>0.79298792063826284</c:v>
                </c:pt>
                <c:pt idx="2647">
                  <c:v>0.79455189764069289</c:v>
                </c:pt>
                <c:pt idx="2648">
                  <c:v>0.79745642635948299</c:v>
                </c:pt>
                <c:pt idx="2649">
                  <c:v>0.79589244935705294</c:v>
                </c:pt>
                <c:pt idx="2650">
                  <c:v>0.79578073671402283</c:v>
                </c:pt>
                <c:pt idx="2651">
                  <c:v>0.79388162178250288</c:v>
                </c:pt>
                <c:pt idx="2652">
                  <c:v>0.7947753229267529</c:v>
                </c:pt>
                <c:pt idx="2653">
                  <c:v>0.79689786314433286</c:v>
                </c:pt>
                <c:pt idx="2654">
                  <c:v>0.79633929992917296</c:v>
                </c:pt>
                <c:pt idx="2655">
                  <c:v>0.79589244935705294</c:v>
                </c:pt>
                <c:pt idx="2656">
                  <c:v>0.7951104608558428</c:v>
                </c:pt>
                <c:pt idx="2657">
                  <c:v>0.79868526543281293</c:v>
                </c:pt>
                <c:pt idx="2658">
                  <c:v>0.80024924243524298</c:v>
                </c:pt>
                <c:pt idx="2659">
                  <c:v>0.80002581714918297</c:v>
                </c:pt>
                <c:pt idx="2660">
                  <c:v>0.80326548379706275</c:v>
                </c:pt>
                <c:pt idx="2661">
                  <c:v>0.80482946079949258</c:v>
                </c:pt>
                <c:pt idx="2662">
                  <c:v>0.8059465872297924</c:v>
                </c:pt>
                <c:pt idx="2663">
                  <c:v>0.80661686308797265</c:v>
                </c:pt>
                <c:pt idx="2664">
                  <c:v>0.80650515044494275</c:v>
                </c:pt>
                <c:pt idx="2665">
                  <c:v>0.80762227687525256</c:v>
                </c:pt>
                <c:pt idx="2666">
                  <c:v>0.81007995502192265</c:v>
                </c:pt>
                <c:pt idx="2667">
                  <c:v>0.81343133431283299</c:v>
                </c:pt>
                <c:pt idx="2668">
                  <c:v>0.81544216188738283</c:v>
                </c:pt>
                <c:pt idx="2669">
                  <c:v>0.81354304695586288</c:v>
                </c:pt>
                <c:pt idx="2670">
                  <c:v>0.81264934581162285</c:v>
                </c:pt>
                <c:pt idx="2671">
                  <c:v>0.81186735731040294</c:v>
                </c:pt>
                <c:pt idx="2672">
                  <c:v>0.81041509295101299</c:v>
                </c:pt>
                <c:pt idx="2673">
                  <c:v>0.81298448374071319</c:v>
                </c:pt>
                <c:pt idx="2674">
                  <c:v>0.81454846074313303</c:v>
                </c:pt>
                <c:pt idx="2675">
                  <c:v>0.81611243774556308</c:v>
                </c:pt>
                <c:pt idx="2676">
                  <c:v>0.816894426246773</c:v>
                </c:pt>
                <c:pt idx="2677">
                  <c:v>0.82102779403890325</c:v>
                </c:pt>
                <c:pt idx="2678">
                  <c:v>0.82248005839829319</c:v>
                </c:pt>
                <c:pt idx="2679">
                  <c:v>0.82750712733466303</c:v>
                </c:pt>
                <c:pt idx="2680">
                  <c:v>0.82806569054981294</c:v>
                </c:pt>
                <c:pt idx="2681">
                  <c:v>0.82884767905103263</c:v>
                </c:pt>
                <c:pt idx="2682">
                  <c:v>0.83041165605345291</c:v>
                </c:pt>
                <c:pt idx="2683">
                  <c:v>0.82828911583587295</c:v>
                </c:pt>
                <c:pt idx="2684">
                  <c:v>0.83264590891406298</c:v>
                </c:pt>
                <c:pt idx="2685">
                  <c:v>0.8327576215570931</c:v>
                </c:pt>
                <c:pt idx="2686">
                  <c:v>0.83666756406316334</c:v>
                </c:pt>
                <c:pt idx="2687">
                  <c:v>0.8355504376328533</c:v>
                </c:pt>
                <c:pt idx="2688">
                  <c:v>0.8359972882049731</c:v>
                </c:pt>
                <c:pt idx="2689">
                  <c:v>0.83588557556194321</c:v>
                </c:pt>
                <c:pt idx="2690">
                  <c:v>0.83711441463528313</c:v>
                </c:pt>
                <c:pt idx="2691">
                  <c:v>0.83957209278195322</c:v>
                </c:pt>
                <c:pt idx="2692">
                  <c:v>0.83432159855952315</c:v>
                </c:pt>
                <c:pt idx="2693">
                  <c:v>0.84013065599710335</c:v>
                </c:pt>
                <c:pt idx="2694">
                  <c:v>0.82851254112194339</c:v>
                </c:pt>
                <c:pt idx="2695">
                  <c:v>0.80862769066252316</c:v>
                </c:pt>
                <c:pt idx="2696">
                  <c:v>0.81801155267708281</c:v>
                </c:pt>
                <c:pt idx="2697">
                  <c:v>0.82259177104132286</c:v>
                </c:pt>
                <c:pt idx="2698">
                  <c:v>0.82773055262072281</c:v>
                </c:pt>
                <c:pt idx="2699">
                  <c:v>0.83063508133951292</c:v>
                </c:pt>
                <c:pt idx="2700">
                  <c:v>0.83555043763285286</c:v>
                </c:pt>
                <c:pt idx="2701">
                  <c:v>0.83767297785043304</c:v>
                </c:pt>
                <c:pt idx="2702">
                  <c:v>0.84292347207286333</c:v>
                </c:pt>
                <c:pt idx="2703">
                  <c:v>0.84135949507043328</c:v>
                </c:pt>
                <c:pt idx="2704">
                  <c:v>0.84102435714134338</c:v>
                </c:pt>
                <c:pt idx="2705">
                  <c:v>0.85051993179893337</c:v>
                </c:pt>
                <c:pt idx="2706">
                  <c:v>0.85454158694802307</c:v>
                </c:pt>
                <c:pt idx="2707">
                  <c:v>0.85197219615832309</c:v>
                </c:pt>
                <c:pt idx="2708">
                  <c:v>0.8588983800262131</c:v>
                </c:pt>
                <c:pt idx="2709">
                  <c:v>0.86314346046137302</c:v>
                </c:pt>
                <c:pt idx="2710">
                  <c:v>0.86794710411167286</c:v>
                </c:pt>
                <c:pt idx="2711">
                  <c:v>0.86727682825349284</c:v>
                </c:pt>
                <c:pt idx="2712">
                  <c:v>0.85431816166196262</c:v>
                </c:pt>
                <c:pt idx="2713">
                  <c:v>0.85956865588439291</c:v>
                </c:pt>
                <c:pt idx="2714">
                  <c:v>0.84404059850316293</c:v>
                </c:pt>
                <c:pt idx="2715">
                  <c:v>0.85789296623894318</c:v>
                </c:pt>
                <c:pt idx="2716">
                  <c:v>0.86169119610197331</c:v>
                </c:pt>
                <c:pt idx="2717">
                  <c:v>0.86258489724621312</c:v>
                </c:pt>
                <c:pt idx="2718">
                  <c:v>0.86649483975228314</c:v>
                </c:pt>
                <c:pt idx="2719">
                  <c:v>0.8618029087450032</c:v>
                </c:pt>
                <c:pt idx="2720">
                  <c:v>0.84705683986499292</c:v>
                </c:pt>
                <c:pt idx="2721">
                  <c:v>0.85331274787469313</c:v>
                </c:pt>
                <c:pt idx="2722">
                  <c:v>0.84828567893832307</c:v>
                </c:pt>
                <c:pt idx="2723">
                  <c:v>0.84225319621468309</c:v>
                </c:pt>
                <c:pt idx="2724">
                  <c:v>0.84001894335407301</c:v>
                </c:pt>
                <c:pt idx="2725">
                  <c:v>0.82873596640800318</c:v>
                </c:pt>
                <c:pt idx="2726">
                  <c:v>0.82817740319284305</c:v>
                </c:pt>
                <c:pt idx="2727">
                  <c:v>0.82471431125890304</c:v>
                </c:pt>
                <c:pt idx="2728">
                  <c:v>0.82426746068678303</c:v>
                </c:pt>
                <c:pt idx="2729">
                  <c:v>0.82773055262072304</c:v>
                </c:pt>
                <c:pt idx="2730">
                  <c:v>0.81890525382132306</c:v>
                </c:pt>
                <c:pt idx="2731">
                  <c:v>0.82270348368435342</c:v>
                </c:pt>
                <c:pt idx="2732">
                  <c:v>0.83063508133951336</c:v>
                </c:pt>
                <c:pt idx="2733">
                  <c:v>0.83007651812436323</c:v>
                </c:pt>
                <c:pt idx="2734">
                  <c:v>0.83141706984073327</c:v>
                </c:pt>
                <c:pt idx="2735">
                  <c:v>0.82962966755224343</c:v>
                </c:pt>
                <c:pt idx="2736">
                  <c:v>0.83119364455467326</c:v>
                </c:pt>
                <c:pt idx="2737">
                  <c:v>0.8319756330558834</c:v>
                </c:pt>
                <c:pt idx="2738">
                  <c:v>0.8377846904934636</c:v>
                </c:pt>
                <c:pt idx="2739">
                  <c:v>0.83722612727831347</c:v>
                </c:pt>
                <c:pt idx="2740">
                  <c:v>0.8469451272219537</c:v>
                </c:pt>
                <c:pt idx="2741">
                  <c:v>0.8471685525080237</c:v>
                </c:pt>
                <c:pt idx="2742">
                  <c:v>0.84772711572317361</c:v>
                </c:pt>
                <c:pt idx="2743">
                  <c:v>0.84292347207286356</c:v>
                </c:pt>
                <c:pt idx="2744">
                  <c:v>0.84270004678680355</c:v>
                </c:pt>
                <c:pt idx="2745">
                  <c:v>0.84951451801165345</c:v>
                </c:pt>
                <c:pt idx="2746">
                  <c:v>0.84940280536862356</c:v>
                </c:pt>
                <c:pt idx="2747">
                  <c:v>0.85029650651287358</c:v>
                </c:pt>
                <c:pt idx="2748">
                  <c:v>0.85241904673045377</c:v>
                </c:pt>
                <c:pt idx="2749">
                  <c:v>0.85755782830985394</c:v>
                </c:pt>
                <c:pt idx="2750">
                  <c:v>0.85510015016318408</c:v>
                </c:pt>
                <c:pt idx="2751">
                  <c:v>0.85845152945409398</c:v>
                </c:pt>
                <c:pt idx="2752">
                  <c:v>0.85644070187954391</c:v>
                </c:pt>
                <c:pt idx="2753">
                  <c:v>0.85398302373287405</c:v>
                </c:pt>
                <c:pt idx="2754">
                  <c:v>0.85766954095288428</c:v>
                </c:pt>
                <c:pt idx="2755">
                  <c:v>0.86035064438561393</c:v>
                </c:pt>
                <c:pt idx="2756">
                  <c:v>0.86001550645651403</c:v>
                </c:pt>
                <c:pt idx="2757">
                  <c:v>0.86671826503834426</c:v>
                </c:pt>
                <c:pt idx="2758">
                  <c:v>0.87397958683532417</c:v>
                </c:pt>
                <c:pt idx="2759">
                  <c:v>0.87263903511895413</c:v>
                </c:pt>
                <c:pt idx="2760">
                  <c:v>0.87889494312866434</c:v>
                </c:pt>
                <c:pt idx="2761">
                  <c:v>0.87923008105775424</c:v>
                </c:pt>
                <c:pt idx="2762">
                  <c:v>0.88191118449048411</c:v>
                </c:pt>
                <c:pt idx="2763">
                  <c:v>0.88615626492563448</c:v>
                </c:pt>
                <c:pt idx="2764">
                  <c:v>0.88101748334623453</c:v>
                </c:pt>
                <c:pt idx="2765">
                  <c:v>0.88213460977654434</c:v>
                </c:pt>
                <c:pt idx="2766">
                  <c:v>0.88034720748805451</c:v>
                </c:pt>
                <c:pt idx="2767">
                  <c:v>0.88526256378139445</c:v>
                </c:pt>
                <c:pt idx="2768">
                  <c:v>0.87990035691593449</c:v>
                </c:pt>
                <c:pt idx="2769">
                  <c:v>0.87520842590865433</c:v>
                </c:pt>
                <c:pt idx="2770">
                  <c:v>0.87029306961531439</c:v>
                </c:pt>
                <c:pt idx="2771">
                  <c:v>0.86939936847107435</c:v>
                </c:pt>
                <c:pt idx="2772">
                  <c:v>0.87587870176683458</c:v>
                </c:pt>
                <c:pt idx="2773">
                  <c:v>0.87163362133168465</c:v>
                </c:pt>
                <c:pt idx="2774">
                  <c:v>0.8735327362632046</c:v>
                </c:pt>
                <c:pt idx="2775">
                  <c:v>0.87654897762502459</c:v>
                </c:pt>
                <c:pt idx="2776">
                  <c:v>0.88839051778624456</c:v>
                </c:pt>
                <c:pt idx="2777">
                  <c:v>0.88559770171048457</c:v>
                </c:pt>
                <c:pt idx="2778">
                  <c:v>0.88548598906745468</c:v>
                </c:pt>
                <c:pt idx="2779">
                  <c:v>0.88436886263715464</c:v>
                </c:pt>
                <c:pt idx="2780">
                  <c:v>0.88615626492563471</c:v>
                </c:pt>
                <c:pt idx="2781">
                  <c:v>0.8893959315735247</c:v>
                </c:pt>
                <c:pt idx="2782">
                  <c:v>0.89341758672261462</c:v>
                </c:pt>
                <c:pt idx="2783">
                  <c:v>0.8988915062311047</c:v>
                </c:pt>
                <c:pt idx="2784">
                  <c:v>0.89743924187171475</c:v>
                </c:pt>
                <c:pt idx="2785">
                  <c:v>0.90045548323353475</c:v>
                </c:pt>
                <c:pt idx="2786">
                  <c:v>0.90112575909171455</c:v>
                </c:pt>
                <c:pt idx="2787">
                  <c:v>0.90816365560263446</c:v>
                </c:pt>
                <c:pt idx="2788">
                  <c:v>0.90771680503050445</c:v>
                </c:pt>
                <c:pt idx="2789">
                  <c:v>0.90615282802808439</c:v>
                </c:pt>
                <c:pt idx="2790">
                  <c:v>0.91050962110626421</c:v>
                </c:pt>
                <c:pt idx="2791">
                  <c:v>0.91240873603778416</c:v>
                </c:pt>
                <c:pt idx="2792">
                  <c:v>0.91799436818930413</c:v>
                </c:pt>
                <c:pt idx="2793">
                  <c:v>0.92089889690809401</c:v>
                </c:pt>
                <c:pt idx="2794">
                  <c:v>0.92290972448264386</c:v>
                </c:pt>
                <c:pt idx="2795">
                  <c:v>0.93162331063901371</c:v>
                </c:pt>
                <c:pt idx="2796">
                  <c:v>0.93285214971235408</c:v>
                </c:pt>
                <c:pt idx="2797">
                  <c:v>0.93642695428932421</c:v>
                </c:pt>
                <c:pt idx="2798">
                  <c:v>0.93776750600569425</c:v>
                </c:pt>
                <c:pt idx="2799">
                  <c:v>0.94759821859236415</c:v>
                </c:pt>
                <c:pt idx="2800">
                  <c:v>0.95363070131601413</c:v>
                </c:pt>
                <c:pt idx="2801">
                  <c:v>0.96044517254086426</c:v>
                </c:pt>
                <c:pt idx="2802">
                  <c:v>0.97105787362875429</c:v>
                </c:pt>
                <c:pt idx="2803">
                  <c:v>0.97094616098572417</c:v>
                </c:pt>
                <c:pt idx="2804">
                  <c:v>0.98289941378998424</c:v>
                </c:pt>
                <c:pt idx="2805">
                  <c:v>0.97932460921300413</c:v>
                </c:pt>
                <c:pt idx="2806">
                  <c:v>0.97519124142088431</c:v>
                </c:pt>
                <c:pt idx="2807">
                  <c:v>0.95318385074389411</c:v>
                </c:pt>
                <c:pt idx="2808">
                  <c:v>0.96390826447481448</c:v>
                </c:pt>
                <c:pt idx="2809">
                  <c:v>0.97385068970451427</c:v>
                </c:pt>
                <c:pt idx="2810">
                  <c:v>0.97608494256512413</c:v>
                </c:pt>
                <c:pt idx="2811">
                  <c:v>0.98267598850392424</c:v>
                </c:pt>
                <c:pt idx="2812">
                  <c:v>0.97910118392694412</c:v>
                </c:pt>
                <c:pt idx="2813">
                  <c:v>0.96346141390268403</c:v>
                </c:pt>
                <c:pt idx="2814">
                  <c:v>0.96614251733541412</c:v>
                </c:pt>
                <c:pt idx="2815">
                  <c:v>0.97172814948694453</c:v>
                </c:pt>
                <c:pt idx="2816">
                  <c:v>0.97675521842330437</c:v>
                </c:pt>
                <c:pt idx="2817">
                  <c:v>0.97675521842330437</c:v>
                </c:pt>
                <c:pt idx="2818">
                  <c:v>0.98044173564331438</c:v>
                </c:pt>
                <c:pt idx="2819">
                  <c:v>0.98647421836695459</c:v>
                </c:pt>
                <c:pt idx="2820">
                  <c:v>0.98837333329847477</c:v>
                </c:pt>
                <c:pt idx="2821">
                  <c:v>0.99228327580453457</c:v>
                </c:pt>
                <c:pt idx="2822">
                  <c:v>0.99027244822999472</c:v>
                </c:pt>
                <c:pt idx="2823">
                  <c:v>0.98893189651362468</c:v>
                </c:pt>
                <c:pt idx="2824">
                  <c:v>0.99284183901969469</c:v>
                </c:pt>
                <c:pt idx="2825">
                  <c:v>0.98792648272635475</c:v>
                </c:pt>
                <c:pt idx="2826">
                  <c:v>0.97820748278270453</c:v>
                </c:pt>
                <c:pt idx="2827">
                  <c:v>0.97910118392694412</c:v>
                </c:pt>
                <c:pt idx="2828">
                  <c:v>0.9841282528633144</c:v>
                </c:pt>
                <c:pt idx="2829">
                  <c:v>0.99150128730332443</c:v>
                </c:pt>
                <c:pt idx="2830">
                  <c:v>0.99842747117121422</c:v>
                </c:pt>
                <c:pt idx="2831">
                  <c:v>0.99641664359666415</c:v>
                </c:pt>
                <c:pt idx="2832">
                  <c:v>0.99273012637665414</c:v>
                </c:pt>
                <c:pt idx="2833">
                  <c:v>0.99753377002696419</c:v>
                </c:pt>
                <c:pt idx="2834">
                  <c:v>1.0041248159657641</c:v>
                </c:pt>
                <c:pt idx="2835">
                  <c:v>1.004236528608794</c:v>
                </c:pt>
                <c:pt idx="2836">
                  <c:v>0.99775719531302398</c:v>
                </c:pt>
                <c:pt idx="2837">
                  <c:v>1.002560838963334</c:v>
                </c:pt>
                <c:pt idx="2838">
                  <c:v>1.021105137706384</c:v>
                </c:pt>
                <c:pt idx="2839">
                  <c:v>1.020434861848204</c:v>
                </c:pt>
                <c:pt idx="2840">
                  <c:v>1.0205465744912341</c:v>
                </c:pt>
                <c:pt idx="2841">
                  <c:v>1.0221105514936639</c:v>
                </c:pt>
                <c:pt idx="2842">
                  <c:v>1.0184240342736539</c:v>
                </c:pt>
                <c:pt idx="2843">
                  <c:v>1.014849229696684</c:v>
                </c:pt>
                <c:pt idx="2844">
                  <c:v>1.0032311148215141</c:v>
                </c:pt>
                <c:pt idx="2845">
                  <c:v>1.000550011388784</c:v>
                </c:pt>
                <c:pt idx="2846">
                  <c:v>0.98993731030089371</c:v>
                </c:pt>
                <c:pt idx="2847">
                  <c:v>0.98747963215422385</c:v>
                </c:pt>
                <c:pt idx="2848">
                  <c:v>0.99228327580453346</c:v>
                </c:pt>
                <c:pt idx="2849">
                  <c:v>0.9940706780930233</c:v>
                </c:pt>
                <c:pt idx="2850">
                  <c:v>0.99865089645727334</c:v>
                </c:pt>
                <c:pt idx="2851">
                  <c:v>0.99541122980938335</c:v>
                </c:pt>
                <c:pt idx="2852">
                  <c:v>0.99351211487787339</c:v>
                </c:pt>
                <c:pt idx="2853">
                  <c:v>0.99541122980938312</c:v>
                </c:pt>
                <c:pt idx="2854">
                  <c:v>0.99273012637665303</c:v>
                </c:pt>
                <c:pt idx="2855">
                  <c:v>0.9882616206554431</c:v>
                </c:pt>
                <c:pt idx="2856">
                  <c:v>0.98960217237180315</c:v>
                </c:pt>
                <c:pt idx="2857">
                  <c:v>0.9817822873596731</c:v>
                </c:pt>
                <c:pt idx="2858">
                  <c:v>0.9817822873596731</c:v>
                </c:pt>
                <c:pt idx="2859">
                  <c:v>0.97932460921300302</c:v>
                </c:pt>
                <c:pt idx="2860">
                  <c:v>0.98055344828634317</c:v>
                </c:pt>
                <c:pt idx="2861">
                  <c:v>0.98100029885846318</c:v>
                </c:pt>
                <c:pt idx="2862">
                  <c:v>0.99239498844756313</c:v>
                </c:pt>
                <c:pt idx="2863">
                  <c:v>1.002895976892423</c:v>
                </c:pt>
                <c:pt idx="2864">
                  <c:v>1.0060239308972829</c:v>
                </c:pt>
                <c:pt idx="2865">
                  <c:v>1.006917632041523</c:v>
                </c:pt>
                <c:pt idx="2866">
                  <c:v>1.0092635975451629</c:v>
                </c:pt>
                <c:pt idx="2867">
                  <c:v>1.0053536550390929</c:v>
                </c:pt>
                <c:pt idx="2868">
                  <c:v>1.0016671378190929</c:v>
                </c:pt>
                <c:pt idx="2869">
                  <c:v>1.007811333185763</c:v>
                </c:pt>
                <c:pt idx="2870">
                  <c:v>1.0058005056112129</c:v>
                </c:pt>
                <c:pt idx="2871">
                  <c:v>1.004571666537883</c:v>
                </c:pt>
                <c:pt idx="2872">
                  <c:v>0.99529951716635301</c:v>
                </c:pt>
                <c:pt idx="2873">
                  <c:v>0.99775719531302309</c:v>
                </c:pt>
                <c:pt idx="2874">
                  <c:v>0.998539183814243</c:v>
                </c:pt>
                <c:pt idx="2875">
                  <c:v>1.0051302297530329</c:v>
                </c:pt>
                <c:pt idx="2876">
                  <c:v>1.0090401722591029</c:v>
                </c:pt>
                <c:pt idx="2877">
                  <c:v>0.99731034474090285</c:v>
                </c:pt>
                <c:pt idx="2878">
                  <c:v>0.99686349416878284</c:v>
                </c:pt>
                <c:pt idx="2879">
                  <c:v>1.0032311148215129</c:v>
                </c:pt>
                <c:pt idx="2880">
                  <c:v>1.008816746973042</c:v>
                </c:pt>
                <c:pt idx="2881">
                  <c:v>1.0159663561269829</c:v>
                </c:pt>
                <c:pt idx="2882">
                  <c:v>1.012726689479102</c:v>
                </c:pt>
                <c:pt idx="2883">
                  <c:v>1.021328562992442</c:v>
                </c:pt>
                <c:pt idx="2884">
                  <c:v>1.0195411607039631</c:v>
                </c:pt>
                <c:pt idx="2885">
                  <c:v>1.015854643483953</c:v>
                </c:pt>
                <c:pt idx="2886">
                  <c:v>1.017306907843353</c:v>
                </c:pt>
                <c:pt idx="2887">
                  <c:v>1.0132852526942531</c:v>
                </c:pt>
                <c:pt idx="2888">
                  <c:v>1.014290666481533</c:v>
                </c:pt>
                <c:pt idx="2889">
                  <c:v>1.011944700977893</c:v>
                </c:pt>
                <c:pt idx="2890">
                  <c:v>1.012726689479102</c:v>
                </c:pt>
                <c:pt idx="2891">
                  <c:v>1.015407792911833</c:v>
                </c:pt>
                <c:pt idx="2892">
                  <c:v>1.0163014940560731</c:v>
                </c:pt>
                <c:pt idx="2893">
                  <c:v>1.021216850349413</c:v>
                </c:pt>
                <c:pt idx="2894">
                  <c:v>1.020769999777293</c:v>
                </c:pt>
                <c:pt idx="2895">
                  <c:v>1.0116095630488029</c:v>
                </c:pt>
                <c:pt idx="2896">
                  <c:v>1.0102690113324331</c:v>
                </c:pt>
                <c:pt idx="2897">
                  <c:v>1.0125032641930429</c:v>
                </c:pt>
                <c:pt idx="2898">
                  <c:v>1.0102690113324331</c:v>
                </c:pt>
                <c:pt idx="2899">
                  <c:v>1.0176420457724431</c:v>
                </c:pt>
                <c:pt idx="2900">
                  <c:v>1.0206582871342631</c:v>
                </c:pt>
                <c:pt idx="2901">
                  <c:v>1.0196528733469929</c:v>
                </c:pt>
                <c:pt idx="2902">
                  <c:v>1.025573643427603</c:v>
                </c:pt>
                <c:pt idx="2903">
                  <c:v>1.025461930784572</c:v>
                </c:pt>
                <c:pt idx="2904">
                  <c:v>1.027472758359123</c:v>
                </c:pt>
                <c:pt idx="2905">
                  <c:v>1.0222222641366929</c:v>
                </c:pt>
                <c:pt idx="2906">
                  <c:v>1.019094310131833</c:v>
                </c:pt>
                <c:pt idx="2907">
                  <c:v>1.016860057271233</c:v>
                </c:pt>
                <c:pt idx="2908">
                  <c:v>1.021663700921533</c:v>
                </c:pt>
                <c:pt idx="2909">
                  <c:v>1.024679942283363</c:v>
                </c:pt>
                <c:pt idx="2910">
                  <c:v>1.0271376204300231</c:v>
                </c:pt>
                <c:pt idx="2911">
                  <c:v>1.029818723862753</c:v>
                </c:pt>
                <c:pt idx="2912">
                  <c:v>1.024009666425173</c:v>
                </c:pt>
                <c:pt idx="2913">
                  <c:v>1.0308241376500329</c:v>
                </c:pt>
                <c:pt idx="2914">
                  <c:v>1.022110551493663</c:v>
                </c:pt>
                <c:pt idx="2915">
                  <c:v>1.0236745284960831</c:v>
                </c:pt>
                <c:pt idx="2916">
                  <c:v>1.0236745284960831</c:v>
                </c:pt>
                <c:pt idx="2917">
                  <c:v>1.027025907786993</c:v>
                </c:pt>
                <c:pt idx="2918">
                  <c:v>1.028813310075483</c:v>
                </c:pt>
                <c:pt idx="2919">
                  <c:v>1.028031321574272</c:v>
                </c:pt>
                <c:pt idx="2920">
                  <c:v>1.0354043560142829</c:v>
                </c:pt>
                <c:pt idx="2921">
                  <c:v>1.045570206530043</c:v>
                </c:pt>
                <c:pt idx="2922">
                  <c:v>1.057523459334303</c:v>
                </c:pt>
                <c:pt idx="2923">
                  <c:v>1.0742803557888629</c:v>
                </c:pt>
                <c:pt idx="2924">
                  <c:v>1.0794191373682629</c:v>
                </c:pt>
                <c:pt idx="2925">
                  <c:v>1.086903884451303</c:v>
                </c:pt>
                <c:pt idx="2926">
                  <c:v>1.0845579189476631</c:v>
                </c:pt>
                <c:pt idx="2927">
                  <c:v>1.0803128385125029</c:v>
                </c:pt>
                <c:pt idx="2928">
                  <c:v>1.0912606775294931</c:v>
                </c:pt>
                <c:pt idx="2929">
                  <c:v>1.0917075281016131</c:v>
                </c:pt>
                <c:pt idx="2930">
                  <c:v>1.081653390228873</c:v>
                </c:pt>
                <c:pt idx="2931">
                  <c:v>1.0808714017276631</c:v>
                </c:pt>
                <c:pt idx="2932">
                  <c:v>1.0910372522434331</c:v>
                </c:pt>
                <c:pt idx="2933">
                  <c:v>1.086792171808272</c:v>
                </c:pt>
                <c:pt idx="2934">
                  <c:v>1.090366976385243</c:v>
                </c:pt>
                <c:pt idx="2935">
                  <c:v>1.103102217690713</c:v>
                </c:pt>
                <c:pt idx="2936">
                  <c:v>1.1081292866270831</c:v>
                </c:pt>
                <c:pt idx="2937">
                  <c:v>1.118406849785883</c:v>
                </c:pt>
                <c:pt idx="2938">
                  <c:v>1.1101401142016321</c:v>
                </c:pt>
                <c:pt idx="2939">
                  <c:v>1.104331056764053</c:v>
                </c:pt>
                <c:pt idx="2940">
                  <c:v>1.0895849878840329</c:v>
                </c:pt>
                <c:pt idx="2941">
                  <c:v>1.082993941945243</c:v>
                </c:pt>
                <c:pt idx="2942">
                  <c:v>1.090925539600393</c:v>
                </c:pt>
                <c:pt idx="2943">
                  <c:v>1.1042193441210231</c:v>
                </c:pt>
                <c:pt idx="2944">
                  <c:v>1.1057833211234429</c:v>
                </c:pt>
                <c:pt idx="2945">
                  <c:v>1.106118459052533</c:v>
                </c:pt>
                <c:pt idx="2946">
                  <c:v>1.0975165855391931</c:v>
                </c:pt>
                <c:pt idx="2947">
                  <c:v>1.1070121601967831</c:v>
                </c:pt>
                <c:pt idx="2948">
                  <c:v>1.1230987807931629</c:v>
                </c:pt>
                <c:pt idx="2949">
                  <c:v>1.135722309455593</c:v>
                </c:pt>
                <c:pt idx="2950">
                  <c:v>1.1366160105998431</c:v>
                </c:pt>
                <c:pt idx="2951">
                  <c:v>1.135722309455593</c:v>
                </c:pt>
                <c:pt idx="2952">
                  <c:v>1.126003309511953</c:v>
                </c:pt>
                <c:pt idx="2953">
                  <c:v>1.119523976216183</c:v>
                </c:pt>
                <c:pt idx="2954">
                  <c:v>1.1070121601967831</c:v>
                </c:pt>
                <c:pt idx="2955">
                  <c:v>1.100867964830103</c:v>
                </c:pt>
                <c:pt idx="2956">
                  <c:v>1.090143551099183</c:v>
                </c:pt>
                <c:pt idx="2957">
                  <c:v>1.093271505104032</c:v>
                </c:pt>
                <c:pt idx="2958">
                  <c:v>1.0942769188913131</c:v>
                </c:pt>
                <c:pt idx="2959">
                  <c:v>1.099974263685862</c:v>
                </c:pt>
                <c:pt idx="2960">
                  <c:v>1.088579574096763</c:v>
                </c:pt>
                <c:pt idx="2961">
                  <c:v>1.080424551155543</c:v>
                </c:pt>
                <c:pt idx="2962">
                  <c:v>1.0690298615664331</c:v>
                </c:pt>
                <c:pt idx="2963">
                  <c:v>1.053725229471262</c:v>
                </c:pt>
                <c:pt idx="2964">
                  <c:v>1.0526081030409631</c:v>
                </c:pt>
                <c:pt idx="2965">
                  <c:v>1.0632208041288529</c:v>
                </c:pt>
                <c:pt idx="2966">
                  <c:v>1.0715992523561331</c:v>
                </c:pt>
                <c:pt idx="2967">
                  <c:v>1.0690298615664331</c:v>
                </c:pt>
                <c:pt idx="2968">
                  <c:v>1.0680244477791629</c:v>
                </c:pt>
                <c:pt idx="2969">
                  <c:v>1.071487539713103</c:v>
                </c:pt>
                <c:pt idx="2970">
                  <c:v>1.0791957120822031</c:v>
                </c:pt>
                <c:pt idx="2971">
                  <c:v>1.0733866546446229</c:v>
                </c:pt>
                <c:pt idx="2972">
                  <c:v>1.0748389190040131</c:v>
                </c:pt>
                <c:pt idx="2973">
                  <c:v>1.068918148923403</c:v>
                </c:pt>
                <c:pt idx="2974">
                  <c:v>1.0580820225494529</c:v>
                </c:pt>
                <c:pt idx="2975">
                  <c:v>1.0586405857646031</c:v>
                </c:pt>
                <c:pt idx="2976">
                  <c:v>1.067130746634922</c:v>
                </c:pt>
                <c:pt idx="2977">
                  <c:v>1.0720461029282531</c:v>
                </c:pt>
                <c:pt idx="2978">
                  <c:v>1.077073171864622</c:v>
                </c:pt>
                <c:pt idx="2979">
                  <c:v>1.075620907505233</c:v>
                </c:pt>
                <c:pt idx="2980">
                  <c:v>1.082658804016142</c:v>
                </c:pt>
                <c:pt idx="2981">
                  <c:v>1.083664217803423</c:v>
                </c:pt>
                <c:pt idx="2982">
                  <c:v>1.0874624476664529</c:v>
                </c:pt>
                <c:pt idx="2983">
                  <c:v>1.0870155970943329</c:v>
                </c:pt>
                <c:pt idx="2984">
                  <c:v>1.087685872952513</c:v>
                </c:pt>
                <c:pt idx="2985">
                  <c:v>1.0856750453779731</c:v>
                </c:pt>
                <c:pt idx="2986">
                  <c:v>1.078413723580993</c:v>
                </c:pt>
                <c:pt idx="2987">
                  <c:v>1.0752857695761431</c:v>
                </c:pt>
                <c:pt idx="2988">
                  <c:v>1.078413723580993</c:v>
                </c:pt>
                <c:pt idx="2989">
                  <c:v>1.080424551155543</c:v>
                </c:pt>
                <c:pt idx="2990">
                  <c:v>1.081876815514933</c:v>
                </c:pt>
                <c:pt idx="2991">
                  <c:v>1.089473275241003</c:v>
                </c:pt>
                <c:pt idx="2992">
                  <c:v>1.0939417809622221</c:v>
                </c:pt>
                <c:pt idx="2993">
                  <c:v>1.091819240744643</c:v>
                </c:pt>
                <c:pt idx="2994">
                  <c:v>1.0972931602531331</c:v>
                </c:pt>
                <c:pt idx="2995">
                  <c:v>1.1036607809058629</c:v>
                </c:pt>
                <c:pt idx="2996">
                  <c:v>1.1044427694070831</c:v>
                </c:pt>
                <c:pt idx="2997">
                  <c:v>1.104107631477983</c:v>
                </c:pt>
                <c:pt idx="2998">
                  <c:v>1.107347298125873</c:v>
                </c:pt>
                <c:pt idx="2999">
                  <c:v>1.109022987771322</c:v>
                </c:pt>
                <c:pt idx="3000">
                  <c:v>1.1057833211234429</c:v>
                </c:pt>
                <c:pt idx="3001">
                  <c:v>1.108576137199202</c:v>
                </c:pt>
                <c:pt idx="3002">
                  <c:v>1.1027670797616229</c:v>
                </c:pt>
                <c:pt idx="3003">
                  <c:v>1.101761665974353</c:v>
                </c:pt>
                <c:pt idx="3004">
                  <c:v>1.0986337119694931</c:v>
                </c:pt>
                <c:pt idx="3005">
                  <c:v>1.104554482050113</c:v>
                </c:pt>
                <c:pt idx="3006">
                  <c:v>1.0986337119694931</c:v>
                </c:pt>
                <c:pt idx="3007">
                  <c:v>1.099192275184653</c:v>
                </c:pt>
                <c:pt idx="3008">
                  <c:v>1.107570723411933</c:v>
                </c:pt>
                <c:pt idx="3009">
                  <c:v>1.111033815345873</c:v>
                </c:pt>
                <c:pt idx="3010">
                  <c:v>1.106341884338593</c:v>
                </c:pt>
                <c:pt idx="3011">
                  <c:v>1.103102217690713</c:v>
                </c:pt>
                <c:pt idx="3012">
                  <c:v>1.1035490682628331</c:v>
                </c:pt>
                <c:pt idx="3013">
                  <c:v>1.1051130452652631</c:v>
                </c:pt>
                <c:pt idx="3014">
                  <c:v>1.115614033710123</c:v>
                </c:pt>
                <c:pt idx="3015">
                  <c:v>1.120752815289523</c:v>
                </c:pt>
                <c:pt idx="3016">
                  <c:v>1.122987068150133</c:v>
                </c:pt>
                <c:pt idx="3017">
                  <c:v>1.1213113785046731</c:v>
                </c:pt>
                <c:pt idx="3018">
                  <c:v>1.121646516433763</c:v>
                </c:pt>
                <c:pt idx="3019">
                  <c:v>1.127790711800432</c:v>
                </c:pt>
                <c:pt idx="3020">
                  <c:v>1.124662757795583</c:v>
                </c:pt>
                <c:pt idx="3021">
                  <c:v>1.120976240575583</c:v>
                </c:pt>
                <c:pt idx="3022">
                  <c:v>1.121758229076792</c:v>
                </c:pt>
                <c:pt idx="3023">
                  <c:v>1.122763642864073</c:v>
                </c:pt>
                <c:pt idx="3024">
                  <c:v>1.120529390003463</c:v>
                </c:pt>
                <c:pt idx="3025">
                  <c:v>1.1226519302210329</c:v>
                </c:pt>
                <c:pt idx="3026">
                  <c:v>1.126003309511953</c:v>
                </c:pt>
                <c:pt idx="3027">
                  <c:v>1.1273438612283131</c:v>
                </c:pt>
                <c:pt idx="3028">
                  <c:v>1.1261150221549829</c:v>
                </c:pt>
                <c:pt idx="3029">
                  <c:v>1.1171780107125431</c:v>
                </c:pt>
                <c:pt idx="3030">
                  <c:v>1.116284309568303</c:v>
                </c:pt>
                <c:pt idx="3031">
                  <c:v>1.1197474015022431</c:v>
                </c:pt>
                <c:pt idx="3032">
                  <c:v>1.122763642864073</c:v>
                </c:pt>
                <c:pt idx="3033">
                  <c:v>1.127008723299223</c:v>
                </c:pt>
                <c:pt idx="3034">
                  <c:v>1.132482642807713</c:v>
                </c:pt>
                <c:pt idx="3035">
                  <c:v>1.134381757739233</c:v>
                </c:pt>
                <c:pt idx="3036">
                  <c:v>1.139520539318633</c:v>
                </c:pt>
                <c:pt idx="3037">
                  <c:v>1.143207056538633</c:v>
                </c:pt>
                <c:pt idx="3038">
                  <c:v>1.1425367806804529</c:v>
                </c:pt>
                <c:pt idx="3039">
                  <c:v>1.147340424330763</c:v>
                </c:pt>
                <c:pt idx="3040">
                  <c:v>1.145999872614393</c:v>
                </c:pt>
                <c:pt idx="3041">
                  <c:v>1.137844849673173</c:v>
                </c:pt>
                <c:pt idx="3042">
                  <c:v>1.1405259531059031</c:v>
                </c:pt>
                <c:pt idx="3043">
                  <c:v>1.1426484933234831</c:v>
                </c:pt>
                <c:pt idx="3044">
                  <c:v>1.147563849616823</c:v>
                </c:pt>
                <c:pt idx="3045">
                  <c:v>1.1504683783356131</c:v>
                </c:pt>
                <c:pt idx="3046">
                  <c:v>1.151026941550763</c:v>
                </c:pt>
                <c:pt idx="3047">
                  <c:v>1.160522516208353</c:v>
                </c:pt>
                <c:pt idx="3048">
                  <c:v>1.161416217352593</c:v>
                </c:pt>
                <c:pt idx="3049">
                  <c:v>1.1615279299956229</c:v>
                </c:pt>
                <c:pt idx="3050">
                  <c:v>1.167001849504113</c:v>
                </c:pt>
                <c:pt idx="3051">
                  <c:v>1.169571240293813</c:v>
                </c:pt>
                <c:pt idx="3052">
                  <c:v>1.1684541138635129</c:v>
                </c:pt>
                <c:pt idx="3053">
                  <c:v>1.167448700076233</c:v>
                </c:pt>
                <c:pt idx="3054">
                  <c:v>1.1752685850883631</c:v>
                </c:pt>
                <c:pt idx="3055">
                  <c:v>1.185992998819283</c:v>
                </c:pt>
                <c:pt idx="3056">
                  <c:v>1.1866632746774719</c:v>
                </c:pt>
                <c:pt idx="3057">
                  <c:v>1.179178527594432</c:v>
                </c:pt>
                <c:pt idx="3058">
                  <c:v>1.163427044927142</c:v>
                </c:pt>
                <c:pt idx="3059">
                  <c:v>1.1542666081986419</c:v>
                </c:pt>
                <c:pt idx="3060">
                  <c:v>1.164767596643502</c:v>
                </c:pt>
                <c:pt idx="3061">
                  <c:v>1.1780614011641219</c:v>
                </c:pt>
                <c:pt idx="3062">
                  <c:v>1.180519079310792</c:v>
                </c:pt>
                <c:pt idx="3063">
                  <c:v>1.1763857115186731</c:v>
                </c:pt>
                <c:pt idx="3064">
                  <c:v>1.1826416195283731</c:v>
                </c:pt>
                <c:pt idx="3065">
                  <c:v>1.1821947689562531</c:v>
                </c:pt>
                <c:pt idx="3066">
                  <c:v>1.1817479183841331</c:v>
                </c:pt>
                <c:pt idx="3067">
                  <c:v>1.186104711462312</c:v>
                </c:pt>
                <c:pt idx="3068">
                  <c:v>1.189902941325353</c:v>
                </c:pt>
                <c:pt idx="3069">
                  <c:v>1.194818297618693</c:v>
                </c:pt>
                <c:pt idx="3070">
                  <c:v>1.196158849335053</c:v>
                </c:pt>
                <c:pt idx="3071">
                  <c:v>1.195265148190813</c:v>
                </c:pt>
                <c:pt idx="3072">
                  <c:v>1.193589458545353</c:v>
                </c:pt>
                <c:pt idx="3073">
                  <c:v>1.184317309173833</c:v>
                </c:pt>
                <c:pt idx="3074">
                  <c:v>1.184205596530802</c:v>
                </c:pt>
                <c:pt idx="3075">
                  <c:v>1.185322722961103</c:v>
                </c:pt>
                <c:pt idx="3076">
                  <c:v>1.186886699963533</c:v>
                </c:pt>
                <c:pt idx="3077">
                  <c:v>1.193254320616262</c:v>
                </c:pt>
                <c:pt idx="3078">
                  <c:v>1.201967906772633</c:v>
                </c:pt>
                <c:pt idx="3079">
                  <c:v>1.2050958607774931</c:v>
                </c:pt>
                <c:pt idx="3080">
                  <c:v>1.205430998706583</c:v>
                </c:pt>
                <c:pt idx="3081">
                  <c:v>1.204984148134453</c:v>
                </c:pt>
                <c:pt idx="3082">
                  <c:v>1.206436412493852</c:v>
                </c:pt>
                <c:pt idx="3083">
                  <c:v>1.2133625963617429</c:v>
                </c:pt>
                <c:pt idx="3084">
                  <c:v>1.2103463549999229</c:v>
                </c:pt>
                <c:pt idx="3085">
                  <c:v>1.2180545273690131</c:v>
                </c:pt>
                <c:pt idx="3086">
                  <c:v>1.215708561865382</c:v>
                </c:pt>
                <c:pt idx="3087">
                  <c:v>1.2219644698750829</c:v>
                </c:pt>
                <c:pt idx="3088">
                  <c:v>1.2360402628969129</c:v>
                </c:pt>
                <c:pt idx="3089">
                  <c:v>1.2395033548308629</c:v>
                </c:pt>
                <c:pt idx="3090">
                  <c:v>1.244753849053283</c:v>
                </c:pt>
                <c:pt idx="3091">
                  <c:v>1.244530423767223</c:v>
                </c:pt>
                <c:pt idx="3092">
                  <c:v>1.250786331776933</c:v>
                </c:pt>
                <c:pt idx="3093">
                  <c:v>1.2450889869823829</c:v>
                </c:pt>
                <c:pt idx="3094">
                  <c:v>1.2420727456205629</c:v>
                </c:pt>
                <c:pt idx="3095">
                  <c:v>1.238944791615703</c:v>
                </c:pt>
                <c:pt idx="3096">
                  <c:v>1.2321303203908529</c:v>
                </c:pt>
                <c:pt idx="3097">
                  <c:v>1.2338060100363031</c:v>
                </c:pt>
                <c:pt idx="3098">
                  <c:v>1.2310131939605431</c:v>
                </c:pt>
                <c:pt idx="3099">
                  <c:v>1.223975297449633</c:v>
                </c:pt>
                <c:pt idx="3100">
                  <c:v>1.216490550366593</c:v>
                </c:pt>
                <c:pt idx="3101">
                  <c:v>1.216043699794473</c:v>
                </c:pt>
                <c:pt idx="3102">
                  <c:v>1.2057661366356729</c:v>
                </c:pt>
                <c:pt idx="3103">
                  <c:v>1.207553538924153</c:v>
                </c:pt>
                <c:pt idx="3104">
                  <c:v>1.2101229297138529</c:v>
                </c:pt>
                <c:pt idx="3105">
                  <c:v>1.211686906716283</c:v>
                </c:pt>
                <c:pt idx="3106">
                  <c:v>1.2040904469902129</c:v>
                </c:pt>
                <c:pt idx="3107">
                  <c:v>1.2018561941296031</c:v>
                </c:pt>
                <c:pt idx="3108">
                  <c:v>1.2042021596332431</c:v>
                </c:pt>
                <c:pt idx="3109">
                  <c:v>1.208223814782343</c:v>
                </c:pt>
                <c:pt idx="3110">
                  <c:v>1.2115751940732531</c:v>
                </c:pt>
                <c:pt idx="3111">
                  <c:v>1.215596849222353</c:v>
                </c:pt>
                <c:pt idx="3112">
                  <c:v>1.2150382860071931</c:v>
                </c:pt>
                <c:pt idx="3113">
                  <c:v>1.218724803227202</c:v>
                </c:pt>
                <c:pt idx="3114">
                  <c:v>1.215149998650223</c:v>
                </c:pt>
                <c:pt idx="3115">
                  <c:v>1.218613090584173</c:v>
                </c:pt>
                <c:pt idx="3116">
                  <c:v>1.219730217014473</c:v>
                </c:pt>
                <c:pt idx="3117">
                  <c:v>1.2139211595768931</c:v>
                </c:pt>
                <c:pt idx="3118">
                  <c:v>1.2071066883520329</c:v>
                </c:pt>
                <c:pt idx="3119">
                  <c:v>1.206548125136883</c:v>
                </c:pt>
                <c:pt idx="3120">
                  <c:v>1.2129157457896229</c:v>
                </c:pt>
                <c:pt idx="3121">
                  <c:v>1.211240056144163</c:v>
                </c:pt>
                <c:pt idx="3122">
                  <c:v>1.2104580676429531</c:v>
                </c:pt>
                <c:pt idx="3123">
                  <c:v>1.2141445848629531</c:v>
                </c:pt>
                <c:pt idx="3124">
                  <c:v>1.214032872219923</c:v>
                </c:pt>
                <c:pt idx="3125">
                  <c:v>1.2133625963617429</c:v>
                </c:pt>
                <c:pt idx="3126">
                  <c:v>1.2163788377235629</c:v>
                </c:pt>
                <c:pt idx="3127">
                  <c:v>1.2168256882956829</c:v>
                </c:pt>
                <c:pt idx="3128">
                  <c:v>1.222634745733262</c:v>
                </c:pt>
                <c:pt idx="3129">
                  <c:v>1.2267681135253929</c:v>
                </c:pt>
                <c:pt idx="3130">
                  <c:v>1.229449216958123</c:v>
                </c:pt>
                <c:pt idx="3131">
                  <c:v>1.2238635848066031</c:v>
                </c:pt>
                <c:pt idx="3132">
                  <c:v>1.226209550310243</c:v>
                </c:pt>
                <c:pt idx="3133">
                  <c:v>1.2305663433884231</c:v>
                </c:pt>
                <c:pt idx="3134">
                  <c:v>1.2355934123247929</c:v>
                </c:pt>
                <c:pt idx="3135">
                  <c:v>1.243636722622983</c:v>
                </c:pt>
                <c:pt idx="3136">
                  <c:v>1.2459826881266221</c:v>
                </c:pt>
                <c:pt idx="3137">
                  <c:v>1.2459826881266221</c:v>
                </c:pt>
                <c:pt idx="3138">
                  <c:v>1.244753849053283</c:v>
                </c:pt>
                <c:pt idx="3139">
                  <c:v>1.2446421364102529</c:v>
                </c:pt>
                <c:pt idx="3140">
                  <c:v>1.247546665129053</c:v>
                </c:pt>
                <c:pt idx="3141">
                  <c:v>1.2495574927035931</c:v>
                </c:pt>
                <c:pt idx="3142">
                  <c:v>1.248998929488442</c:v>
                </c:pt>
                <c:pt idx="3143">
                  <c:v>1.247546665129053</c:v>
                </c:pt>
                <c:pt idx="3144">
                  <c:v>1.249669205346623</c:v>
                </c:pt>
                <c:pt idx="3145">
                  <c:v>1.2511214697060229</c:v>
                </c:pt>
                <c:pt idx="3146">
                  <c:v>1.247546665129053</c:v>
                </c:pt>
                <c:pt idx="3147">
                  <c:v>1.2541377110678431</c:v>
                </c:pt>
                <c:pt idx="3148">
                  <c:v>1.2584945041460329</c:v>
                </c:pt>
                <c:pt idx="3149">
                  <c:v>1.2591647800042129</c:v>
                </c:pt>
                <c:pt idx="3150">
                  <c:v>1.2638567110114931</c:v>
                </c:pt>
                <c:pt idx="3151">
                  <c:v>1.2668729523733131</c:v>
                </c:pt>
                <c:pt idx="3152">
                  <c:v>1.266090963872103</c:v>
                </c:pt>
                <c:pt idx="3153">
                  <c:v>1.2675432282314929</c:v>
                </c:pt>
                <c:pt idx="3154">
                  <c:v>1.263744998368463</c:v>
                </c:pt>
                <c:pt idx="3155">
                  <c:v>1.2589413547181529</c:v>
                </c:pt>
                <c:pt idx="3156">
                  <c:v>1.2589413547181529</c:v>
                </c:pt>
                <c:pt idx="3157">
                  <c:v>1.262069308723003</c:v>
                </c:pt>
                <c:pt idx="3158">
                  <c:v>1.267431515588463</c:v>
                </c:pt>
                <c:pt idx="3159">
                  <c:v>1.2647504121557329</c:v>
                </c:pt>
                <c:pt idx="3160">
                  <c:v>1.262851297224213</c:v>
                </c:pt>
                <c:pt idx="3161">
                  <c:v>1.264638699512703</c:v>
                </c:pt>
                <c:pt idx="3162">
                  <c:v>1.2624044466520929</c:v>
                </c:pt>
                <c:pt idx="3163">
                  <c:v>1.2651972627278529</c:v>
                </c:pt>
                <c:pt idx="3164">
                  <c:v>1.271341458094533</c:v>
                </c:pt>
                <c:pt idx="3165">
                  <c:v>1.269777481092103</c:v>
                </c:pt>
                <c:pt idx="3166">
                  <c:v>1.2634098604393731</c:v>
                </c:pt>
                <c:pt idx="3167">
                  <c:v>1.2599467685054231</c:v>
                </c:pt>
                <c:pt idx="3168">
                  <c:v>1.258606216789063</c:v>
                </c:pt>
                <c:pt idx="3169">
                  <c:v>1.2597233432193631</c:v>
                </c:pt>
                <c:pt idx="3170">
                  <c:v>1.2597233432193631</c:v>
                </c:pt>
                <c:pt idx="3171">
                  <c:v>1.264191848940583</c:v>
                </c:pt>
                <c:pt idx="3172">
                  <c:v>1.260058481148453</c:v>
                </c:pt>
                <c:pt idx="3173">
                  <c:v>1.259388205290273</c:v>
                </c:pt>
                <c:pt idx="3174">
                  <c:v>1.2659792512290731</c:v>
                </c:pt>
                <c:pt idx="3175">
                  <c:v>1.270671182236343</c:v>
                </c:pt>
                <c:pt idx="3176">
                  <c:v>1.2664261018011931</c:v>
                </c:pt>
                <c:pt idx="3177">
                  <c:v>1.265644113299973</c:v>
                </c:pt>
                <c:pt idx="3178">
                  <c:v>1.2578242282878429</c:v>
                </c:pt>
                <c:pt idx="3179">
                  <c:v>1.254696274282993</c:v>
                </c:pt>
                <c:pt idx="3180">
                  <c:v>1.2462061134126829</c:v>
                </c:pt>
                <c:pt idx="3181">
                  <c:v>1.2450889869823829</c:v>
                </c:pt>
                <c:pt idx="3182">
                  <c:v>1.240843906547223</c:v>
                </c:pt>
                <c:pt idx="3183">
                  <c:v>1.2360402628969129</c:v>
                </c:pt>
                <c:pt idx="3184">
                  <c:v>1.2380510904714641</c:v>
                </c:pt>
                <c:pt idx="3185">
                  <c:v>1.238609653686614</c:v>
                </c:pt>
                <c:pt idx="3186">
                  <c:v>1.2434132973369241</c:v>
                </c:pt>
                <c:pt idx="3187">
                  <c:v>1.244418711124194</c:v>
                </c:pt>
                <c:pt idx="3188">
                  <c:v>1.238162803114494</c:v>
                </c:pt>
                <c:pt idx="3189">
                  <c:v>1.231571757175705</c:v>
                </c:pt>
                <c:pt idx="3190">
                  <c:v>1.234587998537525</c:v>
                </c:pt>
                <c:pt idx="3191">
                  <c:v>1.2369339640411641</c:v>
                </c:pt>
                <c:pt idx="3192">
                  <c:v>1.238051090471465</c:v>
                </c:pt>
                <c:pt idx="3193">
                  <c:v>1.2397267801169241</c:v>
                </c:pt>
                <c:pt idx="3194">
                  <c:v>1.2429664467648041</c:v>
                </c:pt>
                <c:pt idx="3195">
                  <c:v>1.2387213663296439</c:v>
                </c:pt>
                <c:pt idx="3196">
                  <c:v>1.2439718605520751</c:v>
                </c:pt>
                <c:pt idx="3197">
                  <c:v>1.2400619180460151</c:v>
                </c:pt>
                <c:pt idx="3198">
                  <c:v>1.2412907571193439</c:v>
                </c:pt>
                <c:pt idx="3199">
                  <c:v>1.2462061134126849</c:v>
                </c:pt>
                <c:pt idx="3200">
                  <c:v>1.248440366273295</c:v>
                </c:pt>
                <c:pt idx="3201">
                  <c:v>1.247099814556925</c:v>
                </c:pt>
                <c:pt idx="3202">
                  <c:v>1.2420727456205649</c:v>
                </c:pt>
                <c:pt idx="3203">
                  <c:v>1.237604239899345</c:v>
                </c:pt>
                <c:pt idx="3204">
                  <c:v>1.2288906537429749</c:v>
                </c:pt>
                <c:pt idx="3205">
                  <c:v>1.2196185043714449</c:v>
                </c:pt>
                <c:pt idx="3206">
                  <c:v>1.2131391710756849</c:v>
                </c:pt>
                <c:pt idx="3207">
                  <c:v>1.217719389439925</c:v>
                </c:pt>
                <c:pt idx="3208">
                  <c:v>1.221182481373875</c:v>
                </c:pt>
                <c:pt idx="3209">
                  <c:v>1.2157085618653849</c:v>
                </c:pt>
                <c:pt idx="3210">
                  <c:v>1.201744481486575</c:v>
                </c:pt>
                <c:pt idx="3211">
                  <c:v>1.2031967458459749</c:v>
                </c:pt>
                <c:pt idx="3212">
                  <c:v>1.2109049182150751</c:v>
                </c:pt>
                <c:pt idx="3213">
                  <c:v>1.214926573364165</c:v>
                </c:pt>
                <c:pt idx="3214">
                  <c:v>1.2169374009387151</c:v>
                </c:pt>
                <c:pt idx="3215">
                  <c:v>1.217272538867805</c:v>
                </c:pt>
                <c:pt idx="3216">
                  <c:v>1.2189482285132649</c:v>
                </c:pt>
                <c:pt idx="3217">
                  <c:v>1.217495964153865</c:v>
                </c:pt>
                <c:pt idx="3218">
                  <c:v>1.2124688952174949</c:v>
                </c:pt>
                <c:pt idx="3219">
                  <c:v>1.208223814782345</c:v>
                </c:pt>
                <c:pt idx="3220">
                  <c:v>1.208112102139316</c:v>
                </c:pt>
                <c:pt idx="3221">
                  <c:v>1.212133757288405</c:v>
                </c:pt>
                <c:pt idx="3222">
                  <c:v>1.211686906716285</c:v>
                </c:pt>
                <c:pt idx="3223">
                  <c:v>1.2128040331465859</c:v>
                </c:pt>
                <c:pt idx="3224">
                  <c:v>1.2123571825744659</c:v>
                </c:pt>
                <c:pt idx="3225">
                  <c:v>1.209005803283556</c:v>
                </c:pt>
                <c:pt idx="3226">
                  <c:v>1.205989561921736</c:v>
                </c:pt>
                <c:pt idx="3227">
                  <c:v>1.198393102195666</c:v>
                </c:pt>
                <c:pt idx="3228">
                  <c:v>1.198393102195666</c:v>
                </c:pt>
                <c:pt idx="3229">
                  <c:v>1.197387688408396</c:v>
                </c:pt>
                <c:pt idx="3230">
                  <c:v>1.1987282401247561</c:v>
                </c:pt>
                <c:pt idx="3231">
                  <c:v>1.1989516654108161</c:v>
                </c:pt>
                <c:pt idx="3232">
                  <c:v>1.199957079198096</c:v>
                </c:pt>
                <c:pt idx="3233">
                  <c:v>1.2009624929853659</c:v>
                </c:pt>
                <c:pt idx="3234">
                  <c:v>1.198393102195666</c:v>
                </c:pt>
                <c:pt idx="3235">
                  <c:v>1.190908355112626</c:v>
                </c:pt>
                <c:pt idx="3236">
                  <c:v>1.1868866999635359</c:v>
                </c:pt>
                <c:pt idx="3237">
                  <c:v>1.174039746015036</c:v>
                </c:pt>
                <c:pt idx="3238">
                  <c:v>1.165549585144726</c:v>
                </c:pt>
                <c:pt idx="3239">
                  <c:v>1.173369470156856</c:v>
                </c:pt>
                <c:pt idx="3240">
                  <c:v>1.1781731138071561</c:v>
                </c:pt>
                <c:pt idx="3241">
                  <c:v>1.185881286176256</c:v>
                </c:pt>
                <c:pt idx="3242">
                  <c:v>1.192584044758086</c:v>
                </c:pt>
                <c:pt idx="3243">
                  <c:v>1.189120952824146</c:v>
                </c:pt>
                <c:pt idx="3244">
                  <c:v>1.1894560907532361</c:v>
                </c:pt>
                <c:pt idx="3245">
                  <c:v>1.193254320616266</c:v>
                </c:pt>
                <c:pt idx="3246">
                  <c:v>1.199510228625966</c:v>
                </c:pt>
                <c:pt idx="3247">
                  <c:v>1.198616527481726</c:v>
                </c:pt>
                <c:pt idx="3248">
                  <c:v>1.1989516654108161</c:v>
                </c:pt>
                <c:pt idx="3249">
                  <c:v>1.2011859182714271</c:v>
                </c:pt>
                <c:pt idx="3250">
                  <c:v>1.203531883775067</c:v>
                </c:pt>
                <c:pt idx="3251">
                  <c:v>1.2057661366356771</c:v>
                </c:pt>
                <c:pt idx="3252">
                  <c:v>1.206548125136887</c:v>
                </c:pt>
                <c:pt idx="3253">
                  <c:v>1.2115751940732571</c:v>
                </c:pt>
                <c:pt idx="3254">
                  <c:v>1.2141445848629571</c:v>
                </c:pt>
                <c:pt idx="3255">
                  <c:v>1.206883263065976</c:v>
                </c:pt>
                <c:pt idx="3256">
                  <c:v>1.2053192860635571</c:v>
                </c:pt>
                <c:pt idx="3257">
                  <c:v>1.2092292285696169</c:v>
                </c:pt>
                <c:pt idx="3258">
                  <c:v>1.2106814929290171</c:v>
                </c:pt>
                <c:pt idx="3259">
                  <c:v>1.215596849222357</c:v>
                </c:pt>
                <c:pt idx="3260">
                  <c:v>1.221629331945997</c:v>
                </c:pt>
                <c:pt idx="3261">
                  <c:v>1.222746458376297</c:v>
                </c:pt>
                <c:pt idx="3262">
                  <c:v>1.224868998593877</c:v>
                </c:pt>
                <c:pt idx="3263">
                  <c:v>1.2333591594641871</c:v>
                </c:pt>
                <c:pt idx="3264">
                  <c:v>1.2377159525423771</c:v>
                </c:pt>
                <c:pt idx="3265">
                  <c:v>1.240620481261167</c:v>
                </c:pt>
                <c:pt idx="3266">
                  <c:v>1.2370456766841971</c:v>
                </c:pt>
                <c:pt idx="3267">
                  <c:v>1.241290757119347</c:v>
                </c:pt>
                <c:pt idx="3268">
                  <c:v>1.243636722622987</c:v>
                </c:pt>
                <c:pt idx="3269">
                  <c:v>1.244530423767227</c:v>
                </c:pt>
                <c:pt idx="3270">
                  <c:v>1.2467646766278371</c:v>
                </c:pt>
                <c:pt idx="3271">
                  <c:v>1.247099814556927</c:v>
                </c:pt>
                <c:pt idx="3272">
                  <c:v>1.2530205846375471</c:v>
                </c:pt>
                <c:pt idx="3273">
                  <c:v>1.254919699569057</c:v>
                </c:pt>
                <c:pt idx="3274">
                  <c:v>1.252015170850266</c:v>
                </c:pt>
                <c:pt idx="3275">
                  <c:v>1.246652963984807</c:v>
                </c:pt>
                <c:pt idx="3276">
                  <c:v>1.251903458207237</c:v>
                </c:pt>
                <c:pt idx="3277">
                  <c:v>1.257489090358757</c:v>
                </c:pt>
                <c:pt idx="3278">
                  <c:v>1.2615107455078569</c:v>
                </c:pt>
                <c:pt idx="3279">
                  <c:v>1.2649738374417969</c:v>
                </c:pt>
                <c:pt idx="3280">
                  <c:v>1.260728757006647</c:v>
                </c:pt>
                <c:pt idx="3281">
                  <c:v>1.2619575960799769</c:v>
                </c:pt>
                <c:pt idx="3282">
                  <c:v>1.262627871938157</c:v>
                </c:pt>
                <c:pt idx="3283">
                  <c:v>1.2656441132999769</c:v>
                </c:pt>
                <c:pt idx="3284">
                  <c:v>1.266090963872107</c:v>
                </c:pt>
                <c:pt idx="3285">
                  <c:v>1.259835055862397</c:v>
                </c:pt>
                <c:pt idx="3286">
                  <c:v>1.260728757006647</c:v>
                </c:pt>
                <c:pt idx="3287">
                  <c:v>1.260058481148457</c:v>
                </c:pt>
                <c:pt idx="3288">
                  <c:v>1.2560368259993671</c:v>
                </c:pt>
                <c:pt idx="3289">
                  <c:v>1.2517917455642069</c:v>
                </c:pt>
                <c:pt idx="3290">
                  <c:v>1.2502277685617871</c:v>
                </c:pt>
                <c:pt idx="3291">
                  <c:v>1.255366550141187</c:v>
                </c:pt>
                <c:pt idx="3292">
                  <c:v>1.2530205846375471</c:v>
                </c:pt>
                <c:pt idx="3293">
                  <c:v>1.2552548374981469</c:v>
                </c:pt>
                <c:pt idx="3294">
                  <c:v>1.2570422397866361</c:v>
                </c:pt>
                <c:pt idx="3295">
                  <c:v>1.2600584811484561</c:v>
                </c:pt>
                <c:pt idx="3296">
                  <c:v>1.2588296420751259</c:v>
                </c:pt>
                <c:pt idx="3297">
                  <c:v>1.2560368259993659</c:v>
                </c:pt>
                <c:pt idx="3298">
                  <c:v>1.2549196995690559</c:v>
                </c:pt>
                <c:pt idx="3299">
                  <c:v>1.257600803001786</c:v>
                </c:pt>
                <c:pt idx="3300">
                  <c:v>1.262069308723007</c:v>
                </c:pt>
                <c:pt idx="3301">
                  <c:v>1.264638699512707</c:v>
                </c:pt>
                <c:pt idx="3302">
                  <c:v>1.262627871938157</c:v>
                </c:pt>
                <c:pt idx="3303">
                  <c:v>1.264191848940587</c:v>
                </c:pt>
                <c:pt idx="3304">
                  <c:v>1.259611630576337</c:v>
                </c:pt>
                <c:pt idx="3305">
                  <c:v>1.258606216789067</c:v>
                </c:pt>
                <c:pt idx="3306">
                  <c:v>1.2599467685054271</c:v>
                </c:pt>
                <c:pt idx="3307">
                  <c:v>1.2657558259430071</c:v>
                </c:pt>
                <c:pt idx="3308">
                  <c:v>1.271788308666657</c:v>
                </c:pt>
                <c:pt idx="3309">
                  <c:v>1.2751396879575669</c:v>
                </c:pt>
                <c:pt idx="3310">
                  <c:v>1.2763685270308971</c:v>
                </c:pt>
                <c:pt idx="3311">
                  <c:v>1.279719906321817</c:v>
                </c:pt>
                <c:pt idx="3312">
                  <c:v>1.279719906321817</c:v>
                </c:pt>
                <c:pt idx="3313">
                  <c:v>1.2800550442509071</c:v>
                </c:pt>
                <c:pt idx="3314">
                  <c:v>1.2813955959672669</c:v>
                </c:pt>
                <c:pt idx="3315">
                  <c:v>1.281060458038177</c:v>
                </c:pt>
                <c:pt idx="3316">
                  <c:v>1.2818424465393969</c:v>
                </c:pt>
                <c:pt idx="3317">
                  <c:v>1.277820791390297</c:v>
                </c:pt>
                <c:pt idx="3318">
                  <c:v>1.2791613431066571</c:v>
                </c:pt>
                <c:pt idx="3319">
                  <c:v>1.2809487453951469</c:v>
                </c:pt>
                <c:pt idx="3320">
                  <c:v>1.273352285669078</c:v>
                </c:pt>
                <c:pt idx="3321">
                  <c:v>1.269777481092107</c:v>
                </c:pt>
                <c:pt idx="3322">
                  <c:v>1.2678783661605879</c:v>
                </c:pt>
                <c:pt idx="3323">
                  <c:v>1.2691072052339281</c:v>
                </c:pt>
                <c:pt idx="3324">
                  <c:v>1.268660354661808</c:v>
                </c:pt>
                <c:pt idx="3325">
                  <c:v>1.2635215730824081</c:v>
                </c:pt>
                <c:pt idx="3326">
                  <c:v>1.260617044363618</c:v>
                </c:pt>
                <c:pt idx="3327">
                  <c:v>1.261063894935738</c:v>
                </c:pt>
                <c:pt idx="3328">
                  <c:v>1.262739584581188</c:v>
                </c:pt>
                <c:pt idx="3329">
                  <c:v>1.2678783661605879</c:v>
                </c:pt>
                <c:pt idx="3330">
                  <c:v>1.270559469593318</c:v>
                </c:pt>
                <c:pt idx="3331">
                  <c:v>1.2704477569502881</c:v>
                </c:pt>
                <c:pt idx="3332">
                  <c:v>1.2708946075224079</c:v>
                </c:pt>
                <c:pt idx="3333">
                  <c:v>1.2721234465957481</c:v>
                </c:pt>
                <c:pt idx="3334">
                  <c:v>1.269442343163018</c:v>
                </c:pt>
                <c:pt idx="3335">
                  <c:v>1.263186435153308</c:v>
                </c:pt>
                <c:pt idx="3336">
                  <c:v>1.2570422397866381</c:v>
                </c:pt>
                <c:pt idx="3337">
                  <c:v>1.254584561639968</c:v>
                </c:pt>
                <c:pt idx="3338">
                  <c:v>1.2555899754272479</c:v>
                </c:pt>
                <c:pt idx="3339">
                  <c:v>1.2555899754272479</c:v>
                </c:pt>
                <c:pt idx="3340">
                  <c:v>1.255478262784218</c:v>
                </c:pt>
                <c:pt idx="3341">
                  <c:v>1.2525737340654179</c:v>
                </c:pt>
                <c:pt idx="3342">
                  <c:v>1.248775504202388</c:v>
                </c:pt>
                <c:pt idx="3343">
                  <c:v>1.2523503087793579</c:v>
                </c:pt>
                <c:pt idx="3344">
                  <c:v>1.248328653630268</c:v>
                </c:pt>
                <c:pt idx="3345">
                  <c:v>1.246764676627838</c:v>
                </c:pt>
                <c:pt idx="3346">
                  <c:v>1.244865561696328</c:v>
                </c:pt>
                <c:pt idx="3347">
                  <c:v>1.240061918046018</c:v>
                </c:pt>
                <c:pt idx="3348">
                  <c:v>1.2397267801169281</c:v>
                </c:pt>
                <c:pt idx="3349">
                  <c:v>1.245088986982388</c:v>
                </c:pt>
                <c:pt idx="3350">
                  <c:v>1.246764676627838</c:v>
                </c:pt>
                <c:pt idx="3351">
                  <c:v>1.2516800329211779</c:v>
                </c:pt>
                <c:pt idx="3352">
                  <c:v>1.2560368259993679</c:v>
                </c:pt>
                <c:pt idx="3353">
                  <c:v>1.2568188145005781</c:v>
                </c:pt>
                <c:pt idx="3354">
                  <c:v>1.2540259984248181</c:v>
                </c:pt>
                <c:pt idx="3355">
                  <c:v>1.252238596136328</c:v>
                </c:pt>
                <c:pt idx="3356">
                  <c:v>1.251791745564208</c:v>
                </c:pt>
                <c:pt idx="3357">
                  <c:v>1.2507863317769381</c:v>
                </c:pt>
                <c:pt idx="3358">
                  <c:v>1.2484403662732979</c:v>
                </c:pt>
                <c:pt idx="3359">
                  <c:v>1.250898044419968</c:v>
                </c:pt>
                <c:pt idx="3360">
                  <c:v>1.253020584637548</c:v>
                </c:pt>
                <c:pt idx="3361">
                  <c:v>1.2454241249114779</c:v>
                </c:pt>
                <c:pt idx="3362">
                  <c:v>1.2417376076914679</c:v>
                </c:pt>
                <c:pt idx="3363">
                  <c:v>1.246541251341778</c:v>
                </c:pt>
                <c:pt idx="3364">
                  <c:v>1.251568320278148</c:v>
                </c:pt>
                <c:pt idx="3365">
                  <c:v>1.254584561639968</c:v>
                </c:pt>
                <c:pt idx="3366">
                  <c:v>1.259723343219368</c:v>
                </c:pt>
                <c:pt idx="3367">
                  <c:v>1.263186435153308</c:v>
                </c:pt>
                <c:pt idx="3368">
                  <c:v>1.261957596079978</c:v>
                </c:pt>
                <c:pt idx="3369">
                  <c:v>1.2607287570066481</c:v>
                </c:pt>
                <c:pt idx="3370">
                  <c:v>1.2570422397866381</c:v>
                </c:pt>
                <c:pt idx="3371">
                  <c:v>1.259946768505428</c:v>
                </c:pt>
                <c:pt idx="3372">
                  <c:v>1.2592764926472479</c:v>
                </c:pt>
                <c:pt idx="3373">
                  <c:v>1.2639684236545281</c:v>
                </c:pt>
                <c:pt idx="3374">
                  <c:v>1.2617341707939169</c:v>
                </c:pt>
                <c:pt idx="3375">
                  <c:v>1.260393619077548</c:v>
                </c:pt>
                <c:pt idx="3376">
                  <c:v>1.2598350558623981</c:v>
                </c:pt>
                <c:pt idx="3377">
                  <c:v>1.2582710788599769</c:v>
                </c:pt>
                <c:pt idx="3378">
                  <c:v>1.2576008030017869</c:v>
                </c:pt>
                <c:pt idx="3379">
                  <c:v>1.2551431248551179</c:v>
                </c:pt>
                <c:pt idx="3380">
                  <c:v>1.255478262784218</c:v>
                </c:pt>
                <c:pt idx="3381">
                  <c:v>1.254361136353908</c:v>
                </c:pt>
                <c:pt idx="3382">
                  <c:v>1.251009757062997</c:v>
                </c:pt>
                <c:pt idx="3383">
                  <c:v>1.2542494237108781</c:v>
                </c:pt>
                <c:pt idx="3384">
                  <c:v>1.2550314122120869</c:v>
                </c:pt>
                <c:pt idx="3385">
                  <c:v>1.2590530673611871</c:v>
                </c:pt>
                <c:pt idx="3386">
                  <c:v>1.2602819064345181</c:v>
                </c:pt>
                <c:pt idx="3387">
                  <c:v>1.2630747225102781</c:v>
                </c:pt>
                <c:pt idx="3388">
                  <c:v>1.264303561583618</c:v>
                </c:pt>
                <c:pt idx="3389">
                  <c:v>1.2625161592951279</c:v>
                </c:pt>
                <c:pt idx="3390">
                  <c:v>1.2611756075787679</c:v>
                </c:pt>
                <c:pt idx="3391">
                  <c:v>1.2613990328648279</c:v>
                </c:pt>
                <c:pt idx="3392">
                  <c:v>1.259723343219368</c:v>
                </c:pt>
                <c:pt idx="3393">
                  <c:v>1.2558134007133079</c:v>
                </c:pt>
                <c:pt idx="3394">
                  <c:v>1.2540259984248181</c:v>
                </c:pt>
                <c:pt idx="3395">
                  <c:v>1.2535791478526981</c:v>
                </c:pt>
                <c:pt idx="3396">
                  <c:v>1.2516800329211779</c:v>
                </c:pt>
                <c:pt idx="3397">
                  <c:v>1.2473232398429881</c:v>
                </c:pt>
                <c:pt idx="3398">
                  <c:v>1.241625895048438</c:v>
                </c:pt>
                <c:pt idx="3399">
                  <c:v>1.239279929544798</c:v>
                </c:pt>
                <c:pt idx="3400">
                  <c:v>1.2369339640411681</c:v>
                </c:pt>
                <c:pt idx="3401">
                  <c:v>1.238609653686618</c:v>
                </c:pt>
                <c:pt idx="3402">
                  <c:v>1.2440835731951081</c:v>
                </c:pt>
                <c:pt idx="3403">
                  <c:v>1.2505629064908781</c:v>
                </c:pt>
                <c:pt idx="3404">
                  <c:v>1.250004343275728</c:v>
                </c:pt>
                <c:pt idx="3405">
                  <c:v>1.2507863317769381</c:v>
                </c:pt>
                <c:pt idx="3406">
                  <c:v>1.2523503087793579</c:v>
                </c:pt>
                <c:pt idx="3407">
                  <c:v>1.2565953892145181</c:v>
                </c:pt>
                <c:pt idx="3408">
                  <c:v>1.2611756075787679</c:v>
                </c:pt>
                <c:pt idx="3409">
                  <c:v>1.2664261018011991</c:v>
                </c:pt>
                <c:pt idx="3410">
                  <c:v>1.267878366160589</c:v>
                </c:pt>
                <c:pt idx="3411">
                  <c:v>1.2688837799478681</c:v>
                </c:pt>
                <c:pt idx="3412">
                  <c:v>1.268325216732709</c:v>
                </c:pt>
                <c:pt idx="3413">
                  <c:v>1.268213504089678</c:v>
                </c:pt>
                <c:pt idx="3414">
                  <c:v>1.268213504089678</c:v>
                </c:pt>
                <c:pt idx="3415">
                  <c:v>1.2713414580945379</c:v>
                </c:pt>
                <c:pt idx="3416">
                  <c:v>1.2763685270308991</c:v>
                </c:pt>
                <c:pt idx="3417">
                  <c:v>1.2791613431066591</c:v>
                </c:pt>
                <c:pt idx="3418">
                  <c:v>1.2802784695369691</c:v>
                </c:pt>
                <c:pt idx="3419">
                  <c:v>1.283182998255759</c:v>
                </c:pt>
                <c:pt idx="3420">
                  <c:v>1.286534377546668</c:v>
                </c:pt>
                <c:pt idx="3421">
                  <c:v>1.292231722341219</c:v>
                </c:pt>
                <c:pt idx="3422">
                  <c:v>1.2910028832678879</c:v>
                </c:pt>
                <c:pt idx="3423">
                  <c:v>1.294130837272738</c:v>
                </c:pt>
                <c:pt idx="3424">
                  <c:v>1.295918239561229</c:v>
                </c:pt>
                <c:pt idx="3425">
                  <c:v>1.296029952204258</c:v>
                </c:pt>
                <c:pt idx="3426">
                  <c:v>1.2935722740575879</c:v>
                </c:pt>
                <c:pt idx="3427">
                  <c:v>1.2940191246297079</c:v>
                </c:pt>
                <c:pt idx="3428">
                  <c:v>1.2927902855563791</c:v>
                </c:pt>
                <c:pt idx="3429">
                  <c:v>1.2980407797788081</c:v>
                </c:pt>
                <c:pt idx="3430">
                  <c:v>1.2992696188521391</c:v>
                </c:pt>
                <c:pt idx="3431">
                  <c:v>1.3025092855000191</c:v>
                </c:pt>
                <c:pt idx="3432">
                  <c:v>1.305525526861838</c:v>
                </c:pt>
                <c:pt idx="3433">
                  <c:v>1.306419228006088</c:v>
                </c:pt>
                <c:pt idx="3434">
                  <c:v>1.3026209981430481</c:v>
                </c:pt>
                <c:pt idx="3435">
                  <c:v>1.2974822165636479</c:v>
                </c:pt>
                <c:pt idx="3436">
                  <c:v>1.3032912740012379</c:v>
                </c:pt>
                <c:pt idx="3437">
                  <c:v>1.306866078578208</c:v>
                </c:pt>
                <c:pt idx="3438">
                  <c:v>1.306084090076999</c:v>
                </c:pt>
                <c:pt idx="3439">
                  <c:v>1.3059723774339691</c:v>
                </c:pt>
                <c:pt idx="3440">
                  <c:v>1.303849837216388</c:v>
                </c:pt>
                <c:pt idx="3441">
                  <c:v>1.303514699287299</c:v>
                </c:pt>
                <c:pt idx="3442">
                  <c:v>1.307424641793359</c:v>
                </c:pt>
                <c:pt idx="3443">
                  <c:v>1.3123399980866981</c:v>
                </c:pt>
                <c:pt idx="3444">
                  <c:v>1.3123399980866981</c:v>
                </c:pt>
                <c:pt idx="3445">
                  <c:v>1.312116572800639</c:v>
                </c:pt>
                <c:pt idx="3446">
                  <c:v>1.312675136015788</c:v>
                </c:pt>
                <c:pt idx="3447">
                  <c:v>1.3067543659351779</c:v>
                </c:pt>
                <c:pt idx="3448">
                  <c:v>1.3046318257175979</c:v>
                </c:pt>
                <c:pt idx="3449">
                  <c:v>1.307536354436388</c:v>
                </c:pt>
                <c:pt idx="3450">
                  <c:v>1.3046318257175979</c:v>
                </c:pt>
                <c:pt idx="3451">
                  <c:v>1.3077597797224481</c:v>
                </c:pt>
                <c:pt idx="3452">
                  <c:v>1.305748952147908</c:v>
                </c:pt>
                <c:pt idx="3453">
                  <c:v>1.306419228006088</c:v>
                </c:pt>
                <c:pt idx="3454">
                  <c:v>1.3030678487151679</c:v>
                </c:pt>
                <c:pt idx="3455">
                  <c:v>1.303626411930328</c:v>
                </c:pt>
                <c:pt idx="3456">
                  <c:v>1.303514699287299</c:v>
                </c:pt>
                <c:pt idx="3457">
                  <c:v>1.3063075153630579</c:v>
                </c:pt>
                <c:pt idx="3458">
                  <c:v>1.309882319940028</c:v>
                </c:pt>
                <c:pt idx="3459">
                  <c:v>1.3136805498030579</c:v>
                </c:pt>
                <c:pt idx="3460">
                  <c:v>1.3137922624460989</c:v>
                </c:pt>
                <c:pt idx="3461">
                  <c:v>1.3111111590133691</c:v>
                </c:pt>
                <c:pt idx="3462">
                  <c:v>1.3085417682236691</c:v>
                </c:pt>
                <c:pt idx="3463">
                  <c:v>1.3094354693679091</c:v>
                </c:pt>
                <c:pt idx="3464">
                  <c:v>1.3097706072969979</c:v>
                </c:pt>
                <c:pt idx="3465">
                  <c:v>1.3118931475145781</c:v>
                </c:pt>
              </c:numCache>
            </c:numRef>
          </c:val>
          <c:smooth val="0"/>
          <c:extLst>
            <c:ext xmlns:c16="http://schemas.microsoft.com/office/drawing/2014/chart" uri="{C3380CC4-5D6E-409C-BE32-E72D297353CC}">
              <c16:uniqueId val="{00000000-F3FD-4002-8F3C-49362E122462}"/>
            </c:ext>
          </c:extLst>
        </c:ser>
        <c:dLbls>
          <c:showLegendKey val="0"/>
          <c:showVal val="0"/>
          <c:showCatName val="0"/>
          <c:showSerName val="0"/>
          <c:showPercent val="0"/>
          <c:showBubbleSize val="0"/>
        </c:dLbls>
        <c:smooth val="0"/>
        <c:axId val="768405744"/>
        <c:axId val="768403664"/>
      </c:lineChart>
      <c:dateAx>
        <c:axId val="768405744"/>
        <c:scaling>
          <c:orientation val="minMax"/>
        </c:scaling>
        <c:delete val="0"/>
        <c:axPos val="b"/>
        <c:numFmt formatCode="yyyy\-mm\-dd" sourceLinked="1"/>
        <c:majorTickMark val="none"/>
        <c:minorTickMark val="none"/>
        <c:tickLblPos val="low"/>
        <c:spPr>
          <a:noFill/>
          <a:ln w="9525" cap="flat" cmpd="sng" algn="ctr">
            <a:solidFill>
              <a:schemeClr val="tx1">
                <a:lumMod val="15000"/>
                <a:lumOff val="85000"/>
              </a:schemeClr>
            </a:solidFill>
            <a:round/>
          </a:ln>
          <a:effectLst/>
        </c:spPr>
        <c:txPr>
          <a:bodyPr rot="0" spcFirstLastPara="1" vertOverflow="ellipsis" wrap="square" anchor="ctr" anchorCtr="0"/>
          <a:lstStyle/>
          <a:p>
            <a:pPr>
              <a:defRPr sz="1197" b="0" i="0" u="none" strike="noStrike" kern="1200" baseline="0">
                <a:solidFill>
                  <a:schemeClr val="tx1">
                    <a:lumMod val="65000"/>
                    <a:lumOff val="35000"/>
                  </a:schemeClr>
                </a:solidFill>
                <a:latin typeface="+mn-lt"/>
                <a:ea typeface="+mn-ea"/>
                <a:cs typeface="+mn-cs"/>
              </a:defRPr>
            </a:pPr>
            <a:endParaRPr lang="zh-CN"/>
          </a:p>
        </c:txPr>
        <c:crossAx val="768403664"/>
        <c:crosses val="autoZero"/>
        <c:auto val="1"/>
        <c:lblOffset val="100"/>
        <c:baseTimeUnit val="days"/>
      </c:dateAx>
      <c:valAx>
        <c:axId val="76840366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768405744"/>
        <c:crosses val="autoZero"/>
        <c:crossBetween val="between"/>
      </c:valAx>
      <c:spPr>
        <a:noFill/>
        <a:ln>
          <a:noFill/>
        </a:ln>
        <a:effectLst/>
      </c:spPr>
    </c:plotArea>
    <c:plotVisOnly val="1"/>
    <c:dispBlanksAs val="gap"/>
    <c:showDLblsOverMax val="0"/>
  </c:chart>
  <c:spPr>
    <a:noFill/>
    <a:ln>
      <a:noFill/>
    </a:ln>
    <a:effectLst/>
  </c:spPr>
  <c:txPr>
    <a:bodyPr anchor="b" anchorCtr="1"/>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Sheet1!$C$1</c:f>
              <c:strCache>
                <c:ptCount val="1"/>
                <c:pt idx="0">
                  <c:v>期末持仓</c:v>
                </c:pt>
              </c:strCache>
            </c:strRef>
          </c:tx>
          <c:spPr>
            <a:solidFill>
              <a:schemeClr val="accent1"/>
            </a:solidFill>
            <a:ln>
              <a:noFill/>
            </a:ln>
            <a:effectLst/>
          </c:spPr>
          <c:invertIfNegative val="0"/>
          <c:cat>
            <c:multiLvlStrRef>
              <c:f>Sheet1!$A$2:$B$14</c:f>
              <c:multiLvlStrCache>
                <c:ptCount val="13"/>
                <c:lvl>
                  <c:pt idx="0">
                    <c:v>货币类</c:v>
                  </c:pt>
                  <c:pt idx="1">
                    <c:v>金融债</c:v>
                  </c:pt>
                  <c:pt idx="2">
                    <c:v>公司债</c:v>
                  </c:pt>
                  <c:pt idx="3">
                    <c:v>（超）短期融资券</c:v>
                  </c:pt>
                  <c:pt idx="4">
                    <c:v>中期票据</c:v>
                  </c:pt>
                  <c:pt idx="5">
                    <c:v>PPN</c:v>
                  </c:pt>
                  <c:pt idx="6">
                    <c:v>私募债</c:v>
                  </c:pt>
                  <c:pt idx="7">
                    <c:v>信托产品</c:v>
                  </c:pt>
                  <c:pt idx="8">
                    <c:v>债权投资计划</c:v>
                  </c:pt>
                  <c:pt idx="9">
                    <c:v>A股</c:v>
                  </c:pt>
                  <c:pt idx="10">
                    <c:v>股票基金</c:v>
                  </c:pt>
                  <c:pt idx="11">
                    <c:v>混合基金</c:v>
                  </c:pt>
                  <c:pt idx="12">
                    <c:v>港股通基金</c:v>
                  </c:pt>
                </c:lvl>
                <c:lvl>
                  <c:pt idx="0">
                    <c:v>货币类</c:v>
                  </c:pt>
                  <c:pt idx="1">
                    <c:v>固收市值类</c:v>
                  </c:pt>
                  <c:pt idx="5">
                    <c:v>固收成本类</c:v>
                  </c:pt>
                  <c:pt idx="9">
                    <c:v>权益类</c:v>
                  </c:pt>
                </c:lvl>
              </c:multiLvlStrCache>
            </c:multiLvlStrRef>
          </c:cat>
          <c:val>
            <c:numRef>
              <c:f>Sheet1!$C$2:$C$14</c:f>
              <c:numCache>
                <c:formatCode>General</c:formatCode>
                <c:ptCount val="13"/>
                <c:pt idx="0">
                  <c:v>7.9047526591042847E-2</c:v>
                </c:pt>
                <c:pt idx="1">
                  <c:v>4.2358511955402953E-2</c:v>
                </c:pt>
                <c:pt idx="2">
                  <c:v>0.163768517098</c:v>
                </c:pt>
                <c:pt idx="3">
                  <c:v>4.7868332336904587E-2</c:v>
                </c:pt>
                <c:pt idx="4">
                  <c:v>0.2264638719994605</c:v>
                </c:pt>
                <c:pt idx="5">
                  <c:v>5.0739544097274818E-2</c:v>
                </c:pt>
                <c:pt idx="6">
                  <c:v>0.20935664445099389</c:v>
                </c:pt>
                <c:pt idx="7">
                  <c:v>1.885873697009181E-2</c:v>
                </c:pt>
                <c:pt idx="8">
                  <c:v>1.9766187974265348E-3</c:v>
                </c:pt>
                <c:pt idx="9">
                  <c:v>0.1488932216254355</c:v>
                </c:pt>
                <c:pt idx="10">
                  <c:v>1.267721822680758E-3</c:v>
                </c:pt>
                <c:pt idx="11">
                  <c:v>1.7637757952187871E-2</c:v>
                </c:pt>
                <c:pt idx="12">
                  <c:v>2.6803692548211552E-3</c:v>
                </c:pt>
              </c:numCache>
            </c:numRef>
          </c:val>
          <c:extLst>
            <c:ext xmlns:c16="http://schemas.microsoft.com/office/drawing/2014/chart" uri="{C3380CC4-5D6E-409C-BE32-E72D297353CC}">
              <c16:uniqueId val="{00000000-6E95-4455-A61E-A28B2EF320CD}"/>
            </c:ext>
          </c:extLst>
        </c:ser>
        <c:dLbls>
          <c:showLegendKey val="0"/>
          <c:showVal val="0"/>
          <c:showCatName val="0"/>
          <c:showSerName val="0"/>
          <c:showPercent val="0"/>
          <c:showBubbleSize val="0"/>
        </c:dLbls>
        <c:gapWidth val="50"/>
        <c:axId val="2095925455"/>
        <c:axId val="2095937519"/>
      </c:barChart>
      <c:catAx>
        <c:axId val="209592545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2095937519"/>
        <c:crosses val="autoZero"/>
        <c:auto val="1"/>
        <c:lblAlgn val="ctr"/>
        <c:lblOffset val="100"/>
        <c:noMultiLvlLbl val="0"/>
      </c:catAx>
      <c:valAx>
        <c:axId val="2095937519"/>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2095925455"/>
        <c:crosses val="autoZero"/>
        <c:crossBetween val="between"/>
      </c:valAx>
      <c:spPr>
        <a:noFill/>
        <a:ln>
          <a:noFill/>
        </a:ln>
        <a:effectLst/>
      </c:spPr>
    </c:plotArea>
    <c:plotVisOnly val="1"/>
    <c:dispBlanksAs val="gap"/>
    <c:showDLblsOverMax val="0"/>
  </c:chart>
  <c:spPr>
    <a:noFill/>
    <a:ln>
      <a:solidFill>
        <a:schemeClr val="bg1">
          <a:lumMod val="95000"/>
        </a:schemeClr>
      </a:solid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sz="1400" dirty="0">
                <a:latin typeface="+mj-ea"/>
                <a:ea typeface="+mj-ea"/>
              </a:rPr>
              <a:t>图：组合大类资产配置情况（穿透后，</a:t>
            </a:r>
            <a:r>
              <a:rPr lang="en-US" altLang="zh-CN" sz="1400" dirty="0">
                <a:latin typeface="+mj-ea"/>
                <a:ea typeface="+mj-ea"/>
              </a:rPr>
              <a:t>%</a:t>
            </a:r>
            <a:r>
              <a:rPr lang="zh-CN" altLang="en-US" sz="1400" dirty="0">
                <a:latin typeface="+mj-ea"/>
                <a:ea typeface="+mj-ea"/>
              </a:rPr>
              <a:t>）</a:t>
            </a:r>
          </a:p>
        </c:rich>
      </c:tx>
      <c:layout>
        <c:manualLayout>
          <c:xMode val="edge"/>
          <c:yMode val="edge"/>
          <c:x val="0.27179183558503323"/>
          <c:y val="2.1781912339196075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ltLang="en-US"/>
        </a:p>
      </c:txPr>
    </c:title>
    <c:autoTitleDeleted val="0"/>
    <c:plotArea>
      <c:layout/>
      <c:lineChart>
        <c:grouping val="standard"/>
        <c:varyColors val="0"/>
        <c:ser>
          <c:idx val="1"/>
          <c:order val="1"/>
          <c:tx>
            <c:strRef>
              <c:f>Sheet1!$B$1</c:f>
              <c:strCache>
                <c:ptCount val="1"/>
                <c:pt idx="0">
                  <c:v>货币类</c:v>
                </c:pt>
              </c:strCache>
            </c:strRef>
          </c:tx>
          <c:spPr>
            <a:ln w="28575" cap="rnd">
              <a:solidFill>
                <a:srgbClr val="A00116"/>
              </a:solidFill>
              <a:round/>
            </a:ln>
            <a:effectLst/>
          </c:spPr>
          <c:marker>
            <c:symbol val="none"/>
          </c:marker>
          <c:cat>
            <c:numRef>
              <c:f>Sheet1!$A$2:$A$91</c:f>
              <c:numCache>
                <c:formatCode>yyyy\-mm\-dd</c:formatCode>
                <c:ptCount val="90"/>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44975</c:v>
                </c:pt>
                <c:pt idx="49">
                  <c:v>44976</c:v>
                </c:pt>
                <c:pt idx="50">
                  <c:v>44977</c:v>
                </c:pt>
                <c:pt idx="51">
                  <c:v>44978</c:v>
                </c:pt>
                <c:pt idx="52">
                  <c:v>44979</c:v>
                </c:pt>
                <c:pt idx="53">
                  <c:v>44980</c:v>
                </c:pt>
                <c:pt idx="54">
                  <c:v>44981</c:v>
                </c:pt>
                <c:pt idx="55">
                  <c:v>44982</c:v>
                </c:pt>
                <c:pt idx="56">
                  <c:v>44983</c:v>
                </c:pt>
                <c:pt idx="57">
                  <c:v>44984</c:v>
                </c:pt>
                <c:pt idx="58">
                  <c:v>44985</c:v>
                </c:pt>
                <c:pt idx="59">
                  <c:v>44986</c:v>
                </c:pt>
                <c:pt idx="60">
                  <c:v>44987</c:v>
                </c:pt>
                <c:pt idx="61">
                  <c:v>44988</c:v>
                </c:pt>
                <c:pt idx="62">
                  <c:v>44989</c:v>
                </c:pt>
                <c:pt idx="63">
                  <c:v>44990</c:v>
                </c:pt>
                <c:pt idx="64">
                  <c:v>44991</c:v>
                </c:pt>
                <c:pt idx="65">
                  <c:v>44992</c:v>
                </c:pt>
                <c:pt idx="66">
                  <c:v>44993</c:v>
                </c:pt>
                <c:pt idx="67">
                  <c:v>44994</c:v>
                </c:pt>
                <c:pt idx="68">
                  <c:v>44995</c:v>
                </c:pt>
                <c:pt idx="69">
                  <c:v>44996</c:v>
                </c:pt>
                <c:pt idx="70">
                  <c:v>44997</c:v>
                </c:pt>
                <c:pt idx="71">
                  <c:v>44998</c:v>
                </c:pt>
                <c:pt idx="72">
                  <c:v>44999</c:v>
                </c:pt>
                <c:pt idx="73">
                  <c:v>45000</c:v>
                </c:pt>
                <c:pt idx="74">
                  <c:v>45001</c:v>
                </c:pt>
                <c:pt idx="75">
                  <c:v>45002</c:v>
                </c:pt>
                <c:pt idx="76">
                  <c:v>45003</c:v>
                </c:pt>
                <c:pt idx="77">
                  <c:v>45004</c:v>
                </c:pt>
                <c:pt idx="78">
                  <c:v>45005</c:v>
                </c:pt>
                <c:pt idx="79">
                  <c:v>45006</c:v>
                </c:pt>
                <c:pt idx="80">
                  <c:v>45007</c:v>
                </c:pt>
                <c:pt idx="81">
                  <c:v>45008</c:v>
                </c:pt>
                <c:pt idx="82">
                  <c:v>45009</c:v>
                </c:pt>
                <c:pt idx="83">
                  <c:v>45010</c:v>
                </c:pt>
                <c:pt idx="84">
                  <c:v>45011</c:v>
                </c:pt>
                <c:pt idx="85">
                  <c:v>45012</c:v>
                </c:pt>
                <c:pt idx="86">
                  <c:v>45013</c:v>
                </c:pt>
                <c:pt idx="87">
                  <c:v>45014</c:v>
                </c:pt>
                <c:pt idx="88">
                  <c:v>45015</c:v>
                </c:pt>
                <c:pt idx="89">
                  <c:v>45016</c:v>
                </c:pt>
              </c:numCache>
            </c:numRef>
          </c:cat>
          <c:val>
            <c:numRef>
              <c:f>Sheet1!$B$2:$B$91</c:f>
              <c:numCache>
                <c:formatCode>General</c:formatCode>
                <c:ptCount val="90"/>
                <c:pt idx="0">
                  <c:v>7.8721673966626469</c:v>
                </c:pt>
                <c:pt idx="1">
                  <c:v>7.8721288096422022</c:v>
                </c:pt>
                <c:pt idx="2">
                  <c:v>8.9003186381955999</c:v>
                </c:pt>
                <c:pt idx="3">
                  <c:v>6.2988685915236946</c:v>
                </c:pt>
                <c:pt idx="4">
                  <c:v>5.4238656894684327</c:v>
                </c:pt>
                <c:pt idx="5">
                  <c:v>5.6117824853865717</c:v>
                </c:pt>
                <c:pt idx="6">
                  <c:v>5.6583407427754171</c:v>
                </c:pt>
                <c:pt idx="7">
                  <c:v>5.658173778764632</c:v>
                </c:pt>
                <c:pt idx="8">
                  <c:v>6.0959988465215993</c:v>
                </c:pt>
                <c:pt idx="9">
                  <c:v>5.8847199333871041</c:v>
                </c:pt>
                <c:pt idx="10">
                  <c:v>7.5126133552565344</c:v>
                </c:pt>
                <c:pt idx="11">
                  <c:v>7.7917856974071196</c:v>
                </c:pt>
                <c:pt idx="12">
                  <c:v>6.4527802750895038</c:v>
                </c:pt>
                <c:pt idx="13">
                  <c:v>6.4612639461513997</c:v>
                </c:pt>
                <c:pt idx="14">
                  <c:v>6.5086246053955712</c:v>
                </c:pt>
                <c:pt idx="15">
                  <c:v>7.403376862694536</c:v>
                </c:pt>
                <c:pt idx="16">
                  <c:v>6.8330590956523167</c:v>
                </c:pt>
                <c:pt idx="17">
                  <c:v>6.9793896479098949</c:v>
                </c:pt>
                <c:pt idx="18">
                  <c:v>6.1285633723955213</c:v>
                </c:pt>
                <c:pt idx="19">
                  <c:v>6.1783396959248273</c:v>
                </c:pt>
                <c:pt idx="20">
                  <c:v>7.3054484883460127</c:v>
                </c:pt>
                <c:pt idx="21">
                  <c:v>7.8965181736134911</c:v>
                </c:pt>
                <c:pt idx="22">
                  <c:v>7.9282337079010068</c:v>
                </c:pt>
                <c:pt idx="23">
                  <c:v>7.977516636655702</c:v>
                </c:pt>
                <c:pt idx="24">
                  <c:v>7.9937930412835536</c:v>
                </c:pt>
                <c:pt idx="25">
                  <c:v>8.0191789687352255</c:v>
                </c:pt>
                <c:pt idx="26">
                  <c:v>8.0701867903671261</c:v>
                </c:pt>
                <c:pt idx="27">
                  <c:v>8.0920119211775106</c:v>
                </c:pt>
                <c:pt idx="28">
                  <c:v>8.0910991241785801</c:v>
                </c:pt>
                <c:pt idx="29">
                  <c:v>8.039009437433517</c:v>
                </c:pt>
                <c:pt idx="30">
                  <c:v>6.2378269243365096</c:v>
                </c:pt>
                <c:pt idx="31">
                  <c:v>8.569719053636474</c:v>
                </c:pt>
                <c:pt idx="32">
                  <c:v>7.5061343823671951</c:v>
                </c:pt>
                <c:pt idx="33">
                  <c:v>7.2829021363945552</c:v>
                </c:pt>
                <c:pt idx="34">
                  <c:v>7.2826599265229799</c:v>
                </c:pt>
                <c:pt idx="35">
                  <c:v>7.2824177611145036</c:v>
                </c:pt>
                <c:pt idx="36">
                  <c:v>5.9463966337112728</c:v>
                </c:pt>
                <c:pt idx="37">
                  <c:v>6.9879209638330071</c:v>
                </c:pt>
                <c:pt idx="38">
                  <c:v>7.0136687729942082</c:v>
                </c:pt>
                <c:pt idx="39">
                  <c:v>7.4866095329805971</c:v>
                </c:pt>
                <c:pt idx="40">
                  <c:v>7.5799735989360064</c:v>
                </c:pt>
                <c:pt idx="41">
                  <c:v>7.5798308311250588</c:v>
                </c:pt>
                <c:pt idx="42">
                  <c:v>7.5796880951951016</c:v>
                </c:pt>
                <c:pt idx="43">
                  <c:v>6.6211299642350534</c:v>
                </c:pt>
                <c:pt idx="44">
                  <c:v>9.8730999252637712</c:v>
                </c:pt>
                <c:pt idx="45">
                  <c:v>7.2886892073214637</c:v>
                </c:pt>
                <c:pt idx="46">
                  <c:v>6.9041780466339189</c:v>
                </c:pt>
                <c:pt idx="47">
                  <c:v>6.935060328680744</c:v>
                </c:pt>
                <c:pt idx="48">
                  <c:v>6.9901670859754894</c:v>
                </c:pt>
                <c:pt idx="49">
                  <c:v>6.9899625397619536</c:v>
                </c:pt>
                <c:pt idx="50">
                  <c:v>8.8373281460560076</c:v>
                </c:pt>
                <c:pt idx="51">
                  <c:v>6.3544285564208023</c:v>
                </c:pt>
                <c:pt idx="52">
                  <c:v>8.607359634621039</c:v>
                </c:pt>
                <c:pt idx="53">
                  <c:v>5.8134505823352551</c:v>
                </c:pt>
                <c:pt idx="54">
                  <c:v>7.9739734724313944</c:v>
                </c:pt>
                <c:pt idx="55">
                  <c:v>8.0198681147448987</c:v>
                </c:pt>
                <c:pt idx="56">
                  <c:v>8.0583472459409435</c:v>
                </c:pt>
                <c:pt idx="57">
                  <c:v>7.7702093715745546</c:v>
                </c:pt>
                <c:pt idx="58">
                  <c:v>5.8254600995493506</c:v>
                </c:pt>
                <c:pt idx="59">
                  <c:v>6.8520902726869419</c:v>
                </c:pt>
                <c:pt idx="60">
                  <c:v>8.8737551854371279</c:v>
                </c:pt>
                <c:pt idx="61">
                  <c:v>5.5776415428687578</c:v>
                </c:pt>
                <c:pt idx="62">
                  <c:v>5.6244785924449374</c:v>
                </c:pt>
                <c:pt idx="63">
                  <c:v>5.58559085259194</c:v>
                </c:pt>
                <c:pt idx="64">
                  <c:v>5.6853871429148262</c:v>
                </c:pt>
                <c:pt idx="65">
                  <c:v>6.3917695691220304</c:v>
                </c:pt>
                <c:pt idx="66">
                  <c:v>6.115430519901488</c:v>
                </c:pt>
                <c:pt idx="67">
                  <c:v>6.6039790133138876</c:v>
                </c:pt>
                <c:pt idx="68">
                  <c:v>5.9853600557159394</c:v>
                </c:pt>
                <c:pt idx="69">
                  <c:v>6.0406934001105226</c:v>
                </c:pt>
                <c:pt idx="70">
                  <c:v>6.042652959500181</c:v>
                </c:pt>
                <c:pt idx="71">
                  <c:v>6.4955672443296946</c:v>
                </c:pt>
                <c:pt idx="72">
                  <c:v>6.0635087770999068</c:v>
                </c:pt>
                <c:pt idx="73">
                  <c:v>7.4641044143169504</c:v>
                </c:pt>
                <c:pt idx="74">
                  <c:v>5.6758582969603708</c:v>
                </c:pt>
                <c:pt idx="75">
                  <c:v>5.571678266631344</c:v>
                </c:pt>
                <c:pt idx="76">
                  <c:v>5.6288296164722782</c:v>
                </c:pt>
                <c:pt idx="77">
                  <c:v>5.6286672248099761</c:v>
                </c:pt>
                <c:pt idx="78">
                  <c:v>6.4851656356669283</c:v>
                </c:pt>
                <c:pt idx="79">
                  <c:v>6.9490316845515832</c:v>
                </c:pt>
                <c:pt idx="80">
                  <c:v>9.9459519334124789</c:v>
                </c:pt>
                <c:pt idx="81">
                  <c:v>5.7023456676675597</c:v>
                </c:pt>
                <c:pt idx="82">
                  <c:v>8.918377933989257</c:v>
                </c:pt>
                <c:pt idx="83">
                  <c:v>8.925565931533388</c:v>
                </c:pt>
                <c:pt idx="84">
                  <c:v>8.9485435335748527</c:v>
                </c:pt>
                <c:pt idx="85">
                  <c:v>5.5082045754104882</c:v>
                </c:pt>
                <c:pt idx="86">
                  <c:v>5.7306855092916082</c:v>
                </c:pt>
                <c:pt idx="87">
                  <c:v>5.7799251201359789</c:v>
                </c:pt>
                <c:pt idx="88">
                  <c:v>6.4221554504951097</c:v>
                </c:pt>
                <c:pt idx="89">
                  <c:v>7.904752659104286</c:v>
                </c:pt>
              </c:numCache>
            </c:numRef>
          </c:val>
          <c:smooth val="0"/>
          <c:extLst>
            <c:ext xmlns:c16="http://schemas.microsoft.com/office/drawing/2014/chart" uri="{C3380CC4-5D6E-409C-BE32-E72D297353CC}">
              <c16:uniqueId val="{00000000-A766-4EB3-A036-F86B2D975829}"/>
            </c:ext>
          </c:extLst>
        </c:ser>
        <c:ser>
          <c:idx val="2"/>
          <c:order val="2"/>
          <c:tx>
            <c:strRef>
              <c:f>Sheet1!$C$1</c:f>
              <c:strCache>
                <c:ptCount val="1"/>
                <c:pt idx="0">
                  <c:v>稳定类固收</c:v>
                </c:pt>
              </c:strCache>
            </c:strRef>
          </c:tx>
          <c:spPr>
            <a:ln w="28575" cap="rnd">
              <a:solidFill>
                <a:srgbClr val="5D070C"/>
              </a:solidFill>
              <a:round/>
            </a:ln>
            <a:effectLst/>
          </c:spPr>
          <c:marker>
            <c:symbol val="none"/>
          </c:marker>
          <c:cat>
            <c:numRef>
              <c:f>Sheet1!$A$2:$A$91</c:f>
              <c:numCache>
                <c:formatCode>yyyy\-mm\-dd</c:formatCode>
                <c:ptCount val="90"/>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44975</c:v>
                </c:pt>
                <c:pt idx="49">
                  <c:v>44976</c:v>
                </c:pt>
                <c:pt idx="50">
                  <c:v>44977</c:v>
                </c:pt>
                <c:pt idx="51">
                  <c:v>44978</c:v>
                </c:pt>
                <c:pt idx="52">
                  <c:v>44979</c:v>
                </c:pt>
                <c:pt idx="53">
                  <c:v>44980</c:v>
                </c:pt>
                <c:pt idx="54">
                  <c:v>44981</c:v>
                </c:pt>
                <c:pt idx="55">
                  <c:v>44982</c:v>
                </c:pt>
                <c:pt idx="56">
                  <c:v>44983</c:v>
                </c:pt>
                <c:pt idx="57">
                  <c:v>44984</c:v>
                </c:pt>
                <c:pt idx="58">
                  <c:v>44985</c:v>
                </c:pt>
                <c:pt idx="59">
                  <c:v>44986</c:v>
                </c:pt>
                <c:pt idx="60">
                  <c:v>44987</c:v>
                </c:pt>
                <c:pt idx="61">
                  <c:v>44988</c:v>
                </c:pt>
                <c:pt idx="62">
                  <c:v>44989</c:v>
                </c:pt>
                <c:pt idx="63">
                  <c:v>44990</c:v>
                </c:pt>
                <c:pt idx="64">
                  <c:v>44991</c:v>
                </c:pt>
                <c:pt idx="65">
                  <c:v>44992</c:v>
                </c:pt>
                <c:pt idx="66">
                  <c:v>44993</c:v>
                </c:pt>
                <c:pt idx="67">
                  <c:v>44994</c:v>
                </c:pt>
                <c:pt idx="68">
                  <c:v>44995</c:v>
                </c:pt>
                <c:pt idx="69">
                  <c:v>44996</c:v>
                </c:pt>
                <c:pt idx="70">
                  <c:v>44997</c:v>
                </c:pt>
                <c:pt idx="71">
                  <c:v>44998</c:v>
                </c:pt>
                <c:pt idx="72">
                  <c:v>44999</c:v>
                </c:pt>
                <c:pt idx="73">
                  <c:v>45000</c:v>
                </c:pt>
                <c:pt idx="74">
                  <c:v>45001</c:v>
                </c:pt>
                <c:pt idx="75">
                  <c:v>45002</c:v>
                </c:pt>
                <c:pt idx="76">
                  <c:v>45003</c:v>
                </c:pt>
                <c:pt idx="77">
                  <c:v>45004</c:v>
                </c:pt>
                <c:pt idx="78">
                  <c:v>45005</c:v>
                </c:pt>
                <c:pt idx="79">
                  <c:v>45006</c:v>
                </c:pt>
                <c:pt idx="80">
                  <c:v>45007</c:v>
                </c:pt>
                <c:pt idx="81">
                  <c:v>45008</c:v>
                </c:pt>
                <c:pt idx="82">
                  <c:v>45009</c:v>
                </c:pt>
                <c:pt idx="83">
                  <c:v>45010</c:v>
                </c:pt>
                <c:pt idx="84">
                  <c:v>45011</c:v>
                </c:pt>
                <c:pt idx="85">
                  <c:v>45012</c:v>
                </c:pt>
                <c:pt idx="86">
                  <c:v>45013</c:v>
                </c:pt>
                <c:pt idx="87">
                  <c:v>45014</c:v>
                </c:pt>
                <c:pt idx="88">
                  <c:v>45015</c:v>
                </c:pt>
                <c:pt idx="89">
                  <c:v>45016</c:v>
                </c:pt>
              </c:numCache>
            </c:numRef>
          </c:cat>
          <c:val>
            <c:numRef>
              <c:f>Sheet1!$C$2:$C$91</c:f>
              <c:numCache>
                <c:formatCode>General</c:formatCode>
                <c:ptCount val="90"/>
                <c:pt idx="0">
                  <c:v>29.509427664662692</c:v>
                </c:pt>
                <c:pt idx="1">
                  <c:v>29.510233037824818</c:v>
                </c:pt>
                <c:pt idx="2">
                  <c:v>29.453210616536779</c:v>
                </c:pt>
                <c:pt idx="3">
                  <c:v>29.809039009725179</c:v>
                </c:pt>
                <c:pt idx="4">
                  <c:v>29.742071427441921</c:v>
                </c:pt>
                <c:pt idx="5">
                  <c:v>29.764252001466289</c:v>
                </c:pt>
                <c:pt idx="6">
                  <c:v>29.718203949769151</c:v>
                </c:pt>
                <c:pt idx="7">
                  <c:v>29.718881055725369</c:v>
                </c:pt>
                <c:pt idx="8">
                  <c:v>29.678818163817311</c:v>
                </c:pt>
                <c:pt idx="9">
                  <c:v>29.55825128167319</c:v>
                </c:pt>
                <c:pt idx="10">
                  <c:v>29.547817556173701</c:v>
                </c:pt>
                <c:pt idx="11">
                  <c:v>29.549305695747591</c:v>
                </c:pt>
                <c:pt idx="12">
                  <c:v>29.893501889000021</c:v>
                </c:pt>
                <c:pt idx="13">
                  <c:v>29.88974018135816</c:v>
                </c:pt>
                <c:pt idx="14">
                  <c:v>29.890443187389192</c:v>
                </c:pt>
                <c:pt idx="15">
                  <c:v>29.819433822464902</c:v>
                </c:pt>
                <c:pt idx="16">
                  <c:v>29.8129821224503</c:v>
                </c:pt>
                <c:pt idx="17">
                  <c:v>29.794460630631342</c:v>
                </c:pt>
                <c:pt idx="18">
                  <c:v>29.7027468162687</c:v>
                </c:pt>
                <c:pt idx="19">
                  <c:v>29.666270844099031</c:v>
                </c:pt>
                <c:pt idx="20">
                  <c:v>29.5562145826723</c:v>
                </c:pt>
                <c:pt idx="21">
                  <c:v>28.970296510110838</c:v>
                </c:pt>
                <c:pt idx="22">
                  <c:v>28.971066844820349</c:v>
                </c:pt>
                <c:pt idx="23">
                  <c:v>28.924916004145331</c:v>
                </c:pt>
                <c:pt idx="24">
                  <c:v>28.925688664342491</c:v>
                </c:pt>
                <c:pt idx="25">
                  <c:v>28.922837551276661</c:v>
                </c:pt>
                <c:pt idx="26">
                  <c:v>28.88781809110305</c:v>
                </c:pt>
                <c:pt idx="27">
                  <c:v>28.888685121527921</c:v>
                </c:pt>
                <c:pt idx="28">
                  <c:v>28.887364983503449</c:v>
                </c:pt>
                <c:pt idx="29">
                  <c:v>29.310359676036239</c:v>
                </c:pt>
                <c:pt idx="30">
                  <c:v>30.469657595546622</c:v>
                </c:pt>
                <c:pt idx="31">
                  <c:v>30.423945076189131</c:v>
                </c:pt>
                <c:pt idx="32">
                  <c:v>30.395891079210749</c:v>
                </c:pt>
                <c:pt idx="33">
                  <c:v>30.42956819776953</c:v>
                </c:pt>
                <c:pt idx="34">
                  <c:v>30.430320322774801</c:v>
                </c:pt>
                <c:pt idx="35">
                  <c:v>30.431072340763311</c:v>
                </c:pt>
                <c:pt idx="36">
                  <c:v>30.430684835359351</c:v>
                </c:pt>
                <c:pt idx="37">
                  <c:v>30.457621935151419</c:v>
                </c:pt>
                <c:pt idx="38">
                  <c:v>29.693244149111219</c:v>
                </c:pt>
                <c:pt idx="39">
                  <c:v>29.535744246710848</c:v>
                </c:pt>
                <c:pt idx="40">
                  <c:v>29.506706190200571</c:v>
                </c:pt>
                <c:pt idx="41">
                  <c:v>29.507459977181629</c:v>
                </c:pt>
                <c:pt idx="42">
                  <c:v>29.508213657213648</c:v>
                </c:pt>
                <c:pt idx="43">
                  <c:v>29.390413635477302</c:v>
                </c:pt>
                <c:pt idx="44">
                  <c:v>29.314746865685699</c:v>
                </c:pt>
                <c:pt idx="45">
                  <c:v>29.30785394298448</c:v>
                </c:pt>
                <c:pt idx="46">
                  <c:v>29.390704444524012</c:v>
                </c:pt>
                <c:pt idx="47">
                  <c:v>29.418331432595291</c:v>
                </c:pt>
                <c:pt idx="48">
                  <c:v>29.398933975506349</c:v>
                </c:pt>
                <c:pt idx="49">
                  <c:v>29.399667568170681</c:v>
                </c:pt>
                <c:pt idx="50">
                  <c:v>29.30563573827845</c:v>
                </c:pt>
                <c:pt idx="51">
                  <c:v>29.223325517556361</c:v>
                </c:pt>
                <c:pt idx="52">
                  <c:v>28.588688224896881</c:v>
                </c:pt>
                <c:pt idx="53">
                  <c:v>28.598760433083381</c:v>
                </c:pt>
                <c:pt idx="54">
                  <c:v>28.60303477647502</c:v>
                </c:pt>
                <c:pt idx="55">
                  <c:v>28.555555967232031</c:v>
                </c:pt>
                <c:pt idx="56">
                  <c:v>28.556291184544261</c:v>
                </c:pt>
                <c:pt idx="57">
                  <c:v>28.940359740167139</c:v>
                </c:pt>
                <c:pt idx="58">
                  <c:v>28.885711460853159</c:v>
                </c:pt>
                <c:pt idx="59">
                  <c:v>28.841579099086321</c:v>
                </c:pt>
                <c:pt idx="60">
                  <c:v>28.26949252312437</c:v>
                </c:pt>
                <c:pt idx="61">
                  <c:v>27.98476883878525</c:v>
                </c:pt>
                <c:pt idx="62">
                  <c:v>27.985526907296151</c:v>
                </c:pt>
                <c:pt idx="63">
                  <c:v>27.986288012762621</c:v>
                </c:pt>
                <c:pt idx="64">
                  <c:v>27.96110813532038</c:v>
                </c:pt>
                <c:pt idx="65">
                  <c:v>27.86968202917495</c:v>
                </c:pt>
                <c:pt idx="66">
                  <c:v>27.846723028448721</c:v>
                </c:pt>
                <c:pt idx="67">
                  <c:v>27.813074240351831</c:v>
                </c:pt>
                <c:pt idx="68">
                  <c:v>28.353744802163291</c:v>
                </c:pt>
                <c:pt idx="69">
                  <c:v>28.317827152485592</c:v>
                </c:pt>
                <c:pt idx="70">
                  <c:v>28.318542595771468</c:v>
                </c:pt>
                <c:pt idx="71">
                  <c:v>28.27743947728149</c:v>
                </c:pt>
                <c:pt idx="72">
                  <c:v>28.817989891813539</c:v>
                </c:pt>
                <c:pt idx="73">
                  <c:v>28.79942044010965</c:v>
                </c:pt>
                <c:pt idx="74">
                  <c:v>28.906341046434729</c:v>
                </c:pt>
                <c:pt idx="75">
                  <c:v>28.900692719909809</c:v>
                </c:pt>
                <c:pt idx="76">
                  <c:v>28.901446120791761</c:v>
                </c:pt>
                <c:pt idx="77">
                  <c:v>28.902201336070789</c:v>
                </c:pt>
                <c:pt idx="78">
                  <c:v>28.835232701616381</c:v>
                </c:pt>
                <c:pt idx="79">
                  <c:v>28.92731500089819</c:v>
                </c:pt>
                <c:pt idx="80">
                  <c:v>27.732392661291449</c:v>
                </c:pt>
                <c:pt idx="81">
                  <c:v>27.753283072169559</c:v>
                </c:pt>
                <c:pt idx="82">
                  <c:v>27.855793366730609</c:v>
                </c:pt>
                <c:pt idx="83">
                  <c:v>27.856729182191419</c:v>
                </c:pt>
                <c:pt idx="84">
                  <c:v>27.845388422144389</c:v>
                </c:pt>
                <c:pt idx="85">
                  <c:v>27.83238779647926</c:v>
                </c:pt>
                <c:pt idx="86">
                  <c:v>27.846009832026549</c:v>
                </c:pt>
                <c:pt idx="87">
                  <c:v>27.91441570278992</c:v>
                </c:pt>
                <c:pt idx="88">
                  <c:v>27.999357025491371</c:v>
                </c:pt>
                <c:pt idx="89">
                  <c:v>28.0931544315787</c:v>
                </c:pt>
              </c:numCache>
            </c:numRef>
          </c:val>
          <c:smooth val="0"/>
          <c:extLst>
            <c:ext xmlns:c16="http://schemas.microsoft.com/office/drawing/2014/chart" uri="{C3380CC4-5D6E-409C-BE32-E72D297353CC}">
              <c16:uniqueId val="{00000001-A766-4EB3-A036-F86B2D975829}"/>
            </c:ext>
          </c:extLst>
        </c:ser>
        <c:ser>
          <c:idx val="3"/>
          <c:order val="3"/>
          <c:tx>
            <c:strRef>
              <c:f>Sheet1!$D$1</c:f>
              <c:strCache>
                <c:ptCount val="1"/>
                <c:pt idx="0">
                  <c:v>市值类固收</c:v>
                </c:pt>
              </c:strCache>
            </c:strRef>
          </c:tx>
          <c:spPr>
            <a:ln w="28575" cap="rnd">
              <a:solidFill>
                <a:srgbClr val="717072"/>
              </a:solidFill>
              <a:round/>
            </a:ln>
            <a:effectLst/>
          </c:spPr>
          <c:marker>
            <c:symbol val="none"/>
          </c:marker>
          <c:cat>
            <c:numRef>
              <c:f>Sheet1!$A$2:$A$91</c:f>
              <c:numCache>
                <c:formatCode>yyyy\-mm\-dd</c:formatCode>
                <c:ptCount val="90"/>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44975</c:v>
                </c:pt>
                <c:pt idx="49">
                  <c:v>44976</c:v>
                </c:pt>
                <c:pt idx="50">
                  <c:v>44977</c:v>
                </c:pt>
                <c:pt idx="51">
                  <c:v>44978</c:v>
                </c:pt>
                <c:pt idx="52">
                  <c:v>44979</c:v>
                </c:pt>
                <c:pt idx="53">
                  <c:v>44980</c:v>
                </c:pt>
                <c:pt idx="54">
                  <c:v>44981</c:v>
                </c:pt>
                <c:pt idx="55">
                  <c:v>44982</c:v>
                </c:pt>
                <c:pt idx="56">
                  <c:v>44983</c:v>
                </c:pt>
                <c:pt idx="57">
                  <c:v>44984</c:v>
                </c:pt>
                <c:pt idx="58">
                  <c:v>44985</c:v>
                </c:pt>
                <c:pt idx="59">
                  <c:v>44986</c:v>
                </c:pt>
                <c:pt idx="60">
                  <c:v>44987</c:v>
                </c:pt>
                <c:pt idx="61">
                  <c:v>44988</c:v>
                </c:pt>
                <c:pt idx="62">
                  <c:v>44989</c:v>
                </c:pt>
                <c:pt idx="63">
                  <c:v>44990</c:v>
                </c:pt>
                <c:pt idx="64">
                  <c:v>44991</c:v>
                </c:pt>
                <c:pt idx="65">
                  <c:v>44992</c:v>
                </c:pt>
                <c:pt idx="66">
                  <c:v>44993</c:v>
                </c:pt>
                <c:pt idx="67">
                  <c:v>44994</c:v>
                </c:pt>
                <c:pt idx="68">
                  <c:v>44995</c:v>
                </c:pt>
                <c:pt idx="69">
                  <c:v>44996</c:v>
                </c:pt>
                <c:pt idx="70">
                  <c:v>44997</c:v>
                </c:pt>
                <c:pt idx="71">
                  <c:v>44998</c:v>
                </c:pt>
                <c:pt idx="72">
                  <c:v>44999</c:v>
                </c:pt>
                <c:pt idx="73">
                  <c:v>45000</c:v>
                </c:pt>
                <c:pt idx="74">
                  <c:v>45001</c:v>
                </c:pt>
                <c:pt idx="75">
                  <c:v>45002</c:v>
                </c:pt>
                <c:pt idx="76">
                  <c:v>45003</c:v>
                </c:pt>
                <c:pt idx="77">
                  <c:v>45004</c:v>
                </c:pt>
                <c:pt idx="78">
                  <c:v>45005</c:v>
                </c:pt>
                <c:pt idx="79">
                  <c:v>45006</c:v>
                </c:pt>
                <c:pt idx="80">
                  <c:v>45007</c:v>
                </c:pt>
                <c:pt idx="81">
                  <c:v>45008</c:v>
                </c:pt>
                <c:pt idx="82">
                  <c:v>45009</c:v>
                </c:pt>
                <c:pt idx="83">
                  <c:v>45010</c:v>
                </c:pt>
                <c:pt idx="84">
                  <c:v>45011</c:v>
                </c:pt>
                <c:pt idx="85">
                  <c:v>45012</c:v>
                </c:pt>
                <c:pt idx="86">
                  <c:v>45013</c:v>
                </c:pt>
                <c:pt idx="87">
                  <c:v>45014</c:v>
                </c:pt>
                <c:pt idx="88">
                  <c:v>45015</c:v>
                </c:pt>
                <c:pt idx="89">
                  <c:v>45016</c:v>
                </c:pt>
              </c:numCache>
            </c:numRef>
          </c:cat>
          <c:val>
            <c:numRef>
              <c:f>Sheet1!$D$2:$D$91</c:f>
              <c:numCache>
                <c:formatCode>General</c:formatCode>
                <c:ptCount val="90"/>
                <c:pt idx="0">
                  <c:v>59.196141777367941</c:v>
                </c:pt>
                <c:pt idx="1">
                  <c:v>59.197708298100572</c:v>
                </c:pt>
                <c:pt idx="2">
                  <c:v>59.129384956746101</c:v>
                </c:pt>
                <c:pt idx="3">
                  <c:v>61.140150315745302</c:v>
                </c:pt>
                <c:pt idx="4">
                  <c:v>61.499940480474372</c:v>
                </c:pt>
                <c:pt idx="5">
                  <c:v>62.521664378737817</c:v>
                </c:pt>
                <c:pt idx="6">
                  <c:v>62.523107095984699</c:v>
                </c:pt>
                <c:pt idx="7">
                  <c:v>62.524549661466658</c:v>
                </c:pt>
                <c:pt idx="8">
                  <c:v>61.942643650941527</c:v>
                </c:pt>
                <c:pt idx="9">
                  <c:v>62.097202867236689</c:v>
                </c:pt>
                <c:pt idx="10">
                  <c:v>62.92432094901347</c:v>
                </c:pt>
                <c:pt idx="11">
                  <c:v>62.957733332408942</c:v>
                </c:pt>
                <c:pt idx="12">
                  <c:v>63.298236830688857</c:v>
                </c:pt>
                <c:pt idx="13">
                  <c:v>63.295544838335182</c:v>
                </c:pt>
                <c:pt idx="14">
                  <c:v>63.203823571758953</c:v>
                </c:pt>
                <c:pt idx="15">
                  <c:v>62.998447733720219</c:v>
                </c:pt>
                <c:pt idx="16">
                  <c:v>63.375930179040949</c:v>
                </c:pt>
                <c:pt idx="17">
                  <c:v>63.22208283111199</c:v>
                </c:pt>
                <c:pt idx="18">
                  <c:v>63.063375318367328</c:v>
                </c:pt>
                <c:pt idx="19">
                  <c:v>63.017363083344868</c:v>
                </c:pt>
                <c:pt idx="20">
                  <c:v>62.002556010293311</c:v>
                </c:pt>
                <c:pt idx="21">
                  <c:v>61.999732173778213</c:v>
                </c:pt>
                <c:pt idx="22">
                  <c:v>61.969490262937853</c:v>
                </c:pt>
                <c:pt idx="23">
                  <c:v>61.968601886159078</c:v>
                </c:pt>
                <c:pt idx="24">
                  <c:v>61.953796297202352</c:v>
                </c:pt>
                <c:pt idx="25">
                  <c:v>61.933504712024863</c:v>
                </c:pt>
                <c:pt idx="26">
                  <c:v>61.919759333132433</c:v>
                </c:pt>
                <c:pt idx="27">
                  <c:v>61.899246840462887</c:v>
                </c:pt>
                <c:pt idx="28">
                  <c:v>61.90373478637666</c:v>
                </c:pt>
                <c:pt idx="29">
                  <c:v>62.551193283190273</c:v>
                </c:pt>
                <c:pt idx="30">
                  <c:v>62.654865982272277</c:v>
                </c:pt>
                <c:pt idx="31">
                  <c:v>62.412515070716459</c:v>
                </c:pt>
                <c:pt idx="32">
                  <c:v>62.236604439240388</c:v>
                </c:pt>
                <c:pt idx="33">
                  <c:v>62.370358047082398</c:v>
                </c:pt>
                <c:pt idx="34">
                  <c:v>62.371901498827278</c:v>
                </c:pt>
                <c:pt idx="35">
                  <c:v>62.373444785064613</c:v>
                </c:pt>
                <c:pt idx="36">
                  <c:v>62.015779542674522</c:v>
                </c:pt>
                <c:pt idx="37">
                  <c:v>61.94815730086556</c:v>
                </c:pt>
                <c:pt idx="38">
                  <c:v>60.446768915251837</c:v>
                </c:pt>
                <c:pt idx="39">
                  <c:v>60.224314387575383</c:v>
                </c:pt>
                <c:pt idx="40">
                  <c:v>60.201565500060823</c:v>
                </c:pt>
                <c:pt idx="41">
                  <c:v>60.203085247888502</c:v>
                </c:pt>
                <c:pt idx="42">
                  <c:v>60.204604829302667</c:v>
                </c:pt>
                <c:pt idx="43">
                  <c:v>60.052472357675548</c:v>
                </c:pt>
                <c:pt idx="44">
                  <c:v>60.947752520617676</c:v>
                </c:pt>
                <c:pt idx="45">
                  <c:v>60.952258589607347</c:v>
                </c:pt>
                <c:pt idx="46">
                  <c:v>61.17970844270635</c:v>
                </c:pt>
                <c:pt idx="47">
                  <c:v>61.242947247558163</c:v>
                </c:pt>
                <c:pt idx="48">
                  <c:v>61.209319102516687</c:v>
                </c:pt>
                <c:pt idx="49">
                  <c:v>61.210870974051389</c:v>
                </c:pt>
                <c:pt idx="50">
                  <c:v>61.091704009993727</c:v>
                </c:pt>
                <c:pt idx="51">
                  <c:v>61.099423878978733</c:v>
                </c:pt>
                <c:pt idx="52">
                  <c:v>59.695430386169853</c:v>
                </c:pt>
                <c:pt idx="53">
                  <c:v>59.662089023610953</c:v>
                </c:pt>
                <c:pt idx="54">
                  <c:v>59.710920030513137</c:v>
                </c:pt>
                <c:pt idx="55">
                  <c:v>59.712380314226579</c:v>
                </c:pt>
                <c:pt idx="56">
                  <c:v>59.675103898929613</c:v>
                </c:pt>
                <c:pt idx="57">
                  <c:v>60.146402176397537</c:v>
                </c:pt>
                <c:pt idx="58">
                  <c:v>62.632537654756817</c:v>
                </c:pt>
                <c:pt idx="59">
                  <c:v>62.587718847006727</c:v>
                </c:pt>
                <c:pt idx="60">
                  <c:v>61.355131286148293</c:v>
                </c:pt>
                <c:pt idx="61">
                  <c:v>61.2663559621178</c:v>
                </c:pt>
                <c:pt idx="62">
                  <c:v>61.221077658252753</c:v>
                </c:pt>
                <c:pt idx="63">
                  <c:v>61.22274265112997</c:v>
                </c:pt>
                <c:pt idx="64">
                  <c:v>61.33006405764899</c:v>
                </c:pt>
                <c:pt idx="65">
                  <c:v>61.166990976764183</c:v>
                </c:pt>
                <c:pt idx="66">
                  <c:v>61.266137603422131</c:v>
                </c:pt>
                <c:pt idx="67">
                  <c:v>61.215974443207422</c:v>
                </c:pt>
                <c:pt idx="68">
                  <c:v>61.169001053625479</c:v>
                </c:pt>
                <c:pt idx="69">
                  <c:v>61.151633861693291</c:v>
                </c:pt>
                <c:pt idx="70">
                  <c:v>61.151007093895601</c:v>
                </c:pt>
                <c:pt idx="71">
                  <c:v>60.625744816546487</c:v>
                </c:pt>
                <c:pt idx="72">
                  <c:v>60.606366001178337</c:v>
                </c:pt>
                <c:pt idx="73">
                  <c:v>60.612055656188012</c:v>
                </c:pt>
                <c:pt idx="74">
                  <c:v>60.708662627941159</c:v>
                </c:pt>
                <c:pt idx="75">
                  <c:v>60.728563484548751</c:v>
                </c:pt>
                <c:pt idx="76">
                  <c:v>60.672812744905663</c:v>
                </c:pt>
                <c:pt idx="77">
                  <c:v>60.674373937260007</c:v>
                </c:pt>
                <c:pt idx="78">
                  <c:v>59.58374190864366</c:v>
                </c:pt>
                <c:pt idx="79">
                  <c:v>59.504854543339412</c:v>
                </c:pt>
                <c:pt idx="80">
                  <c:v>57.128892739531487</c:v>
                </c:pt>
                <c:pt idx="81">
                  <c:v>57.095133758337823</c:v>
                </c:pt>
                <c:pt idx="82">
                  <c:v>57.207590695473527</c:v>
                </c:pt>
                <c:pt idx="83">
                  <c:v>57.186062828355922</c:v>
                </c:pt>
                <c:pt idx="84">
                  <c:v>57.176289835336213</c:v>
                </c:pt>
                <c:pt idx="85">
                  <c:v>57.246862934263383</c:v>
                </c:pt>
                <c:pt idx="86">
                  <c:v>57.302101061103087</c:v>
                </c:pt>
                <c:pt idx="87">
                  <c:v>57.279304944067341</c:v>
                </c:pt>
                <c:pt idx="88">
                  <c:v>57.426341694515607</c:v>
                </c:pt>
                <c:pt idx="89">
                  <c:v>55.98953844704819</c:v>
                </c:pt>
              </c:numCache>
            </c:numRef>
          </c:val>
          <c:smooth val="0"/>
          <c:extLst>
            <c:ext xmlns:c16="http://schemas.microsoft.com/office/drawing/2014/chart" uri="{C3380CC4-5D6E-409C-BE32-E72D297353CC}">
              <c16:uniqueId val="{00000002-A766-4EB3-A036-F86B2D975829}"/>
            </c:ext>
          </c:extLst>
        </c:ser>
        <c:ser>
          <c:idx val="4"/>
          <c:order val="4"/>
          <c:tx>
            <c:strRef>
              <c:f>Sheet1!$E$1</c:f>
              <c:strCache>
                <c:ptCount val="1"/>
                <c:pt idx="0">
                  <c:v>权益类</c:v>
                </c:pt>
              </c:strCache>
            </c:strRef>
          </c:tx>
          <c:spPr>
            <a:ln w="28575" cap="rnd">
              <a:solidFill>
                <a:srgbClr val="A9A9A9"/>
              </a:solidFill>
              <a:round/>
            </a:ln>
            <a:effectLst/>
          </c:spPr>
          <c:marker>
            <c:symbol val="none"/>
          </c:marker>
          <c:cat>
            <c:numRef>
              <c:f>Sheet1!$A$2:$A$91</c:f>
              <c:numCache>
                <c:formatCode>yyyy\-mm\-dd</c:formatCode>
                <c:ptCount val="90"/>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44975</c:v>
                </c:pt>
                <c:pt idx="49">
                  <c:v>44976</c:v>
                </c:pt>
                <c:pt idx="50">
                  <c:v>44977</c:v>
                </c:pt>
                <c:pt idx="51">
                  <c:v>44978</c:v>
                </c:pt>
                <c:pt idx="52">
                  <c:v>44979</c:v>
                </c:pt>
                <c:pt idx="53">
                  <c:v>44980</c:v>
                </c:pt>
                <c:pt idx="54">
                  <c:v>44981</c:v>
                </c:pt>
                <c:pt idx="55">
                  <c:v>44982</c:v>
                </c:pt>
                <c:pt idx="56">
                  <c:v>44983</c:v>
                </c:pt>
                <c:pt idx="57">
                  <c:v>44984</c:v>
                </c:pt>
                <c:pt idx="58">
                  <c:v>44985</c:v>
                </c:pt>
                <c:pt idx="59">
                  <c:v>44986</c:v>
                </c:pt>
                <c:pt idx="60">
                  <c:v>44987</c:v>
                </c:pt>
                <c:pt idx="61">
                  <c:v>44988</c:v>
                </c:pt>
                <c:pt idx="62">
                  <c:v>44989</c:v>
                </c:pt>
                <c:pt idx="63">
                  <c:v>44990</c:v>
                </c:pt>
                <c:pt idx="64">
                  <c:v>44991</c:v>
                </c:pt>
                <c:pt idx="65">
                  <c:v>44992</c:v>
                </c:pt>
                <c:pt idx="66">
                  <c:v>44993</c:v>
                </c:pt>
                <c:pt idx="67">
                  <c:v>44994</c:v>
                </c:pt>
                <c:pt idx="68">
                  <c:v>44995</c:v>
                </c:pt>
                <c:pt idx="69">
                  <c:v>44996</c:v>
                </c:pt>
                <c:pt idx="70">
                  <c:v>44997</c:v>
                </c:pt>
                <c:pt idx="71">
                  <c:v>44998</c:v>
                </c:pt>
                <c:pt idx="72">
                  <c:v>44999</c:v>
                </c:pt>
                <c:pt idx="73">
                  <c:v>45000</c:v>
                </c:pt>
                <c:pt idx="74">
                  <c:v>45001</c:v>
                </c:pt>
                <c:pt idx="75">
                  <c:v>45002</c:v>
                </c:pt>
                <c:pt idx="76">
                  <c:v>45003</c:v>
                </c:pt>
                <c:pt idx="77">
                  <c:v>45004</c:v>
                </c:pt>
                <c:pt idx="78">
                  <c:v>45005</c:v>
                </c:pt>
                <c:pt idx="79">
                  <c:v>45006</c:v>
                </c:pt>
                <c:pt idx="80">
                  <c:v>45007</c:v>
                </c:pt>
                <c:pt idx="81">
                  <c:v>45008</c:v>
                </c:pt>
                <c:pt idx="82">
                  <c:v>45009</c:v>
                </c:pt>
                <c:pt idx="83">
                  <c:v>45010</c:v>
                </c:pt>
                <c:pt idx="84">
                  <c:v>45011</c:v>
                </c:pt>
                <c:pt idx="85">
                  <c:v>45012</c:v>
                </c:pt>
                <c:pt idx="86">
                  <c:v>45013</c:v>
                </c:pt>
                <c:pt idx="87">
                  <c:v>45014</c:v>
                </c:pt>
                <c:pt idx="88">
                  <c:v>45015</c:v>
                </c:pt>
                <c:pt idx="89">
                  <c:v>45016</c:v>
                </c:pt>
              </c:numCache>
            </c:numRef>
          </c:cat>
          <c:val>
            <c:numRef>
              <c:f>Sheet1!$E$2:$E$91</c:f>
              <c:numCache>
                <c:formatCode>General</c:formatCode>
                <c:ptCount val="90"/>
                <c:pt idx="0">
                  <c:v>15.647146310976289</c:v>
                </c:pt>
                <c:pt idx="1">
                  <c:v>15.646164000082409</c:v>
                </c:pt>
                <c:pt idx="2">
                  <c:v>16.24231394477815</c:v>
                </c:pt>
                <c:pt idx="3">
                  <c:v>16.23372234762363</c:v>
                </c:pt>
                <c:pt idx="4">
                  <c:v>16.78819125305359</c:v>
                </c:pt>
                <c:pt idx="5">
                  <c:v>16.902477523976771</c:v>
                </c:pt>
                <c:pt idx="6">
                  <c:v>16.90136217176741</c:v>
                </c:pt>
                <c:pt idx="7">
                  <c:v>16.900246986074549</c:v>
                </c:pt>
                <c:pt idx="8">
                  <c:v>17.226462061657671</c:v>
                </c:pt>
                <c:pt idx="9">
                  <c:v>16.92303565608993</c:v>
                </c:pt>
                <c:pt idx="10">
                  <c:v>16.71962937786288</c:v>
                </c:pt>
                <c:pt idx="11">
                  <c:v>17.154726067055439</c:v>
                </c:pt>
                <c:pt idx="12">
                  <c:v>17.142675287875679</c:v>
                </c:pt>
                <c:pt idx="13">
                  <c:v>17.14154179376019</c:v>
                </c:pt>
                <c:pt idx="14">
                  <c:v>17.14040973578464</c:v>
                </c:pt>
                <c:pt idx="15">
                  <c:v>17.78654209336371</c:v>
                </c:pt>
                <c:pt idx="16">
                  <c:v>17.74586149134538</c:v>
                </c:pt>
                <c:pt idx="17">
                  <c:v>18.1068304147277</c:v>
                </c:pt>
                <c:pt idx="18">
                  <c:v>18.539205933510221</c:v>
                </c:pt>
                <c:pt idx="19">
                  <c:v>18.572007040169499</c:v>
                </c:pt>
                <c:pt idx="20">
                  <c:v>18.570826886107579</c:v>
                </c:pt>
                <c:pt idx="21">
                  <c:v>18.568294265246291</c:v>
                </c:pt>
                <c:pt idx="22">
                  <c:v>18.567129235197971</c:v>
                </c:pt>
                <c:pt idx="23">
                  <c:v>18.56596436976487</c:v>
                </c:pt>
                <c:pt idx="24">
                  <c:v>18.564799486078218</c:v>
                </c:pt>
                <c:pt idx="25">
                  <c:v>18.563634767058961</c:v>
                </c:pt>
                <c:pt idx="26">
                  <c:v>18.562470211851579</c:v>
                </c:pt>
                <c:pt idx="27">
                  <c:v>18.561363135727621</c:v>
                </c:pt>
                <c:pt idx="28">
                  <c:v>18.55892641074686</c:v>
                </c:pt>
                <c:pt idx="29">
                  <c:v>18.708835732279191</c:v>
                </c:pt>
                <c:pt idx="30">
                  <c:v>18.71536450188486</c:v>
                </c:pt>
                <c:pt idx="31">
                  <c:v>18.699611967286359</c:v>
                </c:pt>
                <c:pt idx="32">
                  <c:v>18.65729436932487</c:v>
                </c:pt>
                <c:pt idx="33">
                  <c:v>18.728856870171121</c:v>
                </c:pt>
                <c:pt idx="34">
                  <c:v>18.727626969658729</c:v>
                </c:pt>
                <c:pt idx="35">
                  <c:v>18.726397250176142</c:v>
                </c:pt>
                <c:pt idx="36">
                  <c:v>19.301909547529689</c:v>
                </c:pt>
                <c:pt idx="37">
                  <c:v>19.301201856863582</c:v>
                </c:pt>
                <c:pt idx="38">
                  <c:v>18.756496540262081</c:v>
                </c:pt>
                <c:pt idx="39">
                  <c:v>18.897191084515939</c:v>
                </c:pt>
                <c:pt idx="40">
                  <c:v>18.770809821245429</c:v>
                </c:pt>
                <c:pt idx="41">
                  <c:v>18.76958186559574</c:v>
                </c:pt>
                <c:pt idx="42">
                  <c:v>18.76835409071958</c:v>
                </c:pt>
                <c:pt idx="43">
                  <c:v>18.90001060976704</c:v>
                </c:pt>
                <c:pt idx="44">
                  <c:v>19.004122212137741</c:v>
                </c:pt>
                <c:pt idx="45">
                  <c:v>18.948812742914431</c:v>
                </c:pt>
                <c:pt idx="46">
                  <c:v>19.046475376071712</c:v>
                </c:pt>
                <c:pt idx="47">
                  <c:v>18.728888971967219</c:v>
                </c:pt>
                <c:pt idx="48">
                  <c:v>18.727650649492169</c:v>
                </c:pt>
                <c:pt idx="49">
                  <c:v>18.726412509345149</c:v>
                </c:pt>
                <c:pt idx="50">
                  <c:v>18.930897068563102</c:v>
                </c:pt>
                <c:pt idx="51">
                  <c:v>19.204225167565721</c:v>
                </c:pt>
                <c:pt idx="52">
                  <c:v>18.761624337148671</c:v>
                </c:pt>
                <c:pt idx="53">
                  <c:v>18.635238709441062</c:v>
                </c:pt>
                <c:pt idx="54">
                  <c:v>18.64080255077231</c:v>
                </c:pt>
                <c:pt idx="55">
                  <c:v>18.639577599432439</c:v>
                </c:pt>
                <c:pt idx="56">
                  <c:v>18.638352827724709</c:v>
                </c:pt>
                <c:pt idx="57">
                  <c:v>18.46780310810497</c:v>
                </c:pt>
                <c:pt idx="58">
                  <c:v>18.640119716751599</c:v>
                </c:pt>
                <c:pt idx="59">
                  <c:v>18.800227847587848</c:v>
                </c:pt>
                <c:pt idx="60">
                  <c:v>18.390335746530059</c:v>
                </c:pt>
                <c:pt idx="61">
                  <c:v>18.903446305078109</c:v>
                </c:pt>
                <c:pt idx="62">
                  <c:v>18.902225079395961</c:v>
                </c:pt>
                <c:pt idx="63">
                  <c:v>18.901004046900379</c:v>
                </c:pt>
                <c:pt idx="64">
                  <c:v>18.717245009043591</c:v>
                </c:pt>
                <c:pt idx="65">
                  <c:v>18.115224104394141</c:v>
                </c:pt>
                <c:pt idx="66">
                  <c:v>18.037465386520129</c:v>
                </c:pt>
                <c:pt idx="67">
                  <c:v>18.218342167292011</c:v>
                </c:pt>
                <c:pt idx="68">
                  <c:v>18.13143151407542</c:v>
                </c:pt>
                <c:pt idx="69">
                  <c:v>18.130207340652088</c:v>
                </c:pt>
                <c:pt idx="70">
                  <c:v>18.128983255615381</c:v>
                </c:pt>
                <c:pt idx="71">
                  <c:v>18.219370367515431</c:v>
                </c:pt>
                <c:pt idx="72">
                  <c:v>18.106954197039641</c:v>
                </c:pt>
                <c:pt idx="73">
                  <c:v>18.110339794996019</c:v>
                </c:pt>
                <c:pt idx="74">
                  <c:v>17.949405819386651</c:v>
                </c:pt>
                <c:pt idx="75">
                  <c:v>18.22205922400487</c:v>
                </c:pt>
                <c:pt idx="76">
                  <c:v>18.220843747180879</c:v>
                </c:pt>
                <c:pt idx="77">
                  <c:v>18.219628450439469</c:v>
                </c:pt>
                <c:pt idx="78">
                  <c:v>17.857961327102249</c:v>
                </c:pt>
                <c:pt idx="79">
                  <c:v>17.8475103041559</c:v>
                </c:pt>
                <c:pt idx="80">
                  <c:v>17.082127109820689</c:v>
                </c:pt>
                <c:pt idx="81">
                  <c:v>17.535620255712939</c:v>
                </c:pt>
                <c:pt idx="82">
                  <c:v>17.516807966745301</c:v>
                </c:pt>
                <c:pt idx="83">
                  <c:v>17.515811242626551</c:v>
                </c:pt>
                <c:pt idx="84">
                  <c:v>17.514664188645611</c:v>
                </c:pt>
                <c:pt idx="85">
                  <c:v>17.493448078705399</c:v>
                </c:pt>
                <c:pt idx="86">
                  <c:v>17.631847939547988</c:v>
                </c:pt>
                <c:pt idx="87">
                  <c:v>17.42550274518441</c:v>
                </c:pt>
                <c:pt idx="88">
                  <c:v>17.396329804717261</c:v>
                </c:pt>
                <c:pt idx="89">
                  <c:v>17.047907065512518</c:v>
                </c:pt>
              </c:numCache>
            </c:numRef>
          </c:val>
          <c:smooth val="0"/>
          <c:extLst>
            <c:ext xmlns:c16="http://schemas.microsoft.com/office/drawing/2014/chart" uri="{C3380CC4-5D6E-409C-BE32-E72D297353CC}">
              <c16:uniqueId val="{00000003-A766-4EB3-A036-F86B2D975829}"/>
            </c:ext>
          </c:extLst>
        </c:ser>
        <c:ser>
          <c:idx val="5"/>
          <c:order val="5"/>
          <c:tx>
            <c:strRef>
              <c:f>Sheet1!$F$1</c:f>
              <c:strCache>
                <c:ptCount val="1"/>
                <c:pt idx="0">
                  <c:v>对冲后权益类</c:v>
                </c:pt>
              </c:strCache>
            </c:strRef>
          </c:tx>
          <c:spPr>
            <a:ln w="28575" cap="rnd">
              <a:solidFill>
                <a:srgbClr val="155365"/>
              </a:solidFill>
              <a:round/>
            </a:ln>
            <a:effectLst/>
          </c:spPr>
          <c:marker>
            <c:symbol val="none"/>
          </c:marker>
          <c:cat>
            <c:numRef>
              <c:f>Sheet1!$A$2:$A$91</c:f>
              <c:numCache>
                <c:formatCode>yyyy\-mm\-dd</c:formatCode>
                <c:ptCount val="90"/>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44975</c:v>
                </c:pt>
                <c:pt idx="49">
                  <c:v>44976</c:v>
                </c:pt>
                <c:pt idx="50">
                  <c:v>44977</c:v>
                </c:pt>
                <c:pt idx="51">
                  <c:v>44978</c:v>
                </c:pt>
                <c:pt idx="52">
                  <c:v>44979</c:v>
                </c:pt>
                <c:pt idx="53">
                  <c:v>44980</c:v>
                </c:pt>
                <c:pt idx="54">
                  <c:v>44981</c:v>
                </c:pt>
                <c:pt idx="55">
                  <c:v>44982</c:v>
                </c:pt>
                <c:pt idx="56">
                  <c:v>44983</c:v>
                </c:pt>
                <c:pt idx="57">
                  <c:v>44984</c:v>
                </c:pt>
                <c:pt idx="58">
                  <c:v>44985</c:v>
                </c:pt>
                <c:pt idx="59">
                  <c:v>44986</c:v>
                </c:pt>
                <c:pt idx="60">
                  <c:v>44987</c:v>
                </c:pt>
                <c:pt idx="61">
                  <c:v>44988</c:v>
                </c:pt>
                <c:pt idx="62">
                  <c:v>44989</c:v>
                </c:pt>
                <c:pt idx="63">
                  <c:v>44990</c:v>
                </c:pt>
                <c:pt idx="64">
                  <c:v>44991</c:v>
                </c:pt>
                <c:pt idx="65">
                  <c:v>44992</c:v>
                </c:pt>
                <c:pt idx="66">
                  <c:v>44993</c:v>
                </c:pt>
                <c:pt idx="67">
                  <c:v>44994</c:v>
                </c:pt>
                <c:pt idx="68">
                  <c:v>44995</c:v>
                </c:pt>
                <c:pt idx="69">
                  <c:v>44996</c:v>
                </c:pt>
                <c:pt idx="70">
                  <c:v>44997</c:v>
                </c:pt>
                <c:pt idx="71">
                  <c:v>44998</c:v>
                </c:pt>
                <c:pt idx="72">
                  <c:v>44999</c:v>
                </c:pt>
                <c:pt idx="73">
                  <c:v>45000</c:v>
                </c:pt>
                <c:pt idx="74">
                  <c:v>45001</c:v>
                </c:pt>
                <c:pt idx="75">
                  <c:v>45002</c:v>
                </c:pt>
                <c:pt idx="76">
                  <c:v>45003</c:v>
                </c:pt>
                <c:pt idx="77">
                  <c:v>45004</c:v>
                </c:pt>
                <c:pt idx="78">
                  <c:v>45005</c:v>
                </c:pt>
                <c:pt idx="79">
                  <c:v>45006</c:v>
                </c:pt>
                <c:pt idx="80">
                  <c:v>45007</c:v>
                </c:pt>
                <c:pt idx="81">
                  <c:v>45008</c:v>
                </c:pt>
                <c:pt idx="82">
                  <c:v>45009</c:v>
                </c:pt>
                <c:pt idx="83">
                  <c:v>45010</c:v>
                </c:pt>
                <c:pt idx="84">
                  <c:v>45011</c:v>
                </c:pt>
                <c:pt idx="85">
                  <c:v>45012</c:v>
                </c:pt>
                <c:pt idx="86">
                  <c:v>45013</c:v>
                </c:pt>
                <c:pt idx="87">
                  <c:v>45014</c:v>
                </c:pt>
                <c:pt idx="88">
                  <c:v>45015</c:v>
                </c:pt>
                <c:pt idx="89">
                  <c:v>45016</c:v>
                </c:pt>
              </c:numCache>
            </c:numRef>
          </c:cat>
          <c:val>
            <c:numRef>
              <c:f>Sheet1!$F$2:$F$91</c:f>
              <c:numCache>
                <c:formatCode>General</c:formatCode>
                <c:ptCount val="90"/>
                <c:pt idx="0">
                  <c:v>15.647146310976289</c:v>
                </c:pt>
                <c:pt idx="1">
                  <c:v>15.646164000082409</c:v>
                </c:pt>
                <c:pt idx="2">
                  <c:v>16.24231394477815</c:v>
                </c:pt>
                <c:pt idx="3">
                  <c:v>16.23372234762363</c:v>
                </c:pt>
                <c:pt idx="4">
                  <c:v>16.78819125305359</c:v>
                </c:pt>
                <c:pt idx="5">
                  <c:v>16.902477523976771</c:v>
                </c:pt>
                <c:pt idx="6">
                  <c:v>16.90136217176741</c:v>
                </c:pt>
                <c:pt idx="7">
                  <c:v>16.900246986074549</c:v>
                </c:pt>
                <c:pt idx="8">
                  <c:v>17.226462061657671</c:v>
                </c:pt>
                <c:pt idx="9">
                  <c:v>16.92303565608993</c:v>
                </c:pt>
                <c:pt idx="10">
                  <c:v>16.71962937786288</c:v>
                </c:pt>
                <c:pt idx="11">
                  <c:v>17.154726067055439</c:v>
                </c:pt>
                <c:pt idx="12">
                  <c:v>17.142675287875679</c:v>
                </c:pt>
                <c:pt idx="13">
                  <c:v>17.14154179376019</c:v>
                </c:pt>
                <c:pt idx="14">
                  <c:v>17.14040973578464</c:v>
                </c:pt>
                <c:pt idx="15">
                  <c:v>17.78654209336371</c:v>
                </c:pt>
                <c:pt idx="16">
                  <c:v>17.74586149134538</c:v>
                </c:pt>
                <c:pt idx="17">
                  <c:v>18.1068304147277</c:v>
                </c:pt>
                <c:pt idx="18">
                  <c:v>18.539205933510221</c:v>
                </c:pt>
                <c:pt idx="19">
                  <c:v>18.572007040169499</c:v>
                </c:pt>
                <c:pt idx="20">
                  <c:v>18.570826886107579</c:v>
                </c:pt>
                <c:pt idx="21">
                  <c:v>18.568294265246291</c:v>
                </c:pt>
                <c:pt idx="22">
                  <c:v>18.567129235197971</c:v>
                </c:pt>
                <c:pt idx="23">
                  <c:v>18.56596436976487</c:v>
                </c:pt>
                <c:pt idx="24">
                  <c:v>18.564799486078218</c:v>
                </c:pt>
                <c:pt idx="25">
                  <c:v>18.563634767058961</c:v>
                </c:pt>
                <c:pt idx="26">
                  <c:v>18.562470211851579</c:v>
                </c:pt>
                <c:pt idx="27">
                  <c:v>18.561363135727621</c:v>
                </c:pt>
                <c:pt idx="28">
                  <c:v>18.55892641074686</c:v>
                </c:pt>
                <c:pt idx="29">
                  <c:v>18.708835732279191</c:v>
                </c:pt>
                <c:pt idx="30">
                  <c:v>18.71536450188486</c:v>
                </c:pt>
                <c:pt idx="31">
                  <c:v>18.699611967286359</c:v>
                </c:pt>
                <c:pt idx="32">
                  <c:v>18.65729436932487</c:v>
                </c:pt>
                <c:pt idx="33">
                  <c:v>18.728856870171121</c:v>
                </c:pt>
                <c:pt idx="34">
                  <c:v>18.727626969658729</c:v>
                </c:pt>
                <c:pt idx="35">
                  <c:v>18.726397250176142</c:v>
                </c:pt>
                <c:pt idx="36">
                  <c:v>19.301909547529689</c:v>
                </c:pt>
                <c:pt idx="37">
                  <c:v>19.301201856863582</c:v>
                </c:pt>
                <c:pt idx="38">
                  <c:v>18.756496540262081</c:v>
                </c:pt>
                <c:pt idx="39">
                  <c:v>18.897191084515939</c:v>
                </c:pt>
                <c:pt idx="40">
                  <c:v>18.770809821245429</c:v>
                </c:pt>
                <c:pt idx="41">
                  <c:v>18.76958186559574</c:v>
                </c:pt>
                <c:pt idx="42">
                  <c:v>18.76835409071958</c:v>
                </c:pt>
                <c:pt idx="43">
                  <c:v>18.90001060976704</c:v>
                </c:pt>
                <c:pt idx="44">
                  <c:v>19.004122212137741</c:v>
                </c:pt>
                <c:pt idx="45">
                  <c:v>18.948812742914431</c:v>
                </c:pt>
                <c:pt idx="46">
                  <c:v>19.046475376071712</c:v>
                </c:pt>
                <c:pt idx="47">
                  <c:v>18.728888971967219</c:v>
                </c:pt>
                <c:pt idx="48">
                  <c:v>18.727650649492169</c:v>
                </c:pt>
                <c:pt idx="49">
                  <c:v>18.726412509345149</c:v>
                </c:pt>
                <c:pt idx="50">
                  <c:v>18.930897068563102</c:v>
                </c:pt>
                <c:pt idx="51">
                  <c:v>19.204225167565721</c:v>
                </c:pt>
                <c:pt idx="52">
                  <c:v>18.761624337148671</c:v>
                </c:pt>
                <c:pt idx="53">
                  <c:v>18.635238709441062</c:v>
                </c:pt>
                <c:pt idx="54">
                  <c:v>18.64080255077231</c:v>
                </c:pt>
                <c:pt idx="55">
                  <c:v>18.639577599432439</c:v>
                </c:pt>
                <c:pt idx="56">
                  <c:v>18.638352827724709</c:v>
                </c:pt>
                <c:pt idx="57">
                  <c:v>18.46780310810497</c:v>
                </c:pt>
                <c:pt idx="58">
                  <c:v>18.640119716751599</c:v>
                </c:pt>
                <c:pt idx="59">
                  <c:v>18.800227847587848</c:v>
                </c:pt>
                <c:pt idx="60">
                  <c:v>18.390335746530059</c:v>
                </c:pt>
                <c:pt idx="61">
                  <c:v>18.903446305078109</c:v>
                </c:pt>
                <c:pt idx="62">
                  <c:v>18.902225079395961</c:v>
                </c:pt>
                <c:pt idx="63">
                  <c:v>18.901004046900379</c:v>
                </c:pt>
                <c:pt idx="64">
                  <c:v>18.717245009043591</c:v>
                </c:pt>
                <c:pt idx="65">
                  <c:v>18.115224104394141</c:v>
                </c:pt>
                <c:pt idx="66">
                  <c:v>18.037465386520129</c:v>
                </c:pt>
                <c:pt idx="67">
                  <c:v>18.218342167292011</c:v>
                </c:pt>
                <c:pt idx="68">
                  <c:v>18.13143151407542</c:v>
                </c:pt>
                <c:pt idx="69">
                  <c:v>18.130207340652088</c:v>
                </c:pt>
                <c:pt idx="70">
                  <c:v>18.128983255615381</c:v>
                </c:pt>
                <c:pt idx="71">
                  <c:v>18.219370367515431</c:v>
                </c:pt>
                <c:pt idx="72">
                  <c:v>18.106954197039641</c:v>
                </c:pt>
                <c:pt idx="73">
                  <c:v>18.110339794996019</c:v>
                </c:pt>
                <c:pt idx="74">
                  <c:v>17.949405819386651</c:v>
                </c:pt>
                <c:pt idx="75">
                  <c:v>18.22205922400487</c:v>
                </c:pt>
                <c:pt idx="76">
                  <c:v>18.220843747180879</c:v>
                </c:pt>
                <c:pt idx="77">
                  <c:v>18.219628450439469</c:v>
                </c:pt>
                <c:pt idx="78">
                  <c:v>17.857961327102249</c:v>
                </c:pt>
                <c:pt idx="79">
                  <c:v>17.8475103041559</c:v>
                </c:pt>
                <c:pt idx="80">
                  <c:v>17.082127109820689</c:v>
                </c:pt>
                <c:pt idx="81">
                  <c:v>17.535620255712939</c:v>
                </c:pt>
                <c:pt idx="82">
                  <c:v>17.516807966745301</c:v>
                </c:pt>
                <c:pt idx="83">
                  <c:v>17.515811242626551</c:v>
                </c:pt>
                <c:pt idx="84">
                  <c:v>17.514664188645611</c:v>
                </c:pt>
                <c:pt idx="85">
                  <c:v>17.493448078705399</c:v>
                </c:pt>
                <c:pt idx="86">
                  <c:v>17.631847939547988</c:v>
                </c:pt>
                <c:pt idx="87">
                  <c:v>17.42550274518441</c:v>
                </c:pt>
                <c:pt idx="88">
                  <c:v>17.396329804717261</c:v>
                </c:pt>
                <c:pt idx="89">
                  <c:v>17.047907065512518</c:v>
                </c:pt>
              </c:numCache>
            </c:numRef>
          </c:val>
          <c:smooth val="0"/>
          <c:extLst>
            <c:ext xmlns:c16="http://schemas.microsoft.com/office/drawing/2014/chart" uri="{C3380CC4-5D6E-409C-BE32-E72D297353CC}">
              <c16:uniqueId val="{00000004-A766-4EB3-A036-F86B2D975829}"/>
            </c:ext>
          </c:extLst>
        </c:ser>
        <c:dLbls>
          <c:showLegendKey val="0"/>
          <c:showVal val="0"/>
          <c:showCatName val="0"/>
          <c:showSerName val="0"/>
          <c:showPercent val="0"/>
          <c:showBubbleSize val="0"/>
        </c:dLbls>
        <c:smooth val="0"/>
        <c:axId val="858244816"/>
        <c:axId val="858249808"/>
        <c:extLst>
          <c:ext xmlns:c15="http://schemas.microsoft.com/office/drawing/2012/chart" uri="{02D57815-91ED-43cb-92C2-25804820EDAC}">
            <c15:filteredLineSeries>
              <c15:ser>
                <c:idx val="0"/>
                <c:order val="0"/>
                <c:tx>
                  <c:strRef>
                    <c:extLst>
                      <c:ext uri="{02D57815-91ED-43cb-92C2-25804820EDAC}">
                        <c15:formulaRef>
                          <c15:sqref>Sheet1!$B$1</c15:sqref>
                        </c15:formulaRef>
                      </c:ext>
                    </c:extLst>
                    <c:strCache>
                      <c:ptCount val="1"/>
                      <c:pt idx="0">
                        <c:v>合计</c:v>
                      </c:pt>
                    </c:strCache>
                  </c:strRef>
                </c:tx>
                <c:spPr>
                  <a:ln w="28575" cap="rnd">
                    <a:solidFill>
                      <a:schemeClr val="accent1"/>
                    </a:solidFill>
                    <a:round/>
                  </a:ln>
                  <a:effectLst/>
                </c:spPr>
                <c:marker>
                  <c:symbol val="none"/>
                </c:marker>
                <c:cat>
                  <c:numRef>
                    <c:extLst>
                      <c:ext uri="{02D57815-91ED-43cb-92C2-25804820EDAC}">
                        <c15:formulaRef>
                          <c15:sqref>Sheet1!$A$2</c15:sqref>
                        </c15:formulaRef>
                      </c:ext>
                    </c:extLst>
                    <c:numCache>
                      <c:formatCode>m/d/yyyy</c:formatCode>
                      <c:ptCount val="1"/>
                    </c:numCache>
                  </c:numRef>
                </c:cat>
                <c:val>
                  <c:numRef>
                    <c:extLst>
                      <c:ext uri="{02D57815-91ED-43cb-92C2-25804820EDAC}">
                        <c15:formulaRef>
                          <c15:sqref>Sheet1!$B$2</c15:sqref>
                        </c15:formulaRef>
                      </c:ext>
                    </c:extLst>
                    <c:numCache>
                      <c:formatCode>#,##0.00</c:formatCode>
                      <c:ptCount val="1"/>
                    </c:numCache>
                  </c:numRef>
                </c:val>
                <c:smooth val="0"/>
                <c:extLst>
                  <c:ext xmlns:c16="http://schemas.microsoft.com/office/drawing/2014/chart" uri="{C3380CC4-5D6E-409C-BE32-E72D297353CC}">
                    <c16:uniqueId val="{00000005-A766-4EB3-A036-F86B2D975829}"/>
                  </c:ext>
                </c:extLst>
              </c15:ser>
            </c15:filteredLineSeries>
            <c15:filteredLineSeries>
              <c15:ser>
                <c:idx val="6"/>
                <c:order val="6"/>
                <c:tx>
                  <c:strRef>
                    <c:extLst xmlns:c15="http://schemas.microsoft.com/office/drawing/2012/chart">
                      <c:ext xmlns:c15="http://schemas.microsoft.com/office/drawing/2012/chart" uri="{02D57815-91ED-43cb-92C2-25804820EDAC}">
                        <c15:formulaRef>
                          <c15:sqref>Sheet1!$H$1</c15:sqref>
                        </c15:formulaRef>
                      </c:ext>
                    </c:extLst>
                    <c:strCache>
                      <c:ptCount val="1"/>
                      <c:pt idx="0">
                        <c:v>费用</c:v>
                      </c:pt>
                    </c:strCache>
                  </c:strRef>
                </c:tx>
                <c:spPr>
                  <a:ln w="28575" cap="rnd">
                    <a:solidFill>
                      <a:schemeClr val="accent1">
                        <a:lumMod val="60000"/>
                      </a:schemeClr>
                    </a:solidFill>
                    <a:round/>
                  </a:ln>
                  <a:effectLst/>
                </c:spPr>
                <c:marker>
                  <c:symbol val="none"/>
                </c:marker>
                <c:cat>
                  <c:numRef>
                    <c:extLst xmlns:c15="http://schemas.microsoft.com/office/drawing/2012/chart">
                      <c:ext xmlns:c15="http://schemas.microsoft.com/office/drawing/2012/chart" uri="{02D57815-91ED-43cb-92C2-25804820EDAC}">
                        <c15:formulaRef>
                          <c15:sqref>Sheet1!$A$2</c15:sqref>
                        </c15:formulaRef>
                      </c:ext>
                    </c:extLst>
                    <c:numCache>
                      <c:formatCode>m/d/yyyy</c:formatCode>
                      <c:ptCount val="1"/>
                    </c:numCache>
                  </c:numRef>
                </c:cat>
                <c:val>
                  <c:numRef>
                    <c:extLst xmlns:c15="http://schemas.microsoft.com/office/drawing/2012/chart">
                      <c:ext xmlns:c15="http://schemas.microsoft.com/office/drawing/2012/chart" uri="{02D57815-91ED-43cb-92C2-25804820EDAC}">
                        <c15:formulaRef>
                          <c15:sqref>Sheet1!$H$2</c15:sqref>
                        </c15:formulaRef>
                      </c:ext>
                    </c:extLst>
                    <c:numCache>
                      <c:formatCode>#,##0.00</c:formatCode>
                      <c:ptCount val="1"/>
                    </c:numCache>
                  </c:numRef>
                </c:val>
                <c:smooth val="0"/>
                <c:extLst xmlns:c15="http://schemas.microsoft.com/office/drawing/2012/chart">
                  <c:ext xmlns:c16="http://schemas.microsoft.com/office/drawing/2014/chart" uri="{C3380CC4-5D6E-409C-BE32-E72D297353CC}">
                    <c16:uniqueId val="{00000006-A766-4EB3-A036-F86B2D975829}"/>
                  </c:ext>
                </c:extLst>
              </c15:ser>
            </c15:filteredLineSeries>
            <c15:filteredLineSeries>
              <c15:ser>
                <c:idx val="7"/>
                <c:order val="7"/>
                <c:tx>
                  <c:strRef>
                    <c:extLst xmlns:c15="http://schemas.microsoft.com/office/drawing/2012/chart">
                      <c:ext xmlns:c15="http://schemas.microsoft.com/office/drawing/2012/chart" uri="{02D57815-91ED-43cb-92C2-25804820EDAC}">
                        <c15:formulaRef>
                          <c15:sqref>Sheet1!$I$1</c15:sqref>
                        </c15:formulaRef>
                      </c:ext>
                    </c:extLst>
                    <c:strCache>
                      <c:ptCount val="1"/>
                      <c:pt idx="0">
                        <c:v>其他</c:v>
                      </c:pt>
                    </c:strCache>
                  </c:strRef>
                </c:tx>
                <c:spPr>
                  <a:ln w="28575" cap="rnd">
                    <a:solidFill>
                      <a:schemeClr val="accent2">
                        <a:lumMod val="60000"/>
                      </a:schemeClr>
                    </a:solidFill>
                    <a:round/>
                  </a:ln>
                  <a:effectLst/>
                </c:spPr>
                <c:marker>
                  <c:symbol val="none"/>
                </c:marker>
                <c:cat>
                  <c:numRef>
                    <c:extLst xmlns:c15="http://schemas.microsoft.com/office/drawing/2012/chart">
                      <c:ext xmlns:c15="http://schemas.microsoft.com/office/drawing/2012/chart" uri="{02D57815-91ED-43cb-92C2-25804820EDAC}">
                        <c15:formulaRef>
                          <c15:sqref>Sheet1!$A$2</c15:sqref>
                        </c15:formulaRef>
                      </c:ext>
                    </c:extLst>
                    <c:numCache>
                      <c:formatCode>m/d/yyyy</c:formatCode>
                      <c:ptCount val="1"/>
                    </c:numCache>
                  </c:numRef>
                </c:cat>
                <c:val>
                  <c:numRef>
                    <c:extLst xmlns:c15="http://schemas.microsoft.com/office/drawing/2012/chart">
                      <c:ext xmlns:c15="http://schemas.microsoft.com/office/drawing/2012/chart" uri="{02D57815-91ED-43cb-92C2-25804820EDAC}">
                        <c15:formulaRef>
                          <c15:sqref>Sheet1!$I$2</c15:sqref>
                        </c15:formulaRef>
                      </c:ext>
                    </c:extLst>
                    <c:numCache>
                      <c:formatCode>#,##0.00</c:formatCode>
                      <c:ptCount val="1"/>
                    </c:numCache>
                  </c:numRef>
                </c:val>
                <c:smooth val="0"/>
                <c:extLst xmlns:c15="http://schemas.microsoft.com/office/drawing/2012/chart">
                  <c:ext xmlns:c16="http://schemas.microsoft.com/office/drawing/2014/chart" uri="{C3380CC4-5D6E-409C-BE32-E72D297353CC}">
                    <c16:uniqueId val="{00000007-A766-4EB3-A036-F86B2D975829}"/>
                  </c:ext>
                </c:extLst>
              </c15:ser>
            </c15:filteredLineSeries>
          </c:ext>
        </c:extLst>
      </c:lineChart>
      <c:dateAx>
        <c:axId val="858244816"/>
        <c:scaling>
          <c:orientation val="minMax"/>
        </c:scaling>
        <c:delete val="0"/>
        <c:axPos val="b"/>
        <c:numFmt formatCode="yyyy&quot;年&quot;m&quot;月&quot;;@" sourceLinked="0"/>
        <c:majorTickMark val="none"/>
        <c:minorTickMark val="none"/>
        <c:tickLblPos val="low"/>
        <c:spPr>
          <a:noFill/>
          <a:ln w="9525" cap="flat" cmpd="sng" algn="ctr">
            <a:solidFill>
              <a:schemeClr val="tx1">
                <a:lumMod val="15000"/>
                <a:lumOff val="85000"/>
              </a:schemeClr>
            </a:solidFill>
            <a:round/>
          </a:ln>
          <a:effectLst/>
        </c:spPr>
        <c:txPr>
          <a:bodyPr rot="0" spcFirstLastPara="1" vertOverflow="ellipsis" wrap="square" anchor="b" anchorCtr="1"/>
          <a:lstStyle/>
          <a:p>
            <a:pPr>
              <a:defRPr sz="1050" b="0" i="0" u="none" strike="noStrike" kern="1200" baseline="0">
                <a:solidFill>
                  <a:schemeClr val="tx1">
                    <a:lumMod val="65000"/>
                    <a:lumOff val="35000"/>
                  </a:schemeClr>
                </a:solidFill>
                <a:latin typeface="+mn-lt"/>
                <a:ea typeface="+mn-ea"/>
                <a:cs typeface="+mn-cs"/>
              </a:defRPr>
            </a:pPr>
            <a:endParaRPr lang="zh-CN"/>
          </a:p>
        </c:txPr>
        <c:crossAx val="858249808"/>
        <c:crosses val="autoZero"/>
        <c:auto val="1"/>
        <c:lblOffset val="100"/>
        <c:baseTimeUnit val="days"/>
      </c:dateAx>
      <c:valAx>
        <c:axId val="858249808"/>
        <c:scaling>
          <c:orientation val="minMax"/>
          <c:max val="100"/>
          <c:min val="-2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58244816"/>
        <c:crosses val="autoZero"/>
        <c:crossBetween val="between"/>
        <c:majorUnit val="20"/>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solidFill>
        <a:schemeClr val="bg1">
          <a:lumMod val="95000"/>
        </a:schemeClr>
      </a:solid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sz="1400" b="0" dirty="0">
                <a:solidFill>
                  <a:schemeClr val="tx1"/>
                </a:solidFill>
              </a:rPr>
              <a:t>养老金产品时序图</a:t>
            </a:r>
            <a:endParaRPr lang="en-US" altLang="zh-CN" sz="1400" b="0" dirty="0">
              <a:solidFill>
                <a:schemeClr val="tx1"/>
              </a:solidFill>
            </a:endParaRPr>
          </a:p>
        </c:rich>
      </c:tx>
      <c:layout>
        <c:manualLayout>
          <c:xMode val="edge"/>
          <c:yMode val="edge"/>
          <c:x val="0.33429713021479646"/>
          <c:y val="7.757859490504105E-3"/>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ltLang="zh-CN"/>
        </a:p>
      </c:txPr>
    </c:title>
    <c:autoTitleDeleted val="0"/>
    <c:plotArea>
      <c:layout>
        <c:manualLayout>
          <c:layoutTarget val="inner"/>
          <c:xMode val="edge"/>
          <c:yMode val="edge"/>
          <c:x val="8.5022377544891073E-2"/>
          <c:y val="0.14747690891448306"/>
          <c:w val="0.85577938807261789"/>
          <c:h val="0.55276673063337434"/>
        </c:manualLayout>
      </c:layout>
      <c:lineChart>
        <c:grouping val="standard"/>
        <c:varyColors val="0"/>
        <c:ser>
          <c:idx val="0"/>
          <c:order val="0"/>
          <c:tx>
            <c:strRef>
              <c:f>Sheet1!$B$1</c:f>
              <c:strCache>
                <c:ptCount val="1"/>
                <c:pt idx="0">
                  <c:v>国泰金色年华固定收益型养老金产品</c:v>
                </c:pt>
              </c:strCache>
            </c:strRef>
          </c:tx>
          <c:spPr>
            <a:ln w="28575" cap="rnd">
              <a:solidFill>
                <a:schemeClr val="accent1"/>
              </a:solidFill>
              <a:round/>
            </a:ln>
            <a:effectLst/>
          </c:spPr>
          <c:marker>
            <c:symbol val="none"/>
          </c:marker>
          <c:cat>
            <c:numRef>
              <c:f>Sheet1!$A$2:$A$91</c:f>
              <c:numCache>
                <c:formatCode>yyyy\-mm\-dd</c:formatCode>
                <c:ptCount val="90"/>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44975</c:v>
                </c:pt>
                <c:pt idx="49">
                  <c:v>44976</c:v>
                </c:pt>
                <c:pt idx="50">
                  <c:v>44977</c:v>
                </c:pt>
                <c:pt idx="51">
                  <c:v>44978</c:v>
                </c:pt>
                <c:pt idx="52">
                  <c:v>44979</c:v>
                </c:pt>
                <c:pt idx="53">
                  <c:v>44980</c:v>
                </c:pt>
                <c:pt idx="54">
                  <c:v>44981</c:v>
                </c:pt>
                <c:pt idx="55">
                  <c:v>44982</c:v>
                </c:pt>
                <c:pt idx="56">
                  <c:v>44983</c:v>
                </c:pt>
                <c:pt idx="57">
                  <c:v>44984</c:v>
                </c:pt>
                <c:pt idx="58">
                  <c:v>44985</c:v>
                </c:pt>
                <c:pt idx="59">
                  <c:v>44986</c:v>
                </c:pt>
                <c:pt idx="60">
                  <c:v>44987</c:v>
                </c:pt>
                <c:pt idx="61">
                  <c:v>44988</c:v>
                </c:pt>
                <c:pt idx="62">
                  <c:v>44989</c:v>
                </c:pt>
                <c:pt idx="63">
                  <c:v>44990</c:v>
                </c:pt>
                <c:pt idx="64">
                  <c:v>44991</c:v>
                </c:pt>
                <c:pt idx="65">
                  <c:v>44992</c:v>
                </c:pt>
                <c:pt idx="66">
                  <c:v>44993</c:v>
                </c:pt>
                <c:pt idx="67">
                  <c:v>44994</c:v>
                </c:pt>
                <c:pt idx="68">
                  <c:v>44995</c:v>
                </c:pt>
                <c:pt idx="69">
                  <c:v>44996</c:v>
                </c:pt>
                <c:pt idx="70">
                  <c:v>44997</c:v>
                </c:pt>
                <c:pt idx="71">
                  <c:v>44998</c:v>
                </c:pt>
                <c:pt idx="72">
                  <c:v>44999</c:v>
                </c:pt>
                <c:pt idx="73">
                  <c:v>45000</c:v>
                </c:pt>
                <c:pt idx="74">
                  <c:v>45001</c:v>
                </c:pt>
                <c:pt idx="75">
                  <c:v>45002</c:v>
                </c:pt>
                <c:pt idx="76">
                  <c:v>45003</c:v>
                </c:pt>
                <c:pt idx="77">
                  <c:v>45004</c:v>
                </c:pt>
                <c:pt idx="78">
                  <c:v>45005</c:v>
                </c:pt>
                <c:pt idx="79">
                  <c:v>45006</c:v>
                </c:pt>
                <c:pt idx="80">
                  <c:v>45007</c:v>
                </c:pt>
                <c:pt idx="81">
                  <c:v>45008</c:v>
                </c:pt>
                <c:pt idx="82">
                  <c:v>45009</c:v>
                </c:pt>
                <c:pt idx="83">
                  <c:v>45010</c:v>
                </c:pt>
                <c:pt idx="84">
                  <c:v>45011</c:v>
                </c:pt>
                <c:pt idx="85">
                  <c:v>45012</c:v>
                </c:pt>
                <c:pt idx="86">
                  <c:v>45013</c:v>
                </c:pt>
                <c:pt idx="87">
                  <c:v>45014</c:v>
                </c:pt>
                <c:pt idx="88">
                  <c:v>45015</c:v>
                </c:pt>
                <c:pt idx="89">
                  <c:v>45016</c:v>
                </c:pt>
              </c:numCache>
            </c:numRef>
          </c:cat>
          <c:val>
            <c:numRef>
              <c:f>Sheet1!$B$2:$B$91</c:f>
              <c:numCache>
                <c:formatCode>General</c:formatCode>
                <c:ptCount val="90"/>
                <c:pt idx="0">
                  <c:v>0.10223026609517161</c:v>
                </c:pt>
                <c:pt idx="1">
                  <c:v>0.10222403000734211</c:v>
                </c:pt>
                <c:pt idx="2">
                  <c:v>0.10208323595692891</c:v>
                </c:pt>
                <c:pt idx="3">
                  <c:v>0.10195118701384059</c:v>
                </c:pt>
                <c:pt idx="4">
                  <c:v>0.1017640204849219</c:v>
                </c:pt>
                <c:pt idx="5">
                  <c:v>0.1017681623117429</c:v>
                </c:pt>
                <c:pt idx="6">
                  <c:v>0.101761694907788</c:v>
                </c:pt>
                <c:pt idx="7">
                  <c:v>0.10175522837979729</c:v>
                </c:pt>
                <c:pt idx="8">
                  <c:v>0.1017375933520857</c:v>
                </c:pt>
                <c:pt idx="9">
                  <c:v>0.10179894622220539</c:v>
                </c:pt>
                <c:pt idx="10">
                  <c:v>0.1017827090118345</c:v>
                </c:pt>
                <c:pt idx="11">
                  <c:v>0.1017745463029139</c:v>
                </c:pt>
                <c:pt idx="12">
                  <c:v>0.10295561868251531</c:v>
                </c:pt>
                <c:pt idx="13">
                  <c:v>0.10294909431657349</c:v>
                </c:pt>
                <c:pt idx="14">
                  <c:v>0.10294257083059449</c:v>
                </c:pt>
                <c:pt idx="15">
                  <c:v>0.1027374629773635</c:v>
                </c:pt>
                <c:pt idx="16">
                  <c:v>0.10265062334525479</c:v>
                </c:pt>
                <c:pt idx="17">
                  <c:v>0.102619971883273</c:v>
                </c:pt>
                <c:pt idx="18">
                  <c:v>0.10251002154707491</c:v>
                </c:pt>
                <c:pt idx="19">
                  <c:v>0.10237309837327049</c:v>
                </c:pt>
                <c:pt idx="20">
                  <c:v>0.1023668496101493</c:v>
                </c:pt>
                <c:pt idx="21">
                  <c:v>0.1023531455936614</c:v>
                </c:pt>
                <c:pt idx="22">
                  <c:v>0.1023469799523139</c:v>
                </c:pt>
                <c:pt idx="23">
                  <c:v>0.1023408151054134</c:v>
                </c:pt>
                <c:pt idx="24">
                  <c:v>0.1023346500450974</c:v>
                </c:pt>
                <c:pt idx="25">
                  <c:v>0.1023284857793576</c:v>
                </c:pt>
                <c:pt idx="26">
                  <c:v>0.1023223223038167</c:v>
                </c:pt>
                <c:pt idx="27">
                  <c:v>0.1023166451919557</c:v>
                </c:pt>
                <c:pt idx="28">
                  <c:v>0.1023036334392807</c:v>
                </c:pt>
                <c:pt idx="29">
                  <c:v>0.1021551951720541</c:v>
                </c:pt>
                <c:pt idx="30">
                  <c:v>0.1023093915233433</c:v>
                </c:pt>
                <c:pt idx="31">
                  <c:v>0.1021595638606808</c:v>
                </c:pt>
                <c:pt idx="32">
                  <c:v>0.10209050279696991</c:v>
                </c:pt>
                <c:pt idx="33">
                  <c:v>0.1021198452530947</c:v>
                </c:pt>
                <c:pt idx="34">
                  <c:v>0.10211340222268379</c:v>
                </c:pt>
                <c:pt idx="35">
                  <c:v>0.1021069600552505</c:v>
                </c:pt>
                <c:pt idx="36">
                  <c:v>0.10223318428860979</c:v>
                </c:pt>
                <c:pt idx="37">
                  <c:v>0.10222850219946431</c:v>
                </c:pt>
                <c:pt idx="38">
                  <c:v>9.9750991205595149E-2</c:v>
                </c:pt>
                <c:pt idx="39">
                  <c:v>9.9548870259144676E-2</c:v>
                </c:pt>
                <c:pt idx="40">
                  <c:v>9.9538465126020326E-2</c:v>
                </c:pt>
                <c:pt idx="41">
                  <c:v>9.9532196963611486E-2</c:v>
                </c:pt>
                <c:pt idx="42">
                  <c:v>9.9525929645666852E-2</c:v>
                </c:pt>
                <c:pt idx="43">
                  <c:v>9.9415716660435846E-2</c:v>
                </c:pt>
                <c:pt idx="44">
                  <c:v>9.9331312008048511E-2</c:v>
                </c:pt>
                <c:pt idx="45">
                  <c:v>9.9310234246709719E-2</c:v>
                </c:pt>
                <c:pt idx="46">
                  <c:v>9.9612987483446006E-2</c:v>
                </c:pt>
                <c:pt idx="47">
                  <c:v>9.9847933879848666E-2</c:v>
                </c:pt>
                <c:pt idx="48">
                  <c:v>9.9841550075075003E-2</c:v>
                </c:pt>
                <c:pt idx="49">
                  <c:v>9.9835167138086517E-2</c:v>
                </c:pt>
                <c:pt idx="50">
                  <c:v>9.9594035290034272E-2</c:v>
                </c:pt>
                <c:pt idx="51">
                  <c:v>9.9504137798300363E-2</c:v>
                </c:pt>
                <c:pt idx="52">
                  <c:v>9.7333536526897899E-2</c:v>
                </c:pt>
                <c:pt idx="53">
                  <c:v>9.7352501076492778E-2</c:v>
                </c:pt>
                <c:pt idx="54">
                  <c:v>9.7454277665022834E-2</c:v>
                </c:pt>
                <c:pt idx="55">
                  <c:v>9.7448089647051941E-2</c:v>
                </c:pt>
                <c:pt idx="56">
                  <c:v>9.7441902464434599E-2</c:v>
                </c:pt>
                <c:pt idx="57">
                  <c:v>9.7464374165967066E-2</c:v>
                </c:pt>
                <c:pt idx="58">
                  <c:v>9.7325424420704645E-2</c:v>
                </c:pt>
                <c:pt idx="59">
                  <c:v>9.7135311579783029E-2</c:v>
                </c:pt>
                <c:pt idx="60">
                  <c:v>9.5211690093533988E-2</c:v>
                </c:pt>
                <c:pt idx="61">
                  <c:v>9.5251487578709895E-2</c:v>
                </c:pt>
                <c:pt idx="62">
                  <c:v>9.5245537338487243E-2</c:v>
                </c:pt>
                <c:pt idx="63">
                  <c:v>9.523958789157437E-2</c:v>
                </c:pt>
                <c:pt idx="64">
                  <c:v>9.5253621545788952E-2</c:v>
                </c:pt>
                <c:pt idx="65">
                  <c:v>9.5545522346571585E-2</c:v>
                </c:pt>
                <c:pt idx="66">
                  <c:v>9.5634954493377125E-2</c:v>
                </c:pt>
                <c:pt idx="67">
                  <c:v>9.5534931496504077E-2</c:v>
                </c:pt>
                <c:pt idx="68">
                  <c:v>9.5789832861750412E-2</c:v>
                </c:pt>
                <c:pt idx="69">
                  <c:v>9.5783573393754817E-2</c:v>
                </c:pt>
                <c:pt idx="70">
                  <c:v>9.5777314289702542E-2</c:v>
                </c:pt>
                <c:pt idx="71">
                  <c:v>9.5664968410569554E-2</c:v>
                </c:pt>
                <c:pt idx="72">
                  <c:v>9.5784723395016702E-2</c:v>
                </c:pt>
                <c:pt idx="73">
                  <c:v>9.5778195740276892E-2</c:v>
                </c:pt>
                <c:pt idx="74">
                  <c:v>9.5940903086520132E-2</c:v>
                </c:pt>
                <c:pt idx="75">
                  <c:v>9.5916091906778148E-2</c:v>
                </c:pt>
                <c:pt idx="76">
                  <c:v>9.5909892037280509E-2</c:v>
                </c:pt>
                <c:pt idx="77">
                  <c:v>9.5903693019604996E-2</c:v>
                </c:pt>
                <c:pt idx="78">
                  <c:v>9.594842724155743E-2</c:v>
                </c:pt>
                <c:pt idx="79">
                  <c:v>9.5873585748854767E-2</c:v>
                </c:pt>
                <c:pt idx="80">
                  <c:v>9.1899399950954072E-2</c:v>
                </c:pt>
                <c:pt idx="81">
                  <c:v>9.1777965399919753E-2</c:v>
                </c:pt>
                <c:pt idx="82">
                  <c:v>9.1792670572582058E-2</c:v>
                </c:pt>
                <c:pt idx="83">
                  <c:v>9.1786851902530664E-2</c:v>
                </c:pt>
                <c:pt idx="84">
                  <c:v>9.178103401725414E-2</c:v>
                </c:pt>
                <c:pt idx="85">
                  <c:v>9.1903402175097793E-2</c:v>
                </c:pt>
                <c:pt idx="86">
                  <c:v>9.2032521910187653E-2</c:v>
                </c:pt>
                <c:pt idx="87">
                  <c:v>9.2002606504005754E-2</c:v>
                </c:pt>
                <c:pt idx="88">
                  <c:v>9.2000818965952719E-2</c:v>
                </c:pt>
                <c:pt idx="89">
                  <c:v>8.9793568985269412E-2</c:v>
                </c:pt>
              </c:numCache>
            </c:numRef>
          </c:val>
          <c:smooth val="0"/>
          <c:extLst>
            <c:ext xmlns:c16="http://schemas.microsoft.com/office/drawing/2014/chart" uri="{C3380CC4-5D6E-409C-BE32-E72D297353CC}">
              <c16:uniqueId val="{00000005-9D75-4A4B-8360-454C8CE55754}"/>
            </c:ext>
          </c:extLst>
        </c:ser>
        <c:ser>
          <c:idx val="1"/>
          <c:order val="1"/>
          <c:tx>
            <c:strRef>
              <c:f>Sheet1!$C$1</c:f>
              <c:strCache>
                <c:ptCount val="1"/>
                <c:pt idx="0">
                  <c:v>国泰金色年华混合型养老金产品</c:v>
                </c:pt>
              </c:strCache>
            </c:strRef>
          </c:tx>
          <c:spPr>
            <a:ln w="28575" cap="rnd">
              <a:solidFill>
                <a:srgbClr val="C5C5C5"/>
              </a:solidFill>
              <a:round/>
            </a:ln>
            <a:effectLst/>
          </c:spPr>
          <c:marker>
            <c:symbol val="none"/>
          </c:marker>
          <c:cat>
            <c:numRef>
              <c:f>Sheet1!$A$2:$A$91</c:f>
              <c:numCache>
                <c:formatCode>yyyy\-mm\-dd</c:formatCode>
                <c:ptCount val="90"/>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44975</c:v>
                </c:pt>
                <c:pt idx="49">
                  <c:v>44976</c:v>
                </c:pt>
                <c:pt idx="50">
                  <c:v>44977</c:v>
                </c:pt>
                <c:pt idx="51">
                  <c:v>44978</c:v>
                </c:pt>
                <c:pt idx="52">
                  <c:v>44979</c:v>
                </c:pt>
                <c:pt idx="53">
                  <c:v>44980</c:v>
                </c:pt>
                <c:pt idx="54">
                  <c:v>44981</c:v>
                </c:pt>
                <c:pt idx="55">
                  <c:v>44982</c:v>
                </c:pt>
                <c:pt idx="56">
                  <c:v>44983</c:v>
                </c:pt>
                <c:pt idx="57">
                  <c:v>44984</c:v>
                </c:pt>
                <c:pt idx="58">
                  <c:v>44985</c:v>
                </c:pt>
                <c:pt idx="59">
                  <c:v>44986</c:v>
                </c:pt>
                <c:pt idx="60">
                  <c:v>44987</c:v>
                </c:pt>
                <c:pt idx="61">
                  <c:v>44988</c:v>
                </c:pt>
                <c:pt idx="62">
                  <c:v>44989</c:v>
                </c:pt>
                <c:pt idx="63">
                  <c:v>44990</c:v>
                </c:pt>
                <c:pt idx="64">
                  <c:v>44991</c:v>
                </c:pt>
                <c:pt idx="65">
                  <c:v>44992</c:v>
                </c:pt>
                <c:pt idx="66">
                  <c:v>44993</c:v>
                </c:pt>
                <c:pt idx="67">
                  <c:v>44994</c:v>
                </c:pt>
                <c:pt idx="68">
                  <c:v>44995</c:v>
                </c:pt>
                <c:pt idx="69">
                  <c:v>44996</c:v>
                </c:pt>
                <c:pt idx="70">
                  <c:v>44997</c:v>
                </c:pt>
                <c:pt idx="71">
                  <c:v>44998</c:v>
                </c:pt>
                <c:pt idx="72">
                  <c:v>44999</c:v>
                </c:pt>
                <c:pt idx="73">
                  <c:v>45000</c:v>
                </c:pt>
                <c:pt idx="74">
                  <c:v>45001</c:v>
                </c:pt>
                <c:pt idx="75">
                  <c:v>45002</c:v>
                </c:pt>
                <c:pt idx="76">
                  <c:v>45003</c:v>
                </c:pt>
                <c:pt idx="77">
                  <c:v>45004</c:v>
                </c:pt>
                <c:pt idx="78">
                  <c:v>45005</c:v>
                </c:pt>
                <c:pt idx="79">
                  <c:v>45006</c:v>
                </c:pt>
                <c:pt idx="80">
                  <c:v>45007</c:v>
                </c:pt>
                <c:pt idx="81">
                  <c:v>45008</c:v>
                </c:pt>
                <c:pt idx="82">
                  <c:v>45009</c:v>
                </c:pt>
                <c:pt idx="83">
                  <c:v>45010</c:v>
                </c:pt>
                <c:pt idx="84">
                  <c:v>45011</c:v>
                </c:pt>
                <c:pt idx="85">
                  <c:v>45012</c:v>
                </c:pt>
                <c:pt idx="86">
                  <c:v>45013</c:v>
                </c:pt>
                <c:pt idx="87">
                  <c:v>45014</c:v>
                </c:pt>
                <c:pt idx="88">
                  <c:v>45015</c:v>
                </c:pt>
                <c:pt idx="89">
                  <c:v>45016</c:v>
                </c:pt>
              </c:numCache>
            </c:numRef>
          </c:cat>
          <c:val>
            <c:numRef>
              <c:f>Sheet1!$C$2:$C$91</c:f>
              <c:numCache>
                <c:formatCode>General</c:formatCode>
                <c:ptCount val="90"/>
                <c:pt idx="0">
                  <c:v>4.5828885066802778E-2</c:v>
                </c:pt>
                <c:pt idx="1">
                  <c:v>4.582608948616583E-2</c:v>
                </c:pt>
                <c:pt idx="2">
                  <c:v>4.5807607058633001E-2</c:v>
                </c:pt>
                <c:pt idx="3">
                  <c:v>4.5974001676928028E-2</c:v>
                </c:pt>
                <c:pt idx="4">
                  <c:v>4.5922074804110001E-2</c:v>
                </c:pt>
                <c:pt idx="5">
                  <c:v>4.6006642697512423E-2</c:v>
                </c:pt>
                <c:pt idx="6">
                  <c:v>4.6003718958533779E-2</c:v>
                </c:pt>
                <c:pt idx="7">
                  <c:v>4.6000795615554958E-2</c:v>
                </c:pt>
                <c:pt idx="8">
                  <c:v>4.6024318902729407E-2</c:v>
                </c:pt>
                <c:pt idx="9">
                  <c:v>4.603467774718599E-2</c:v>
                </c:pt>
                <c:pt idx="10">
                  <c:v>4.6168516873561959E-2</c:v>
                </c:pt>
                <c:pt idx="11">
                  <c:v>4.6164600909333137E-2</c:v>
                </c:pt>
                <c:pt idx="12">
                  <c:v>4.6694741319839569E-2</c:v>
                </c:pt>
                <c:pt idx="13">
                  <c:v>4.6691782243066228E-2</c:v>
                </c:pt>
                <c:pt idx="14">
                  <c:v>4.6688823565393368E-2</c:v>
                </c:pt>
                <c:pt idx="15">
                  <c:v>4.6599341623473123E-2</c:v>
                </c:pt>
                <c:pt idx="16">
                  <c:v>4.6663809017561703E-2</c:v>
                </c:pt>
                <c:pt idx="17">
                  <c:v>4.6653607658479659E-2</c:v>
                </c:pt>
                <c:pt idx="18">
                  <c:v>4.6622861572523683E-2</c:v>
                </c:pt>
                <c:pt idx="19">
                  <c:v>4.6678727409290542E-2</c:v>
                </c:pt>
                <c:pt idx="20">
                  <c:v>4.6675878181172872E-2</c:v>
                </c:pt>
                <c:pt idx="21">
                  <c:v>4.6669629605519528E-2</c:v>
                </c:pt>
                <c:pt idx="22">
                  <c:v>4.6666818278165587E-2</c:v>
                </c:pt>
                <c:pt idx="23">
                  <c:v>4.6664007313053098E-2</c:v>
                </c:pt>
                <c:pt idx="24">
                  <c:v>4.6661196250630199E-2</c:v>
                </c:pt>
                <c:pt idx="25">
                  <c:v>4.6658385550507588E-2</c:v>
                </c:pt>
                <c:pt idx="26">
                  <c:v>4.6655575210689457E-2</c:v>
                </c:pt>
                <c:pt idx="27">
                  <c:v>4.6652986636530398E-2</c:v>
                </c:pt>
                <c:pt idx="28">
                  <c:v>4.6647053710147553E-2</c:v>
                </c:pt>
                <c:pt idx="29">
                  <c:v>4.6654731662854013E-2</c:v>
                </c:pt>
                <c:pt idx="30">
                  <c:v>4.6728261677390359E-2</c:v>
                </c:pt>
                <c:pt idx="31">
                  <c:v>4.6616213671775861E-2</c:v>
                </c:pt>
                <c:pt idx="32">
                  <c:v>4.6730102799507532E-2</c:v>
                </c:pt>
                <c:pt idx="33">
                  <c:v>4.6809260395558383E-2</c:v>
                </c:pt>
                <c:pt idx="34">
                  <c:v>4.6806307066678057E-2</c:v>
                </c:pt>
                <c:pt idx="35">
                  <c:v>4.6803354133365727E-2</c:v>
                </c:pt>
                <c:pt idx="36">
                  <c:v>4.6883015000565277E-2</c:v>
                </c:pt>
                <c:pt idx="37">
                  <c:v>4.6844176564801082E-2</c:v>
                </c:pt>
                <c:pt idx="38">
                  <c:v>4.5730533790800942E-2</c:v>
                </c:pt>
                <c:pt idx="39">
                  <c:v>4.5602515947682207E-2</c:v>
                </c:pt>
                <c:pt idx="40">
                  <c:v>4.5818308863947603E-2</c:v>
                </c:pt>
                <c:pt idx="41">
                  <c:v>4.5815423581349629E-2</c:v>
                </c:pt>
                <c:pt idx="42">
                  <c:v>4.5812538687464918E-2</c:v>
                </c:pt>
                <c:pt idx="43">
                  <c:v>4.5642312705731998E-2</c:v>
                </c:pt>
                <c:pt idx="44">
                  <c:v>4.5697651532800747E-2</c:v>
                </c:pt>
                <c:pt idx="45">
                  <c:v>4.5781295701560212E-2</c:v>
                </c:pt>
                <c:pt idx="46">
                  <c:v>4.5909010090426403E-2</c:v>
                </c:pt>
                <c:pt idx="47">
                  <c:v>4.5773771639903482E-2</c:v>
                </c:pt>
                <c:pt idx="48">
                  <c:v>4.5770845081380442E-2</c:v>
                </c:pt>
                <c:pt idx="49">
                  <c:v>4.5767918920680363E-2</c:v>
                </c:pt>
                <c:pt idx="50">
                  <c:v>4.5480211249877958E-2</c:v>
                </c:pt>
                <c:pt idx="51">
                  <c:v>4.5581961961080553E-2</c:v>
                </c:pt>
                <c:pt idx="52">
                  <c:v>4.4611440190638139E-2</c:v>
                </c:pt>
                <c:pt idx="53">
                  <c:v>4.467620177187074E-2</c:v>
                </c:pt>
                <c:pt idx="54">
                  <c:v>4.471737972588502E-2</c:v>
                </c:pt>
                <c:pt idx="55">
                  <c:v>4.4714540323080088E-2</c:v>
                </c:pt>
                <c:pt idx="56">
                  <c:v>4.4711701303581278E-2</c:v>
                </c:pt>
                <c:pt idx="57">
                  <c:v>4.4692655845467943E-2</c:v>
                </c:pt>
                <c:pt idx="58">
                  <c:v>4.4585670476261587E-2</c:v>
                </c:pt>
                <c:pt idx="59">
                  <c:v>4.465117761566121E-2</c:v>
                </c:pt>
                <c:pt idx="60">
                  <c:v>4.3842247625883568E-2</c:v>
                </c:pt>
                <c:pt idx="61">
                  <c:v>4.3789712539096567E-2</c:v>
                </c:pt>
                <c:pt idx="62">
                  <c:v>4.3786977051016418E-2</c:v>
                </c:pt>
                <c:pt idx="63">
                  <c:v>4.3784241927642457E-2</c:v>
                </c:pt>
                <c:pt idx="64">
                  <c:v>4.3711112353453291E-2</c:v>
                </c:pt>
                <c:pt idx="65">
                  <c:v>4.3952694691497068E-2</c:v>
                </c:pt>
                <c:pt idx="66">
                  <c:v>4.3763977264697621E-2</c:v>
                </c:pt>
                <c:pt idx="67">
                  <c:v>4.3781907733341778E-2</c:v>
                </c:pt>
                <c:pt idx="68">
                  <c:v>4.3939711556869127E-2</c:v>
                </c:pt>
                <c:pt idx="69">
                  <c:v>4.3936840279093517E-2</c:v>
                </c:pt>
                <c:pt idx="70">
                  <c:v>4.3933969168262192E-2</c:v>
                </c:pt>
                <c:pt idx="71">
                  <c:v>4.3767614999501082E-2</c:v>
                </c:pt>
                <c:pt idx="72">
                  <c:v>4.390402315791124E-2</c:v>
                </c:pt>
                <c:pt idx="73">
                  <c:v>4.3806618550597753E-2</c:v>
                </c:pt>
                <c:pt idx="74">
                  <c:v>4.3907671274548268E-2</c:v>
                </c:pt>
                <c:pt idx="75">
                  <c:v>4.3758078384504441E-2</c:v>
                </c:pt>
                <c:pt idx="76">
                  <c:v>4.3755249929236323E-2</c:v>
                </c:pt>
                <c:pt idx="77">
                  <c:v>4.375242186257973E-2</c:v>
                </c:pt>
                <c:pt idx="78">
                  <c:v>4.3828470140013863E-2</c:v>
                </c:pt>
                <c:pt idx="79">
                  <c:v>4.3694865097327978E-2</c:v>
                </c:pt>
                <c:pt idx="80">
                  <c:v>4.1972536626270263E-2</c:v>
                </c:pt>
                <c:pt idx="81">
                  <c:v>4.1961973021271103E-2</c:v>
                </c:pt>
                <c:pt idx="82">
                  <c:v>4.203525637511743E-2</c:v>
                </c:pt>
                <c:pt idx="83">
                  <c:v>4.2032591791051538E-2</c:v>
                </c:pt>
                <c:pt idx="84">
                  <c:v>4.2029927566363083E-2</c:v>
                </c:pt>
                <c:pt idx="85">
                  <c:v>4.2047557376803713E-2</c:v>
                </c:pt>
                <c:pt idx="86">
                  <c:v>4.2077134684354207E-2</c:v>
                </c:pt>
                <c:pt idx="87">
                  <c:v>4.2047084706026153E-2</c:v>
                </c:pt>
                <c:pt idx="88">
                  <c:v>4.2082448873997307E-2</c:v>
                </c:pt>
                <c:pt idx="89">
                  <c:v>4.1041202560559431E-2</c:v>
                </c:pt>
              </c:numCache>
            </c:numRef>
          </c:val>
          <c:smooth val="0"/>
          <c:extLst>
            <c:ext xmlns:c16="http://schemas.microsoft.com/office/drawing/2014/chart" uri="{C3380CC4-5D6E-409C-BE32-E72D297353CC}">
              <c16:uniqueId val="{00000006-9D75-4A4B-8360-454C8CE55754}"/>
            </c:ext>
          </c:extLst>
        </c:ser>
        <c:ser>
          <c:idx val="2"/>
          <c:order val="2"/>
          <c:tx>
            <c:strRef>
              <c:f>Sheet1!$D$1</c:f>
              <c:strCache>
                <c:ptCount val="1"/>
                <c:pt idx="0">
                  <c:v>国泰金色年华信托型养老金产品2期</c:v>
                </c:pt>
              </c:strCache>
            </c:strRef>
          </c:tx>
          <c:spPr>
            <a:ln w="28575" cap="rnd">
              <a:solidFill>
                <a:srgbClr val="FCD77F"/>
              </a:solidFill>
              <a:round/>
            </a:ln>
            <a:effectLst/>
          </c:spPr>
          <c:marker>
            <c:symbol val="none"/>
          </c:marker>
          <c:cat>
            <c:numRef>
              <c:f>Sheet1!$A$2:$A$91</c:f>
              <c:numCache>
                <c:formatCode>yyyy\-mm\-dd</c:formatCode>
                <c:ptCount val="90"/>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44975</c:v>
                </c:pt>
                <c:pt idx="49">
                  <c:v>44976</c:v>
                </c:pt>
                <c:pt idx="50">
                  <c:v>44977</c:v>
                </c:pt>
                <c:pt idx="51">
                  <c:v>44978</c:v>
                </c:pt>
                <c:pt idx="52">
                  <c:v>44979</c:v>
                </c:pt>
                <c:pt idx="53">
                  <c:v>44980</c:v>
                </c:pt>
                <c:pt idx="54">
                  <c:v>44981</c:v>
                </c:pt>
                <c:pt idx="55">
                  <c:v>44982</c:v>
                </c:pt>
                <c:pt idx="56">
                  <c:v>44983</c:v>
                </c:pt>
                <c:pt idx="57">
                  <c:v>44984</c:v>
                </c:pt>
                <c:pt idx="58">
                  <c:v>44985</c:v>
                </c:pt>
                <c:pt idx="59">
                  <c:v>44986</c:v>
                </c:pt>
                <c:pt idx="60">
                  <c:v>44987</c:v>
                </c:pt>
                <c:pt idx="61">
                  <c:v>44988</c:v>
                </c:pt>
                <c:pt idx="62">
                  <c:v>44989</c:v>
                </c:pt>
                <c:pt idx="63">
                  <c:v>44990</c:v>
                </c:pt>
                <c:pt idx="64">
                  <c:v>44991</c:v>
                </c:pt>
                <c:pt idx="65">
                  <c:v>44992</c:v>
                </c:pt>
                <c:pt idx="66">
                  <c:v>44993</c:v>
                </c:pt>
                <c:pt idx="67">
                  <c:v>44994</c:v>
                </c:pt>
                <c:pt idx="68">
                  <c:v>44995</c:v>
                </c:pt>
                <c:pt idx="69">
                  <c:v>44996</c:v>
                </c:pt>
                <c:pt idx="70">
                  <c:v>44997</c:v>
                </c:pt>
                <c:pt idx="71">
                  <c:v>44998</c:v>
                </c:pt>
                <c:pt idx="72">
                  <c:v>44999</c:v>
                </c:pt>
                <c:pt idx="73">
                  <c:v>45000</c:v>
                </c:pt>
                <c:pt idx="74">
                  <c:v>45001</c:v>
                </c:pt>
                <c:pt idx="75">
                  <c:v>45002</c:v>
                </c:pt>
                <c:pt idx="76">
                  <c:v>45003</c:v>
                </c:pt>
                <c:pt idx="77">
                  <c:v>45004</c:v>
                </c:pt>
                <c:pt idx="78">
                  <c:v>45005</c:v>
                </c:pt>
                <c:pt idx="79">
                  <c:v>45006</c:v>
                </c:pt>
                <c:pt idx="80">
                  <c:v>45007</c:v>
                </c:pt>
                <c:pt idx="81">
                  <c:v>45008</c:v>
                </c:pt>
                <c:pt idx="82">
                  <c:v>45009</c:v>
                </c:pt>
                <c:pt idx="83">
                  <c:v>45010</c:v>
                </c:pt>
                <c:pt idx="84">
                  <c:v>45011</c:v>
                </c:pt>
                <c:pt idx="85">
                  <c:v>45012</c:v>
                </c:pt>
                <c:pt idx="86">
                  <c:v>45013</c:v>
                </c:pt>
                <c:pt idx="87">
                  <c:v>45014</c:v>
                </c:pt>
                <c:pt idx="88">
                  <c:v>45015</c:v>
                </c:pt>
                <c:pt idx="89">
                  <c:v>45016</c:v>
                </c:pt>
              </c:numCache>
            </c:numRef>
          </c:cat>
          <c:val>
            <c:numRef>
              <c:f>Sheet1!$D$2:$D$91</c:f>
              <c:numCache>
                <c:formatCode>General</c:formatCode>
                <c:ptCount val="90"/>
                <c:pt idx="0">
                  <c:v>9.8071946697639179E-3</c:v>
                </c:pt>
                <c:pt idx="1">
                  <c:v>9.806596426898493E-3</c:v>
                </c:pt>
                <c:pt idx="2">
                  <c:v>9.7909186772266524E-3</c:v>
                </c:pt>
                <c:pt idx="3">
                  <c:v>9.7762161616548205E-3</c:v>
                </c:pt>
                <c:pt idx="4">
                  <c:v>9.7548936164710328E-3</c:v>
                </c:pt>
                <c:pt idx="5">
                  <c:v>9.7494926627267886E-3</c:v>
                </c:pt>
                <c:pt idx="6">
                  <c:v>9.7488730789004382E-3</c:v>
                </c:pt>
                <c:pt idx="7">
                  <c:v>9.7482535789923472E-3</c:v>
                </c:pt>
                <c:pt idx="8">
                  <c:v>9.7464960523877455E-3</c:v>
                </c:pt>
                <c:pt idx="9">
                  <c:v>9.7528437089997849E-3</c:v>
                </c:pt>
                <c:pt idx="10">
                  <c:v>9.7539820757559861E-3</c:v>
                </c:pt>
                <c:pt idx="11">
                  <c:v>9.7546814749205988E-3</c:v>
                </c:pt>
                <c:pt idx="12">
                  <c:v>9.8678127841012493E-3</c:v>
                </c:pt>
                <c:pt idx="13">
                  <c:v>9.8671874542506557E-3</c:v>
                </c:pt>
                <c:pt idx="14">
                  <c:v>9.8665622087403676E-3</c:v>
                </c:pt>
                <c:pt idx="15">
                  <c:v>9.8465627877237696E-3</c:v>
                </c:pt>
                <c:pt idx="16">
                  <c:v>9.8381010709779199E-3</c:v>
                </c:pt>
                <c:pt idx="17">
                  <c:v>9.8350940581259268E-3</c:v>
                </c:pt>
                <c:pt idx="18">
                  <c:v>9.8236065209482467E-3</c:v>
                </c:pt>
                <c:pt idx="19">
                  <c:v>9.8101459717920402E-3</c:v>
                </c:pt>
                <c:pt idx="20">
                  <c:v>9.8095471691833878E-3</c:v>
                </c:pt>
                <c:pt idx="21">
                  <c:v>9.8082339491648227E-3</c:v>
                </c:pt>
                <c:pt idx="22">
                  <c:v>9.8076431118980997E-3</c:v>
                </c:pt>
                <c:pt idx="23">
                  <c:v>9.8070523507611616E-3</c:v>
                </c:pt>
                <c:pt idx="24">
                  <c:v>9.8064615691731659E-3</c:v>
                </c:pt>
                <c:pt idx="25">
                  <c:v>9.8058708637273218E-3</c:v>
                </c:pt>
                <c:pt idx="26">
                  <c:v>9.8052802340041836E-3</c:v>
                </c:pt>
                <c:pt idx="27">
                  <c:v>9.8047362112390259E-3</c:v>
                </c:pt>
                <c:pt idx="28">
                  <c:v>9.8034893290490869E-3</c:v>
                </c:pt>
                <c:pt idx="29">
                  <c:v>9.7873730671727468E-3</c:v>
                </c:pt>
                <c:pt idx="30">
                  <c:v>9.8038292693301207E-3</c:v>
                </c:pt>
                <c:pt idx="31">
                  <c:v>9.7915627732622478E-3</c:v>
                </c:pt>
                <c:pt idx="32">
                  <c:v>9.7854813985820983E-3</c:v>
                </c:pt>
                <c:pt idx="33">
                  <c:v>9.7861354312186524E-3</c:v>
                </c:pt>
                <c:pt idx="34">
                  <c:v>9.7855179962036253E-3</c:v>
                </c:pt>
                <c:pt idx="35">
                  <c:v>9.7849006438876594E-3</c:v>
                </c:pt>
                <c:pt idx="36">
                  <c:v>9.7972659950953788E-3</c:v>
                </c:pt>
                <c:pt idx="37">
                  <c:v>9.7999852191958357E-3</c:v>
                </c:pt>
                <c:pt idx="38">
                  <c:v>9.5615594995490591E-3</c:v>
                </c:pt>
                <c:pt idx="39">
                  <c:v>9.5406736284562067E-3</c:v>
                </c:pt>
                <c:pt idx="40">
                  <c:v>9.5372461607324023E-3</c:v>
                </c:pt>
                <c:pt idx="41">
                  <c:v>9.5366455787584611E-3</c:v>
                </c:pt>
                <c:pt idx="42">
                  <c:v>9.5360450776965852E-3</c:v>
                </c:pt>
                <c:pt idx="43">
                  <c:v>9.5245670879399412E-3</c:v>
                </c:pt>
                <c:pt idx="44">
                  <c:v>9.5157591811329961E-3</c:v>
                </c:pt>
                <c:pt idx="45">
                  <c:v>9.5128238474321367E-3</c:v>
                </c:pt>
                <c:pt idx="46">
                  <c:v>9.5429390033893759E-3</c:v>
                </c:pt>
                <c:pt idx="47">
                  <c:v>9.5651177663746215E-3</c:v>
                </c:pt>
                <c:pt idx="48">
                  <c:v>9.5645062179721164E-3</c:v>
                </c:pt>
                <c:pt idx="49">
                  <c:v>9.5638947527007002E-3</c:v>
                </c:pt>
                <c:pt idx="50">
                  <c:v>9.5416473956707777E-3</c:v>
                </c:pt>
                <c:pt idx="51">
                  <c:v>9.5305443855256602E-3</c:v>
                </c:pt>
                <c:pt idx="52">
                  <c:v>9.323155343103311E-3</c:v>
                </c:pt>
                <c:pt idx="53">
                  <c:v>9.3246514160112166E-3</c:v>
                </c:pt>
                <c:pt idx="54">
                  <c:v>9.3340791027221783E-3</c:v>
                </c:pt>
                <c:pt idx="55">
                  <c:v>9.3334864201779812E-3</c:v>
                </c:pt>
                <c:pt idx="56">
                  <c:v>9.3328938176431633E-3</c:v>
                </c:pt>
                <c:pt idx="57">
                  <c:v>9.336712661958296E-3</c:v>
                </c:pt>
                <c:pt idx="58">
                  <c:v>9.3244247963895424E-3</c:v>
                </c:pt>
                <c:pt idx="59">
                  <c:v>9.3053159458370074E-3</c:v>
                </c:pt>
                <c:pt idx="60">
                  <c:v>9.1198479979858089E-3</c:v>
                </c:pt>
                <c:pt idx="61">
                  <c:v>9.1216568480199101E-3</c:v>
                </c:pt>
                <c:pt idx="62">
                  <c:v>9.1210870296280517E-3</c:v>
                </c:pt>
                <c:pt idx="63">
                  <c:v>9.1205172872066542E-3</c:v>
                </c:pt>
                <c:pt idx="64">
                  <c:v>9.1204222001819088E-3</c:v>
                </c:pt>
                <c:pt idx="65">
                  <c:v>9.147117459399912E-3</c:v>
                </c:pt>
                <c:pt idx="66">
                  <c:v>9.15674667547468E-3</c:v>
                </c:pt>
                <c:pt idx="67">
                  <c:v>9.1462922257223092E-3</c:v>
                </c:pt>
                <c:pt idx="68">
                  <c:v>9.1692508344088097E-3</c:v>
                </c:pt>
                <c:pt idx="69">
                  <c:v>9.168651661924352E-3</c:v>
                </c:pt>
                <c:pt idx="70">
                  <c:v>9.1680525242774907E-3</c:v>
                </c:pt>
                <c:pt idx="71">
                  <c:v>9.1583657383399689E-3</c:v>
                </c:pt>
                <c:pt idx="72">
                  <c:v>9.1697056404470827E-3</c:v>
                </c:pt>
                <c:pt idx="73">
                  <c:v>9.1682019503124337E-3</c:v>
                </c:pt>
                <c:pt idx="74">
                  <c:v>9.1823310822979221E-3</c:v>
                </c:pt>
                <c:pt idx="75">
                  <c:v>9.1815913474429158E-3</c:v>
                </c:pt>
                <c:pt idx="76">
                  <c:v>9.1809978634195041E-3</c:v>
                </c:pt>
                <c:pt idx="77">
                  <c:v>9.1804044609369723E-3</c:v>
                </c:pt>
                <c:pt idx="78">
                  <c:v>9.1826754596742947E-3</c:v>
                </c:pt>
                <c:pt idx="79">
                  <c:v>9.1748242678805943E-3</c:v>
                </c:pt>
                <c:pt idx="80">
                  <c:v>8.7939057623558376E-3</c:v>
                </c:pt>
                <c:pt idx="81">
                  <c:v>8.7803647169783679E-3</c:v>
                </c:pt>
                <c:pt idx="82">
                  <c:v>8.7809318563712175E-3</c:v>
                </c:pt>
                <c:pt idx="83">
                  <c:v>8.7803752395422541E-3</c:v>
                </c:pt>
                <c:pt idx="84">
                  <c:v>8.7798186977852428E-3</c:v>
                </c:pt>
                <c:pt idx="85">
                  <c:v>8.7925477379074933E-3</c:v>
                </c:pt>
                <c:pt idx="86">
                  <c:v>8.8053249153004845E-3</c:v>
                </c:pt>
                <c:pt idx="87">
                  <c:v>8.8027040000451303E-3</c:v>
                </c:pt>
                <c:pt idx="88">
                  <c:v>8.8022329396094858E-3</c:v>
                </c:pt>
                <c:pt idx="89">
                  <c:v>8.5904675356582062E-3</c:v>
                </c:pt>
              </c:numCache>
            </c:numRef>
          </c:val>
          <c:smooth val="0"/>
          <c:extLst>
            <c:ext xmlns:c16="http://schemas.microsoft.com/office/drawing/2014/chart" uri="{C3380CC4-5D6E-409C-BE32-E72D297353CC}">
              <c16:uniqueId val="{00000007-9D75-4A4B-8360-454C8CE55754}"/>
            </c:ext>
          </c:extLst>
        </c:ser>
        <c:ser>
          <c:idx val="3"/>
          <c:order val="3"/>
          <c:tx>
            <c:strRef>
              <c:f>Sheet1!$E$1</c:f>
              <c:strCache>
                <c:ptCount val="1"/>
                <c:pt idx="0">
                  <c:v>国泰金色年华信托型养老金产品1期</c:v>
                </c:pt>
              </c:strCache>
            </c:strRef>
          </c:tx>
          <c:spPr>
            <a:ln w="28575" cap="rnd">
              <a:solidFill>
                <a:srgbClr val="A8DADC"/>
              </a:solidFill>
              <a:round/>
            </a:ln>
            <a:effectLst/>
          </c:spPr>
          <c:marker>
            <c:symbol val="none"/>
          </c:marker>
          <c:cat>
            <c:numRef>
              <c:f>Sheet1!$A$2:$A$91</c:f>
              <c:numCache>
                <c:formatCode>yyyy\-mm\-dd</c:formatCode>
                <c:ptCount val="90"/>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44975</c:v>
                </c:pt>
                <c:pt idx="49">
                  <c:v>44976</c:v>
                </c:pt>
                <c:pt idx="50">
                  <c:v>44977</c:v>
                </c:pt>
                <c:pt idx="51">
                  <c:v>44978</c:v>
                </c:pt>
                <c:pt idx="52">
                  <c:v>44979</c:v>
                </c:pt>
                <c:pt idx="53">
                  <c:v>44980</c:v>
                </c:pt>
                <c:pt idx="54">
                  <c:v>44981</c:v>
                </c:pt>
                <c:pt idx="55">
                  <c:v>44982</c:v>
                </c:pt>
                <c:pt idx="56">
                  <c:v>44983</c:v>
                </c:pt>
                <c:pt idx="57">
                  <c:v>44984</c:v>
                </c:pt>
                <c:pt idx="58">
                  <c:v>44985</c:v>
                </c:pt>
                <c:pt idx="59">
                  <c:v>44986</c:v>
                </c:pt>
                <c:pt idx="60">
                  <c:v>44987</c:v>
                </c:pt>
                <c:pt idx="61">
                  <c:v>44988</c:v>
                </c:pt>
                <c:pt idx="62">
                  <c:v>44989</c:v>
                </c:pt>
                <c:pt idx="63">
                  <c:v>44990</c:v>
                </c:pt>
                <c:pt idx="64">
                  <c:v>44991</c:v>
                </c:pt>
                <c:pt idx="65">
                  <c:v>44992</c:v>
                </c:pt>
                <c:pt idx="66">
                  <c:v>44993</c:v>
                </c:pt>
                <c:pt idx="67">
                  <c:v>44994</c:v>
                </c:pt>
                <c:pt idx="68">
                  <c:v>44995</c:v>
                </c:pt>
                <c:pt idx="69">
                  <c:v>44996</c:v>
                </c:pt>
                <c:pt idx="70">
                  <c:v>44997</c:v>
                </c:pt>
                <c:pt idx="71">
                  <c:v>44998</c:v>
                </c:pt>
                <c:pt idx="72">
                  <c:v>44999</c:v>
                </c:pt>
                <c:pt idx="73">
                  <c:v>45000</c:v>
                </c:pt>
                <c:pt idx="74">
                  <c:v>45001</c:v>
                </c:pt>
                <c:pt idx="75">
                  <c:v>45002</c:v>
                </c:pt>
                <c:pt idx="76">
                  <c:v>45003</c:v>
                </c:pt>
                <c:pt idx="77">
                  <c:v>45004</c:v>
                </c:pt>
                <c:pt idx="78">
                  <c:v>45005</c:v>
                </c:pt>
                <c:pt idx="79">
                  <c:v>45006</c:v>
                </c:pt>
                <c:pt idx="80">
                  <c:v>45007</c:v>
                </c:pt>
                <c:pt idx="81">
                  <c:v>45008</c:v>
                </c:pt>
                <c:pt idx="82">
                  <c:v>45009</c:v>
                </c:pt>
                <c:pt idx="83">
                  <c:v>45010</c:v>
                </c:pt>
                <c:pt idx="84">
                  <c:v>45011</c:v>
                </c:pt>
                <c:pt idx="85">
                  <c:v>45012</c:v>
                </c:pt>
                <c:pt idx="86">
                  <c:v>45013</c:v>
                </c:pt>
                <c:pt idx="87">
                  <c:v>45014</c:v>
                </c:pt>
                <c:pt idx="88">
                  <c:v>45015</c:v>
                </c:pt>
                <c:pt idx="89">
                  <c:v>45016</c:v>
                </c:pt>
              </c:numCache>
            </c:numRef>
          </c:cat>
          <c:val>
            <c:numRef>
              <c:f>Sheet1!$E$2:$E$91</c:f>
              <c:numCache>
                <c:formatCode>General</c:formatCode>
                <c:ptCount val="90"/>
                <c:pt idx="0">
                  <c:v>9.4385182345638197E-3</c:v>
                </c:pt>
                <c:pt idx="1">
                  <c:v>9.4379424811109561E-3</c:v>
                </c:pt>
                <c:pt idx="2">
                  <c:v>9.4228317967142046E-3</c:v>
                </c:pt>
                <c:pt idx="3">
                  <c:v>9.407725795986142E-3</c:v>
                </c:pt>
                <c:pt idx="4">
                  <c:v>9.3880056815831246E-3</c:v>
                </c:pt>
                <c:pt idx="5">
                  <c:v>9.3827856896043886E-3</c:v>
                </c:pt>
                <c:pt idx="6">
                  <c:v>9.3821894101403704E-3</c:v>
                </c:pt>
                <c:pt idx="7">
                  <c:v>9.3815932114381991E-3</c:v>
                </c:pt>
                <c:pt idx="8">
                  <c:v>9.3790375524202951E-3</c:v>
                </c:pt>
                <c:pt idx="9">
                  <c:v>9.3850575358076765E-3</c:v>
                </c:pt>
                <c:pt idx="10">
                  <c:v>9.3861308936169091E-3</c:v>
                </c:pt>
                <c:pt idx="11">
                  <c:v>9.3867818365196524E-3</c:v>
                </c:pt>
                <c:pt idx="12">
                  <c:v>9.4956017192051618E-3</c:v>
                </c:pt>
                <c:pt idx="13">
                  <c:v>9.4949999766169822E-3</c:v>
                </c:pt>
                <c:pt idx="14">
                  <c:v>9.4943983151878179E-3</c:v>
                </c:pt>
                <c:pt idx="15">
                  <c:v>9.4751309926204008E-3</c:v>
                </c:pt>
                <c:pt idx="16">
                  <c:v>9.4668994853752738E-3</c:v>
                </c:pt>
                <c:pt idx="17">
                  <c:v>9.4631352169693497E-3</c:v>
                </c:pt>
                <c:pt idx="18">
                  <c:v>9.4520600113077169E-3</c:v>
                </c:pt>
                <c:pt idx="19">
                  <c:v>9.4390864766083406E-3</c:v>
                </c:pt>
                <c:pt idx="20">
                  <c:v>9.4385103231421491E-3</c:v>
                </c:pt>
                <c:pt idx="21">
                  <c:v>9.4372467744290433E-3</c:v>
                </c:pt>
                <c:pt idx="22">
                  <c:v>9.4366782850232537E-3</c:v>
                </c:pt>
                <c:pt idx="23">
                  <c:v>9.4361098688677137E-3</c:v>
                </c:pt>
                <c:pt idx="24">
                  <c:v>9.4355414330346572E-3</c:v>
                </c:pt>
                <c:pt idx="25">
                  <c:v>9.434973070463747E-3</c:v>
                </c:pt>
                <c:pt idx="26">
                  <c:v>9.4344047807514032E-3</c:v>
                </c:pt>
                <c:pt idx="27">
                  <c:v>9.4338813351329265E-3</c:v>
                </c:pt>
                <c:pt idx="28">
                  <c:v>9.4326816150828059E-3</c:v>
                </c:pt>
                <c:pt idx="29">
                  <c:v>9.417130876282119E-3</c:v>
                </c:pt>
                <c:pt idx="30">
                  <c:v>9.4318557023333853E-3</c:v>
                </c:pt>
                <c:pt idx="31">
                  <c:v>9.4200327100541163E-3</c:v>
                </c:pt>
                <c:pt idx="32">
                  <c:v>9.4133176889455387E-3</c:v>
                </c:pt>
                <c:pt idx="33">
                  <c:v>9.4147456363852678E-3</c:v>
                </c:pt>
                <c:pt idx="34">
                  <c:v>9.414151633404793E-3</c:v>
                </c:pt>
                <c:pt idx="35">
                  <c:v>9.4135577099848985E-3</c:v>
                </c:pt>
                <c:pt idx="36">
                  <c:v>9.4254318840710765E-3</c:v>
                </c:pt>
                <c:pt idx="37">
                  <c:v>9.4271170864588492E-3</c:v>
                </c:pt>
                <c:pt idx="38">
                  <c:v>9.1977416606020181E-3</c:v>
                </c:pt>
                <c:pt idx="39">
                  <c:v>9.1776292653532546E-3</c:v>
                </c:pt>
                <c:pt idx="40">
                  <c:v>9.1734907642367358E-3</c:v>
                </c:pt>
                <c:pt idx="41">
                  <c:v>9.1729130887633053E-3</c:v>
                </c:pt>
                <c:pt idx="42">
                  <c:v>9.1723354911159155E-3</c:v>
                </c:pt>
                <c:pt idx="43">
                  <c:v>9.1620720440994865E-3</c:v>
                </c:pt>
                <c:pt idx="44">
                  <c:v>9.1527178701424853E-3</c:v>
                </c:pt>
                <c:pt idx="45">
                  <c:v>9.1506699955693424E-3</c:v>
                </c:pt>
                <c:pt idx="46">
                  <c:v>9.178797338981106E-3</c:v>
                </c:pt>
                <c:pt idx="47">
                  <c:v>9.200108625931654E-3</c:v>
                </c:pt>
                <c:pt idx="48">
                  <c:v>9.1995204144876882E-3</c:v>
                </c:pt>
                <c:pt idx="49">
                  <c:v>9.1989322830024912E-3</c:v>
                </c:pt>
                <c:pt idx="50">
                  <c:v>9.1775127734634674E-3</c:v>
                </c:pt>
                <c:pt idx="51">
                  <c:v>9.1667491441836096E-3</c:v>
                </c:pt>
                <c:pt idx="52">
                  <c:v>8.9664552618389376E-3</c:v>
                </c:pt>
                <c:pt idx="53">
                  <c:v>8.9686535710384926E-3</c:v>
                </c:pt>
                <c:pt idx="54">
                  <c:v>8.9777006953639556E-3</c:v>
                </c:pt>
                <c:pt idx="55">
                  <c:v>8.9771306416467547E-3</c:v>
                </c:pt>
                <c:pt idx="56">
                  <c:v>8.976560664884144E-3</c:v>
                </c:pt>
                <c:pt idx="57">
                  <c:v>8.9794116263623384E-3</c:v>
                </c:pt>
                <c:pt idx="58">
                  <c:v>8.967511906002824E-3</c:v>
                </c:pt>
                <c:pt idx="59">
                  <c:v>8.9491140165840113E-3</c:v>
                </c:pt>
                <c:pt idx="60">
                  <c:v>8.7699433497765295E-3</c:v>
                </c:pt>
                <c:pt idx="61">
                  <c:v>8.7716628095681412E-3</c:v>
                </c:pt>
                <c:pt idx="62">
                  <c:v>8.7711148548621758E-3</c:v>
                </c:pt>
                <c:pt idx="63">
                  <c:v>8.7705669732117183E-3</c:v>
                </c:pt>
                <c:pt idx="64">
                  <c:v>8.7712176705121055E-3</c:v>
                </c:pt>
                <c:pt idx="65">
                  <c:v>8.7960463410719156E-3</c:v>
                </c:pt>
                <c:pt idx="66">
                  <c:v>8.8052658984493215E-3</c:v>
                </c:pt>
                <c:pt idx="67">
                  <c:v>8.7951927268456204E-3</c:v>
                </c:pt>
                <c:pt idx="68">
                  <c:v>8.8172499600400554E-3</c:v>
                </c:pt>
                <c:pt idx="69">
                  <c:v>8.8166737893517356E-3</c:v>
                </c:pt>
                <c:pt idx="70">
                  <c:v>8.8160976521636219E-3</c:v>
                </c:pt>
                <c:pt idx="71">
                  <c:v>8.8059780641835186E-3</c:v>
                </c:pt>
                <c:pt idx="72">
                  <c:v>8.8168017299401647E-3</c:v>
                </c:pt>
                <c:pt idx="73">
                  <c:v>8.8153359445441899E-3</c:v>
                </c:pt>
                <c:pt idx="74">
                  <c:v>8.8296674798847424E-3</c:v>
                </c:pt>
                <c:pt idx="75">
                  <c:v>8.8281500494104773E-3</c:v>
                </c:pt>
                <c:pt idx="76">
                  <c:v>8.8275794112920563E-3</c:v>
                </c:pt>
                <c:pt idx="77">
                  <c:v>8.8270088515756372E-3</c:v>
                </c:pt>
                <c:pt idx="78">
                  <c:v>8.8291724458876911E-3</c:v>
                </c:pt>
                <c:pt idx="79">
                  <c:v>8.8215436716921111E-3</c:v>
                </c:pt>
                <c:pt idx="80">
                  <c:v>8.4545211648470991E-3</c:v>
                </c:pt>
                <c:pt idx="81">
                  <c:v>8.4414836922769281E-3</c:v>
                </c:pt>
                <c:pt idx="82">
                  <c:v>8.4427419141730967E-3</c:v>
                </c:pt>
                <c:pt idx="83">
                  <c:v>8.4422067349564835E-3</c:v>
                </c:pt>
                <c:pt idx="84">
                  <c:v>8.4416716279204929E-3</c:v>
                </c:pt>
                <c:pt idx="85">
                  <c:v>8.4531393933569392E-3</c:v>
                </c:pt>
                <c:pt idx="86">
                  <c:v>8.4653471345333964E-3</c:v>
                </c:pt>
                <c:pt idx="87">
                  <c:v>8.4628083738861326E-3</c:v>
                </c:pt>
                <c:pt idx="88">
                  <c:v>8.4623364666293627E-3</c:v>
                </c:pt>
                <c:pt idx="89">
                  <c:v>8.2579957231515688E-3</c:v>
                </c:pt>
              </c:numCache>
            </c:numRef>
          </c:val>
          <c:smooth val="0"/>
          <c:extLst>
            <c:ext xmlns:c16="http://schemas.microsoft.com/office/drawing/2014/chart" uri="{C3380CC4-5D6E-409C-BE32-E72D297353CC}">
              <c16:uniqueId val="{00000008-9D75-4A4B-8360-454C8CE55754}"/>
            </c:ext>
          </c:extLst>
        </c:ser>
        <c:ser>
          <c:idx val="4"/>
          <c:order val="4"/>
          <c:tx>
            <c:strRef>
              <c:f>Sheet1!$F$1</c:f>
              <c:strCache>
                <c:ptCount val="1"/>
                <c:pt idx="0">
                  <c:v>国泰金色年华货币型养老金产品</c:v>
                </c:pt>
              </c:strCache>
            </c:strRef>
          </c:tx>
          <c:spPr>
            <a:ln w="28575" cap="rnd">
              <a:solidFill>
                <a:srgbClr val="A3B4DC"/>
              </a:solidFill>
              <a:round/>
            </a:ln>
            <a:effectLst/>
          </c:spPr>
          <c:marker>
            <c:symbol val="none"/>
          </c:marker>
          <c:cat>
            <c:numRef>
              <c:f>Sheet1!$A$2:$A$91</c:f>
              <c:numCache>
                <c:formatCode>yyyy\-mm\-dd</c:formatCode>
                <c:ptCount val="90"/>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44975</c:v>
                </c:pt>
                <c:pt idx="49">
                  <c:v>44976</c:v>
                </c:pt>
                <c:pt idx="50">
                  <c:v>44977</c:v>
                </c:pt>
                <c:pt idx="51">
                  <c:v>44978</c:v>
                </c:pt>
                <c:pt idx="52">
                  <c:v>44979</c:v>
                </c:pt>
                <c:pt idx="53">
                  <c:v>44980</c:v>
                </c:pt>
                <c:pt idx="54">
                  <c:v>44981</c:v>
                </c:pt>
                <c:pt idx="55">
                  <c:v>44982</c:v>
                </c:pt>
                <c:pt idx="56">
                  <c:v>44983</c:v>
                </c:pt>
                <c:pt idx="57">
                  <c:v>44984</c:v>
                </c:pt>
                <c:pt idx="58">
                  <c:v>44985</c:v>
                </c:pt>
                <c:pt idx="59">
                  <c:v>44986</c:v>
                </c:pt>
                <c:pt idx="60">
                  <c:v>44987</c:v>
                </c:pt>
                <c:pt idx="61">
                  <c:v>44988</c:v>
                </c:pt>
                <c:pt idx="62">
                  <c:v>44989</c:v>
                </c:pt>
                <c:pt idx="63">
                  <c:v>44990</c:v>
                </c:pt>
                <c:pt idx="64">
                  <c:v>44991</c:v>
                </c:pt>
                <c:pt idx="65">
                  <c:v>44992</c:v>
                </c:pt>
                <c:pt idx="66">
                  <c:v>44993</c:v>
                </c:pt>
                <c:pt idx="67">
                  <c:v>44994</c:v>
                </c:pt>
                <c:pt idx="68">
                  <c:v>44995</c:v>
                </c:pt>
                <c:pt idx="69">
                  <c:v>44996</c:v>
                </c:pt>
                <c:pt idx="70">
                  <c:v>44997</c:v>
                </c:pt>
                <c:pt idx="71">
                  <c:v>44998</c:v>
                </c:pt>
                <c:pt idx="72">
                  <c:v>44999</c:v>
                </c:pt>
                <c:pt idx="73">
                  <c:v>45000</c:v>
                </c:pt>
                <c:pt idx="74">
                  <c:v>45001</c:v>
                </c:pt>
                <c:pt idx="75">
                  <c:v>45002</c:v>
                </c:pt>
                <c:pt idx="76">
                  <c:v>45003</c:v>
                </c:pt>
                <c:pt idx="77">
                  <c:v>45004</c:v>
                </c:pt>
                <c:pt idx="78">
                  <c:v>45005</c:v>
                </c:pt>
                <c:pt idx="79">
                  <c:v>45006</c:v>
                </c:pt>
                <c:pt idx="80">
                  <c:v>45007</c:v>
                </c:pt>
                <c:pt idx="81">
                  <c:v>45008</c:v>
                </c:pt>
                <c:pt idx="82">
                  <c:v>45009</c:v>
                </c:pt>
                <c:pt idx="83">
                  <c:v>45010</c:v>
                </c:pt>
                <c:pt idx="84">
                  <c:v>45011</c:v>
                </c:pt>
                <c:pt idx="85">
                  <c:v>45012</c:v>
                </c:pt>
                <c:pt idx="86">
                  <c:v>45013</c:v>
                </c:pt>
                <c:pt idx="87">
                  <c:v>45014</c:v>
                </c:pt>
                <c:pt idx="88">
                  <c:v>45015</c:v>
                </c:pt>
                <c:pt idx="89">
                  <c:v>45016</c:v>
                </c:pt>
              </c:numCache>
            </c:numRef>
          </c:cat>
          <c:val>
            <c:numRef>
              <c:f>Sheet1!$F$2:$F$91</c:f>
              <c:numCache>
                <c:formatCode>General</c:formatCode>
                <c:ptCount val="90"/>
                <c:pt idx="0">
                  <c:v>7.7167261065415041E-3</c:v>
                </c:pt>
                <c:pt idx="1">
                  <c:v>7.7162553831090523E-3</c:v>
                </c:pt>
                <c:pt idx="2">
                  <c:v>7.7038671941997896E-3</c:v>
                </c:pt>
                <c:pt idx="3">
                  <c:v>7.6906875475777963E-3</c:v>
                </c:pt>
                <c:pt idx="4">
                  <c:v>7.6738492410658981E-3</c:v>
                </c:pt>
                <c:pt idx="5">
                  <c:v>7.6695507285002894E-3</c:v>
                </c:pt>
                <c:pt idx="6">
                  <c:v>7.6690633257449738E-3</c:v>
                </c:pt>
                <c:pt idx="7">
                  <c:v>7.6685759890049226E-3</c:v>
                </c:pt>
                <c:pt idx="8">
                  <c:v>7.666474958997303E-3</c:v>
                </c:pt>
                <c:pt idx="9">
                  <c:v>7.6706837124372361E-3</c:v>
                </c:pt>
                <c:pt idx="10">
                  <c:v>7.671533385687393E-3</c:v>
                </c:pt>
                <c:pt idx="11">
                  <c:v>7.67202835015622E-3</c:v>
                </c:pt>
                <c:pt idx="12">
                  <c:v>7.7602607711314093E-3</c:v>
                </c:pt>
                <c:pt idx="13">
                  <c:v>7.7597689982517688E-3</c:v>
                </c:pt>
                <c:pt idx="14">
                  <c:v>7.759277291699165E-3</c:v>
                </c:pt>
                <c:pt idx="15">
                  <c:v>7.7435048698120072E-3</c:v>
                </c:pt>
                <c:pt idx="16">
                  <c:v>7.7360197528205899E-3</c:v>
                </c:pt>
                <c:pt idx="17">
                  <c:v>7.7328932247329634E-3</c:v>
                </c:pt>
                <c:pt idx="18">
                  <c:v>7.7237622784638669E-3</c:v>
                </c:pt>
                <c:pt idx="19">
                  <c:v>7.7130963421080789E-3</c:v>
                </c:pt>
                <c:pt idx="20">
                  <c:v>7.7126255415487666E-3</c:v>
                </c:pt>
                <c:pt idx="21">
                  <c:v>7.7115930398356748E-3</c:v>
                </c:pt>
                <c:pt idx="22">
                  <c:v>7.7111285019201481E-3</c:v>
                </c:pt>
                <c:pt idx="23">
                  <c:v>7.7106640238606486E-3</c:v>
                </c:pt>
                <c:pt idx="24">
                  <c:v>7.7101995297217804E-3</c:v>
                </c:pt>
                <c:pt idx="25">
                  <c:v>7.7097350954486608E-3</c:v>
                </c:pt>
                <c:pt idx="26">
                  <c:v>7.7092707207115077E-3</c:v>
                </c:pt>
                <c:pt idx="27">
                  <c:v>7.7088429900730414E-3</c:v>
                </c:pt>
                <c:pt idx="28">
                  <c:v>7.7078626455923472E-3</c:v>
                </c:pt>
                <c:pt idx="29">
                  <c:v>7.6944390287281518E-3</c:v>
                </c:pt>
                <c:pt idx="30">
                  <c:v>7.7046805306720551E-3</c:v>
                </c:pt>
                <c:pt idx="31">
                  <c:v>7.6950127206431322E-3</c:v>
                </c:pt>
                <c:pt idx="32">
                  <c:v>7.6895011227099191E-3</c:v>
                </c:pt>
                <c:pt idx="33">
                  <c:v>7.6899566011827958E-3</c:v>
                </c:pt>
                <c:pt idx="34">
                  <c:v>7.689471420030034E-3</c:v>
                </c:pt>
                <c:pt idx="35">
                  <c:v>7.6889863038622887E-3</c:v>
                </c:pt>
                <c:pt idx="36">
                  <c:v>7.6986643255261946E-3</c:v>
                </c:pt>
                <c:pt idx="37">
                  <c:v>7.6993151638632372E-3</c:v>
                </c:pt>
                <c:pt idx="38">
                  <c:v>7.5119770116763946E-3</c:v>
                </c:pt>
                <c:pt idx="39">
                  <c:v>7.4955345154770854E-3</c:v>
                </c:pt>
                <c:pt idx="40">
                  <c:v>7.4921176849752236E-3</c:v>
                </c:pt>
                <c:pt idx="41">
                  <c:v>7.4916458893696152E-3</c:v>
                </c:pt>
                <c:pt idx="42">
                  <c:v>7.4911741573256167E-3</c:v>
                </c:pt>
                <c:pt idx="43">
                  <c:v>7.4821175446268557E-3</c:v>
                </c:pt>
                <c:pt idx="44">
                  <c:v>7.4744133016647696E-3</c:v>
                </c:pt>
                <c:pt idx="45">
                  <c:v>7.47206884586607E-3</c:v>
                </c:pt>
                <c:pt idx="46">
                  <c:v>7.4946681740021906E-3</c:v>
                </c:pt>
                <c:pt idx="47">
                  <c:v>7.5120823283732312E-3</c:v>
                </c:pt>
                <c:pt idx="48">
                  <c:v>7.5116020413491073E-3</c:v>
                </c:pt>
                <c:pt idx="49">
                  <c:v>7.5111218196130024E-3</c:v>
                </c:pt>
                <c:pt idx="50">
                  <c:v>7.4936412405311034E-3</c:v>
                </c:pt>
                <c:pt idx="51">
                  <c:v>7.4841267619905599E-3</c:v>
                </c:pt>
                <c:pt idx="52">
                  <c:v>7.3205856323642167E-3</c:v>
                </c:pt>
                <c:pt idx="53">
                  <c:v>7.3217218630427039E-3</c:v>
                </c:pt>
                <c:pt idx="54">
                  <c:v>7.328828859868396E-3</c:v>
                </c:pt>
                <c:pt idx="55">
                  <c:v>7.3283635039519913E-3</c:v>
                </c:pt>
                <c:pt idx="56">
                  <c:v>7.3278982108564627E-3</c:v>
                </c:pt>
                <c:pt idx="57">
                  <c:v>7.3301954740180768E-3</c:v>
                </c:pt>
                <c:pt idx="58">
                  <c:v>7.3197330542641393E-3</c:v>
                </c:pt>
                <c:pt idx="59">
                  <c:v>7.3047258820876206E-3</c:v>
                </c:pt>
                <c:pt idx="60">
                  <c:v>7.1584937081424901E-3</c:v>
                </c:pt>
                <c:pt idx="61">
                  <c:v>7.1595975989532951E-3</c:v>
                </c:pt>
                <c:pt idx="62">
                  <c:v>7.1591503479266263E-3</c:v>
                </c:pt>
                <c:pt idx="63">
                  <c:v>7.1587031565292503E-3</c:v>
                </c:pt>
                <c:pt idx="64">
                  <c:v>7.158595723457283E-3</c:v>
                </c:pt>
                <c:pt idx="65">
                  <c:v>7.1788155437198624E-3</c:v>
                </c:pt>
                <c:pt idx="66">
                  <c:v>7.1856517306667254E-3</c:v>
                </c:pt>
                <c:pt idx="67">
                  <c:v>7.1773713123131208E-3</c:v>
                </c:pt>
                <c:pt idx="68">
                  <c:v>7.1953356872858764E-3</c:v>
                </c:pt>
                <c:pt idx="69">
                  <c:v>7.1948655019634204E-3</c:v>
                </c:pt>
                <c:pt idx="70">
                  <c:v>7.1943953439788794E-3</c:v>
                </c:pt>
                <c:pt idx="71">
                  <c:v>7.1860932893735626E-3</c:v>
                </c:pt>
                <c:pt idx="72">
                  <c:v>7.1941032378942966E-3</c:v>
                </c:pt>
                <c:pt idx="73">
                  <c:v>7.1928484789700008E-3</c:v>
                </c:pt>
                <c:pt idx="74">
                  <c:v>7.2038629765742357E-3</c:v>
                </c:pt>
                <c:pt idx="75">
                  <c:v>7.2025739930819694E-3</c:v>
                </c:pt>
                <c:pt idx="76">
                  <c:v>7.2021084297138578E-3</c:v>
                </c:pt>
                <c:pt idx="77">
                  <c:v>7.2016429303111539E-3</c:v>
                </c:pt>
                <c:pt idx="78">
                  <c:v>7.2033521089270294E-3</c:v>
                </c:pt>
                <c:pt idx="79">
                  <c:v>7.1963473597673249E-3</c:v>
                </c:pt>
                <c:pt idx="80">
                  <c:v>6.8968994765207757E-3</c:v>
                </c:pt>
                <c:pt idx="81">
                  <c:v>6.8862034238662247E-3</c:v>
                </c:pt>
                <c:pt idx="82">
                  <c:v>6.8865448700133969E-3</c:v>
                </c:pt>
                <c:pt idx="83">
                  <c:v>6.8861083369858378E-3</c:v>
                </c:pt>
                <c:pt idx="84">
                  <c:v>6.8856718628343026E-3</c:v>
                </c:pt>
                <c:pt idx="85">
                  <c:v>6.8949486282684543E-3</c:v>
                </c:pt>
                <c:pt idx="86">
                  <c:v>6.9040649447868986E-3</c:v>
                </c:pt>
                <c:pt idx="87">
                  <c:v>6.9019792819851166E-3</c:v>
                </c:pt>
                <c:pt idx="88">
                  <c:v>6.9016302601709019E-3</c:v>
                </c:pt>
                <c:pt idx="89">
                  <c:v>6.7350264769100417E-3</c:v>
                </c:pt>
              </c:numCache>
            </c:numRef>
          </c:val>
          <c:smooth val="0"/>
          <c:extLst>
            <c:ext xmlns:c16="http://schemas.microsoft.com/office/drawing/2014/chart" uri="{C3380CC4-5D6E-409C-BE32-E72D297353CC}">
              <c16:uniqueId val="{00000009-9D75-4A4B-8360-454C8CE55754}"/>
            </c:ext>
          </c:extLst>
        </c:ser>
        <c:dLbls>
          <c:showLegendKey val="0"/>
          <c:showVal val="0"/>
          <c:showCatName val="0"/>
          <c:showSerName val="0"/>
          <c:showPercent val="0"/>
          <c:showBubbleSize val="0"/>
        </c:dLbls>
        <c:smooth val="0"/>
        <c:axId val="1086029072"/>
        <c:axId val="1086027408"/>
      </c:lineChart>
      <c:dateAx>
        <c:axId val="1086029072"/>
        <c:scaling>
          <c:orientation val="minMax"/>
        </c:scaling>
        <c:delete val="0"/>
        <c:axPos val="b"/>
        <c:numFmt formatCode="yyyy\-mm\-dd"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b" anchorCtr="0"/>
          <a:lstStyle/>
          <a:p>
            <a:pPr>
              <a:defRPr sz="900" b="0" i="0" u="none" strike="noStrike" kern="1200" baseline="0">
                <a:solidFill>
                  <a:schemeClr val="tx1">
                    <a:lumMod val="65000"/>
                    <a:lumOff val="35000"/>
                  </a:schemeClr>
                </a:solidFill>
                <a:latin typeface="+mn-lt"/>
                <a:ea typeface="+mn-ea"/>
                <a:cs typeface="+mn-cs"/>
              </a:defRPr>
            </a:pPr>
            <a:endParaRPr lang="zh-CN"/>
          </a:p>
        </c:txPr>
        <c:crossAx val="1086027408"/>
        <c:crosses val="autoZero"/>
        <c:auto val="1"/>
        <c:lblOffset val="100"/>
        <c:baseTimeUnit val="days"/>
      </c:dateAx>
      <c:valAx>
        <c:axId val="108602740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086029072"/>
        <c:crosses val="autoZero"/>
        <c:crossBetween val="between"/>
      </c:valAx>
      <c:spPr>
        <a:noFill/>
        <a:ln>
          <a:noFill/>
        </a:ln>
        <a:effectLst/>
      </c:spPr>
    </c:plotArea>
    <c:legend>
      <c:legendPos val="b"/>
      <c:layout>
        <c:manualLayout>
          <c:xMode val="edge"/>
          <c:yMode val="edge"/>
          <c:x val="0"/>
          <c:y val="0.80101823432950559"/>
          <c:w val="0.99877221146253681"/>
          <c:h val="0.1989817656704943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0"/>
    <c:dispBlanksAs val="gap"/>
    <c:showDLblsOverMax val="0"/>
  </c:chart>
  <c:spPr>
    <a:noFill/>
    <a:ln>
      <a:solidFill>
        <a:schemeClr val="bg1">
          <a:lumMod val="95000"/>
        </a:schemeClr>
      </a:solid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sz="1400" dirty="0">
                <a:solidFill>
                  <a:schemeClr val="tx1"/>
                </a:solidFill>
              </a:rPr>
              <a:t>固收资产情况（穿透）</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ltLang="en-US"/>
        </a:p>
      </c:txPr>
    </c:title>
    <c:autoTitleDeleted val="0"/>
    <c:plotArea>
      <c:layout/>
      <c:lineChart>
        <c:grouping val="standard"/>
        <c:varyColors val="0"/>
        <c:ser>
          <c:idx val="0"/>
          <c:order val="0"/>
          <c:tx>
            <c:strRef>
              <c:f>Sheet1!$B$1</c:f>
              <c:strCache>
                <c:ptCount val="1"/>
                <c:pt idx="0">
                  <c:v>静态收益率(%)-左轴</c:v>
                </c:pt>
              </c:strCache>
            </c:strRef>
          </c:tx>
          <c:spPr>
            <a:ln w="28575" cap="rnd">
              <a:solidFill>
                <a:srgbClr val="FF2E4D"/>
              </a:solidFill>
              <a:round/>
            </a:ln>
            <a:effectLst/>
          </c:spPr>
          <c:marker>
            <c:symbol val="none"/>
          </c:marker>
          <c:cat>
            <c:numRef>
              <c:f>Sheet1!$A$2:$A$91</c:f>
              <c:numCache>
                <c:formatCode>yyyy\-mm\-dd</c:formatCode>
                <c:ptCount val="90"/>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44975</c:v>
                </c:pt>
                <c:pt idx="49">
                  <c:v>44976</c:v>
                </c:pt>
                <c:pt idx="50">
                  <c:v>44977</c:v>
                </c:pt>
                <c:pt idx="51">
                  <c:v>44978</c:v>
                </c:pt>
                <c:pt idx="52">
                  <c:v>44979</c:v>
                </c:pt>
                <c:pt idx="53">
                  <c:v>44980</c:v>
                </c:pt>
                <c:pt idx="54">
                  <c:v>44981</c:v>
                </c:pt>
                <c:pt idx="55">
                  <c:v>44982</c:v>
                </c:pt>
                <c:pt idx="56">
                  <c:v>44983</c:v>
                </c:pt>
                <c:pt idx="57">
                  <c:v>44984</c:v>
                </c:pt>
                <c:pt idx="58">
                  <c:v>44985</c:v>
                </c:pt>
                <c:pt idx="59">
                  <c:v>44986</c:v>
                </c:pt>
                <c:pt idx="60">
                  <c:v>44987</c:v>
                </c:pt>
                <c:pt idx="61">
                  <c:v>44988</c:v>
                </c:pt>
                <c:pt idx="62">
                  <c:v>44989</c:v>
                </c:pt>
                <c:pt idx="63">
                  <c:v>44990</c:v>
                </c:pt>
                <c:pt idx="64">
                  <c:v>44991</c:v>
                </c:pt>
                <c:pt idx="65">
                  <c:v>44992</c:v>
                </c:pt>
                <c:pt idx="66">
                  <c:v>44993</c:v>
                </c:pt>
                <c:pt idx="67">
                  <c:v>44994</c:v>
                </c:pt>
                <c:pt idx="68">
                  <c:v>44995</c:v>
                </c:pt>
                <c:pt idx="69">
                  <c:v>44996</c:v>
                </c:pt>
                <c:pt idx="70">
                  <c:v>44997</c:v>
                </c:pt>
                <c:pt idx="71">
                  <c:v>44998</c:v>
                </c:pt>
                <c:pt idx="72">
                  <c:v>44999</c:v>
                </c:pt>
                <c:pt idx="73">
                  <c:v>45000</c:v>
                </c:pt>
                <c:pt idx="74">
                  <c:v>45001</c:v>
                </c:pt>
                <c:pt idx="75">
                  <c:v>45002</c:v>
                </c:pt>
                <c:pt idx="76">
                  <c:v>45003</c:v>
                </c:pt>
                <c:pt idx="77">
                  <c:v>45004</c:v>
                </c:pt>
                <c:pt idx="78">
                  <c:v>45005</c:v>
                </c:pt>
                <c:pt idx="79">
                  <c:v>45006</c:v>
                </c:pt>
                <c:pt idx="80">
                  <c:v>45007</c:v>
                </c:pt>
                <c:pt idx="81">
                  <c:v>45008</c:v>
                </c:pt>
                <c:pt idx="82">
                  <c:v>45009</c:v>
                </c:pt>
                <c:pt idx="83">
                  <c:v>45010</c:v>
                </c:pt>
                <c:pt idx="84">
                  <c:v>45011</c:v>
                </c:pt>
                <c:pt idx="85">
                  <c:v>45012</c:v>
                </c:pt>
                <c:pt idx="86">
                  <c:v>45013</c:v>
                </c:pt>
                <c:pt idx="87">
                  <c:v>45014</c:v>
                </c:pt>
                <c:pt idx="88">
                  <c:v>45015</c:v>
                </c:pt>
                <c:pt idx="89">
                  <c:v>45016</c:v>
                </c:pt>
              </c:numCache>
            </c:numRef>
          </c:cat>
          <c:val>
            <c:numRef>
              <c:f>Sheet1!$B$2:$B$91</c:f>
              <c:numCache>
                <c:formatCode>General</c:formatCode>
                <c:ptCount val="90"/>
                <c:pt idx="0">
                  <c:v>4.2214549155167136</c:v>
                </c:pt>
                <c:pt idx="1">
                  <c:v>4.22144324534995</c:v>
                </c:pt>
                <c:pt idx="2">
                  <c:v>4.1873719616826053</c:v>
                </c:pt>
                <c:pt idx="3">
                  <c:v>4.1449325143932372</c:v>
                </c:pt>
                <c:pt idx="4">
                  <c:v>4.1218294141932974</c:v>
                </c:pt>
                <c:pt idx="5">
                  <c:v>4.1257790966422183</c:v>
                </c:pt>
                <c:pt idx="6">
                  <c:v>4.1257632622698734</c:v>
                </c:pt>
                <c:pt idx="7">
                  <c:v>4.1257474304584827</c:v>
                </c:pt>
                <c:pt idx="8">
                  <c:v>4.1269286129460738</c:v>
                </c:pt>
                <c:pt idx="9">
                  <c:v>4.1498314485137522</c:v>
                </c:pt>
                <c:pt idx="10">
                  <c:v>4.1684542839905676</c:v>
                </c:pt>
                <c:pt idx="11">
                  <c:v>4.1658702883519343</c:v>
                </c:pt>
                <c:pt idx="12">
                  <c:v>4.1703480385309364</c:v>
                </c:pt>
                <c:pt idx="13">
                  <c:v>4.1703307088224779</c:v>
                </c:pt>
                <c:pt idx="14">
                  <c:v>4.1718919236248837</c:v>
                </c:pt>
                <c:pt idx="15">
                  <c:v>4.1958230503309331</c:v>
                </c:pt>
                <c:pt idx="16">
                  <c:v>4.2029571543328847</c:v>
                </c:pt>
                <c:pt idx="17">
                  <c:v>4.2028091554462339</c:v>
                </c:pt>
                <c:pt idx="18">
                  <c:v>4.1976043774322367</c:v>
                </c:pt>
                <c:pt idx="19">
                  <c:v>4.1841970777198778</c:v>
                </c:pt>
                <c:pt idx="20">
                  <c:v>4.2060432338863718</c:v>
                </c:pt>
                <c:pt idx="21">
                  <c:v>4.193647580008105</c:v>
                </c:pt>
                <c:pt idx="22">
                  <c:v>4.1936273393846237</c:v>
                </c:pt>
                <c:pt idx="23">
                  <c:v>4.1936137642040734</c:v>
                </c:pt>
                <c:pt idx="24">
                  <c:v>4.1938484324504834</c:v>
                </c:pt>
                <c:pt idx="25">
                  <c:v>4.1939215011185711</c:v>
                </c:pt>
                <c:pt idx="26">
                  <c:v>4.1939899373176184</c:v>
                </c:pt>
                <c:pt idx="27">
                  <c:v>4.1921502002187694</c:v>
                </c:pt>
                <c:pt idx="28">
                  <c:v>4.1863793230097874</c:v>
                </c:pt>
                <c:pt idx="29">
                  <c:v>4.1879115845637136</c:v>
                </c:pt>
                <c:pt idx="30">
                  <c:v>4.1967079852464861</c:v>
                </c:pt>
                <c:pt idx="31">
                  <c:v>4.1957413985069802</c:v>
                </c:pt>
                <c:pt idx="32">
                  <c:v>4.185471280540197</c:v>
                </c:pt>
                <c:pt idx="33">
                  <c:v>4.1724810973462416</c:v>
                </c:pt>
                <c:pt idx="34">
                  <c:v>4.1724661887169727</c:v>
                </c:pt>
                <c:pt idx="35">
                  <c:v>4.1724512825039133</c:v>
                </c:pt>
                <c:pt idx="36">
                  <c:v>4.1659786728655988</c:v>
                </c:pt>
                <c:pt idx="37">
                  <c:v>4.1613086545023661</c:v>
                </c:pt>
                <c:pt idx="38">
                  <c:v>4.1493009684910813</c:v>
                </c:pt>
                <c:pt idx="39">
                  <c:v>4.1206218076615349</c:v>
                </c:pt>
                <c:pt idx="40">
                  <c:v>4.1051890270813196</c:v>
                </c:pt>
                <c:pt idx="41">
                  <c:v>4.1051722333649083</c:v>
                </c:pt>
                <c:pt idx="42">
                  <c:v>4.1051554423789334</c:v>
                </c:pt>
                <c:pt idx="43">
                  <c:v>4.0902669096356812</c:v>
                </c:pt>
                <c:pt idx="44">
                  <c:v>4.0768884541491062</c:v>
                </c:pt>
                <c:pt idx="45">
                  <c:v>4.0622417063277529</c:v>
                </c:pt>
                <c:pt idx="46">
                  <c:v>4.0434048581163839</c:v>
                </c:pt>
                <c:pt idx="47">
                  <c:v>4.025961380900938</c:v>
                </c:pt>
                <c:pt idx="48">
                  <c:v>4.0259420955180989</c:v>
                </c:pt>
                <c:pt idx="49">
                  <c:v>4.0259225159005183</c:v>
                </c:pt>
                <c:pt idx="50">
                  <c:v>4.027932518859477</c:v>
                </c:pt>
                <c:pt idx="51">
                  <c:v>4.0550407244561928</c:v>
                </c:pt>
                <c:pt idx="52">
                  <c:v>4.049362849336922</c:v>
                </c:pt>
                <c:pt idx="53">
                  <c:v>4.0416060759277457</c:v>
                </c:pt>
                <c:pt idx="54">
                  <c:v>4.0391279770059967</c:v>
                </c:pt>
                <c:pt idx="55">
                  <c:v>4.0391085880722466</c:v>
                </c:pt>
                <c:pt idx="56">
                  <c:v>4.0394809968222392</c:v>
                </c:pt>
                <c:pt idx="57">
                  <c:v>4.050114492505462</c:v>
                </c:pt>
                <c:pt idx="58">
                  <c:v>4.063811500209022</c:v>
                </c:pt>
                <c:pt idx="59">
                  <c:v>4.0591471475950467</c:v>
                </c:pt>
                <c:pt idx="60">
                  <c:v>4.0481967038261821</c:v>
                </c:pt>
                <c:pt idx="61">
                  <c:v>4.0462165555776171</c:v>
                </c:pt>
                <c:pt idx="62">
                  <c:v>4.0460898543770378</c:v>
                </c:pt>
                <c:pt idx="63">
                  <c:v>4.047236906275355</c:v>
                </c:pt>
                <c:pt idx="64">
                  <c:v>4.0309269423400416</c:v>
                </c:pt>
                <c:pt idx="65">
                  <c:v>4.0155398748003357</c:v>
                </c:pt>
                <c:pt idx="66">
                  <c:v>3.9857856028056222</c:v>
                </c:pt>
                <c:pt idx="67">
                  <c:v>3.9733939117028769</c:v>
                </c:pt>
                <c:pt idx="68">
                  <c:v>3.9692852998217849</c:v>
                </c:pt>
                <c:pt idx="69">
                  <c:v>3.9695402938725248</c:v>
                </c:pt>
                <c:pt idx="70">
                  <c:v>3.969522102302935</c:v>
                </c:pt>
                <c:pt idx="71">
                  <c:v>3.9713448604166892</c:v>
                </c:pt>
                <c:pt idx="72">
                  <c:v>3.9663297953927792</c:v>
                </c:pt>
                <c:pt idx="73">
                  <c:v>3.9702713758973558</c:v>
                </c:pt>
                <c:pt idx="74">
                  <c:v>3.9681901764512539</c:v>
                </c:pt>
                <c:pt idx="75">
                  <c:v>3.9539820685917819</c:v>
                </c:pt>
                <c:pt idx="76">
                  <c:v>3.954482070415779</c:v>
                </c:pt>
                <c:pt idx="77">
                  <c:v>3.9544597165587798</c:v>
                </c:pt>
                <c:pt idx="78">
                  <c:v>3.9428717615195961</c:v>
                </c:pt>
                <c:pt idx="79">
                  <c:v>3.9395247869460688</c:v>
                </c:pt>
                <c:pt idx="80">
                  <c:v>3.931175128675668</c:v>
                </c:pt>
                <c:pt idx="81">
                  <c:v>3.923865954197399</c:v>
                </c:pt>
                <c:pt idx="82">
                  <c:v>3.9285146381453959</c:v>
                </c:pt>
                <c:pt idx="83">
                  <c:v>3.9288517818793038</c:v>
                </c:pt>
                <c:pt idx="84">
                  <c:v>3.9286138571174631</c:v>
                </c:pt>
                <c:pt idx="85">
                  <c:v>3.9230901815669381</c:v>
                </c:pt>
                <c:pt idx="86">
                  <c:v>3.920689478612212</c:v>
                </c:pt>
                <c:pt idx="87">
                  <c:v>3.915897846002482</c:v>
                </c:pt>
                <c:pt idx="88">
                  <c:v>3.9186375362865311</c:v>
                </c:pt>
                <c:pt idx="89">
                  <c:v>3.9015071653954032</c:v>
                </c:pt>
              </c:numCache>
            </c:numRef>
          </c:val>
          <c:smooth val="0"/>
          <c:extLst>
            <c:ext xmlns:c16="http://schemas.microsoft.com/office/drawing/2014/chart" uri="{C3380CC4-5D6E-409C-BE32-E72D297353CC}">
              <c16:uniqueId val="{00000000-A78B-4494-B1D1-5F760ABFB7A6}"/>
            </c:ext>
          </c:extLst>
        </c:ser>
        <c:ser>
          <c:idx val="1"/>
          <c:order val="1"/>
          <c:tx>
            <c:strRef>
              <c:f>Sheet1!$C$1</c:f>
              <c:strCache>
                <c:ptCount val="1"/>
                <c:pt idx="0">
                  <c:v>市值类资产久期-左轴</c:v>
                </c:pt>
              </c:strCache>
            </c:strRef>
          </c:tx>
          <c:spPr>
            <a:ln w="28575" cap="rnd">
              <a:solidFill>
                <a:schemeClr val="accent2"/>
              </a:solidFill>
              <a:round/>
            </a:ln>
            <a:effectLst/>
          </c:spPr>
          <c:marker>
            <c:symbol val="none"/>
          </c:marker>
          <c:cat>
            <c:numRef>
              <c:f>Sheet1!$A$2:$A$91</c:f>
              <c:numCache>
                <c:formatCode>yyyy\-mm\-dd</c:formatCode>
                <c:ptCount val="90"/>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44975</c:v>
                </c:pt>
                <c:pt idx="49">
                  <c:v>44976</c:v>
                </c:pt>
                <c:pt idx="50">
                  <c:v>44977</c:v>
                </c:pt>
                <c:pt idx="51">
                  <c:v>44978</c:v>
                </c:pt>
                <c:pt idx="52">
                  <c:v>44979</c:v>
                </c:pt>
                <c:pt idx="53">
                  <c:v>44980</c:v>
                </c:pt>
                <c:pt idx="54">
                  <c:v>44981</c:v>
                </c:pt>
                <c:pt idx="55">
                  <c:v>44982</c:v>
                </c:pt>
                <c:pt idx="56">
                  <c:v>44983</c:v>
                </c:pt>
                <c:pt idx="57">
                  <c:v>44984</c:v>
                </c:pt>
                <c:pt idx="58">
                  <c:v>44985</c:v>
                </c:pt>
                <c:pt idx="59">
                  <c:v>44986</c:v>
                </c:pt>
                <c:pt idx="60">
                  <c:v>44987</c:v>
                </c:pt>
                <c:pt idx="61">
                  <c:v>44988</c:v>
                </c:pt>
                <c:pt idx="62">
                  <c:v>44989</c:v>
                </c:pt>
                <c:pt idx="63">
                  <c:v>44990</c:v>
                </c:pt>
                <c:pt idx="64">
                  <c:v>44991</c:v>
                </c:pt>
                <c:pt idx="65">
                  <c:v>44992</c:v>
                </c:pt>
                <c:pt idx="66">
                  <c:v>44993</c:v>
                </c:pt>
                <c:pt idx="67">
                  <c:v>44994</c:v>
                </c:pt>
                <c:pt idx="68">
                  <c:v>44995</c:v>
                </c:pt>
                <c:pt idx="69">
                  <c:v>44996</c:v>
                </c:pt>
                <c:pt idx="70">
                  <c:v>44997</c:v>
                </c:pt>
                <c:pt idx="71">
                  <c:v>44998</c:v>
                </c:pt>
                <c:pt idx="72">
                  <c:v>44999</c:v>
                </c:pt>
                <c:pt idx="73">
                  <c:v>45000</c:v>
                </c:pt>
                <c:pt idx="74">
                  <c:v>45001</c:v>
                </c:pt>
                <c:pt idx="75">
                  <c:v>45002</c:v>
                </c:pt>
                <c:pt idx="76">
                  <c:v>45003</c:v>
                </c:pt>
                <c:pt idx="77">
                  <c:v>45004</c:v>
                </c:pt>
                <c:pt idx="78">
                  <c:v>45005</c:v>
                </c:pt>
                <c:pt idx="79">
                  <c:v>45006</c:v>
                </c:pt>
                <c:pt idx="80">
                  <c:v>45007</c:v>
                </c:pt>
                <c:pt idx="81">
                  <c:v>45008</c:v>
                </c:pt>
                <c:pt idx="82">
                  <c:v>45009</c:v>
                </c:pt>
                <c:pt idx="83">
                  <c:v>45010</c:v>
                </c:pt>
                <c:pt idx="84">
                  <c:v>45011</c:v>
                </c:pt>
                <c:pt idx="85">
                  <c:v>45012</c:v>
                </c:pt>
                <c:pt idx="86">
                  <c:v>45013</c:v>
                </c:pt>
                <c:pt idx="87">
                  <c:v>45014</c:v>
                </c:pt>
                <c:pt idx="88">
                  <c:v>45015</c:v>
                </c:pt>
                <c:pt idx="89">
                  <c:v>45016</c:v>
                </c:pt>
              </c:numCache>
            </c:numRef>
          </c:cat>
          <c:val>
            <c:numRef>
              <c:f>Sheet1!$C$2:$C$91</c:f>
              <c:numCache>
                <c:formatCode>General</c:formatCode>
                <c:ptCount val="90"/>
                <c:pt idx="0">
                  <c:v>1.341379095612482</c:v>
                </c:pt>
                <c:pt idx="1">
                  <c:v>1.3413838785354359</c:v>
                </c:pt>
                <c:pt idx="2">
                  <c:v>1.3333986253473871</c:v>
                </c:pt>
                <c:pt idx="3">
                  <c:v>1.328744039538027</c:v>
                </c:pt>
                <c:pt idx="4">
                  <c:v>1.323689709955806</c:v>
                </c:pt>
                <c:pt idx="5">
                  <c:v>1.3355327209834691</c:v>
                </c:pt>
                <c:pt idx="6">
                  <c:v>1.335537020244971</c:v>
                </c:pt>
                <c:pt idx="7">
                  <c:v>1.335541318411781</c:v>
                </c:pt>
                <c:pt idx="8">
                  <c:v>1.335711533576458</c:v>
                </c:pt>
                <c:pt idx="9">
                  <c:v>1.341122861416004</c:v>
                </c:pt>
                <c:pt idx="10">
                  <c:v>1.3536585535210319</c:v>
                </c:pt>
                <c:pt idx="11">
                  <c:v>1.350705600494978</c:v>
                </c:pt>
                <c:pt idx="12">
                  <c:v>1.356191107297706</c:v>
                </c:pt>
                <c:pt idx="13">
                  <c:v>1.356063033709666</c:v>
                </c:pt>
                <c:pt idx="14">
                  <c:v>1.3577638343018581</c:v>
                </c:pt>
                <c:pt idx="15">
                  <c:v>1.3516561663291899</c:v>
                </c:pt>
                <c:pt idx="16">
                  <c:v>1.351470605711808</c:v>
                </c:pt>
                <c:pt idx="17">
                  <c:v>1.35057259008481</c:v>
                </c:pt>
                <c:pt idx="18">
                  <c:v>1.3479461813443481</c:v>
                </c:pt>
                <c:pt idx="19">
                  <c:v>1.3449433199074721</c:v>
                </c:pt>
                <c:pt idx="20">
                  <c:v>1.365791663155167</c:v>
                </c:pt>
                <c:pt idx="21">
                  <c:v>1.365796326659263</c:v>
                </c:pt>
                <c:pt idx="22">
                  <c:v>1.3660154586785589</c:v>
                </c:pt>
                <c:pt idx="23">
                  <c:v>1.3660013043954391</c:v>
                </c:pt>
                <c:pt idx="24">
                  <c:v>1.3661185052008309</c:v>
                </c:pt>
                <c:pt idx="25">
                  <c:v>1.366246175900012</c:v>
                </c:pt>
                <c:pt idx="26">
                  <c:v>1.3661358806372861</c:v>
                </c:pt>
                <c:pt idx="27">
                  <c:v>1.353592352738721</c:v>
                </c:pt>
                <c:pt idx="28">
                  <c:v>1.352015234042752</c:v>
                </c:pt>
                <c:pt idx="29">
                  <c:v>1.3598545791877741</c:v>
                </c:pt>
                <c:pt idx="30">
                  <c:v>1.357092485266689</c:v>
                </c:pt>
                <c:pt idx="31">
                  <c:v>1.354073919224706</c:v>
                </c:pt>
                <c:pt idx="32">
                  <c:v>1.3529673703690741</c:v>
                </c:pt>
                <c:pt idx="33">
                  <c:v>1.3497968384952781</c:v>
                </c:pt>
                <c:pt idx="34">
                  <c:v>1.34980148866928</c:v>
                </c:pt>
                <c:pt idx="35">
                  <c:v>1.349806137709886</c:v>
                </c:pt>
                <c:pt idx="36">
                  <c:v>1.345378699574068</c:v>
                </c:pt>
                <c:pt idx="37">
                  <c:v>1.342924554019397</c:v>
                </c:pt>
                <c:pt idx="38">
                  <c:v>1.341916366091104</c:v>
                </c:pt>
                <c:pt idx="39">
                  <c:v>1.3360076560737351</c:v>
                </c:pt>
                <c:pt idx="40">
                  <c:v>1.333087550267823</c:v>
                </c:pt>
                <c:pt idx="41">
                  <c:v>1.3330923670043231</c:v>
                </c:pt>
                <c:pt idx="42">
                  <c:v>1.3330971825998039</c:v>
                </c:pt>
                <c:pt idx="43">
                  <c:v>1.325806720326586</c:v>
                </c:pt>
                <c:pt idx="44">
                  <c:v>1.345141421935284</c:v>
                </c:pt>
                <c:pt idx="45">
                  <c:v>1.3422929190039681</c:v>
                </c:pt>
                <c:pt idx="46">
                  <c:v>1.340057768237805</c:v>
                </c:pt>
                <c:pt idx="47">
                  <c:v>1.339457987666123</c:v>
                </c:pt>
                <c:pt idx="48">
                  <c:v>1.340184967596461</c:v>
                </c:pt>
                <c:pt idx="49">
                  <c:v>1.340191390452188</c:v>
                </c:pt>
                <c:pt idx="50">
                  <c:v>1.3305890428657381</c:v>
                </c:pt>
                <c:pt idx="51">
                  <c:v>1.338488265464612</c:v>
                </c:pt>
                <c:pt idx="52">
                  <c:v>1.3383125733062</c:v>
                </c:pt>
                <c:pt idx="53">
                  <c:v>1.3372666394587069</c:v>
                </c:pt>
                <c:pt idx="54">
                  <c:v>1.3354908561964529</c:v>
                </c:pt>
                <c:pt idx="55">
                  <c:v>1.335496192689317</c:v>
                </c:pt>
                <c:pt idx="56">
                  <c:v>1.336187837567006</c:v>
                </c:pt>
                <c:pt idx="57">
                  <c:v>1.3370892755854269</c:v>
                </c:pt>
                <c:pt idx="58">
                  <c:v>1.376030059311675</c:v>
                </c:pt>
                <c:pt idx="59">
                  <c:v>1.372483125044774</c:v>
                </c:pt>
                <c:pt idx="60">
                  <c:v>1.369605611521278</c:v>
                </c:pt>
                <c:pt idx="61">
                  <c:v>1.367450994482722</c:v>
                </c:pt>
                <c:pt idx="62">
                  <c:v>1.368216544113636</c:v>
                </c:pt>
                <c:pt idx="63">
                  <c:v>1.369169789657515</c:v>
                </c:pt>
                <c:pt idx="64">
                  <c:v>1.366675878461991</c:v>
                </c:pt>
                <c:pt idx="65">
                  <c:v>1.364892857963538</c:v>
                </c:pt>
                <c:pt idx="66">
                  <c:v>1.3645042791716671</c:v>
                </c:pt>
                <c:pt idx="67">
                  <c:v>1.3623206440970379</c:v>
                </c:pt>
                <c:pt idx="68">
                  <c:v>1.364017331321524</c:v>
                </c:pt>
                <c:pt idx="69">
                  <c:v>1.3644207503940979</c:v>
                </c:pt>
                <c:pt idx="70">
                  <c:v>1.3644485585214949</c:v>
                </c:pt>
                <c:pt idx="71">
                  <c:v>1.3678339033522939</c:v>
                </c:pt>
                <c:pt idx="72">
                  <c:v>1.365758342580669</c:v>
                </c:pt>
                <c:pt idx="73">
                  <c:v>1.370495711434895</c:v>
                </c:pt>
                <c:pt idx="74">
                  <c:v>1.368504015145942</c:v>
                </c:pt>
                <c:pt idx="75">
                  <c:v>1.3659670902965551</c:v>
                </c:pt>
                <c:pt idx="76">
                  <c:v>1.366596959347063</c:v>
                </c:pt>
                <c:pt idx="77">
                  <c:v>1.366601102790195</c:v>
                </c:pt>
                <c:pt idx="78">
                  <c:v>1.3583808833214699</c:v>
                </c:pt>
                <c:pt idx="79">
                  <c:v>1.3569957319841599</c:v>
                </c:pt>
                <c:pt idx="80">
                  <c:v>1.356107487712187</c:v>
                </c:pt>
                <c:pt idx="81">
                  <c:v>1.3535520101547389</c:v>
                </c:pt>
                <c:pt idx="82">
                  <c:v>1.348760216405541</c:v>
                </c:pt>
                <c:pt idx="83">
                  <c:v>1.3492525473123651</c:v>
                </c:pt>
                <c:pt idx="84">
                  <c:v>1.349427881968835</c:v>
                </c:pt>
                <c:pt idx="85">
                  <c:v>1.3426858581315051</c:v>
                </c:pt>
                <c:pt idx="86">
                  <c:v>1.3404507162988299</c:v>
                </c:pt>
                <c:pt idx="87">
                  <c:v>1.3385450916874471</c:v>
                </c:pt>
                <c:pt idx="88">
                  <c:v>1.340217401586882</c:v>
                </c:pt>
                <c:pt idx="89">
                  <c:v>1.342409469933082</c:v>
                </c:pt>
              </c:numCache>
            </c:numRef>
          </c:val>
          <c:smooth val="0"/>
          <c:extLst>
            <c:ext xmlns:c16="http://schemas.microsoft.com/office/drawing/2014/chart" uri="{C3380CC4-5D6E-409C-BE32-E72D297353CC}">
              <c16:uniqueId val="{00000001-A78B-4494-B1D1-5F760ABFB7A6}"/>
            </c:ext>
          </c:extLst>
        </c:ser>
        <c:dLbls>
          <c:showLegendKey val="0"/>
          <c:showVal val="0"/>
          <c:showCatName val="0"/>
          <c:showSerName val="0"/>
          <c:showPercent val="0"/>
          <c:showBubbleSize val="0"/>
        </c:dLbls>
        <c:marker val="1"/>
        <c:smooth val="0"/>
        <c:axId val="882493951"/>
        <c:axId val="882497279"/>
      </c:lineChart>
      <c:lineChart>
        <c:grouping val="standard"/>
        <c:varyColors val="0"/>
        <c:ser>
          <c:idx val="2"/>
          <c:order val="2"/>
          <c:tx>
            <c:strRef>
              <c:f>Sheet1!$D$1</c:f>
              <c:strCache>
                <c:ptCount val="1"/>
                <c:pt idx="0">
                  <c:v>杠杆比率(%)-右轴</c:v>
                </c:pt>
              </c:strCache>
            </c:strRef>
          </c:tx>
          <c:spPr>
            <a:ln w="28575" cap="rnd">
              <a:solidFill>
                <a:schemeClr val="accent3"/>
              </a:solidFill>
              <a:round/>
            </a:ln>
            <a:effectLst/>
          </c:spPr>
          <c:marker>
            <c:symbol val="none"/>
          </c:marker>
          <c:cat>
            <c:numRef>
              <c:f>Sheet1!$A$2:$A$91</c:f>
              <c:numCache>
                <c:formatCode>yyyy\-mm\-dd</c:formatCode>
                <c:ptCount val="90"/>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44975</c:v>
                </c:pt>
                <c:pt idx="49">
                  <c:v>44976</c:v>
                </c:pt>
                <c:pt idx="50">
                  <c:v>44977</c:v>
                </c:pt>
                <c:pt idx="51">
                  <c:v>44978</c:v>
                </c:pt>
                <c:pt idx="52">
                  <c:v>44979</c:v>
                </c:pt>
                <c:pt idx="53">
                  <c:v>44980</c:v>
                </c:pt>
                <c:pt idx="54">
                  <c:v>44981</c:v>
                </c:pt>
                <c:pt idx="55">
                  <c:v>44982</c:v>
                </c:pt>
                <c:pt idx="56">
                  <c:v>44983</c:v>
                </c:pt>
                <c:pt idx="57">
                  <c:v>44984</c:v>
                </c:pt>
                <c:pt idx="58">
                  <c:v>44985</c:v>
                </c:pt>
                <c:pt idx="59">
                  <c:v>44986</c:v>
                </c:pt>
                <c:pt idx="60">
                  <c:v>44987</c:v>
                </c:pt>
                <c:pt idx="61">
                  <c:v>44988</c:v>
                </c:pt>
                <c:pt idx="62">
                  <c:v>44989</c:v>
                </c:pt>
                <c:pt idx="63">
                  <c:v>44990</c:v>
                </c:pt>
                <c:pt idx="64">
                  <c:v>44991</c:v>
                </c:pt>
                <c:pt idx="65">
                  <c:v>44992</c:v>
                </c:pt>
                <c:pt idx="66">
                  <c:v>44993</c:v>
                </c:pt>
                <c:pt idx="67">
                  <c:v>44994</c:v>
                </c:pt>
                <c:pt idx="68">
                  <c:v>44995</c:v>
                </c:pt>
                <c:pt idx="69">
                  <c:v>44996</c:v>
                </c:pt>
                <c:pt idx="70">
                  <c:v>44997</c:v>
                </c:pt>
                <c:pt idx="71">
                  <c:v>44998</c:v>
                </c:pt>
                <c:pt idx="72">
                  <c:v>44999</c:v>
                </c:pt>
                <c:pt idx="73">
                  <c:v>45000</c:v>
                </c:pt>
                <c:pt idx="74">
                  <c:v>45001</c:v>
                </c:pt>
                <c:pt idx="75">
                  <c:v>45002</c:v>
                </c:pt>
                <c:pt idx="76">
                  <c:v>45003</c:v>
                </c:pt>
                <c:pt idx="77">
                  <c:v>45004</c:v>
                </c:pt>
                <c:pt idx="78">
                  <c:v>45005</c:v>
                </c:pt>
                <c:pt idx="79">
                  <c:v>45006</c:v>
                </c:pt>
                <c:pt idx="80">
                  <c:v>45007</c:v>
                </c:pt>
                <c:pt idx="81">
                  <c:v>45008</c:v>
                </c:pt>
                <c:pt idx="82">
                  <c:v>45009</c:v>
                </c:pt>
                <c:pt idx="83">
                  <c:v>45010</c:v>
                </c:pt>
                <c:pt idx="84">
                  <c:v>45011</c:v>
                </c:pt>
                <c:pt idx="85">
                  <c:v>45012</c:v>
                </c:pt>
                <c:pt idx="86">
                  <c:v>45013</c:v>
                </c:pt>
                <c:pt idx="87">
                  <c:v>45014</c:v>
                </c:pt>
                <c:pt idx="88">
                  <c:v>45015</c:v>
                </c:pt>
                <c:pt idx="89">
                  <c:v>45016</c:v>
                </c:pt>
              </c:numCache>
            </c:numRef>
          </c:cat>
          <c:val>
            <c:numRef>
              <c:f>Sheet1!$D$2:$D$91</c:f>
              <c:numCache>
                <c:formatCode>General</c:formatCode>
                <c:ptCount val="90"/>
                <c:pt idx="0">
                  <c:v>112.75154575373411</c:v>
                </c:pt>
                <c:pt idx="1">
                  <c:v>112.7519541495429</c:v>
                </c:pt>
                <c:pt idx="2">
                  <c:v>113.7824958831969</c:v>
                </c:pt>
                <c:pt idx="3">
                  <c:v>113.7029412192861</c:v>
                </c:pt>
                <c:pt idx="4">
                  <c:v>113.98791212883469</c:v>
                </c:pt>
                <c:pt idx="5">
                  <c:v>115.08656623104081</c:v>
                </c:pt>
                <c:pt idx="6">
                  <c:v>115.0879466337434</c:v>
                </c:pt>
                <c:pt idx="7">
                  <c:v>115.08807711933881</c:v>
                </c:pt>
                <c:pt idx="8">
                  <c:v>115.1201799667747</c:v>
                </c:pt>
                <c:pt idx="9">
                  <c:v>115.0455211075911</c:v>
                </c:pt>
                <c:pt idx="10">
                  <c:v>117.6800957773786</c:v>
                </c:pt>
                <c:pt idx="11">
                  <c:v>118.2066409984722</c:v>
                </c:pt>
                <c:pt idx="12">
                  <c:v>117.1531515665193</c:v>
                </c:pt>
                <c:pt idx="13">
                  <c:v>117.1517759391275</c:v>
                </c:pt>
                <c:pt idx="14">
                  <c:v>117.1537213445712</c:v>
                </c:pt>
                <c:pt idx="15">
                  <c:v>118.2925188688446</c:v>
                </c:pt>
                <c:pt idx="16">
                  <c:v>118.5500648913565</c:v>
                </c:pt>
                <c:pt idx="17">
                  <c:v>118.3204183856304</c:v>
                </c:pt>
                <c:pt idx="18">
                  <c:v>118.1728623192145</c:v>
                </c:pt>
                <c:pt idx="19">
                  <c:v>117.6531625872268</c:v>
                </c:pt>
                <c:pt idx="20">
                  <c:v>117.6471554896422</c:v>
                </c:pt>
                <c:pt idx="21">
                  <c:v>117.6475664782477</c:v>
                </c:pt>
                <c:pt idx="22">
                  <c:v>117.6480076486306</c:v>
                </c:pt>
                <c:pt idx="23">
                  <c:v>117.64791022177521</c:v>
                </c:pt>
                <c:pt idx="24">
                  <c:v>117.6481324936409</c:v>
                </c:pt>
                <c:pt idx="25">
                  <c:v>117.64879632693111</c:v>
                </c:pt>
                <c:pt idx="26">
                  <c:v>117.64866190163769</c:v>
                </c:pt>
                <c:pt idx="27">
                  <c:v>117.64839644327211</c:v>
                </c:pt>
                <c:pt idx="28">
                  <c:v>117.6490388467174</c:v>
                </c:pt>
                <c:pt idx="29">
                  <c:v>118.9432833284655</c:v>
                </c:pt>
                <c:pt idx="30">
                  <c:v>118.7830389275934</c:v>
                </c:pt>
                <c:pt idx="31">
                  <c:v>120.1188786494447</c:v>
                </c:pt>
                <c:pt idx="32">
                  <c:v>119.1501855195056</c:v>
                </c:pt>
                <c:pt idx="33">
                  <c:v>119.0463027269459</c:v>
                </c:pt>
                <c:pt idx="34">
                  <c:v>119.04906580283939</c:v>
                </c:pt>
                <c:pt idx="35">
                  <c:v>119.0486525439124</c:v>
                </c:pt>
                <c:pt idx="36">
                  <c:v>118.6217759008091</c:v>
                </c:pt>
                <c:pt idx="37">
                  <c:v>118.778720154176</c:v>
                </c:pt>
                <c:pt idx="38">
                  <c:v>118.41173499978061</c:v>
                </c:pt>
                <c:pt idx="39">
                  <c:v>116.53012090424509</c:v>
                </c:pt>
                <c:pt idx="40">
                  <c:v>116.1388379864773</c:v>
                </c:pt>
                <c:pt idx="41">
                  <c:v>116.14099841915311</c:v>
                </c:pt>
                <c:pt idx="42">
                  <c:v>116.1408599219692</c:v>
                </c:pt>
                <c:pt idx="43">
                  <c:v>115.97499505619579</c:v>
                </c:pt>
                <c:pt idx="44">
                  <c:v>119.2470655677046</c:v>
                </c:pt>
                <c:pt idx="45">
                  <c:v>116.6151190511866</c:v>
                </c:pt>
                <c:pt idx="46">
                  <c:v>116.9861621576469</c:v>
                </c:pt>
                <c:pt idx="47">
                  <c:v>116.8441209709149</c:v>
                </c:pt>
                <c:pt idx="48">
                  <c:v>116.845965934022</c:v>
                </c:pt>
                <c:pt idx="49">
                  <c:v>116.844771094924</c:v>
                </c:pt>
                <c:pt idx="50">
                  <c:v>118.35057031765309</c:v>
                </c:pt>
                <c:pt idx="51">
                  <c:v>116.44442332724169</c:v>
                </c:pt>
                <c:pt idx="52">
                  <c:v>115.7307719248294</c:v>
                </c:pt>
                <c:pt idx="53">
                  <c:v>115.00157717038761</c:v>
                </c:pt>
                <c:pt idx="54">
                  <c:v>114.9810949732439</c:v>
                </c:pt>
                <c:pt idx="55">
                  <c:v>114.98078898873869</c:v>
                </c:pt>
                <c:pt idx="56">
                  <c:v>114.9801977615398</c:v>
                </c:pt>
                <c:pt idx="57">
                  <c:v>115.4157123455188</c:v>
                </c:pt>
                <c:pt idx="58">
                  <c:v>117.92169391775219</c:v>
                </c:pt>
                <c:pt idx="59">
                  <c:v>117.7681197454876</c:v>
                </c:pt>
                <c:pt idx="60">
                  <c:v>116.93976571153421</c:v>
                </c:pt>
                <c:pt idx="61">
                  <c:v>117.353837239409</c:v>
                </c:pt>
                <c:pt idx="62">
                  <c:v>117.3487669498782</c:v>
                </c:pt>
                <c:pt idx="63">
                  <c:v>117.3516148891425</c:v>
                </c:pt>
                <c:pt idx="64">
                  <c:v>113.81665715270179</c:v>
                </c:pt>
                <c:pt idx="65">
                  <c:v>113.8637271993526</c:v>
                </c:pt>
                <c:pt idx="66">
                  <c:v>113.59500344561989</c:v>
                </c:pt>
                <c:pt idx="67">
                  <c:v>113.91760373263121</c:v>
                </c:pt>
                <c:pt idx="68">
                  <c:v>113.98810271787769</c:v>
                </c:pt>
                <c:pt idx="69">
                  <c:v>113.9531707678956</c:v>
                </c:pt>
                <c:pt idx="70">
                  <c:v>113.95276200658741</c:v>
                </c:pt>
                <c:pt idx="71">
                  <c:v>113.727463192074</c:v>
                </c:pt>
                <c:pt idx="72">
                  <c:v>113.6818861036497</c:v>
                </c:pt>
                <c:pt idx="73">
                  <c:v>115.06696718240291</c:v>
                </c:pt>
                <c:pt idx="74">
                  <c:v>113.6721478531785</c:v>
                </c:pt>
                <c:pt idx="75">
                  <c:v>113.62796239847189</c:v>
                </c:pt>
                <c:pt idx="76">
                  <c:v>113.62784501545011</c:v>
                </c:pt>
                <c:pt idx="77">
                  <c:v>113.62888220848581</c:v>
                </c:pt>
                <c:pt idx="78">
                  <c:v>113.5893024116676</c:v>
                </c:pt>
                <c:pt idx="79">
                  <c:v>113.6449127193448</c:v>
                </c:pt>
                <c:pt idx="80">
                  <c:v>112.47485090824981</c:v>
                </c:pt>
                <c:pt idx="81">
                  <c:v>112.31095820092661</c:v>
                </c:pt>
                <c:pt idx="82">
                  <c:v>112.1596741669085</c:v>
                </c:pt>
                <c:pt idx="83">
                  <c:v>112.1554733797405</c:v>
                </c:pt>
                <c:pt idx="84">
                  <c:v>112.15896119678079</c:v>
                </c:pt>
                <c:pt idx="85">
                  <c:v>108.7904288022075</c:v>
                </c:pt>
                <c:pt idx="86">
                  <c:v>108.68685991631639</c:v>
                </c:pt>
                <c:pt idx="87">
                  <c:v>108.6343292509885</c:v>
                </c:pt>
                <c:pt idx="88">
                  <c:v>109.2561763250545</c:v>
                </c:pt>
                <c:pt idx="89">
                  <c:v>109.0468386427705</c:v>
                </c:pt>
              </c:numCache>
            </c:numRef>
          </c:val>
          <c:smooth val="0"/>
          <c:extLst>
            <c:ext xmlns:c16="http://schemas.microsoft.com/office/drawing/2014/chart" uri="{C3380CC4-5D6E-409C-BE32-E72D297353CC}">
              <c16:uniqueId val="{00000002-A78B-4494-B1D1-5F760ABFB7A6}"/>
            </c:ext>
          </c:extLst>
        </c:ser>
        <c:dLbls>
          <c:showLegendKey val="0"/>
          <c:showVal val="0"/>
          <c:showCatName val="0"/>
          <c:showSerName val="0"/>
          <c:showPercent val="0"/>
          <c:showBubbleSize val="0"/>
        </c:dLbls>
        <c:marker val="1"/>
        <c:smooth val="0"/>
        <c:axId val="1088962047"/>
        <c:axId val="1088959135"/>
      </c:lineChart>
      <c:dateAx>
        <c:axId val="882493951"/>
        <c:scaling>
          <c:orientation val="minMax"/>
        </c:scaling>
        <c:delete val="0"/>
        <c:axPos val="b"/>
        <c:numFmt formatCode="m/d/yyyy" sourceLinked="0"/>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b" anchorCtr="0"/>
          <a:lstStyle/>
          <a:p>
            <a:pPr>
              <a:defRPr sz="900" b="0" i="0" u="none" strike="noStrike" kern="1200" baseline="0">
                <a:solidFill>
                  <a:schemeClr val="tx1">
                    <a:lumMod val="65000"/>
                    <a:lumOff val="35000"/>
                  </a:schemeClr>
                </a:solidFill>
                <a:latin typeface="+mn-lt"/>
                <a:ea typeface="+mn-ea"/>
                <a:cs typeface="+mn-cs"/>
              </a:defRPr>
            </a:pPr>
            <a:endParaRPr lang="zh-CN"/>
          </a:p>
        </c:txPr>
        <c:crossAx val="882497279"/>
        <c:crosses val="autoZero"/>
        <c:auto val="1"/>
        <c:lblOffset val="100"/>
        <c:baseTimeUnit val="days"/>
      </c:dateAx>
      <c:valAx>
        <c:axId val="882497279"/>
        <c:scaling>
          <c:orientation val="minMax"/>
          <c:max val="5"/>
          <c:min val="1"/>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882493951"/>
        <c:crosses val="autoZero"/>
        <c:crossBetween val="between"/>
      </c:valAx>
      <c:valAx>
        <c:axId val="1088959135"/>
        <c:scaling>
          <c:orientation val="minMax"/>
          <c:max val="121"/>
          <c:min val="108"/>
        </c:scaling>
        <c:delete val="0"/>
        <c:axPos val="r"/>
        <c:numFmt formatCode="0.0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088962047"/>
        <c:crosses val="max"/>
        <c:crossBetween val="between"/>
      </c:valAx>
      <c:dateAx>
        <c:axId val="1088962047"/>
        <c:scaling>
          <c:orientation val="minMax"/>
        </c:scaling>
        <c:delete val="1"/>
        <c:axPos val="b"/>
        <c:numFmt formatCode="yyyy\-mm\-dd" sourceLinked="1"/>
        <c:majorTickMark val="out"/>
        <c:minorTickMark val="none"/>
        <c:tickLblPos val="nextTo"/>
        <c:crossAx val="1088959135"/>
        <c:crosses val="autoZero"/>
        <c:auto val="1"/>
        <c:lblOffset val="100"/>
        <c:baseTimeUnit val="days"/>
      </c:date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solidFill>
        <a:schemeClr val="bg1">
          <a:lumMod val="95000"/>
        </a:schemeClr>
      </a:solidFill>
    </a:ln>
    <a:effectLst/>
  </c:spPr>
  <c:txPr>
    <a:bodyPr/>
    <a:lstStyle/>
    <a:p>
      <a:pPr>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sz="1400" dirty="0">
                <a:solidFill>
                  <a:schemeClr val="tx1"/>
                </a:solidFill>
              </a:rPr>
              <a:t>可转债正股申万一级行业时序图（不穿透）</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ltLang="en-US"/>
        </a:p>
      </c:txPr>
    </c:title>
    <c:autoTitleDeleted val="0"/>
    <c:plotArea>
      <c:layout>
        <c:manualLayout>
          <c:layoutTarget val="inner"/>
          <c:xMode val="edge"/>
          <c:yMode val="edge"/>
          <c:x val="6.4810590648709393E-2"/>
          <c:y val="0.15443511803249432"/>
          <c:w val="0.90535295628298873"/>
          <c:h val="0.56591831115049851"/>
        </c:manualLayout>
      </c:layout>
      <c:barChart>
        <c:barDir val="col"/>
        <c:grouping val="clustered"/>
        <c:varyColors val="0"/>
        <c:ser>
          <c:idx val="0"/>
          <c:order val="0"/>
          <c:tx>
            <c:strRef>
              <c:f>Sheet1!$B$1</c:f>
              <c:strCache>
                <c:ptCount val="1"/>
                <c:pt idx="0">
                  <c:v>20230101</c:v>
                </c:pt>
              </c:strCache>
            </c:strRef>
          </c:tx>
          <c:spPr>
            <a:solidFill>
              <a:schemeClr val="accent1"/>
            </a:solidFill>
            <a:ln>
              <a:noFill/>
            </a:ln>
            <a:effectLst/>
          </c:spPr>
          <c:invertIfNegative val="0"/>
          <c:cat>
            <c:strRef>
              <c:f>Sheet1!$A$2:$A$12</c:f>
              <c:strCache>
                <c:ptCount val="11"/>
                <c:pt idx="0">
                  <c:v>银行</c:v>
                </c:pt>
                <c:pt idx="1">
                  <c:v>交通运输</c:v>
                </c:pt>
                <c:pt idx="2">
                  <c:v>非银金融</c:v>
                </c:pt>
                <c:pt idx="3">
                  <c:v>电力设备</c:v>
                </c:pt>
                <c:pt idx="4">
                  <c:v>有色金属</c:v>
                </c:pt>
                <c:pt idx="5">
                  <c:v>农林牧渔</c:v>
                </c:pt>
                <c:pt idx="6">
                  <c:v>医药生物</c:v>
                </c:pt>
                <c:pt idx="7">
                  <c:v>公用事业</c:v>
                </c:pt>
                <c:pt idx="8">
                  <c:v>电子</c:v>
                </c:pt>
                <c:pt idx="9">
                  <c:v>商贸零售</c:v>
                </c:pt>
                <c:pt idx="10">
                  <c:v>钢铁</c:v>
                </c:pt>
              </c:strCache>
            </c:strRef>
          </c:cat>
          <c:val>
            <c:numRef>
              <c:f>Sheet1!$B$2:$B$12</c:f>
              <c:numCache>
                <c:formatCode>General</c:formatCode>
                <c:ptCount val="11"/>
                <c:pt idx="0">
                  <c:v>1.19054238402896E-2</c:v>
                </c:pt>
                <c:pt idx="1">
                  <c:v>3.6901896141603779E-3</c:v>
                </c:pt>
                <c:pt idx="2">
                  <c:v>3.1491416455846528E-3</c:v>
                </c:pt>
                <c:pt idx="3">
                  <c:v>1.505519483150416E-3</c:v>
                </c:pt>
                <c:pt idx="4">
                  <c:v>1.4577688423875921E-3</c:v>
                </c:pt>
                <c:pt idx="5">
                  <c:v>1.3616031160067401E-3</c:v>
                </c:pt>
                <c:pt idx="6">
                  <c:v>8.1652809744453135E-4</c:v>
                </c:pt>
                <c:pt idx="7">
                  <c:v>7.4146177530240909E-4</c:v>
                </c:pt>
                <c:pt idx="8">
                  <c:v>3.2511171479946858E-4</c:v>
                </c:pt>
                <c:pt idx="9">
                  <c:v>2.116897461376352E-4</c:v>
                </c:pt>
                <c:pt idx="10">
                  <c:v>1.3215434843245769E-4</c:v>
                </c:pt>
              </c:numCache>
            </c:numRef>
          </c:val>
          <c:extLst>
            <c:ext xmlns:c16="http://schemas.microsoft.com/office/drawing/2014/chart" uri="{C3380CC4-5D6E-409C-BE32-E72D297353CC}">
              <c16:uniqueId val="{00000000-81E4-4961-868C-A833B8F61D93}"/>
            </c:ext>
          </c:extLst>
        </c:ser>
        <c:ser>
          <c:idx val="1"/>
          <c:order val="1"/>
          <c:tx>
            <c:strRef>
              <c:f>Sheet1!$C$1</c:f>
              <c:strCache>
                <c:ptCount val="1"/>
                <c:pt idx="0">
                  <c:v>202301</c:v>
                </c:pt>
              </c:strCache>
            </c:strRef>
          </c:tx>
          <c:spPr>
            <a:solidFill>
              <a:schemeClr val="accent2"/>
            </a:solidFill>
            <a:ln>
              <a:noFill/>
            </a:ln>
            <a:effectLst/>
          </c:spPr>
          <c:invertIfNegative val="0"/>
          <c:cat>
            <c:strRef>
              <c:f>Sheet1!$A$2:$A$12</c:f>
              <c:strCache>
                <c:ptCount val="11"/>
                <c:pt idx="0">
                  <c:v>银行</c:v>
                </c:pt>
                <c:pt idx="1">
                  <c:v>交通运输</c:v>
                </c:pt>
                <c:pt idx="2">
                  <c:v>非银金融</c:v>
                </c:pt>
                <c:pt idx="3">
                  <c:v>电力设备</c:v>
                </c:pt>
                <c:pt idx="4">
                  <c:v>有色金属</c:v>
                </c:pt>
                <c:pt idx="5">
                  <c:v>农林牧渔</c:v>
                </c:pt>
                <c:pt idx="6">
                  <c:v>医药生物</c:v>
                </c:pt>
                <c:pt idx="7">
                  <c:v>公用事业</c:v>
                </c:pt>
                <c:pt idx="8">
                  <c:v>电子</c:v>
                </c:pt>
                <c:pt idx="9">
                  <c:v>商贸零售</c:v>
                </c:pt>
                <c:pt idx="10">
                  <c:v>钢铁</c:v>
                </c:pt>
              </c:strCache>
            </c:strRef>
          </c:cat>
          <c:val>
            <c:numRef>
              <c:f>Sheet1!$C$2:$C$12</c:f>
              <c:numCache>
                <c:formatCode>General</c:formatCode>
                <c:ptCount val="11"/>
                <c:pt idx="0">
                  <c:v>1.310171071912871E-2</c:v>
                </c:pt>
                <c:pt idx="1">
                  <c:v>3.7271672884159049E-3</c:v>
                </c:pt>
                <c:pt idx="2">
                  <c:v>3.243478763341441E-3</c:v>
                </c:pt>
                <c:pt idx="3">
                  <c:v>1.591155551301688E-3</c:v>
                </c:pt>
                <c:pt idx="4">
                  <c:v>1.5496804167614731E-3</c:v>
                </c:pt>
                <c:pt idx="5">
                  <c:v>1.410335557553409E-3</c:v>
                </c:pt>
                <c:pt idx="6">
                  <c:v>8.7806328775647566E-4</c:v>
                </c:pt>
                <c:pt idx="7">
                  <c:v>7.6996581615359572E-4</c:v>
                </c:pt>
                <c:pt idx="8">
                  <c:v>3.3292902890731403E-4</c:v>
                </c:pt>
                <c:pt idx="9">
                  <c:v>2.2369125324548809E-4</c:v>
                </c:pt>
                <c:pt idx="10">
                  <c:v>1.3897337253307359E-4</c:v>
                </c:pt>
              </c:numCache>
            </c:numRef>
          </c:val>
          <c:extLst>
            <c:ext xmlns:c16="http://schemas.microsoft.com/office/drawing/2014/chart" uri="{C3380CC4-5D6E-409C-BE32-E72D297353CC}">
              <c16:uniqueId val="{00000001-81E4-4961-868C-A833B8F61D93}"/>
            </c:ext>
          </c:extLst>
        </c:ser>
        <c:ser>
          <c:idx val="2"/>
          <c:order val="2"/>
          <c:tx>
            <c:strRef>
              <c:f>Sheet1!$D$1</c:f>
              <c:strCache>
                <c:ptCount val="1"/>
                <c:pt idx="0">
                  <c:v>202302</c:v>
                </c:pt>
              </c:strCache>
            </c:strRef>
          </c:tx>
          <c:spPr>
            <a:solidFill>
              <a:schemeClr val="accent3"/>
            </a:solidFill>
            <a:ln>
              <a:noFill/>
            </a:ln>
            <a:effectLst/>
          </c:spPr>
          <c:invertIfNegative val="0"/>
          <c:cat>
            <c:strRef>
              <c:f>Sheet1!$A$2:$A$12</c:f>
              <c:strCache>
                <c:ptCount val="11"/>
                <c:pt idx="0">
                  <c:v>银行</c:v>
                </c:pt>
                <c:pt idx="1">
                  <c:v>交通运输</c:v>
                </c:pt>
                <c:pt idx="2">
                  <c:v>非银金融</c:v>
                </c:pt>
                <c:pt idx="3">
                  <c:v>电力设备</c:v>
                </c:pt>
                <c:pt idx="4">
                  <c:v>有色金属</c:v>
                </c:pt>
                <c:pt idx="5">
                  <c:v>农林牧渔</c:v>
                </c:pt>
                <c:pt idx="6">
                  <c:v>医药生物</c:v>
                </c:pt>
                <c:pt idx="7">
                  <c:v>公用事业</c:v>
                </c:pt>
                <c:pt idx="8">
                  <c:v>电子</c:v>
                </c:pt>
                <c:pt idx="9">
                  <c:v>商贸零售</c:v>
                </c:pt>
                <c:pt idx="10">
                  <c:v>钢铁</c:v>
                </c:pt>
              </c:strCache>
            </c:strRef>
          </c:cat>
          <c:val>
            <c:numRef>
              <c:f>Sheet1!$D$2:$D$12</c:f>
              <c:numCache>
                <c:formatCode>General</c:formatCode>
                <c:ptCount val="11"/>
                <c:pt idx="0">
                  <c:v>1.225387472397866E-2</c:v>
                </c:pt>
                <c:pt idx="1">
                  <c:v>3.5301812967399931E-3</c:v>
                </c:pt>
                <c:pt idx="2">
                  <c:v>3.005636787252739E-3</c:v>
                </c:pt>
                <c:pt idx="3">
                  <c:v>1.446549973018072E-3</c:v>
                </c:pt>
                <c:pt idx="4">
                  <c:v>1.41476316372293E-3</c:v>
                </c:pt>
                <c:pt idx="5">
                  <c:v>1.3104062004044791E-3</c:v>
                </c:pt>
                <c:pt idx="6">
                  <c:v>8.2328066995308933E-4</c:v>
                </c:pt>
                <c:pt idx="7">
                  <c:v>7.0876978014318155E-4</c:v>
                </c:pt>
                <c:pt idx="8">
                  <c:v>3.0795592652995302E-4</c:v>
                </c:pt>
                <c:pt idx="9">
                  <c:v>2.0266882729375041E-4</c:v>
                </c:pt>
                <c:pt idx="10">
                  <c:v>1.3336966181531429E-4</c:v>
                </c:pt>
              </c:numCache>
            </c:numRef>
          </c:val>
          <c:extLst>
            <c:ext xmlns:c16="http://schemas.microsoft.com/office/drawing/2014/chart" uri="{C3380CC4-5D6E-409C-BE32-E72D297353CC}">
              <c16:uniqueId val="{00000002-81E4-4961-868C-A833B8F61D93}"/>
            </c:ext>
          </c:extLst>
        </c:ser>
        <c:ser>
          <c:idx val="3"/>
          <c:order val="3"/>
          <c:tx>
            <c:strRef>
              <c:f>Sheet1!$E$1</c:f>
              <c:strCache>
                <c:ptCount val="1"/>
                <c:pt idx="0">
                  <c:v>202303</c:v>
                </c:pt>
              </c:strCache>
            </c:strRef>
          </c:tx>
          <c:spPr>
            <a:solidFill>
              <a:schemeClr val="accent4"/>
            </a:solidFill>
            <a:ln>
              <a:noFill/>
            </a:ln>
            <a:effectLst/>
          </c:spPr>
          <c:invertIfNegative val="0"/>
          <c:cat>
            <c:strRef>
              <c:f>Sheet1!$A$2:$A$12</c:f>
              <c:strCache>
                <c:ptCount val="11"/>
                <c:pt idx="0">
                  <c:v>银行</c:v>
                </c:pt>
                <c:pt idx="1">
                  <c:v>交通运输</c:v>
                </c:pt>
                <c:pt idx="2">
                  <c:v>非银金融</c:v>
                </c:pt>
                <c:pt idx="3">
                  <c:v>电力设备</c:v>
                </c:pt>
                <c:pt idx="4">
                  <c:v>有色金属</c:v>
                </c:pt>
                <c:pt idx="5">
                  <c:v>农林牧渔</c:v>
                </c:pt>
                <c:pt idx="6">
                  <c:v>医药生物</c:v>
                </c:pt>
                <c:pt idx="7">
                  <c:v>公用事业</c:v>
                </c:pt>
                <c:pt idx="8">
                  <c:v>电子</c:v>
                </c:pt>
                <c:pt idx="9">
                  <c:v>商贸零售</c:v>
                </c:pt>
                <c:pt idx="10">
                  <c:v>钢铁</c:v>
                </c:pt>
              </c:strCache>
            </c:strRef>
          </c:cat>
          <c:val>
            <c:numRef>
              <c:f>Sheet1!$E$2:$E$12</c:f>
              <c:numCache>
                <c:formatCode>General</c:formatCode>
                <c:ptCount val="11"/>
                <c:pt idx="0">
                  <c:v>1.280101971147936E-2</c:v>
                </c:pt>
                <c:pt idx="1">
                  <c:v>3.306586967148209E-3</c:v>
                </c:pt>
                <c:pt idx="2">
                  <c:v>2.7459720515330801E-3</c:v>
                </c:pt>
                <c:pt idx="3">
                  <c:v>1.3200322920798109E-3</c:v>
                </c:pt>
                <c:pt idx="4">
                  <c:v>1.3067865295714469E-3</c:v>
                </c:pt>
                <c:pt idx="5">
                  <c:v>1.2285960134421829E-3</c:v>
                </c:pt>
                <c:pt idx="6">
                  <c:v>8.0345187574132966E-4</c:v>
                </c:pt>
                <c:pt idx="7">
                  <c:v>6.4840162370118678E-4</c:v>
                </c:pt>
                <c:pt idx="8">
                  <c:v>2.9706894619320018E-4</c:v>
                </c:pt>
                <c:pt idx="9">
                  <c:v>1.85511484918542E-4</c:v>
                </c:pt>
                <c:pt idx="10">
                  <c:v>1.2210309109334761E-4</c:v>
                </c:pt>
              </c:numCache>
            </c:numRef>
          </c:val>
          <c:extLst>
            <c:ext xmlns:c16="http://schemas.microsoft.com/office/drawing/2014/chart" uri="{C3380CC4-5D6E-409C-BE32-E72D297353CC}">
              <c16:uniqueId val="{00000003-81E4-4961-868C-A833B8F61D93}"/>
            </c:ext>
          </c:extLst>
        </c:ser>
        <c:dLbls>
          <c:showLegendKey val="0"/>
          <c:showVal val="0"/>
          <c:showCatName val="0"/>
          <c:showSerName val="0"/>
          <c:showPercent val="0"/>
          <c:showBubbleSize val="0"/>
        </c:dLbls>
        <c:gapWidth val="219"/>
        <c:overlap val="-27"/>
        <c:axId val="1086083152"/>
        <c:axId val="1086102288"/>
      </c:barChart>
      <c:catAx>
        <c:axId val="10860831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086102288"/>
        <c:crosses val="autoZero"/>
        <c:auto val="1"/>
        <c:lblAlgn val="ctr"/>
        <c:lblOffset val="100"/>
        <c:noMultiLvlLbl val="0"/>
      </c:catAx>
      <c:valAx>
        <c:axId val="108610228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086083152"/>
        <c:crosses val="autoZero"/>
        <c:crossBetween val="between"/>
        <c:majorUnit val="2.6199999999999999E-3"/>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solidFill>
        <a:schemeClr val="bg1">
          <a:lumMod val="95000"/>
        </a:schemeClr>
      </a:solidFill>
    </a:ln>
    <a:effectLst/>
  </c:spPr>
  <c:txPr>
    <a:bodyPr/>
    <a:lstStyle/>
    <a:p>
      <a:pPr>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sz="1400" dirty="0">
                <a:solidFill>
                  <a:schemeClr val="tx1"/>
                </a:solidFill>
              </a:rPr>
              <a:t>可转债正股申万一级行业时序图</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ltLang="en-US"/>
        </a:p>
      </c:txPr>
    </c:title>
    <c:autoTitleDeleted val="0"/>
    <c:plotArea>
      <c:layout>
        <c:manualLayout>
          <c:layoutTarget val="inner"/>
          <c:xMode val="edge"/>
          <c:yMode val="edge"/>
          <c:x val="6.4810590648709393E-2"/>
          <c:y val="0.15443511803249432"/>
          <c:w val="0.90535295628298873"/>
          <c:h val="0.56591831115049851"/>
        </c:manualLayout>
      </c:layout>
      <c:barChart>
        <c:barDir val="col"/>
        <c:grouping val="clustered"/>
        <c:varyColors val="0"/>
        <c:ser>
          <c:idx val="0"/>
          <c:order val="0"/>
          <c:tx>
            <c:strRef>
              <c:f>Sheet1!$B$1</c:f>
              <c:strCache>
                <c:ptCount val="1"/>
                <c:pt idx="0">
                  <c:v>20230101</c:v>
                </c:pt>
              </c:strCache>
            </c:strRef>
          </c:tx>
          <c:spPr>
            <a:solidFill>
              <a:schemeClr val="accent1"/>
            </a:solidFill>
            <a:ln>
              <a:noFill/>
            </a:ln>
            <a:effectLst/>
          </c:spPr>
          <c:invertIfNegative val="0"/>
          <c:cat>
            <c:strRef>
              <c:f>Sheet1!$A$2:$A$24</c:f>
              <c:strCache>
                <c:ptCount val="23"/>
                <c:pt idx="0">
                  <c:v>银行</c:v>
                </c:pt>
                <c:pt idx="1">
                  <c:v>交通运输</c:v>
                </c:pt>
                <c:pt idx="2">
                  <c:v>非银金融</c:v>
                </c:pt>
                <c:pt idx="3">
                  <c:v>电力设备</c:v>
                </c:pt>
                <c:pt idx="4">
                  <c:v>有色金属</c:v>
                </c:pt>
                <c:pt idx="5">
                  <c:v>农林牧渔</c:v>
                </c:pt>
                <c:pt idx="6">
                  <c:v>公用事业</c:v>
                </c:pt>
                <c:pt idx="7">
                  <c:v>医药生物</c:v>
                </c:pt>
                <c:pt idx="8">
                  <c:v>电子</c:v>
                </c:pt>
                <c:pt idx="9">
                  <c:v>商贸零售</c:v>
                </c:pt>
                <c:pt idx="10">
                  <c:v>钢铁</c:v>
                </c:pt>
                <c:pt idx="11">
                  <c:v>汽车</c:v>
                </c:pt>
                <c:pt idx="12">
                  <c:v>煤炭</c:v>
                </c:pt>
                <c:pt idx="13">
                  <c:v>建筑装饰</c:v>
                </c:pt>
                <c:pt idx="14">
                  <c:v>建筑材料</c:v>
                </c:pt>
                <c:pt idx="15">
                  <c:v>基础化工</c:v>
                </c:pt>
                <c:pt idx="16">
                  <c:v>机械设备</c:v>
                </c:pt>
                <c:pt idx="17">
                  <c:v>石油石化</c:v>
                </c:pt>
                <c:pt idx="18">
                  <c:v>轻工制造</c:v>
                </c:pt>
                <c:pt idx="19">
                  <c:v>计算机</c:v>
                </c:pt>
                <c:pt idx="20">
                  <c:v>环保</c:v>
                </c:pt>
                <c:pt idx="21">
                  <c:v>纺织服饰</c:v>
                </c:pt>
                <c:pt idx="22">
                  <c:v>食品饮料</c:v>
                </c:pt>
              </c:strCache>
            </c:strRef>
          </c:cat>
          <c:val>
            <c:numRef>
              <c:f>Sheet1!$B$2:$B$24</c:f>
              <c:numCache>
                <c:formatCode>General</c:formatCode>
                <c:ptCount val="23"/>
                <c:pt idx="0">
                  <c:v>1.333446642389158E-2</c:v>
                </c:pt>
                <c:pt idx="1">
                  <c:v>4.0711691169361321E-3</c:v>
                </c:pt>
                <c:pt idx="2">
                  <c:v>3.4197538978697219E-3</c:v>
                </c:pt>
                <c:pt idx="3">
                  <c:v>1.805698864212084E-3</c:v>
                </c:pt>
                <c:pt idx="4">
                  <c:v>1.637038334100538E-3</c:v>
                </c:pt>
                <c:pt idx="5">
                  <c:v>1.575684244754489E-3</c:v>
                </c:pt>
                <c:pt idx="6">
                  <c:v>8.9397277851637261E-4</c:v>
                </c:pt>
                <c:pt idx="7">
                  <c:v>8.56511807390131E-4</c:v>
                </c:pt>
                <c:pt idx="8">
                  <c:v>4.6767680920213622E-4</c:v>
                </c:pt>
                <c:pt idx="9">
                  <c:v>3.1208086168471399E-4</c:v>
                </c:pt>
                <c:pt idx="10">
                  <c:v>2.3526335499712061E-4</c:v>
                </c:pt>
                <c:pt idx="11">
                  <c:v>1.6436822150615131E-4</c:v>
                </c:pt>
                <c:pt idx="12">
                  <c:v>1.1221168542558351E-4</c:v>
                </c:pt>
                <c:pt idx="13">
                  <c:v>6.8895391341105555E-5</c:v>
                </c:pt>
                <c:pt idx="14">
                  <c:v>6.7408245672549757E-5</c:v>
                </c:pt>
                <c:pt idx="15">
                  <c:v>6.0665608150070568E-5</c:v>
                </c:pt>
                <c:pt idx="16">
                  <c:v>3.4218739760831737E-5</c:v>
                </c:pt>
                <c:pt idx="17">
                  <c:v>2.826569570397929E-5</c:v>
                </c:pt>
                <c:pt idx="18">
                  <c:v>2.078109090035609E-5</c:v>
                </c:pt>
                <c:pt idx="19">
                  <c:v>9.7115288855881862E-6</c:v>
                </c:pt>
                <c:pt idx="20">
                  <c:v>6.4262228159883416E-6</c:v>
                </c:pt>
                <c:pt idx="21">
                  <c:v>3.106690397689243E-6</c:v>
                </c:pt>
                <c:pt idx="22">
                  <c:v>2.8729449026444799E-6</c:v>
                </c:pt>
              </c:numCache>
            </c:numRef>
          </c:val>
          <c:extLst>
            <c:ext xmlns:c16="http://schemas.microsoft.com/office/drawing/2014/chart" uri="{C3380CC4-5D6E-409C-BE32-E72D297353CC}">
              <c16:uniqueId val="{00000000-90DA-41FD-A1C0-E71457745352}"/>
            </c:ext>
          </c:extLst>
        </c:ser>
        <c:ser>
          <c:idx val="1"/>
          <c:order val="1"/>
          <c:tx>
            <c:strRef>
              <c:f>Sheet1!$C$1</c:f>
              <c:strCache>
                <c:ptCount val="1"/>
                <c:pt idx="0">
                  <c:v>202301</c:v>
                </c:pt>
              </c:strCache>
            </c:strRef>
          </c:tx>
          <c:spPr>
            <a:solidFill>
              <a:schemeClr val="accent2"/>
            </a:solidFill>
            <a:ln>
              <a:noFill/>
            </a:ln>
            <a:effectLst/>
          </c:spPr>
          <c:invertIfNegative val="0"/>
          <c:cat>
            <c:strRef>
              <c:f>Sheet1!$A$2:$A$24</c:f>
              <c:strCache>
                <c:ptCount val="23"/>
                <c:pt idx="0">
                  <c:v>银行</c:v>
                </c:pt>
                <c:pt idx="1">
                  <c:v>交通运输</c:v>
                </c:pt>
                <c:pt idx="2">
                  <c:v>非银金融</c:v>
                </c:pt>
                <c:pt idx="3">
                  <c:v>电力设备</c:v>
                </c:pt>
                <c:pt idx="4">
                  <c:v>有色金属</c:v>
                </c:pt>
                <c:pt idx="5">
                  <c:v>农林牧渔</c:v>
                </c:pt>
                <c:pt idx="6">
                  <c:v>公用事业</c:v>
                </c:pt>
                <c:pt idx="7">
                  <c:v>医药生物</c:v>
                </c:pt>
                <c:pt idx="8">
                  <c:v>电子</c:v>
                </c:pt>
                <c:pt idx="9">
                  <c:v>商贸零售</c:v>
                </c:pt>
                <c:pt idx="10">
                  <c:v>钢铁</c:v>
                </c:pt>
                <c:pt idx="11">
                  <c:v>汽车</c:v>
                </c:pt>
                <c:pt idx="12">
                  <c:v>煤炭</c:v>
                </c:pt>
                <c:pt idx="13">
                  <c:v>建筑装饰</c:v>
                </c:pt>
                <c:pt idx="14">
                  <c:v>建筑材料</c:v>
                </c:pt>
                <c:pt idx="15">
                  <c:v>基础化工</c:v>
                </c:pt>
                <c:pt idx="16">
                  <c:v>机械设备</c:v>
                </c:pt>
                <c:pt idx="17">
                  <c:v>石油石化</c:v>
                </c:pt>
                <c:pt idx="18">
                  <c:v>轻工制造</c:v>
                </c:pt>
                <c:pt idx="19">
                  <c:v>计算机</c:v>
                </c:pt>
                <c:pt idx="20">
                  <c:v>环保</c:v>
                </c:pt>
                <c:pt idx="21">
                  <c:v>纺织服饰</c:v>
                </c:pt>
                <c:pt idx="22">
                  <c:v>食品饮料</c:v>
                </c:pt>
              </c:strCache>
            </c:strRef>
          </c:cat>
          <c:val>
            <c:numRef>
              <c:f>Sheet1!$C$2:$C$24</c:f>
              <c:numCache>
                <c:formatCode>General</c:formatCode>
                <c:ptCount val="23"/>
                <c:pt idx="0">
                  <c:v>1.4624362846178121E-2</c:v>
                </c:pt>
                <c:pt idx="1">
                  <c:v>4.092414124586624E-3</c:v>
                </c:pt>
                <c:pt idx="2">
                  <c:v>3.5304652437828641E-3</c:v>
                </c:pt>
                <c:pt idx="3">
                  <c:v>1.8978315626149401E-3</c:v>
                </c:pt>
                <c:pt idx="4">
                  <c:v>1.7282885868215171E-3</c:v>
                </c:pt>
                <c:pt idx="5">
                  <c:v>1.61858367229206E-3</c:v>
                </c:pt>
                <c:pt idx="6">
                  <c:v>9.1834837504808301E-4</c:v>
                </c:pt>
                <c:pt idx="7">
                  <c:v>9.4490711291065233E-4</c:v>
                </c:pt>
                <c:pt idx="8">
                  <c:v>4.8612748131212871E-4</c:v>
                </c:pt>
                <c:pt idx="9">
                  <c:v>3.2311403548445923E-4</c:v>
                </c:pt>
                <c:pt idx="10">
                  <c:v>2.698862248002052E-4</c:v>
                </c:pt>
                <c:pt idx="11">
                  <c:v>7.1889643200863572E-5</c:v>
                </c:pt>
                <c:pt idx="12">
                  <c:v>1.0886895746833919E-4</c:v>
                </c:pt>
                <c:pt idx="13">
                  <c:v>6.6697369778136173E-5</c:v>
                </c:pt>
                <c:pt idx="14">
                  <c:v>6.4629811528762288E-5</c:v>
                </c:pt>
                <c:pt idx="15">
                  <c:v>5.9901876766894683E-5</c:v>
                </c:pt>
                <c:pt idx="16">
                  <c:v>3.7802549144726147E-5</c:v>
                </c:pt>
                <c:pt idx="17">
                  <c:v>2.7549956806914341E-5</c:v>
                </c:pt>
                <c:pt idx="18">
                  <c:v>2.0038274929825749E-5</c:v>
                </c:pt>
                <c:pt idx="19">
                  <c:v>1.036014862990293E-5</c:v>
                </c:pt>
                <c:pt idx="20">
                  <c:v>6.2128174172732139E-6</c:v>
                </c:pt>
                <c:pt idx="21">
                  <c:v>2.2532009439792061E-6</c:v>
                </c:pt>
                <c:pt idx="22">
                  <c:v>2.786035688692269E-6</c:v>
                </c:pt>
              </c:numCache>
            </c:numRef>
          </c:val>
          <c:extLst>
            <c:ext xmlns:c16="http://schemas.microsoft.com/office/drawing/2014/chart" uri="{C3380CC4-5D6E-409C-BE32-E72D297353CC}">
              <c16:uniqueId val="{00000001-90DA-41FD-A1C0-E71457745352}"/>
            </c:ext>
          </c:extLst>
        </c:ser>
        <c:ser>
          <c:idx val="2"/>
          <c:order val="2"/>
          <c:tx>
            <c:strRef>
              <c:f>Sheet1!$D$1</c:f>
              <c:strCache>
                <c:ptCount val="1"/>
                <c:pt idx="0">
                  <c:v>202302</c:v>
                </c:pt>
              </c:strCache>
            </c:strRef>
          </c:tx>
          <c:spPr>
            <a:solidFill>
              <a:schemeClr val="accent3"/>
            </a:solidFill>
            <a:ln>
              <a:noFill/>
            </a:ln>
            <a:effectLst/>
          </c:spPr>
          <c:invertIfNegative val="0"/>
          <c:cat>
            <c:strRef>
              <c:f>Sheet1!$A$2:$A$24</c:f>
              <c:strCache>
                <c:ptCount val="23"/>
                <c:pt idx="0">
                  <c:v>银行</c:v>
                </c:pt>
                <c:pt idx="1">
                  <c:v>交通运输</c:v>
                </c:pt>
                <c:pt idx="2">
                  <c:v>非银金融</c:v>
                </c:pt>
                <c:pt idx="3">
                  <c:v>电力设备</c:v>
                </c:pt>
                <c:pt idx="4">
                  <c:v>有色金属</c:v>
                </c:pt>
                <c:pt idx="5">
                  <c:v>农林牧渔</c:v>
                </c:pt>
                <c:pt idx="6">
                  <c:v>公用事业</c:v>
                </c:pt>
                <c:pt idx="7">
                  <c:v>医药生物</c:v>
                </c:pt>
                <c:pt idx="8">
                  <c:v>电子</c:v>
                </c:pt>
                <c:pt idx="9">
                  <c:v>商贸零售</c:v>
                </c:pt>
                <c:pt idx="10">
                  <c:v>钢铁</c:v>
                </c:pt>
                <c:pt idx="11">
                  <c:v>汽车</c:v>
                </c:pt>
                <c:pt idx="12">
                  <c:v>煤炭</c:v>
                </c:pt>
                <c:pt idx="13">
                  <c:v>建筑装饰</c:v>
                </c:pt>
                <c:pt idx="14">
                  <c:v>建筑材料</c:v>
                </c:pt>
                <c:pt idx="15">
                  <c:v>基础化工</c:v>
                </c:pt>
                <c:pt idx="16">
                  <c:v>机械设备</c:v>
                </c:pt>
                <c:pt idx="17">
                  <c:v>石油石化</c:v>
                </c:pt>
                <c:pt idx="18">
                  <c:v>轻工制造</c:v>
                </c:pt>
                <c:pt idx="19">
                  <c:v>计算机</c:v>
                </c:pt>
                <c:pt idx="20">
                  <c:v>环保</c:v>
                </c:pt>
                <c:pt idx="21">
                  <c:v>纺织服饰</c:v>
                </c:pt>
                <c:pt idx="22">
                  <c:v>食品饮料</c:v>
                </c:pt>
              </c:strCache>
            </c:strRef>
          </c:cat>
          <c:val>
            <c:numRef>
              <c:f>Sheet1!$D$2:$D$24</c:f>
              <c:numCache>
                <c:formatCode>General</c:formatCode>
                <c:ptCount val="23"/>
                <c:pt idx="0">
                  <c:v>1.3627812434706611E-2</c:v>
                </c:pt>
                <c:pt idx="1">
                  <c:v>3.856304685792622E-3</c:v>
                </c:pt>
                <c:pt idx="2">
                  <c:v>3.2546353515700058E-3</c:v>
                </c:pt>
                <c:pt idx="3">
                  <c:v>1.6866387408643511E-3</c:v>
                </c:pt>
                <c:pt idx="4">
                  <c:v>1.576317242202507E-3</c:v>
                </c:pt>
                <c:pt idx="5">
                  <c:v>1.4926883400068829E-3</c:v>
                </c:pt>
                <c:pt idx="6">
                  <c:v>8.6885620317238223E-4</c:v>
                </c:pt>
                <c:pt idx="7">
                  <c:v>8.8213548417587218E-4</c:v>
                </c:pt>
                <c:pt idx="8">
                  <c:v>4.3614223958161658E-4</c:v>
                </c:pt>
                <c:pt idx="9">
                  <c:v>2.9509677918261178E-4</c:v>
                </c:pt>
                <c:pt idx="10">
                  <c:v>2.515902043185175E-4</c:v>
                </c:pt>
                <c:pt idx="11">
                  <c:v>1.8068449931381709E-4</c:v>
                </c:pt>
                <c:pt idx="12">
                  <c:v>9.6840024505675322E-5</c:v>
                </c:pt>
                <c:pt idx="13">
                  <c:v>5.8888831350280659E-5</c:v>
                </c:pt>
                <c:pt idx="14">
                  <c:v>5.8129872492589297E-5</c:v>
                </c:pt>
                <c:pt idx="15">
                  <c:v>5.2300370194194673E-5</c:v>
                </c:pt>
                <c:pt idx="16">
                  <c:v>3.060762977790291E-5</c:v>
                </c:pt>
                <c:pt idx="17">
                  <c:v>2.468069482279087E-5</c:v>
                </c:pt>
                <c:pt idx="18">
                  <c:v>6.8986093661068762E-5</c:v>
                </c:pt>
                <c:pt idx="19">
                  <c:v>9.363503097571139E-6</c:v>
                </c:pt>
                <c:pt idx="20">
                  <c:v>5.6380419918633362E-6</c:v>
                </c:pt>
                <c:pt idx="21">
                  <c:v>4.7862573774310613E-5</c:v>
                </c:pt>
                <c:pt idx="22">
                  <c:v>2.4510408379141969E-6</c:v>
                </c:pt>
              </c:numCache>
            </c:numRef>
          </c:val>
          <c:extLst>
            <c:ext xmlns:c16="http://schemas.microsoft.com/office/drawing/2014/chart" uri="{C3380CC4-5D6E-409C-BE32-E72D297353CC}">
              <c16:uniqueId val="{00000002-90DA-41FD-A1C0-E71457745352}"/>
            </c:ext>
          </c:extLst>
        </c:ser>
        <c:ser>
          <c:idx val="3"/>
          <c:order val="3"/>
          <c:tx>
            <c:strRef>
              <c:f>Sheet1!$E$1</c:f>
              <c:strCache>
                <c:ptCount val="1"/>
                <c:pt idx="0">
                  <c:v>202303</c:v>
                </c:pt>
              </c:strCache>
            </c:strRef>
          </c:tx>
          <c:spPr>
            <a:solidFill>
              <a:schemeClr val="accent4"/>
            </a:solidFill>
            <a:ln>
              <a:noFill/>
            </a:ln>
            <a:effectLst/>
          </c:spPr>
          <c:invertIfNegative val="0"/>
          <c:cat>
            <c:strRef>
              <c:f>Sheet1!$A$2:$A$24</c:f>
              <c:strCache>
                <c:ptCount val="23"/>
                <c:pt idx="0">
                  <c:v>银行</c:v>
                </c:pt>
                <c:pt idx="1">
                  <c:v>交通运输</c:v>
                </c:pt>
                <c:pt idx="2">
                  <c:v>非银金融</c:v>
                </c:pt>
                <c:pt idx="3">
                  <c:v>电力设备</c:v>
                </c:pt>
                <c:pt idx="4">
                  <c:v>有色金属</c:v>
                </c:pt>
                <c:pt idx="5">
                  <c:v>农林牧渔</c:v>
                </c:pt>
                <c:pt idx="6">
                  <c:v>公用事业</c:v>
                </c:pt>
                <c:pt idx="7">
                  <c:v>医药生物</c:v>
                </c:pt>
                <c:pt idx="8">
                  <c:v>电子</c:v>
                </c:pt>
                <c:pt idx="9">
                  <c:v>商贸零售</c:v>
                </c:pt>
                <c:pt idx="10">
                  <c:v>钢铁</c:v>
                </c:pt>
                <c:pt idx="11">
                  <c:v>汽车</c:v>
                </c:pt>
                <c:pt idx="12">
                  <c:v>煤炭</c:v>
                </c:pt>
                <c:pt idx="13">
                  <c:v>建筑装饰</c:v>
                </c:pt>
                <c:pt idx="14">
                  <c:v>建筑材料</c:v>
                </c:pt>
                <c:pt idx="15">
                  <c:v>基础化工</c:v>
                </c:pt>
                <c:pt idx="16">
                  <c:v>机械设备</c:v>
                </c:pt>
                <c:pt idx="17">
                  <c:v>石油石化</c:v>
                </c:pt>
                <c:pt idx="18">
                  <c:v>轻工制造</c:v>
                </c:pt>
                <c:pt idx="19">
                  <c:v>计算机</c:v>
                </c:pt>
                <c:pt idx="20">
                  <c:v>环保</c:v>
                </c:pt>
                <c:pt idx="21">
                  <c:v>纺织服饰</c:v>
                </c:pt>
                <c:pt idx="22">
                  <c:v>食品饮料</c:v>
                </c:pt>
              </c:strCache>
            </c:strRef>
          </c:cat>
          <c:val>
            <c:numRef>
              <c:f>Sheet1!$E$2:$E$24</c:f>
              <c:numCache>
                <c:formatCode>General</c:formatCode>
                <c:ptCount val="23"/>
                <c:pt idx="0">
                  <c:v>1.449017863416646E-2</c:v>
                </c:pt>
                <c:pt idx="1">
                  <c:v>3.669217423107776E-3</c:v>
                </c:pt>
                <c:pt idx="2">
                  <c:v>2.951476061172614E-3</c:v>
                </c:pt>
                <c:pt idx="3">
                  <c:v>1.617742963177045E-3</c:v>
                </c:pt>
                <c:pt idx="4">
                  <c:v>1.4411335230258839E-3</c:v>
                </c:pt>
                <c:pt idx="5">
                  <c:v>1.382970165955556E-3</c:v>
                </c:pt>
                <c:pt idx="6">
                  <c:v>7.9345568338048565E-4</c:v>
                </c:pt>
                <c:pt idx="7">
                  <c:v>8.6722302755566508E-4</c:v>
                </c:pt>
                <c:pt idx="8">
                  <c:v>4.0839567945691991E-4</c:v>
                </c:pt>
                <c:pt idx="9">
                  <c:v>2.6168014183159467E-4</c:v>
                </c:pt>
                <c:pt idx="10">
                  <c:v>2.3320524828719961E-4</c:v>
                </c:pt>
                <c:pt idx="11">
                  <c:v>1.4742151879770129E-4</c:v>
                </c:pt>
                <c:pt idx="12">
                  <c:v>8.0383504421240569E-5</c:v>
                </c:pt>
                <c:pt idx="13">
                  <c:v>4.9454404705158977E-5</c:v>
                </c:pt>
                <c:pt idx="14">
                  <c:v>4.789288833017283E-5</c:v>
                </c:pt>
                <c:pt idx="15">
                  <c:v>4.2847573856300158E-5</c:v>
                </c:pt>
                <c:pt idx="16">
                  <c:v>2.553636616079349E-5</c:v>
                </c:pt>
                <c:pt idx="17">
                  <c:v>2.078724721418346E-5</c:v>
                </c:pt>
                <c:pt idx="18">
                  <c:v>5.6404668678081707E-5</c:v>
                </c:pt>
                <c:pt idx="19">
                  <c:v>8.6078741596925191E-6</c:v>
                </c:pt>
                <c:pt idx="20">
                  <c:v>4.7388603702098699E-6</c:v>
                </c:pt>
                <c:pt idx="21">
                  <c:v>9.0544644105018879E-5</c:v>
                </c:pt>
                <c:pt idx="22">
                  <c:v>2.0007683057306702E-6</c:v>
                </c:pt>
              </c:numCache>
            </c:numRef>
          </c:val>
          <c:extLst>
            <c:ext xmlns:c16="http://schemas.microsoft.com/office/drawing/2014/chart" uri="{C3380CC4-5D6E-409C-BE32-E72D297353CC}">
              <c16:uniqueId val="{00000003-90DA-41FD-A1C0-E71457745352}"/>
            </c:ext>
          </c:extLst>
        </c:ser>
        <c:dLbls>
          <c:showLegendKey val="0"/>
          <c:showVal val="0"/>
          <c:showCatName val="0"/>
          <c:showSerName val="0"/>
          <c:showPercent val="0"/>
          <c:showBubbleSize val="0"/>
        </c:dLbls>
        <c:gapWidth val="219"/>
        <c:overlap val="-27"/>
        <c:axId val="1086083152"/>
        <c:axId val="1086102288"/>
      </c:barChart>
      <c:catAx>
        <c:axId val="10860831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vert="eaVert" wrap="square" anchor="ctr" anchorCtr="1"/>
          <a:lstStyle/>
          <a:p>
            <a:pPr>
              <a:defRPr sz="800" b="0" i="0" u="none" strike="noStrike" kern="1200" baseline="0">
                <a:solidFill>
                  <a:schemeClr val="tx1">
                    <a:lumMod val="65000"/>
                    <a:lumOff val="35000"/>
                  </a:schemeClr>
                </a:solidFill>
                <a:latin typeface="+mn-lt"/>
                <a:ea typeface="+mn-ea"/>
                <a:cs typeface="+mn-cs"/>
              </a:defRPr>
            </a:pPr>
            <a:endParaRPr lang="zh-CN"/>
          </a:p>
        </c:txPr>
        <c:crossAx val="1086102288"/>
        <c:crosses val="autoZero"/>
        <c:auto val="1"/>
        <c:lblAlgn val="ctr"/>
        <c:lblOffset val="100"/>
        <c:noMultiLvlLbl val="0"/>
      </c:catAx>
      <c:valAx>
        <c:axId val="108610228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086083152"/>
        <c:crosses val="autoZero"/>
        <c:crossBetween val="between"/>
      </c:valAx>
      <c:spPr>
        <a:noFill/>
        <a:ln>
          <a:noFill/>
        </a:ln>
        <a:effectLst/>
      </c:spPr>
    </c:plotArea>
    <c:legend>
      <c:legendPos val="b"/>
      <c:layout>
        <c:manualLayout>
          <c:xMode val="edge"/>
          <c:yMode val="edge"/>
          <c:x val="4.5639055260481405E-2"/>
          <c:y val="0.9209684071052312"/>
          <c:w val="0.887846392504546"/>
          <c:h val="7.9031592894768771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solidFill>
        <a:schemeClr val="bg1">
          <a:lumMod val="95000"/>
        </a:schemeClr>
      </a:solidFill>
    </a:ln>
    <a:effectLst/>
  </c:spPr>
  <c:txPr>
    <a:bodyPr/>
    <a:lstStyle/>
    <a:p>
      <a:pPr>
        <a:defRPr/>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t" anchorCtr="0"/>
          <a:lstStyle/>
          <a:p>
            <a:pPr>
              <a:defRPr sz="1862" b="0" i="0" u="none" strike="noStrike" kern="1200" spc="0" baseline="0">
                <a:solidFill>
                  <a:schemeClr val="tx1">
                    <a:lumMod val="65000"/>
                    <a:lumOff val="35000"/>
                  </a:schemeClr>
                </a:solidFill>
                <a:latin typeface="+mn-lt"/>
                <a:ea typeface="+mn-ea"/>
                <a:cs typeface="+mn-cs"/>
              </a:defRPr>
            </a:pPr>
            <a:r>
              <a:rPr lang="zh-CN" altLang="zh-CN" sz="1400" b="0" i="0" baseline="0" dirty="0">
                <a:solidFill>
                  <a:schemeClr val="tx1"/>
                </a:solidFill>
                <a:effectLst/>
              </a:rPr>
              <a:t>组合</a:t>
            </a:r>
            <a:r>
              <a:rPr lang="zh-CN" altLang="en-US" sz="1400" b="0" i="0" baseline="0" dirty="0">
                <a:solidFill>
                  <a:schemeClr val="tx1"/>
                </a:solidFill>
                <a:effectLst/>
              </a:rPr>
              <a:t>可转债</a:t>
            </a:r>
            <a:r>
              <a:rPr lang="zh-CN" altLang="zh-CN" sz="1400" b="0" i="0" baseline="0" dirty="0">
                <a:solidFill>
                  <a:schemeClr val="tx1"/>
                </a:solidFill>
                <a:effectLst/>
              </a:rPr>
              <a:t>仓位变动情况（穿透后）</a:t>
            </a:r>
            <a:endParaRPr lang="zh-CN" altLang="zh-CN" sz="1400" dirty="0">
              <a:solidFill>
                <a:schemeClr val="tx1"/>
              </a:solidFill>
              <a:effectLst/>
            </a:endParaRPr>
          </a:p>
        </c:rich>
      </c:tx>
      <c:layout>
        <c:manualLayout>
          <c:xMode val="edge"/>
          <c:yMode val="edge"/>
          <c:x val="0.19310200823118448"/>
          <c:y val="0"/>
        </c:manualLayout>
      </c:layout>
      <c:overlay val="0"/>
      <c:spPr>
        <a:noFill/>
        <a:ln>
          <a:noFill/>
        </a:ln>
        <a:effectLst/>
      </c:spPr>
      <c:txPr>
        <a:bodyPr rot="0" spcFirstLastPara="1" vertOverflow="ellipsis" vert="horz" wrap="square" anchor="t" anchorCtr="0"/>
        <a:lstStyle/>
        <a:p>
          <a:pPr>
            <a:defRPr sz="1862" b="0" i="0" u="none" strike="noStrike" kern="1200" spc="0" baseline="0">
              <a:solidFill>
                <a:schemeClr val="tx1">
                  <a:lumMod val="65000"/>
                  <a:lumOff val="35000"/>
                </a:schemeClr>
              </a:solidFill>
              <a:latin typeface="+mn-lt"/>
              <a:ea typeface="+mn-ea"/>
              <a:cs typeface="+mn-cs"/>
            </a:defRPr>
          </a:pPr>
          <a:endParaRPr lang="zh-CN" altLang="zh-CN"/>
        </a:p>
      </c:txPr>
    </c:title>
    <c:autoTitleDeleted val="0"/>
    <c:plotArea>
      <c:layout>
        <c:manualLayout>
          <c:layoutTarget val="inner"/>
          <c:xMode val="edge"/>
          <c:yMode val="edge"/>
          <c:x val="0.13442455015564714"/>
          <c:y val="0.13054113207238033"/>
          <c:w val="0.71760614605197315"/>
          <c:h val="0.59809273233944427"/>
        </c:manualLayout>
      </c:layout>
      <c:areaChart>
        <c:grouping val="standard"/>
        <c:varyColors val="0"/>
        <c:ser>
          <c:idx val="1"/>
          <c:order val="1"/>
          <c:tx>
            <c:strRef>
              <c:f>Sheet1!$B$1</c:f>
              <c:strCache>
                <c:ptCount val="1"/>
                <c:pt idx="0">
                  <c:v>中证转债（000832）收盘价（右轴）</c:v>
                </c:pt>
              </c:strCache>
            </c:strRef>
          </c:tx>
          <c:spPr>
            <a:solidFill>
              <a:srgbClr val="CACACA">
                <a:alpha val="20000"/>
              </a:srgbClr>
            </a:solidFill>
            <a:ln w="28575" cmpd="sng">
              <a:solidFill>
                <a:srgbClr val="CACACA"/>
              </a:solidFill>
            </a:ln>
            <a:effectLst/>
          </c:spPr>
          <c:cat>
            <c:numRef>
              <c:f>Sheet1!$A$2:$A$60</c:f>
              <c:numCache>
                <c:formatCode>yyyy\-mm\-dd</c:formatCode>
                <c:ptCount val="59"/>
                <c:pt idx="0">
                  <c:v>44929</c:v>
                </c:pt>
                <c:pt idx="1">
                  <c:v>44930</c:v>
                </c:pt>
                <c:pt idx="2">
                  <c:v>44931</c:v>
                </c:pt>
                <c:pt idx="3">
                  <c:v>44932</c:v>
                </c:pt>
                <c:pt idx="4">
                  <c:v>44935</c:v>
                </c:pt>
                <c:pt idx="5">
                  <c:v>44936</c:v>
                </c:pt>
                <c:pt idx="6">
                  <c:v>44937</c:v>
                </c:pt>
                <c:pt idx="7">
                  <c:v>44938</c:v>
                </c:pt>
                <c:pt idx="8">
                  <c:v>44939</c:v>
                </c:pt>
                <c:pt idx="9">
                  <c:v>44942</c:v>
                </c:pt>
                <c:pt idx="10">
                  <c:v>44943</c:v>
                </c:pt>
                <c:pt idx="11">
                  <c:v>44944</c:v>
                </c:pt>
                <c:pt idx="12">
                  <c:v>44945</c:v>
                </c:pt>
                <c:pt idx="13">
                  <c:v>44946</c:v>
                </c:pt>
                <c:pt idx="14">
                  <c:v>44956</c:v>
                </c:pt>
                <c:pt idx="15">
                  <c:v>44957</c:v>
                </c:pt>
                <c:pt idx="16">
                  <c:v>44958</c:v>
                </c:pt>
                <c:pt idx="17">
                  <c:v>44959</c:v>
                </c:pt>
                <c:pt idx="18">
                  <c:v>44960</c:v>
                </c:pt>
                <c:pt idx="19">
                  <c:v>44963</c:v>
                </c:pt>
                <c:pt idx="20">
                  <c:v>44964</c:v>
                </c:pt>
                <c:pt idx="21">
                  <c:v>44965</c:v>
                </c:pt>
                <c:pt idx="22">
                  <c:v>44966</c:v>
                </c:pt>
                <c:pt idx="23">
                  <c:v>44967</c:v>
                </c:pt>
                <c:pt idx="24">
                  <c:v>44970</c:v>
                </c:pt>
                <c:pt idx="25">
                  <c:v>44971</c:v>
                </c:pt>
                <c:pt idx="26">
                  <c:v>44972</c:v>
                </c:pt>
                <c:pt idx="27">
                  <c:v>44973</c:v>
                </c:pt>
                <c:pt idx="28">
                  <c:v>44974</c:v>
                </c:pt>
                <c:pt idx="29">
                  <c:v>44977</c:v>
                </c:pt>
                <c:pt idx="30">
                  <c:v>44978</c:v>
                </c:pt>
                <c:pt idx="31">
                  <c:v>44979</c:v>
                </c:pt>
                <c:pt idx="32">
                  <c:v>44980</c:v>
                </c:pt>
                <c:pt idx="33">
                  <c:v>44981</c:v>
                </c:pt>
                <c:pt idx="34">
                  <c:v>44984</c:v>
                </c:pt>
                <c:pt idx="35">
                  <c:v>44985</c:v>
                </c:pt>
                <c:pt idx="36">
                  <c:v>44986</c:v>
                </c:pt>
                <c:pt idx="37">
                  <c:v>44987</c:v>
                </c:pt>
                <c:pt idx="38">
                  <c:v>44988</c:v>
                </c:pt>
                <c:pt idx="39">
                  <c:v>44991</c:v>
                </c:pt>
                <c:pt idx="40">
                  <c:v>44992</c:v>
                </c:pt>
                <c:pt idx="41">
                  <c:v>44993</c:v>
                </c:pt>
                <c:pt idx="42">
                  <c:v>44994</c:v>
                </c:pt>
                <c:pt idx="43">
                  <c:v>44995</c:v>
                </c:pt>
                <c:pt idx="44">
                  <c:v>44998</c:v>
                </c:pt>
                <c:pt idx="45">
                  <c:v>44999</c:v>
                </c:pt>
                <c:pt idx="46">
                  <c:v>45000</c:v>
                </c:pt>
                <c:pt idx="47">
                  <c:v>45001</c:v>
                </c:pt>
                <c:pt idx="48">
                  <c:v>45002</c:v>
                </c:pt>
                <c:pt idx="49">
                  <c:v>45005</c:v>
                </c:pt>
                <c:pt idx="50">
                  <c:v>45006</c:v>
                </c:pt>
                <c:pt idx="51">
                  <c:v>45007</c:v>
                </c:pt>
                <c:pt idx="52">
                  <c:v>45008</c:v>
                </c:pt>
                <c:pt idx="53">
                  <c:v>45009</c:v>
                </c:pt>
                <c:pt idx="54">
                  <c:v>45012</c:v>
                </c:pt>
                <c:pt idx="55">
                  <c:v>45013</c:v>
                </c:pt>
                <c:pt idx="56">
                  <c:v>45014</c:v>
                </c:pt>
                <c:pt idx="57">
                  <c:v>45015</c:v>
                </c:pt>
                <c:pt idx="58">
                  <c:v>45016</c:v>
                </c:pt>
              </c:numCache>
            </c:numRef>
          </c:cat>
          <c:val>
            <c:numRef>
              <c:f>Sheet1!$B$2:$B$60</c:f>
              <c:numCache>
                <c:formatCode>General</c:formatCode>
                <c:ptCount val="59"/>
                <c:pt idx="0">
                  <c:v>394.59899999999999</c:v>
                </c:pt>
                <c:pt idx="1">
                  <c:v>396.12729999999999</c:v>
                </c:pt>
                <c:pt idx="2">
                  <c:v>399.4735</c:v>
                </c:pt>
                <c:pt idx="3">
                  <c:v>400.96269999999998</c:v>
                </c:pt>
                <c:pt idx="4">
                  <c:v>401.88220000000001</c:v>
                </c:pt>
                <c:pt idx="5">
                  <c:v>400.82420000000002</c:v>
                </c:pt>
                <c:pt idx="6">
                  <c:v>400.38990000000001</c:v>
                </c:pt>
                <c:pt idx="7">
                  <c:v>401.04790000000003</c:v>
                </c:pt>
                <c:pt idx="8">
                  <c:v>401.69889999999998</c:v>
                </c:pt>
                <c:pt idx="9">
                  <c:v>404.48110000000003</c:v>
                </c:pt>
                <c:pt idx="10">
                  <c:v>405.93790000000001</c:v>
                </c:pt>
                <c:pt idx="11">
                  <c:v>406.96390000000002</c:v>
                </c:pt>
                <c:pt idx="12">
                  <c:v>407.99040000000002</c:v>
                </c:pt>
                <c:pt idx="13">
                  <c:v>410.12950000000001</c:v>
                </c:pt>
                <c:pt idx="14">
                  <c:v>410.59120000000001</c:v>
                </c:pt>
                <c:pt idx="15">
                  <c:v>409.28320000000002</c:v>
                </c:pt>
                <c:pt idx="16">
                  <c:v>411.66210000000001</c:v>
                </c:pt>
                <c:pt idx="17">
                  <c:v>412.34359999999998</c:v>
                </c:pt>
                <c:pt idx="18">
                  <c:v>410.87279999999998</c:v>
                </c:pt>
                <c:pt idx="19">
                  <c:v>407.38040000000001</c:v>
                </c:pt>
                <c:pt idx="20">
                  <c:v>408.29140000000001</c:v>
                </c:pt>
                <c:pt idx="21">
                  <c:v>407.53219999999999</c:v>
                </c:pt>
                <c:pt idx="22">
                  <c:v>409.99689999999998</c:v>
                </c:pt>
                <c:pt idx="23">
                  <c:v>409.61739999999998</c:v>
                </c:pt>
                <c:pt idx="24">
                  <c:v>410.29509999999999</c:v>
                </c:pt>
                <c:pt idx="25">
                  <c:v>410.2251</c:v>
                </c:pt>
                <c:pt idx="26">
                  <c:v>408.70060000000001</c:v>
                </c:pt>
                <c:pt idx="27">
                  <c:v>405.93630000000002</c:v>
                </c:pt>
                <c:pt idx="28">
                  <c:v>402.94499999999999</c:v>
                </c:pt>
                <c:pt idx="29">
                  <c:v>406.4941</c:v>
                </c:pt>
                <c:pt idx="30">
                  <c:v>407.4221</c:v>
                </c:pt>
                <c:pt idx="31">
                  <c:v>406.95049999999998</c:v>
                </c:pt>
                <c:pt idx="32">
                  <c:v>406.72879999999998</c:v>
                </c:pt>
                <c:pt idx="33">
                  <c:v>405.55169999999998</c:v>
                </c:pt>
                <c:pt idx="34">
                  <c:v>404.36950000000002</c:v>
                </c:pt>
                <c:pt idx="35">
                  <c:v>404.85669999999999</c:v>
                </c:pt>
                <c:pt idx="36">
                  <c:v>407.30829999999997</c:v>
                </c:pt>
                <c:pt idx="37">
                  <c:v>407.08909999999997</c:v>
                </c:pt>
                <c:pt idx="38">
                  <c:v>407.80900000000003</c:v>
                </c:pt>
                <c:pt idx="39">
                  <c:v>407.95609999999999</c:v>
                </c:pt>
                <c:pt idx="40">
                  <c:v>405.54090000000002</c:v>
                </c:pt>
                <c:pt idx="41">
                  <c:v>404.8263</c:v>
                </c:pt>
                <c:pt idx="42">
                  <c:v>404.90699999999998</c:v>
                </c:pt>
                <c:pt idx="43">
                  <c:v>402.89510000000001</c:v>
                </c:pt>
                <c:pt idx="44">
                  <c:v>403.82389999999998</c:v>
                </c:pt>
                <c:pt idx="45">
                  <c:v>403.29660000000001</c:v>
                </c:pt>
                <c:pt idx="46">
                  <c:v>404.29910000000001</c:v>
                </c:pt>
                <c:pt idx="47">
                  <c:v>402.08499999999998</c:v>
                </c:pt>
                <c:pt idx="48">
                  <c:v>403.0847</c:v>
                </c:pt>
                <c:pt idx="49">
                  <c:v>403.25909999999999</c:v>
                </c:pt>
                <c:pt idx="50">
                  <c:v>404.98509999999999</c:v>
                </c:pt>
                <c:pt idx="51">
                  <c:v>406.33010000000002</c:v>
                </c:pt>
                <c:pt idx="52">
                  <c:v>406.64780000000002</c:v>
                </c:pt>
                <c:pt idx="53">
                  <c:v>406.41840000000002</c:v>
                </c:pt>
                <c:pt idx="54">
                  <c:v>406.12939999999998</c:v>
                </c:pt>
                <c:pt idx="55">
                  <c:v>405.2045</c:v>
                </c:pt>
                <c:pt idx="56">
                  <c:v>404.52330000000001</c:v>
                </c:pt>
                <c:pt idx="57">
                  <c:v>405.07330000000002</c:v>
                </c:pt>
                <c:pt idx="58">
                  <c:v>406.51609999999999</c:v>
                </c:pt>
              </c:numCache>
            </c:numRef>
          </c:val>
          <c:extLst>
            <c:ext xmlns:c16="http://schemas.microsoft.com/office/drawing/2014/chart" uri="{C3380CC4-5D6E-409C-BE32-E72D297353CC}">
              <c16:uniqueId val="{00000000-CE39-4962-B81F-67F1288B1680}"/>
            </c:ext>
          </c:extLst>
        </c:ser>
        <c:ser>
          <c:idx val="2"/>
          <c:order val="2"/>
          <c:tx>
            <c:strRef>
              <c:f>Sheet1!$C$1</c:f>
              <c:strCache>
                <c:ptCount val="1"/>
                <c:pt idx="0">
                  <c:v>万得可转债高价低溢价率指数（889048）收盘价（右轴）</c:v>
                </c:pt>
              </c:strCache>
            </c:strRef>
          </c:tx>
          <c:spPr>
            <a:solidFill>
              <a:srgbClr val="FCD77F">
                <a:alpha val="20000"/>
              </a:srgbClr>
            </a:solidFill>
            <a:ln w="28575">
              <a:solidFill>
                <a:srgbClr val="FCD77F"/>
              </a:solidFill>
            </a:ln>
            <a:effectLst/>
          </c:spPr>
          <c:cat>
            <c:numRef>
              <c:f>Sheet1!$A$2:$A$60</c:f>
              <c:numCache>
                <c:formatCode>yyyy\-mm\-dd</c:formatCode>
                <c:ptCount val="59"/>
                <c:pt idx="0">
                  <c:v>44929</c:v>
                </c:pt>
                <c:pt idx="1">
                  <c:v>44930</c:v>
                </c:pt>
                <c:pt idx="2">
                  <c:v>44931</c:v>
                </c:pt>
                <c:pt idx="3">
                  <c:v>44932</c:v>
                </c:pt>
                <c:pt idx="4">
                  <c:v>44935</c:v>
                </c:pt>
                <c:pt idx="5">
                  <c:v>44936</c:v>
                </c:pt>
                <c:pt idx="6">
                  <c:v>44937</c:v>
                </c:pt>
                <c:pt idx="7">
                  <c:v>44938</c:v>
                </c:pt>
                <c:pt idx="8">
                  <c:v>44939</c:v>
                </c:pt>
                <c:pt idx="9">
                  <c:v>44942</c:v>
                </c:pt>
                <c:pt idx="10">
                  <c:v>44943</c:v>
                </c:pt>
                <c:pt idx="11">
                  <c:v>44944</c:v>
                </c:pt>
                <c:pt idx="12">
                  <c:v>44945</c:v>
                </c:pt>
                <c:pt idx="13">
                  <c:v>44946</c:v>
                </c:pt>
                <c:pt idx="14">
                  <c:v>44956</c:v>
                </c:pt>
                <c:pt idx="15">
                  <c:v>44957</c:v>
                </c:pt>
                <c:pt idx="16">
                  <c:v>44958</c:v>
                </c:pt>
                <c:pt idx="17">
                  <c:v>44959</c:v>
                </c:pt>
                <c:pt idx="18">
                  <c:v>44960</c:v>
                </c:pt>
                <c:pt idx="19">
                  <c:v>44963</c:v>
                </c:pt>
                <c:pt idx="20">
                  <c:v>44964</c:v>
                </c:pt>
                <c:pt idx="21">
                  <c:v>44965</c:v>
                </c:pt>
                <c:pt idx="22">
                  <c:v>44966</c:v>
                </c:pt>
                <c:pt idx="23">
                  <c:v>44967</c:v>
                </c:pt>
                <c:pt idx="24">
                  <c:v>44970</c:v>
                </c:pt>
                <c:pt idx="25">
                  <c:v>44971</c:v>
                </c:pt>
                <c:pt idx="26">
                  <c:v>44972</c:v>
                </c:pt>
                <c:pt idx="27">
                  <c:v>44973</c:v>
                </c:pt>
                <c:pt idx="28">
                  <c:v>44974</c:v>
                </c:pt>
                <c:pt idx="29">
                  <c:v>44977</c:v>
                </c:pt>
                <c:pt idx="30">
                  <c:v>44978</c:v>
                </c:pt>
                <c:pt idx="31">
                  <c:v>44979</c:v>
                </c:pt>
                <c:pt idx="32">
                  <c:v>44980</c:v>
                </c:pt>
                <c:pt idx="33">
                  <c:v>44981</c:v>
                </c:pt>
                <c:pt idx="34">
                  <c:v>44984</c:v>
                </c:pt>
                <c:pt idx="35">
                  <c:v>44985</c:v>
                </c:pt>
                <c:pt idx="36">
                  <c:v>44986</c:v>
                </c:pt>
                <c:pt idx="37">
                  <c:v>44987</c:v>
                </c:pt>
                <c:pt idx="38">
                  <c:v>44988</c:v>
                </c:pt>
                <c:pt idx="39">
                  <c:v>44991</c:v>
                </c:pt>
                <c:pt idx="40">
                  <c:v>44992</c:v>
                </c:pt>
                <c:pt idx="41">
                  <c:v>44993</c:v>
                </c:pt>
                <c:pt idx="42">
                  <c:v>44994</c:v>
                </c:pt>
                <c:pt idx="43">
                  <c:v>44995</c:v>
                </c:pt>
                <c:pt idx="44">
                  <c:v>44998</c:v>
                </c:pt>
                <c:pt idx="45">
                  <c:v>44999</c:v>
                </c:pt>
                <c:pt idx="46">
                  <c:v>45000</c:v>
                </c:pt>
                <c:pt idx="47">
                  <c:v>45001</c:v>
                </c:pt>
                <c:pt idx="48">
                  <c:v>45002</c:v>
                </c:pt>
                <c:pt idx="49">
                  <c:v>45005</c:v>
                </c:pt>
                <c:pt idx="50">
                  <c:v>45006</c:v>
                </c:pt>
                <c:pt idx="51">
                  <c:v>45007</c:v>
                </c:pt>
                <c:pt idx="52">
                  <c:v>45008</c:v>
                </c:pt>
                <c:pt idx="53">
                  <c:v>45009</c:v>
                </c:pt>
                <c:pt idx="54">
                  <c:v>45012</c:v>
                </c:pt>
                <c:pt idx="55">
                  <c:v>45013</c:v>
                </c:pt>
                <c:pt idx="56">
                  <c:v>45014</c:v>
                </c:pt>
                <c:pt idx="57">
                  <c:v>45015</c:v>
                </c:pt>
                <c:pt idx="58">
                  <c:v>45016</c:v>
                </c:pt>
              </c:numCache>
            </c:numRef>
          </c:cat>
          <c:val>
            <c:numRef>
              <c:f>Sheet1!$C$2:$C$60</c:f>
              <c:numCache>
                <c:formatCode>General</c:formatCode>
                <c:ptCount val="59"/>
                <c:pt idx="0">
                  <c:v>194.9299</c:v>
                </c:pt>
                <c:pt idx="1">
                  <c:v>196.34010000000001</c:v>
                </c:pt>
                <c:pt idx="2">
                  <c:v>198.88480000000001</c:v>
                </c:pt>
                <c:pt idx="3">
                  <c:v>199.4162</c:v>
                </c:pt>
                <c:pt idx="4">
                  <c:v>200.34710000000001</c:v>
                </c:pt>
                <c:pt idx="5">
                  <c:v>198.9665</c:v>
                </c:pt>
                <c:pt idx="6">
                  <c:v>198.74870000000001</c:v>
                </c:pt>
                <c:pt idx="7">
                  <c:v>199.39529999999999</c:v>
                </c:pt>
                <c:pt idx="8">
                  <c:v>199.39840000000001</c:v>
                </c:pt>
                <c:pt idx="9">
                  <c:v>200.7013</c:v>
                </c:pt>
                <c:pt idx="10">
                  <c:v>201.6559</c:v>
                </c:pt>
                <c:pt idx="11">
                  <c:v>203.02940000000001</c:v>
                </c:pt>
                <c:pt idx="12">
                  <c:v>203.80869999999999</c:v>
                </c:pt>
                <c:pt idx="13">
                  <c:v>205.6849</c:v>
                </c:pt>
                <c:pt idx="14">
                  <c:v>206.2602</c:v>
                </c:pt>
                <c:pt idx="15">
                  <c:v>206.11519999999999</c:v>
                </c:pt>
                <c:pt idx="16">
                  <c:v>208.00149999999999</c:v>
                </c:pt>
                <c:pt idx="17">
                  <c:v>208.56270000000001</c:v>
                </c:pt>
                <c:pt idx="18">
                  <c:v>206.93819999999999</c:v>
                </c:pt>
                <c:pt idx="19">
                  <c:v>204.72550000000001</c:v>
                </c:pt>
                <c:pt idx="20">
                  <c:v>205.14840000000001</c:v>
                </c:pt>
                <c:pt idx="21">
                  <c:v>204.8176</c:v>
                </c:pt>
                <c:pt idx="22">
                  <c:v>206.47829999999999</c:v>
                </c:pt>
                <c:pt idx="23">
                  <c:v>206.1206</c:v>
                </c:pt>
                <c:pt idx="24">
                  <c:v>207.32480000000001</c:v>
                </c:pt>
                <c:pt idx="25">
                  <c:v>207.39269999999999</c:v>
                </c:pt>
                <c:pt idx="26">
                  <c:v>206.0324</c:v>
                </c:pt>
                <c:pt idx="27">
                  <c:v>203.75069999999999</c:v>
                </c:pt>
                <c:pt idx="28">
                  <c:v>201.3947</c:v>
                </c:pt>
                <c:pt idx="29">
                  <c:v>204.8295</c:v>
                </c:pt>
                <c:pt idx="30">
                  <c:v>205.23830000000001</c:v>
                </c:pt>
                <c:pt idx="31">
                  <c:v>205.02330000000001</c:v>
                </c:pt>
                <c:pt idx="32">
                  <c:v>204.6754</c:v>
                </c:pt>
                <c:pt idx="33">
                  <c:v>203.7191</c:v>
                </c:pt>
                <c:pt idx="34">
                  <c:v>202.9639</c:v>
                </c:pt>
                <c:pt idx="35">
                  <c:v>203.68199999999999</c:v>
                </c:pt>
                <c:pt idx="36">
                  <c:v>205.57310000000001</c:v>
                </c:pt>
                <c:pt idx="37">
                  <c:v>203.74850000000001</c:v>
                </c:pt>
                <c:pt idx="38">
                  <c:v>203.87639999999999</c:v>
                </c:pt>
                <c:pt idx="39">
                  <c:v>204.84649999999999</c:v>
                </c:pt>
                <c:pt idx="40">
                  <c:v>201.721</c:v>
                </c:pt>
                <c:pt idx="41">
                  <c:v>200.79220000000001</c:v>
                </c:pt>
                <c:pt idx="42">
                  <c:v>200.7132</c:v>
                </c:pt>
                <c:pt idx="43">
                  <c:v>198.01439999999999</c:v>
                </c:pt>
                <c:pt idx="44">
                  <c:v>199.6088</c:v>
                </c:pt>
                <c:pt idx="45">
                  <c:v>199.13030000000001</c:v>
                </c:pt>
                <c:pt idx="46">
                  <c:v>200.0249</c:v>
                </c:pt>
                <c:pt idx="47">
                  <c:v>197.3586</c:v>
                </c:pt>
                <c:pt idx="48">
                  <c:v>198.1499</c:v>
                </c:pt>
                <c:pt idx="49">
                  <c:v>197.57249999999999</c:v>
                </c:pt>
                <c:pt idx="50">
                  <c:v>199.96690000000001</c:v>
                </c:pt>
                <c:pt idx="51">
                  <c:v>201.09729999999999</c:v>
                </c:pt>
                <c:pt idx="52">
                  <c:v>200.72</c:v>
                </c:pt>
                <c:pt idx="53">
                  <c:v>200.22880000000001</c:v>
                </c:pt>
                <c:pt idx="54">
                  <c:v>199.91290000000001</c:v>
                </c:pt>
                <c:pt idx="55">
                  <c:v>199.6302</c:v>
                </c:pt>
                <c:pt idx="56">
                  <c:v>198.69120000000001</c:v>
                </c:pt>
                <c:pt idx="57">
                  <c:v>198.54570000000001</c:v>
                </c:pt>
                <c:pt idx="58">
                  <c:v>200.0231</c:v>
                </c:pt>
              </c:numCache>
            </c:numRef>
          </c:val>
          <c:extLst>
            <c:ext xmlns:c16="http://schemas.microsoft.com/office/drawing/2014/chart" uri="{C3380CC4-5D6E-409C-BE32-E72D297353CC}">
              <c16:uniqueId val="{00000001-CE39-4962-B81F-67F1288B1680}"/>
            </c:ext>
          </c:extLst>
        </c:ser>
        <c:ser>
          <c:idx val="3"/>
          <c:order val="3"/>
          <c:tx>
            <c:strRef>
              <c:f>Sheet1!$D$1</c:f>
              <c:strCache>
                <c:ptCount val="1"/>
                <c:pt idx="0">
                  <c:v>万得可转债双低指数（889047）收盘价（右轴）</c:v>
                </c:pt>
              </c:strCache>
            </c:strRef>
          </c:tx>
          <c:spPr>
            <a:solidFill>
              <a:srgbClr val="A3B4DC">
                <a:alpha val="20000"/>
              </a:srgbClr>
            </a:solidFill>
            <a:ln w="28575">
              <a:solidFill>
                <a:srgbClr val="A3B4DC"/>
              </a:solidFill>
            </a:ln>
            <a:effectLst/>
          </c:spPr>
          <c:cat>
            <c:numRef>
              <c:f>Sheet1!$A$2:$A$60</c:f>
              <c:numCache>
                <c:formatCode>yyyy\-mm\-dd</c:formatCode>
                <c:ptCount val="59"/>
                <c:pt idx="0">
                  <c:v>44929</c:v>
                </c:pt>
                <c:pt idx="1">
                  <c:v>44930</c:v>
                </c:pt>
                <c:pt idx="2">
                  <c:v>44931</c:v>
                </c:pt>
                <c:pt idx="3">
                  <c:v>44932</c:v>
                </c:pt>
                <c:pt idx="4">
                  <c:v>44935</c:v>
                </c:pt>
                <c:pt idx="5">
                  <c:v>44936</c:v>
                </c:pt>
                <c:pt idx="6">
                  <c:v>44937</c:v>
                </c:pt>
                <c:pt idx="7">
                  <c:v>44938</c:v>
                </c:pt>
                <c:pt idx="8">
                  <c:v>44939</c:v>
                </c:pt>
                <c:pt idx="9">
                  <c:v>44942</c:v>
                </c:pt>
                <c:pt idx="10">
                  <c:v>44943</c:v>
                </c:pt>
                <c:pt idx="11">
                  <c:v>44944</c:v>
                </c:pt>
                <c:pt idx="12">
                  <c:v>44945</c:v>
                </c:pt>
                <c:pt idx="13">
                  <c:v>44946</c:v>
                </c:pt>
                <c:pt idx="14">
                  <c:v>44956</c:v>
                </c:pt>
                <c:pt idx="15">
                  <c:v>44957</c:v>
                </c:pt>
                <c:pt idx="16">
                  <c:v>44958</c:v>
                </c:pt>
                <c:pt idx="17">
                  <c:v>44959</c:v>
                </c:pt>
                <c:pt idx="18">
                  <c:v>44960</c:v>
                </c:pt>
                <c:pt idx="19">
                  <c:v>44963</c:v>
                </c:pt>
                <c:pt idx="20">
                  <c:v>44964</c:v>
                </c:pt>
                <c:pt idx="21">
                  <c:v>44965</c:v>
                </c:pt>
                <c:pt idx="22">
                  <c:v>44966</c:v>
                </c:pt>
                <c:pt idx="23">
                  <c:v>44967</c:v>
                </c:pt>
                <c:pt idx="24">
                  <c:v>44970</c:v>
                </c:pt>
                <c:pt idx="25">
                  <c:v>44971</c:v>
                </c:pt>
                <c:pt idx="26">
                  <c:v>44972</c:v>
                </c:pt>
                <c:pt idx="27">
                  <c:v>44973</c:v>
                </c:pt>
                <c:pt idx="28">
                  <c:v>44974</c:v>
                </c:pt>
                <c:pt idx="29">
                  <c:v>44977</c:v>
                </c:pt>
                <c:pt idx="30">
                  <c:v>44978</c:v>
                </c:pt>
                <c:pt idx="31">
                  <c:v>44979</c:v>
                </c:pt>
                <c:pt idx="32">
                  <c:v>44980</c:v>
                </c:pt>
                <c:pt idx="33">
                  <c:v>44981</c:v>
                </c:pt>
                <c:pt idx="34">
                  <c:v>44984</c:v>
                </c:pt>
                <c:pt idx="35">
                  <c:v>44985</c:v>
                </c:pt>
                <c:pt idx="36">
                  <c:v>44986</c:v>
                </c:pt>
                <c:pt idx="37">
                  <c:v>44987</c:v>
                </c:pt>
                <c:pt idx="38">
                  <c:v>44988</c:v>
                </c:pt>
                <c:pt idx="39">
                  <c:v>44991</c:v>
                </c:pt>
                <c:pt idx="40">
                  <c:v>44992</c:v>
                </c:pt>
                <c:pt idx="41">
                  <c:v>44993</c:v>
                </c:pt>
                <c:pt idx="42">
                  <c:v>44994</c:v>
                </c:pt>
                <c:pt idx="43">
                  <c:v>44995</c:v>
                </c:pt>
                <c:pt idx="44">
                  <c:v>44998</c:v>
                </c:pt>
                <c:pt idx="45">
                  <c:v>44999</c:v>
                </c:pt>
                <c:pt idx="46">
                  <c:v>45000</c:v>
                </c:pt>
                <c:pt idx="47">
                  <c:v>45001</c:v>
                </c:pt>
                <c:pt idx="48">
                  <c:v>45002</c:v>
                </c:pt>
                <c:pt idx="49">
                  <c:v>45005</c:v>
                </c:pt>
                <c:pt idx="50">
                  <c:v>45006</c:v>
                </c:pt>
                <c:pt idx="51">
                  <c:v>45007</c:v>
                </c:pt>
                <c:pt idx="52">
                  <c:v>45008</c:v>
                </c:pt>
                <c:pt idx="53">
                  <c:v>45009</c:v>
                </c:pt>
                <c:pt idx="54">
                  <c:v>45012</c:v>
                </c:pt>
                <c:pt idx="55">
                  <c:v>45013</c:v>
                </c:pt>
                <c:pt idx="56">
                  <c:v>45014</c:v>
                </c:pt>
                <c:pt idx="57">
                  <c:v>45015</c:v>
                </c:pt>
                <c:pt idx="58">
                  <c:v>45016</c:v>
                </c:pt>
              </c:numCache>
            </c:numRef>
          </c:cat>
          <c:val>
            <c:numRef>
              <c:f>Sheet1!$D$2:$D$60</c:f>
              <c:numCache>
                <c:formatCode>General</c:formatCode>
                <c:ptCount val="59"/>
                <c:pt idx="0">
                  <c:v>203.31899999999999</c:v>
                </c:pt>
                <c:pt idx="1">
                  <c:v>204.5419</c:v>
                </c:pt>
                <c:pt idx="2">
                  <c:v>205.87569999999999</c:v>
                </c:pt>
                <c:pt idx="3">
                  <c:v>206.1258</c:v>
                </c:pt>
                <c:pt idx="4">
                  <c:v>206.3544</c:v>
                </c:pt>
                <c:pt idx="5">
                  <c:v>205.41659999999999</c:v>
                </c:pt>
                <c:pt idx="6">
                  <c:v>205.38319999999999</c:v>
                </c:pt>
                <c:pt idx="7">
                  <c:v>205.86959999999999</c:v>
                </c:pt>
                <c:pt idx="8">
                  <c:v>206.62</c:v>
                </c:pt>
                <c:pt idx="9">
                  <c:v>207.98050000000001</c:v>
                </c:pt>
                <c:pt idx="10">
                  <c:v>208.72020000000001</c:v>
                </c:pt>
                <c:pt idx="11">
                  <c:v>209.2097</c:v>
                </c:pt>
                <c:pt idx="12">
                  <c:v>209.6404</c:v>
                </c:pt>
                <c:pt idx="13">
                  <c:v>210.69149999999999</c:v>
                </c:pt>
                <c:pt idx="14">
                  <c:v>209.98750000000001</c:v>
                </c:pt>
                <c:pt idx="15">
                  <c:v>209.2379</c:v>
                </c:pt>
                <c:pt idx="16">
                  <c:v>209.95359999999999</c:v>
                </c:pt>
                <c:pt idx="17">
                  <c:v>210.07730000000001</c:v>
                </c:pt>
                <c:pt idx="18">
                  <c:v>209.4211</c:v>
                </c:pt>
                <c:pt idx="19">
                  <c:v>208.136</c:v>
                </c:pt>
                <c:pt idx="20">
                  <c:v>208.6414</c:v>
                </c:pt>
                <c:pt idx="21">
                  <c:v>208.2715</c:v>
                </c:pt>
                <c:pt idx="22">
                  <c:v>209.23589999999999</c:v>
                </c:pt>
                <c:pt idx="23">
                  <c:v>209.23759999999999</c:v>
                </c:pt>
                <c:pt idx="24">
                  <c:v>209.3459</c:v>
                </c:pt>
                <c:pt idx="25">
                  <c:v>209.20840000000001</c:v>
                </c:pt>
                <c:pt idx="26">
                  <c:v>208.42769999999999</c:v>
                </c:pt>
                <c:pt idx="27">
                  <c:v>207.32480000000001</c:v>
                </c:pt>
                <c:pt idx="28">
                  <c:v>206.0532</c:v>
                </c:pt>
                <c:pt idx="29">
                  <c:v>207.95480000000001</c:v>
                </c:pt>
                <c:pt idx="30">
                  <c:v>208.2672</c:v>
                </c:pt>
                <c:pt idx="31">
                  <c:v>208.0565</c:v>
                </c:pt>
                <c:pt idx="32">
                  <c:v>207.95570000000001</c:v>
                </c:pt>
                <c:pt idx="33">
                  <c:v>207.3459</c:v>
                </c:pt>
                <c:pt idx="34">
                  <c:v>206.54929999999999</c:v>
                </c:pt>
                <c:pt idx="35">
                  <c:v>206.72550000000001</c:v>
                </c:pt>
                <c:pt idx="36">
                  <c:v>208.0181</c:v>
                </c:pt>
                <c:pt idx="37">
                  <c:v>208.42930000000001</c:v>
                </c:pt>
                <c:pt idx="38">
                  <c:v>209.22489999999999</c:v>
                </c:pt>
                <c:pt idx="39">
                  <c:v>208.86779999999999</c:v>
                </c:pt>
                <c:pt idx="40">
                  <c:v>208.11349999999999</c:v>
                </c:pt>
                <c:pt idx="41">
                  <c:v>207.44980000000001</c:v>
                </c:pt>
                <c:pt idx="42">
                  <c:v>207.2603</c:v>
                </c:pt>
                <c:pt idx="43">
                  <c:v>206.16669999999999</c:v>
                </c:pt>
                <c:pt idx="44">
                  <c:v>206.95570000000001</c:v>
                </c:pt>
                <c:pt idx="45">
                  <c:v>206.7757</c:v>
                </c:pt>
                <c:pt idx="46">
                  <c:v>207.64160000000001</c:v>
                </c:pt>
                <c:pt idx="47">
                  <c:v>206.8158</c:v>
                </c:pt>
                <c:pt idx="48">
                  <c:v>207.27760000000001</c:v>
                </c:pt>
                <c:pt idx="49">
                  <c:v>206.90459999999999</c:v>
                </c:pt>
                <c:pt idx="50">
                  <c:v>207.31049999999999</c:v>
                </c:pt>
                <c:pt idx="51">
                  <c:v>208.1591</c:v>
                </c:pt>
                <c:pt idx="52">
                  <c:v>208.4144</c:v>
                </c:pt>
                <c:pt idx="53">
                  <c:v>208.0001</c:v>
                </c:pt>
                <c:pt idx="54">
                  <c:v>207.66810000000001</c:v>
                </c:pt>
                <c:pt idx="55">
                  <c:v>207.142</c:v>
                </c:pt>
                <c:pt idx="56">
                  <c:v>206.6181</c:v>
                </c:pt>
                <c:pt idx="57">
                  <c:v>207.40219999999999</c:v>
                </c:pt>
                <c:pt idx="58">
                  <c:v>208.1086</c:v>
                </c:pt>
              </c:numCache>
            </c:numRef>
          </c:val>
          <c:extLst>
            <c:ext xmlns:c16="http://schemas.microsoft.com/office/drawing/2014/chart" uri="{C3380CC4-5D6E-409C-BE32-E72D297353CC}">
              <c16:uniqueId val="{00000002-CE39-4962-B81F-67F1288B1680}"/>
            </c:ext>
          </c:extLst>
        </c:ser>
        <c:dLbls>
          <c:showLegendKey val="0"/>
          <c:showVal val="0"/>
          <c:showCatName val="0"/>
          <c:showSerName val="0"/>
          <c:showPercent val="0"/>
          <c:showBubbleSize val="0"/>
        </c:dLbls>
        <c:axId val="649438271"/>
        <c:axId val="649442431"/>
      </c:areaChart>
      <c:lineChart>
        <c:grouping val="standard"/>
        <c:varyColors val="0"/>
        <c:ser>
          <c:idx val="0"/>
          <c:order val="0"/>
          <c:tx>
            <c:strRef>
              <c:f>Sheet1!$E$1</c:f>
              <c:strCache>
                <c:ptCount val="1"/>
                <c:pt idx="0">
                  <c:v>可转债仓位（左轴）</c:v>
                </c:pt>
              </c:strCache>
            </c:strRef>
          </c:tx>
          <c:spPr>
            <a:ln w="28575" cap="rnd">
              <a:solidFill>
                <a:schemeClr val="accent1"/>
              </a:solidFill>
              <a:round/>
            </a:ln>
            <a:effectLst/>
          </c:spPr>
          <c:marker>
            <c:symbol val="none"/>
          </c:marker>
          <c:cat>
            <c:numRef>
              <c:f>Sheet1!$A$2:$A$60</c:f>
              <c:numCache>
                <c:formatCode>yyyy\-mm\-dd</c:formatCode>
                <c:ptCount val="59"/>
                <c:pt idx="0">
                  <c:v>44929</c:v>
                </c:pt>
                <c:pt idx="1">
                  <c:v>44930</c:v>
                </c:pt>
                <c:pt idx="2">
                  <c:v>44931</c:v>
                </c:pt>
                <c:pt idx="3">
                  <c:v>44932</c:v>
                </c:pt>
                <c:pt idx="4">
                  <c:v>44935</c:v>
                </c:pt>
                <c:pt idx="5">
                  <c:v>44936</c:v>
                </c:pt>
                <c:pt idx="6">
                  <c:v>44937</c:v>
                </c:pt>
                <c:pt idx="7">
                  <c:v>44938</c:v>
                </c:pt>
                <c:pt idx="8">
                  <c:v>44939</c:v>
                </c:pt>
                <c:pt idx="9">
                  <c:v>44942</c:v>
                </c:pt>
                <c:pt idx="10">
                  <c:v>44943</c:v>
                </c:pt>
                <c:pt idx="11">
                  <c:v>44944</c:v>
                </c:pt>
                <c:pt idx="12">
                  <c:v>44945</c:v>
                </c:pt>
                <c:pt idx="13">
                  <c:v>44946</c:v>
                </c:pt>
                <c:pt idx="14">
                  <c:v>44956</c:v>
                </c:pt>
                <c:pt idx="15">
                  <c:v>44957</c:v>
                </c:pt>
                <c:pt idx="16">
                  <c:v>44958</c:v>
                </c:pt>
                <c:pt idx="17">
                  <c:v>44959</c:v>
                </c:pt>
                <c:pt idx="18">
                  <c:v>44960</c:v>
                </c:pt>
                <c:pt idx="19">
                  <c:v>44963</c:v>
                </c:pt>
                <c:pt idx="20">
                  <c:v>44964</c:v>
                </c:pt>
                <c:pt idx="21">
                  <c:v>44965</c:v>
                </c:pt>
                <c:pt idx="22">
                  <c:v>44966</c:v>
                </c:pt>
                <c:pt idx="23">
                  <c:v>44967</c:v>
                </c:pt>
                <c:pt idx="24">
                  <c:v>44970</c:v>
                </c:pt>
                <c:pt idx="25">
                  <c:v>44971</c:v>
                </c:pt>
                <c:pt idx="26">
                  <c:v>44972</c:v>
                </c:pt>
                <c:pt idx="27">
                  <c:v>44973</c:v>
                </c:pt>
                <c:pt idx="28">
                  <c:v>44974</c:v>
                </c:pt>
                <c:pt idx="29">
                  <c:v>44977</c:v>
                </c:pt>
                <c:pt idx="30">
                  <c:v>44978</c:v>
                </c:pt>
                <c:pt idx="31">
                  <c:v>44979</c:v>
                </c:pt>
                <c:pt idx="32">
                  <c:v>44980</c:v>
                </c:pt>
                <c:pt idx="33">
                  <c:v>44981</c:v>
                </c:pt>
                <c:pt idx="34">
                  <c:v>44984</c:v>
                </c:pt>
                <c:pt idx="35">
                  <c:v>44985</c:v>
                </c:pt>
                <c:pt idx="36">
                  <c:v>44986</c:v>
                </c:pt>
                <c:pt idx="37">
                  <c:v>44987</c:v>
                </c:pt>
                <c:pt idx="38">
                  <c:v>44988</c:v>
                </c:pt>
                <c:pt idx="39">
                  <c:v>44991</c:v>
                </c:pt>
                <c:pt idx="40">
                  <c:v>44992</c:v>
                </c:pt>
                <c:pt idx="41">
                  <c:v>44993</c:v>
                </c:pt>
                <c:pt idx="42">
                  <c:v>44994</c:v>
                </c:pt>
                <c:pt idx="43">
                  <c:v>44995</c:v>
                </c:pt>
                <c:pt idx="44">
                  <c:v>44998</c:v>
                </c:pt>
                <c:pt idx="45">
                  <c:v>44999</c:v>
                </c:pt>
                <c:pt idx="46">
                  <c:v>45000</c:v>
                </c:pt>
                <c:pt idx="47">
                  <c:v>45001</c:v>
                </c:pt>
                <c:pt idx="48">
                  <c:v>45002</c:v>
                </c:pt>
                <c:pt idx="49">
                  <c:v>45005</c:v>
                </c:pt>
                <c:pt idx="50">
                  <c:v>45006</c:v>
                </c:pt>
                <c:pt idx="51">
                  <c:v>45007</c:v>
                </c:pt>
                <c:pt idx="52">
                  <c:v>45008</c:v>
                </c:pt>
                <c:pt idx="53">
                  <c:v>45009</c:v>
                </c:pt>
                <c:pt idx="54">
                  <c:v>45012</c:v>
                </c:pt>
                <c:pt idx="55">
                  <c:v>45013</c:v>
                </c:pt>
                <c:pt idx="56">
                  <c:v>45014</c:v>
                </c:pt>
                <c:pt idx="57">
                  <c:v>45015</c:v>
                </c:pt>
                <c:pt idx="58">
                  <c:v>45016</c:v>
                </c:pt>
              </c:numCache>
            </c:numRef>
          </c:cat>
          <c:val>
            <c:numRef>
              <c:f>Sheet1!$E$2:$E$60</c:f>
              <c:numCache>
                <c:formatCode>General</c:formatCode>
                <c:ptCount val="59"/>
                <c:pt idx="0">
                  <c:v>3.2394500349662361E-2</c:v>
                </c:pt>
                <c:pt idx="1">
                  <c:v>3.3167392025529388E-2</c:v>
                </c:pt>
                <c:pt idx="2">
                  <c:v>3.3339280628909208E-2</c:v>
                </c:pt>
                <c:pt idx="3">
                  <c:v>3.3458269374646243E-2</c:v>
                </c:pt>
                <c:pt idx="4">
                  <c:v>3.3277244855113908E-2</c:v>
                </c:pt>
                <c:pt idx="5">
                  <c:v>3.3448135356626829E-2</c:v>
                </c:pt>
                <c:pt idx="6">
                  <c:v>3.3417544320740601E-2</c:v>
                </c:pt>
                <c:pt idx="7">
                  <c:v>3.3499614112822408E-2</c:v>
                </c:pt>
                <c:pt idx="8">
                  <c:v>3.3974121377967792E-2</c:v>
                </c:pt>
                <c:pt idx="9">
                  <c:v>3.4163583817871747E-2</c:v>
                </c:pt>
                <c:pt idx="10">
                  <c:v>3.4227311680032103E-2</c:v>
                </c:pt>
                <c:pt idx="11">
                  <c:v>3.4226252056393278E-2</c:v>
                </c:pt>
                <c:pt idx="12">
                  <c:v>3.4177609507796587E-2</c:v>
                </c:pt>
                <c:pt idx="13">
                  <c:v>3.4389165245286193E-2</c:v>
                </c:pt>
                <c:pt idx="14">
                  <c:v>3.4178685078856359E-2</c:v>
                </c:pt>
                <c:pt idx="15">
                  <c:v>3.4101246600669391E-2</c:v>
                </c:pt>
                <c:pt idx="16">
                  <c:v>3.4175777473749808E-2</c:v>
                </c:pt>
                <c:pt idx="17">
                  <c:v>3.4167921953118581E-2</c:v>
                </c:pt>
                <c:pt idx="18">
                  <c:v>3.3966681766421973E-2</c:v>
                </c:pt>
                <c:pt idx="19">
                  <c:v>3.3761859961566283E-2</c:v>
                </c:pt>
                <c:pt idx="20">
                  <c:v>3.3844630052464388E-2</c:v>
                </c:pt>
                <c:pt idx="21">
                  <c:v>3.296404985302856E-2</c:v>
                </c:pt>
                <c:pt idx="22">
                  <c:v>3.2986781406169258E-2</c:v>
                </c:pt>
                <c:pt idx="23">
                  <c:v>3.2970641248020537E-2</c:v>
                </c:pt>
                <c:pt idx="24">
                  <c:v>3.2876172861844993E-2</c:v>
                </c:pt>
                <c:pt idx="25">
                  <c:v>3.2802601873399041E-2</c:v>
                </c:pt>
                <c:pt idx="26">
                  <c:v>3.2674722263789653E-2</c:v>
                </c:pt>
                <c:pt idx="27">
                  <c:v>3.2658812981222793E-2</c:v>
                </c:pt>
                <c:pt idx="28">
                  <c:v>3.254925524871035E-2</c:v>
                </c:pt>
                <c:pt idx="29">
                  <c:v>3.2762353319031823E-2</c:v>
                </c:pt>
                <c:pt idx="30">
                  <c:v>3.2796292022557107E-2</c:v>
                </c:pt>
                <c:pt idx="31">
                  <c:v>3.2066857390690463E-2</c:v>
                </c:pt>
                <c:pt idx="32">
                  <c:v>3.2047905526010112E-2</c:v>
                </c:pt>
                <c:pt idx="33">
                  <c:v>3.1981020048890849E-2</c:v>
                </c:pt>
                <c:pt idx="34">
                  <c:v>3.1896387438764273E-2</c:v>
                </c:pt>
                <c:pt idx="35">
                  <c:v>3.1888296785365568E-2</c:v>
                </c:pt>
                <c:pt idx="36">
                  <c:v>3.2100791136088019E-2</c:v>
                </c:pt>
                <c:pt idx="37">
                  <c:v>3.1543174391465131E-2</c:v>
                </c:pt>
                <c:pt idx="38">
                  <c:v>3.1618549668517702E-2</c:v>
                </c:pt>
                <c:pt idx="39">
                  <c:v>3.1605310969097598E-2</c:v>
                </c:pt>
                <c:pt idx="40">
                  <c:v>3.1490051744315559E-2</c:v>
                </c:pt>
                <c:pt idx="41">
                  <c:v>3.1391168626487463E-2</c:v>
                </c:pt>
                <c:pt idx="42">
                  <c:v>3.134824955384978E-2</c:v>
                </c:pt>
                <c:pt idx="43">
                  <c:v>3.1349260824537907E-2</c:v>
                </c:pt>
                <c:pt idx="44">
                  <c:v>3.1343379049701629E-2</c:v>
                </c:pt>
                <c:pt idx="45">
                  <c:v>3.1307303025804208E-2</c:v>
                </c:pt>
                <c:pt idx="46">
                  <c:v>3.1412690546623913E-2</c:v>
                </c:pt>
                <c:pt idx="47">
                  <c:v>3.1407948185304263E-2</c:v>
                </c:pt>
                <c:pt idx="48">
                  <c:v>3.1468293720526598E-2</c:v>
                </c:pt>
                <c:pt idx="49">
                  <c:v>3.1374450532082772E-2</c:v>
                </c:pt>
                <c:pt idx="50">
                  <c:v>3.1412522181934452E-2</c:v>
                </c:pt>
                <c:pt idx="51">
                  <c:v>3.0256463348164321E-2</c:v>
                </c:pt>
                <c:pt idx="52">
                  <c:v>3.091264954926071E-2</c:v>
                </c:pt>
                <c:pt idx="53">
                  <c:v>3.1295553372846008E-2</c:v>
                </c:pt>
                <c:pt idx="54">
                  <c:v>3.1624912228424562E-2</c:v>
                </c:pt>
                <c:pt idx="55">
                  <c:v>3.2027291778037363E-2</c:v>
                </c:pt>
                <c:pt idx="56">
                  <c:v>3.2084457900809063E-2</c:v>
                </c:pt>
                <c:pt idx="57">
                  <c:v>3.2199903901909951E-2</c:v>
                </c:pt>
                <c:pt idx="58">
                  <c:v>3.1466286799514687E-2</c:v>
                </c:pt>
              </c:numCache>
            </c:numRef>
          </c:val>
          <c:smooth val="0"/>
          <c:extLst>
            <c:ext xmlns:c16="http://schemas.microsoft.com/office/drawing/2014/chart" uri="{C3380CC4-5D6E-409C-BE32-E72D297353CC}">
              <c16:uniqueId val="{00000003-CE39-4962-B81F-67F1288B1680}"/>
            </c:ext>
          </c:extLst>
        </c:ser>
        <c:dLbls>
          <c:showLegendKey val="0"/>
          <c:showVal val="0"/>
          <c:showCatName val="0"/>
          <c:showSerName val="0"/>
          <c:showPercent val="0"/>
          <c:showBubbleSize val="0"/>
        </c:dLbls>
        <c:marker val="1"/>
        <c:smooth val="0"/>
        <c:axId val="649403327"/>
        <c:axId val="649426623"/>
      </c:lineChart>
      <c:dateAx>
        <c:axId val="649403327"/>
        <c:scaling>
          <c:orientation val="minMax"/>
        </c:scaling>
        <c:delete val="0"/>
        <c:axPos val="b"/>
        <c:numFmt formatCode="yyyy\-mm\-dd"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b" anchorCtr="0"/>
          <a:lstStyle/>
          <a:p>
            <a:pPr>
              <a:defRPr sz="900" b="0" i="0" u="none" strike="noStrike" kern="1200" baseline="0">
                <a:solidFill>
                  <a:schemeClr val="tx1">
                    <a:lumMod val="65000"/>
                    <a:lumOff val="35000"/>
                  </a:schemeClr>
                </a:solidFill>
                <a:latin typeface="+mn-lt"/>
                <a:ea typeface="+mn-ea"/>
                <a:cs typeface="+mn-cs"/>
              </a:defRPr>
            </a:pPr>
            <a:endParaRPr lang="zh-CN"/>
          </a:p>
        </c:txPr>
        <c:crossAx val="649426623"/>
        <c:crosses val="autoZero"/>
        <c:auto val="1"/>
        <c:lblOffset val="100"/>
        <c:baseTimeUnit val="days"/>
      </c:dateAx>
      <c:valAx>
        <c:axId val="649426623"/>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649403327"/>
        <c:crosses val="autoZero"/>
        <c:crossBetween val="between"/>
      </c:valAx>
      <c:valAx>
        <c:axId val="649442431"/>
        <c:scaling>
          <c:orientation val="minMax"/>
        </c:scaling>
        <c:delete val="0"/>
        <c:axPos val="r"/>
        <c:numFmt formatCode="###,###,##0.0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649438271"/>
        <c:crosses val="max"/>
        <c:crossBetween val="between"/>
      </c:valAx>
      <c:dateAx>
        <c:axId val="649438271"/>
        <c:scaling>
          <c:orientation val="minMax"/>
        </c:scaling>
        <c:delete val="1"/>
        <c:axPos val="b"/>
        <c:numFmt formatCode="yyyy\-mm\-dd" sourceLinked="1"/>
        <c:majorTickMark val="out"/>
        <c:minorTickMark val="none"/>
        <c:tickLblPos val="nextTo"/>
        <c:crossAx val="649442431"/>
        <c:crosses val="autoZero"/>
        <c:auto val="1"/>
        <c:lblOffset val="100"/>
        <c:baseTimeUnit val="days"/>
      </c:dateAx>
      <c:spPr>
        <a:noFill/>
        <a:ln>
          <a:noFill/>
        </a:ln>
        <a:effectLst/>
      </c:spPr>
    </c:plotArea>
    <c:legend>
      <c:legendPos val="b"/>
      <c:layout>
        <c:manualLayout>
          <c:xMode val="edge"/>
          <c:yMode val="edge"/>
          <c:x val="0"/>
          <c:y val="0.82316915821624259"/>
          <c:w val="0.9889178858474138"/>
          <c:h val="0.1627683439171282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solidFill>
        <a:schemeClr val="bg1">
          <a:lumMod val="95000"/>
        </a:schemeClr>
      </a:solidFill>
    </a:ln>
    <a:effectLst/>
  </c:spPr>
  <c:txPr>
    <a:bodyPr/>
    <a:lstStyle/>
    <a:p>
      <a:pPr>
        <a:defRPr/>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大盘</c:v>
                </c:pt>
              </c:strCache>
            </c:strRef>
          </c:tx>
          <c:spPr>
            <a:solidFill>
              <a:schemeClr val="accent1"/>
            </a:solidFill>
            <a:ln>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仿宋" panose="02010609060101010101" pitchFamily="49" charset="-122"/>
                    <a:ea typeface="仿宋" panose="02010609060101010101" pitchFamily="49"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2023-01-01</c:v>
                </c:pt>
                <c:pt idx="1">
                  <c:v>2023-03-31</c:v>
                </c:pt>
              </c:strCache>
            </c:strRef>
          </c:cat>
          <c:val>
            <c:numRef>
              <c:f>Sheet1!$B$2:$B$3</c:f>
              <c:numCache>
                <c:formatCode>General</c:formatCode>
                <c:ptCount val="2"/>
                <c:pt idx="0">
                  <c:v>0.40532453651901701</c:v>
                </c:pt>
                <c:pt idx="1">
                  <c:v>0.44121650687724168</c:v>
                </c:pt>
              </c:numCache>
            </c:numRef>
          </c:val>
          <c:extLst>
            <c:ext xmlns:c16="http://schemas.microsoft.com/office/drawing/2014/chart" uri="{C3380CC4-5D6E-409C-BE32-E72D297353CC}">
              <c16:uniqueId val="{00000000-67D0-4347-ACEC-92819BB86F4A}"/>
            </c:ext>
          </c:extLst>
        </c:ser>
        <c:ser>
          <c:idx val="1"/>
          <c:order val="1"/>
          <c:tx>
            <c:strRef>
              <c:f>Sheet1!$C$1</c:f>
              <c:strCache>
                <c:ptCount val="1"/>
                <c:pt idx="0">
                  <c:v>中盘</c:v>
                </c:pt>
              </c:strCache>
            </c:strRef>
          </c:tx>
          <c:spPr>
            <a:solidFill>
              <a:schemeClr val="accent2"/>
            </a:solidFill>
            <a:ln>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仿宋" panose="02010609060101010101" pitchFamily="49" charset="-122"/>
                    <a:ea typeface="仿宋" panose="02010609060101010101" pitchFamily="49"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2023-01-01</c:v>
                </c:pt>
                <c:pt idx="1">
                  <c:v>2023-03-31</c:v>
                </c:pt>
              </c:strCache>
            </c:strRef>
          </c:cat>
          <c:val>
            <c:numRef>
              <c:f>Sheet1!$C$2:$C$3</c:f>
              <c:numCache>
                <c:formatCode>General</c:formatCode>
                <c:ptCount val="2"/>
                <c:pt idx="0">
                  <c:v>0.3595396350674363</c:v>
                </c:pt>
                <c:pt idx="1">
                  <c:v>0.35312911410157177</c:v>
                </c:pt>
              </c:numCache>
            </c:numRef>
          </c:val>
          <c:extLst>
            <c:ext xmlns:c16="http://schemas.microsoft.com/office/drawing/2014/chart" uri="{C3380CC4-5D6E-409C-BE32-E72D297353CC}">
              <c16:uniqueId val="{00000001-67D0-4347-ACEC-92819BB86F4A}"/>
            </c:ext>
          </c:extLst>
        </c:ser>
        <c:ser>
          <c:idx val="2"/>
          <c:order val="2"/>
          <c:tx>
            <c:strRef>
              <c:f>Sheet1!$D$1</c:f>
              <c:strCache>
                <c:ptCount val="1"/>
                <c:pt idx="0">
                  <c:v>小盘</c:v>
                </c:pt>
              </c:strCache>
            </c:strRef>
          </c:tx>
          <c:spPr>
            <a:solidFill>
              <a:schemeClr val="accent3"/>
            </a:solidFill>
            <a:ln>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仿宋" panose="02010609060101010101" pitchFamily="49" charset="-122"/>
                    <a:ea typeface="仿宋" panose="02010609060101010101" pitchFamily="49"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2023-01-01</c:v>
                </c:pt>
                <c:pt idx="1">
                  <c:v>2023-03-31</c:v>
                </c:pt>
              </c:strCache>
            </c:strRef>
          </c:cat>
          <c:val>
            <c:numRef>
              <c:f>Sheet1!$D$2:$D$3</c:f>
              <c:numCache>
                <c:formatCode>General</c:formatCode>
                <c:ptCount val="2"/>
                <c:pt idx="0">
                  <c:v>0.2351358284135468</c:v>
                </c:pt>
                <c:pt idx="1">
                  <c:v>0.2056543790211865</c:v>
                </c:pt>
              </c:numCache>
            </c:numRef>
          </c:val>
          <c:extLst>
            <c:ext xmlns:c16="http://schemas.microsoft.com/office/drawing/2014/chart" uri="{C3380CC4-5D6E-409C-BE32-E72D297353CC}">
              <c16:uniqueId val="{00000003-67D0-4347-ACEC-92819BB86F4A}"/>
            </c:ext>
          </c:extLst>
        </c:ser>
        <c:dLbls>
          <c:dLblPos val="ctr"/>
          <c:showLegendKey val="0"/>
          <c:showVal val="1"/>
          <c:showCatName val="0"/>
          <c:showSerName val="0"/>
          <c:showPercent val="0"/>
          <c:showBubbleSize val="0"/>
        </c:dLbls>
        <c:gapWidth val="70"/>
        <c:overlap val="100"/>
        <c:axId val="1205490464"/>
        <c:axId val="1205484640"/>
      </c:barChart>
      <c:catAx>
        <c:axId val="1205490464"/>
        <c:scaling>
          <c:orientation val="minMax"/>
        </c:scaling>
        <c:delete val="0"/>
        <c:axPos val="b"/>
        <c:numFmt formatCode="General" sourceLinked="1"/>
        <c:majorTickMark val="none"/>
        <c:minorTickMark val="none"/>
        <c:tickLblPos val="nextTo"/>
        <c:spPr>
          <a:noFill/>
          <a:ln w="25400" cap="flat" cmpd="sng" algn="ctr">
            <a:solidFill>
              <a:schemeClr val="tx1">
                <a:lumMod val="15000"/>
                <a:lumOff val="85000"/>
              </a:schemeClr>
            </a:solidFill>
            <a:round/>
          </a:ln>
          <a:effectLst/>
        </c:spPr>
        <c:txPr>
          <a:bodyPr rot="0" spcFirstLastPara="1" vertOverflow="ellipsis" wrap="square" anchor="b"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205484640"/>
        <c:crosses val="autoZero"/>
        <c:auto val="1"/>
        <c:lblAlgn val="ctr"/>
        <c:lblOffset val="100"/>
        <c:noMultiLvlLbl val="0"/>
      </c:catAx>
      <c:valAx>
        <c:axId val="1205484640"/>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2054904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solidFill>
        <a:schemeClr val="bg1">
          <a:lumMod val="95000"/>
        </a:schemeClr>
      </a:solidFill>
    </a:ln>
    <a:effectLst/>
  </c:spPr>
  <c:txPr>
    <a:bodyPr/>
    <a:lstStyle/>
    <a:p>
      <a:pPr>
        <a:defRPr/>
      </a:pPr>
      <a:endParaRPr lang="zh-CN"/>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sz="1400" dirty="0">
                <a:solidFill>
                  <a:schemeClr val="tx1"/>
                </a:solidFill>
              </a:rPr>
              <a:t>前十大申万一级行业堆叠时序图</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ltLang="en-US"/>
        </a:p>
      </c:txPr>
    </c:title>
    <c:autoTitleDeleted val="0"/>
    <c:plotArea>
      <c:layout>
        <c:manualLayout>
          <c:layoutTarget val="inner"/>
          <c:xMode val="edge"/>
          <c:yMode val="edge"/>
          <c:x val="6.4810590648709393E-2"/>
          <c:y val="0.15443511803249432"/>
          <c:w val="0.90535295628298873"/>
          <c:h val="0.56591831115049851"/>
        </c:manualLayout>
      </c:layout>
      <c:barChart>
        <c:barDir val="col"/>
        <c:grouping val="clustered"/>
        <c:varyColors val="0"/>
        <c:ser>
          <c:idx val="0"/>
          <c:order val="0"/>
          <c:tx>
            <c:strRef>
              <c:f>Sheet1!$B$1</c:f>
              <c:strCache>
                <c:ptCount val="1"/>
                <c:pt idx="0">
                  <c:v>20230101</c:v>
                </c:pt>
              </c:strCache>
            </c:strRef>
          </c:tx>
          <c:spPr>
            <a:solidFill>
              <a:srgbClr val="DC3545"/>
            </a:solidFill>
            <a:ln>
              <a:noFill/>
            </a:ln>
            <a:effectLst/>
          </c:spPr>
          <c:invertIfNegative val="0"/>
          <c:dPt>
            <c:idx val="0"/>
            <c:invertIfNegative val="1"/>
            <c:bubble3D val="0"/>
            <c:spPr>
              <a:solidFill>
                <a:srgbClr val="DC3545"/>
              </a:solidFill>
              <a:ln>
                <a:noFill/>
              </a:ln>
              <a:effectLst/>
            </c:spPr>
            <c:extLst>
              <c:ext xmlns:c16="http://schemas.microsoft.com/office/drawing/2014/chart" uri="{C3380CC4-5D6E-409C-BE32-E72D297353CC}">
                <c16:uniqueId val="{00000001-2087-4F06-8619-36E2FFA3E93C}"/>
              </c:ext>
            </c:extLst>
          </c:dPt>
          <c:dPt>
            <c:idx val="1"/>
            <c:invertIfNegative val="1"/>
            <c:bubble3D val="0"/>
            <c:spPr>
              <a:solidFill>
                <a:srgbClr val="DC3545"/>
              </a:solidFill>
              <a:ln>
                <a:noFill/>
              </a:ln>
              <a:effectLst/>
            </c:spPr>
            <c:extLst>
              <c:ext xmlns:c16="http://schemas.microsoft.com/office/drawing/2014/chart" uri="{C3380CC4-5D6E-409C-BE32-E72D297353CC}">
                <c16:uniqueId val="{00000003-2087-4F06-8619-36E2FFA3E93C}"/>
              </c:ext>
            </c:extLst>
          </c:dPt>
          <c:dPt>
            <c:idx val="2"/>
            <c:invertIfNegative val="1"/>
            <c:bubble3D val="0"/>
            <c:spPr>
              <a:solidFill>
                <a:srgbClr val="DC3545"/>
              </a:solidFill>
              <a:ln>
                <a:noFill/>
              </a:ln>
              <a:effectLst/>
            </c:spPr>
            <c:extLst>
              <c:ext xmlns:c16="http://schemas.microsoft.com/office/drawing/2014/chart" uri="{C3380CC4-5D6E-409C-BE32-E72D297353CC}">
                <c16:uniqueId val="{00000005-2087-4F06-8619-36E2FFA3E93C}"/>
              </c:ext>
            </c:extLst>
          </c:dPt>
          <c:dPt>
            <c:idx val="3"/>
            <c:invertIfNegative val="1"/>
            <c:bubble3D val="0"/>
            <c:spPr>
              <a:solidFill>
                <a:srgbClr val="DC3545"/>
              </a:solidFill>
              <a:ln>
                <a:noFill/>
              </a:ln>
              <a:effectLst/>
            </c:spPr>
            <c:extLst>
              <c:ext xmlns:c16="http://schemas.microsoft.com/office/drawing/2014/chart" uri="{C3380CC4-5D6E-409C-BE32-E72D297353CC}">
                <c16:uniqueId val="{00000007-2087-4F06-8619-36E2FFA3E93C}"/>
              </c:ext>
            </c:extLst>
          </c:dPt>
          <c:dPt>
            <c:idx val="4"/>
            <c:invertIfNegative val="1"/>
            <c:bubble3D val="0"/>
            <c:spPr>
              <a:solidFill>
                <a:srgbClr val="DC3545"/>
              </a:solidFill>
              <a:ln>
                <a:noFill/>
              </a:ln>
              <a:effectLst/>
            </c:spPr>
            <c:extLst>
              <c:ext xmlns:c16="http://schemas.microsoft.com/office/drawing/2014/chart" uri="{C3380CC4-5D6E-409C-BE32-E72D297353CC}">
                <c16:uniqueId val="{00000009-2087-4F06-8619-36E2FFA3E93C}"/>
              </c:ext>
            </c:extLst>
          </c:dPt>
          <c:dPt>
            <c:idx val="5"/>
            <c:invertIfNegative val="1"/>
            <c:bubble3D val="0"/>
            <c:spPr>
              <a:solidFill>
                <a:srgbClr val="DC3545"/>
              </a:solidFill>
              <a:ln>
                <a:noFill/>
              </a:ln>
              <a:effectLst/>
            </c:spPr>
            <c:extLst>
              <c:ext xmlns:c16="http://schemas.microsoft.com/office/drawing/2014/chart" uri="{C3380CC4-5D6E-409C-BE32-E72D297353CC}">
                <c16:uniqueId val="{0000000B-2087-4F06-8619-36E2FFA3E93C}"/>
              </c:ext>
            </c:extLst>
          </c:dPt>
          <c:dPt>
            <c:idx val="6"/>
            <c:invertIfNegative val="1"/>
            <c:bubble3D val="0"/>
            <c:spPr>
              <a:solidFill>
                <a:srgbClr val="DC3545"/>
              </a:solidFill>
              <a:ln>
                <a:noFill/>
              </a:ln>
              <a:effectLst/>
            </c:spPr>
            <c:extLst>
              <c:ext xmlns:c16="http://schemas.microsoft.com/office/drawing/2014/chart" uri="{C3380CC4-5D6E-409C-BE32-E72D297353CC}">
                <c16:uniqueId val="{0000000D-2087-4F06-8619-36E2FFA3E93C}"/>
              </c:ext>
            </c:extLst>
          </c:dPt>
          <c:dPt>
            <c:idx val="7"/>
            <c:invertIfNegative val="1"/>
            <c:bubble3D val="0"/>
            <c:spPr>
              <a:solidFill>
                <a:srgbClr val="DC3545"/>
              </a:solidFill>
              <a:ln>
                <a:noFill/>
              </a:ln>
              <a:effectLst/>
            </c:spPr>
            <c:extLst>
              <c:ext xmlns:c16="http://schemas.microsoft.com/office/drawing/2014/chart" uri="{C3380CC4-5D6E-409C-BE32-E72D297353CC}">
                <c16:uniqueId val="{0000000F-2087-4F06-8619-36E2FFA3E93C}"/>
              </c:ext>
            </c:extLst>
          </c:dPt>
          <c:dPt>
            <c:idx val="8"/>
            <c:invertIfNegative val="1"/>
            <c:bubble3D val="0"/>
            <c:spPr>
              <a:solidFill>
                <a:srgbClr val="DC3545"/>
              </a:solidFill>
              <a:ln>
                <a:noFill/>
              </a:ln>
              <a:effectLst/>
            </c:spPr>
            <c:extLst>
              <c:ext xmlns:c16="http://schemas.microsoft.com/office/drawing/2014/chart" uri="{C3380CC4-5D6E-409C-BE32-E72D297353CC}">
                <c16:uniqueId val="{00000011-2087-4F06-8619-36E2FFA3E93C}"/>
              </c:ext>
            </c:extLst>
          </c:dPt>
          <c:dPt>
            <c:idx val="9"/>
            <c:invertIfNegative val="1"/>
            <c:bubble3D val="0"/>
            <c:spPr>
              <a:solidFill>
                <a:srgbClr val="DC3545"/>
              </a:solidFill>
              <a:ln>
                <a:noFill/>
              </a:ln>
              <a:effectLst/>
            </c:spPr>
            <c:extLst>
              <c:ext xmlns:c16="http://schemas.microsoft.com/office/drawing/2014/chart" uri="{C3380CC4-5D6E-409C-BE32-E72D297353CC}">
                <c16:uniqueId val="{00000013-2087-4F06-8619-36E2FFA3E93C}"/>
              </c:ext>
            </c:extLst>
          </c:dPt>
          <c:cat>
            <c:strRef>
              <c:f>Sheet1!$A$2:$A$11</c:f>
              <c:strCache>
                <c:ptCount val="10"/>
                <c:pt idx="0">
                  <c:v>计算机</c:v>
                </c:pt>
                <c:pt idx="1">
                  <c:v>电子</c:v>
                </c:pt>
                <c:pt idx="2">
                  <c:v>基础化工</c:v>
                </c:pt>
                <c:pt idx="3">
                  <c:v>医药生物</c:v>
                </c:pt>
                <c:pt idx="4">
                  <c:v>食品饮料</c:v>
                </c:pt>
                <c:pt idx="5">
                  <c:v>电力设备</c:v>
                </c:pt>
                <c:pt idx="6">
                  <c:v>银行</c:v>
                </c:pt>
                <c:pt idx="7">
                  <c:v>通信</c:v>
                </c:pt>
                <c:pt idx="8">
                  <c:v>国防军工</c:v>
                </c:pt>
                <c:pt idx="9">
                  <c:v>机械设备</c:v>
                </c:pt>
              </c:strCache>
            </c:strRef>
          </c:cat>
          <c:val>
            <c:numRef>
              <c:f>Sheet1!$B$2:$B$11</c:f>
              <c:numCache>
                <c:formatCode>General</c:formatCode>
                <c:ptCount val="10"/>
                <c:pt idx="0">
                  <c:v>1.9539205455762682E-2</c:v>
                </c:pt>
                <c:pt idx="1">
                  <c:v>7.6371481433964343E-3</c:v>
                </c:pt>
                <c:pt idx="2">
                  <c:v>1.63410266873001E-2</c:v>
                </c:pt>
                <c:pt idx="3">
                  <c:v>1.0853551876266221E-2</c:v>
                </c:pt>
                <c:pt idx="4">
                  <c:v>1.008001895581284E-2</c:v>
                </c:pt>
                <c:pt idx="5">
                  <c:v>8.4023967203144187E-3</c:v>
                </c:pt>
                <c:pt idx="6">
                  <c:v>2.0461059128269051E-3</c:v>
                </c:pt>
                <c:pt idx="7">
                  <c:v>6.7325307102588427E-3</c:v>
                </c:pt>
                <c:pt idx="8">
                  <c:v>6.9106905525445819E-3</c:v>
                </c:pt>
                <c:pt idx="9">
                  <c:v>7.8191995079578604E-3</c:v>
                </c:pt>
              </c:numCache>
            </c:numRef>
          </c:val>
          <c:extLst>
            <c:ext xmlns:c16="http://schemas.microsoft.com/office/drawing/2014/chart" uri="{C3380CC4-5D6E-409C-BE32-E72D297353CC}">
              <c16:uniqueId val="{00000000-81E4-4961-868C-A833B8F61D93}"/>
            </c:ext>
          </c:extLst>
        </c:ser>
        <c:ser>
          <c:idx val="1"/>
          <c:order val="1"/>
          <c:tx>
            <c:strRef>
              <c:f>Sheet1!$C$1</c:f>
              <c:strCache>
                <c:ptCount val="1"/>
                <c:pt idx="0">
                  <c:v>202301</c:v>
                </c:pt>
              </c:strCache>
            </c:strRef>
          </c:tx>
          <c:spPr>
            <a:solidFill>
              <a:srgbClr val="CCCCFF"/>
            </a:solidFill>
            <a:ln>
              <a:noFill/>
            </a:ln>
            <a:effectLst/>
          </c:spPr>
          <c:invertIfNegative val="0"/>
          <c:dPt>
            <c:idx val="0"/>
            <c:invertIfNegative val="1"/>
            <c:bubble3D val="0"/>
            <c:spPr>
              <a:solidFill>
                <a:srgbClr val="CCCCFF"/>
              </a:solidFill>
              <a:ln>
                <a:noFill/>
              </a:ln>
              <a:effectLst/>
            </c:spPr>
            <c:extLst>
              <c:ext xmlns:c16="http://schemas.microsoft.com/office/drawing/2014/chart" uri="{C3380CC4-5D6E-409C-BE32-E72D297353CC}">
                <c16:uniqueId val="{00000015-2087-4F06-8619-36E2FFA3E93C}"/>
              </c:ext>
            </c:extLst>
          </c:dPt>
          <c:dPt>
            <c:idx val="1"/>
            <c:invertIfNegative val="1"/>
            <c:bubble3D val="0"/>
            <c:spPr>
              <a:solidFill>
                <a:srgbClr val="CCCCFF"/>
              </a:solidFill>
              <a:ln>
                <a:noFill/>
              </a:ln>
              <a:effectLst/>
            </c:spPr>
            <c:extLst>
              <c:ext xmlns:c16="http://schemas.microsoft.com/office/drawing/2014/chart" uri="{C3380CC4-5D6E-409C-BE32-E72D297353CC}">
                <c16:uniqueId val="{00000017-2087-4F06-8619-36E2FFA3E93C}"/>
              </c:ext>
            </c:extLst>
          </c:dPt>
          <c:dPt>
            <c:idx val="2"/>
            <c:invertIfNegative val="1"/>
            <c:bubble3D val="0"/>
            <c:spPr>
              <a:solidFill>
                <a:srgbClr val="CCCCFF"/>
              </a:solidFill>
              <a:ln>
                <a:noFill/>
              </a:ln>
              <a:effectLst/>
            </c:spPr>
            <c:extLst>
              <c:ext xmlns:c16="http://schemas.microsoft.com/office/drawing/2014/chart" uri="{C3380CC4-5D6E-409C-BE32-E72D297353CC}">
                <c16:uniqueId val="{00000019-2087-4F06-8619-36E2FFA3E93C}"/>
              </c:ext>
            </c:extLst>
          </c:dPt>
          <c:dPt>
            <c:idx val="3"/>
            <c:invertIfNegative val="1"/>
            <c:bubble3D val="0"/>
            <c:spPr>
              <a:solidFill>
                <a:srgbClr val="CCCCFF"/>
              </a:solidFill>
              <a:ln>
                <a:noFill/>
              </a:ln>
              <a:effectLst/>
            </c:spPr>
            <c:extLst>
              <c:ext xmlns:c16="http://schemas.microsoft.com/office/drawing/2014/chart" uri="{C3380CC4-5D6E-409C-BE32-E72D297353CC}">
                <c16:uniqueId val="{0000001B-2087-4F06-8619-36E2FFA3E93C}"/>
              </c:ext>
            </c:extLst>
          </c:dPt>
          <c:dPt>
            <c:idx val="4"/>
            <c:invertIfNegative val="1"/>
            <c:bubble3D val="0"/>
            <c:spPr>
              <a:solidFill>
                <a:srgbClr val="CCCCFF"/>
              </a:solidFill>
              <a:ln>
                <a:noFill/>
              </a:ln>
              <a:effectLst/>
            </c:spPr>
            <c:extLst>
              <c:ext xmlns:c16="http://schemas.microsoft.com/office/drawing/2014/chart" uri="{C3380CC4-5D6E-409C-BE32-E72D297353CC}">
                <c16:uniqueId val="{0000001D-2087-4F06-8619-36E2FFA3E93C}"/>
              </c:ext>
            </c:extLst>
          </c:dPt>
          <c:dPt>
            <c:idx val="5"/>
            <c:invertIfNegative val="1"/>
            <c:bubble3D val="0"/>
            <c:spPr>
              <a:solidFill>
                <a:srgbClr val="CCCCFF"/>
              </a:solidFill>
              <a:ln>
                <a:noFill/>
              </a:ln>
              <a:effectLst/>
            </c:spPr>
            <c:extLst>
              <c:ext xmlns:c16="http://schemas.microsoft.com/office/drawing/2014/chart" uri="{C3380CC4-5D6E-409C-BE32-E72D297353CC}">
                <c16:uniqueId val="{0000001F-2087-4F06-8619-36E2FFA3E93C}"/>
              </c:ext>
            </c:extLst>
          </c:dPt>
          <c:dPt>
            <c:idx val="6"/>
            <c:invertIfNegative val="1"/>
            <c:bubble3D val="0"/>
            <c:spPr>
              <a:solidFill>
                <a:srgbClr val="CCCCFF"/>
              </a:solidFill>
              <a:ln>
                <a:noFill/>
              </a:ln>
              <a:effectLst/>
            </c:spPr>
            <c:extLst>
              <c:ext xmlns:c16="http://schemas.microsoft.com/office/drawing/2014/chart" uri="{C3380CC4-5D6E-409C-BE32-E72D297353CC}">
                <c16:uniqueId val="{00000021-2087-4F06-8619-36E2FFA3E93C}"/>
              </c:ext>
            </c:extLst>
          </c:dPt>
          <c:dPt>
            <c:idx val="7"/>
            <c:invertIfNegative val="1"/>
            <c:bubble3D val="0"/>
            <c:spPr>
              <a:solidFill>
                <a:srgbClr val="CCCCFF"/>
              </a:solidFill>
              <a:ln>
                <a:noFill/>
              </a:ln>
              <a:effectLst/>
            </c:spPr>
            <c:extLst>
              <c:ext xmlns:c16="http://schemas.microsoft.com/office/drawing/2014/chart" uri="{C3380CC4-5D6E-409C-BE32-E72D297353CC}">
                <c16:uniqueId val="{00000023-2087-4F06-8619-36E2FFA3E93C}"/>
              </c:ext>
            </c:extLst>
          </c:dPt>
          <c:dPt>
            <c:idx val="8"/>
            <c:invertIfNegative val="1"/>
            <c:bubble3D val="0"/>
            <c:spPr>
              <a:solidFill>
                <a:srgbClr val="CCCCFF"/>
              </a:solidFill>
              <a:ln>
                <a:noFill/>
              </a:ln>
              <a:effectLst/>
            </c:spPr>
            <c:extLst>
              <c:ext xmlns:c16="http://schemas.microsoft.com/office/drawing/2014/chart" uri="{C3380CC4-5D6E-409C-BE32-E72D297353CC}">
                <c16:uniqueId val="{00000025-2087-4F06-8619-36E2FFA3E93C}"/>
              </c:ext>
            </c:extLst>
          </c:dPt>
          <c:dPt>
            <c:idx val="9"/>
            <c:invertIfNegative val="1"/>
            <c:bubble3D val="0"/>
            <c:spPr>
              <a:solidFill>
                <a:srgbClr val="CCCCFF"/>
              </a:solidFill>
              <a:ln>
                <a:noFill/>
              </a:ln>
              <a:effectLst/>
            </c:spPr>
            <c:extLst>
              <c:ext xmlns:c16="http://schemas.microsoft.com/office/drawing/2014/chart" uri="{C3380CC4-5D6E-409C-BE32-E72D297353CC}">
                <c16:uniqueId val="{00000027-2087-4F06-8619-36E2FFA3E93C}"/>
              </c:ext>
            </c:extLst>
          </c:dPt>
          <c:cat>
            <c:strRef>
              <c:f>Sheet1!$A$2:$A$11</c:f>
              <c:strCache>
                <c:ptCount val="10"/>
                <c:pt idx="0">
                  <c:v>计算机</c:v>
                </c:pt>
                <c:pt idx="1">
                  <c:v>电子</c:v>
                </c:pt>
                <c:pt idx="2">
                  <c:v>基础化工</c:v>
                </c:pt>
                <c:pt idx="3">
                  <c:v>医药生物</c:v>
                </c:pt>
                <c:pt idx="4">
                  <c:v>食品饮料</c:v>
                </c:pt>
                <c:pt idx="5">
                  <c:v>电力设备</c:v>
                </c:pt>
                <c:pt idx="6">
                  <c:v>银行</c:v>
                </c:pt>
                <c:pt idx="7">
                  <c:v>通信</c:v>
                </c:pt>
                <c:pt idx="8">
                  <c:v>国防军工</c:v>
                </c:pt>
                <c:pt idx="9">
                  <c:v>机械设备</c:v>
                </c:pt>
              </c:strCache>
            </c:strRef>
          </c:cat>
          <c:val>
            <c:numRef>
              <c:f>Sheet1!$C$2:$C$11</c:f>
              <c:numCache>
                <c:formatCode>General</c:formatCode>
                <c:ptCount val="10"/>
                <c:pt idx="0">
                  <c:v>1.7035027011916771E-2</c:v>
                </c:pt>
                <c:pt idx="1">
                  <c:v>1.2248937833837769E-2</c:v>
                </c:pt>
                <c:pt idx="2">
                  <c:v>1.8377127054120718E-2</c:v>
                </c:pt>
                <c:pt idx="3">
                  <c:v>1.8510245327985429E-2</c:v>
                </c:pt>
                <c:pt idx="4">
                  <c:v>1.12181467055647E-2</c:v>
                </c:pt>
                <c:pt idx="5">
                  <c:v>9.7008625481836402E-3</c:v>
                </c:pt>
                <c:pt idx="6">
                  <c:v>1.122432320994989E-2</c:v>
                </c:pt>
                <c:pt idx="7">
                  <c:v>6.9898352161803703E-3</c:v>
                </c:pt>
                <c:pt idx="8">
                  <c:v>7.022651762624307E-3</c:v>
                </c:pt>
                <c:pt idx="9">
                  <c:v>8.4790861117969522E-3</c:v>
                </c:pt>
              </c:numCache>
            </c:numRef>
          </c:val>
          <c:extLst>
            <c:ext xmlns:c16="http://schemas.microsoft.com/office/drawing/2014/chart" uri="{C3380CC4-5D6E-409C-BE32-E72D297353CC}">
              <c16:uniqueId val="{00000001-81E4-4961-868C-A833B8F61D93}"/>
            </c:ext>
          </c:extLst>
        </c:ser>
        <c:ser>
          <c:idx val="2"/>
          <c:order val="2"/>
          <c:tx>
            <c:strRef>
              <c:f>Sheet1!$D$1</c:f>
              <c:strCache>
                <c:ptCount val="1"/>
                <c:pt idx="0">
                  <c:v>202302</c:v>
                </c:pt>
              </c:strCache>
            </c:strRef>
          </c:tx>
          <c:spPr>
            <a:solidFill>
              <a:srgbClr val="141414"/>
            </a:solidFill>
            <a:ln>
              <a:noFill/>
            </a:ln>
            <a:effectLst/>
          </c:spPr>
          <c:invertIfNegative val="0"/>
          <c:dPt>
            <c:idx val="0"/>
            <c:invertIfNegative val="1"/>
            <c:bubble3D val="0"/>
            <c:spPr>
              <a:solidFill>
                <a:srgbClr val="141414"/>
              </a:solidFill>
              <a:ln>
                <a:noFill/>
              </a:ln>
              <a:effectLst/>
            </c:spPr>
            <c:extLst>
              <c:ext xmlns:c16="http://schemas.microsoft.com/office/drawing/2014/chart" uri="{C3380CC4-5D6E-409C-BE32-E72D297353CC}">
                <c16:uniqueId val="{00000029-2087-4F06-8619-36E2FFA3E93C}"/>
              </c:ext>
            </c:extLst>
          </c:dPt>
          <c:dPt>
            <c:idx val="1"/>
            <c:invertIfNegative val="1"/>
            <c:bubble3D val="0"/>
            <c:spPr>
              <a:solidFill>
                <a:srgbClr val="141414"/>
              </a:solidFill>
              <a:ln>
                <a:noFill/>
              </a:ln>
              <a:effectLst/>
            </c:spPr>
            <c:extLst>
              <c:ext xmlns:c16="http://schemas.microsoft.com/office/drawing/2014/chart" uri="{C3380CC4-5D6E-409C-BE32-E72D297353CC}">
                <c16:uniqueId val="{0000002B-2087-4F06-8619-36E2FFA3E93C}"/>
              </c:ext>
            </c:extLst>
          </c:dPt>
          <c:dPt>
            <c:idx val="2"/>
            <c:invertIfNegative val="1"/>
            <c:bubble3D val="0"/>
            <c:spPr>
              <a:solidFill>
                <a:srgbClr val="141414"/>
              </a:solidFill>
              <a:ln>
                <a:noFill/>
              </a:ln>
              <a:effectLst/>
            </c:spPr>
            <c:extLst>
              <c:ext xmlns:c16="http://schemas.microsoft.com/office/drawing/2014/chart" uri="{C3380CC4-5D6E-409C-BE32-E72D297353CC}">
                <c16:uniqueId val="{0000002D-2087-4F06-8619-36E2FFA3E93C}"/>
              </c:ext>
            </c:extLst>
          </c:dPt>
          <c:dPt>
            <c:idx val="3"/>
            <c:invertIfNegative val="1"/>
            <c:bubble3D val="0"/>
            <c:spPr>
              <a:solidFill>
                <a:srgbClr val="141414"/>
              </a:solidFill>
              <a:ln>
                <a:noFill/>
              </a:ln>
              <a:effectLst/>
            </c:spPr>
            <c:extLst>
              <c:ext xmlns:c16="http://schemas.microsoft.com/office/drawing/2014/chart" uri="{C3380CC4-5D6E-409C-BE32-E72D297353CC}">
                <c16:uniqueId val="{0000002F-2087-4F06-8619-36E2FFA3E93C}"/>
              </c:ext>
            </c:extLst>
          </c:dPt>
          <c:dPt>
            <c:idx val="4"/>
            <c:invertIfNegative val="1"/>
            <c:bubble3D val="0"/>
            <c:spPr>
              <a:solidFill>
                <a:srgbClr val="141414"/>
              </a:solidFill>
              <a:ln>
                <a:noFill/>
              </a:ln>
              <a:effectLst/>
            </c:spPr>
            <c:extLst>
              <c:ext xmlns:c16="http://schemas.microsoft.com/office/drawing/2014/chart" uri="{C3380CC4-5D6E-409C-BE32-E72D297353CC}">
                <c16:uniqueId val="{00000031-2087-4F06-8619-36E2FFA3E93C}"/>
              </c:ext>
            </c:extLst>
          </c:dPt>
          <c:dPt>
            <c:idx val="5"/>
            <c:invertIfNegative val="1"/>
            <c:bubble3D val="0"/>
            <c:spPr>
              <a:solidFill>
                <a:srgbClr val="141414"/>
              </a:solidFill>
              <a:ln>
                <a:noFill/>
              </a:ln>
              <a:effectLst/>
            </c:spPr>
            <c:extLst>
              <c:ext xmlns:c16="http://schemas.microsoft.com/office/drawing/2014/chart" uri="{C3380CC4-5D6E-409C-BE32-E72D297353CC}">
                <c16:uniqueId val="{00000033-2087-4F06-8619-36E2FFA3E93C}"/>
              </c:ext>
            </c:extLst>
          </c:dPt>
          <c:dPt>
            <c:idx val="6"/>
            <c:invertIfNegative val="1"/>
            <c:bubble3D val="0"/>
            <c:spPr>
              <a:solidFill>
                <a:srgbClr val="141414"/>
              </a:solidFill>
              <a:ln>
                <a:noFill/>
              </a:ln>
              <a:effectLst/>
            </c:spPr>
            <c:extLst>
              <c:ext xmlns:c16="http://schemas.microsoft.com/office/drawing/2014/chart" uri="{C3380CC4-5D6E-409C-BE32-E72D297353CC}">
                <c16:uniqueId val="{00000035-2087-4F06-8619-36E2FFA3E93C}"/>
              </c:ext>
            </c:extLst>
          </c:dPt>
          <c:dPt>
            <c:idx val="7"/>
            <c:invertIfNegative val="1"/>
            <c:bubble3D val="0"/>
            <c:spPr>
              <a:solidFill>
                <a:srgbClr val="141414"/>
              </a:solidFill>
              <a:ln>
                <a:noFill/>
              </a:ln>
              <a:effectLst/>
            </c:spPr>
            <c:extLst>
              <c:ext xmlns:c16="http://schemas.microsoft.com/office/drawing/2014/chart" uri="{C3380CC4-5D6E-409C-BE32-E72D297353CC}">
                <c16:uniqueId val="{00000037-2087-4F06-8619-36E2FFA3E93C}"/>
              </c:ext>
            </c:extLst>
          </c:dPt>
          <c:dPt>
            <c:idx val="8"/>
            <c:invertIfNegative val="1"/>
            <c:bubble3D val="0"/>
            <c:spPr>
              <a:solidFill>
                <a:srgbClr val="141414"/>
              </a:solidFill>
              <a:ln>
                <a:noFill/>
              </a:ln>
              <a:effectLst/>
            </c:spPr>
            <c:extLst>
              <c:ext xmlns:c16="http://schemas.microsoft.com/office/drawing/2014/chart" uri="{C3380CC4-5D6E-409C-BE32-E72D297353CC}">
                <c16:uniqueId val="{00000039-2087-4F06-8619-36E2FFA3E93C}"/>
              </c:ext>
            </c:extLst>
          </c:dPt>
          <c:dPt>
            <c:idx val="9"/>
            <c:invertIfNegative val="1"/>
            <c:bubble3D val="0"/>
            <c:spPr>
              <a:solidFill>
                <a:srgbClr val="141414"/>
              </a:solidFill>
              <a:ln>
                <a:noFill/>
              </a:ln>
              <a:effectLst/>
            </c:spPr>
            <c:extLst>
              <c:ext xmlns:c16="http://schemas.microsoft.com/office/drawing/2014/chart" uri="{C3380CC4-5D6E-409C-BE32-E72D297353CC}">
                <c16:uniqueId val="{0000003B-2087-4F06-8619-36E2FFA3E93C}"/>
              </c:ext>
            </c:extLst>
          </c:dPt>
          <c:cat>
            <c:strRef>
              <c:f>Sheet1!$A$2:$A$11</c:f>
              <c:strCache>
                <c:ptCount val="10"/>
                <c:pt idx="0">
                  <c:v>计算机</c:v>
                </c:pt>
                <c:pt idx="1">
                  <c:v>电子</c:v>
                </c:pt>
                <c:pt idx="2">
                  <c:v>基础化工</c:v>
                </c:pt>
                <c:pt idx="3">
                  <c:v>医药生物</c:v>
                </c:pt>
                <c:pt idx="4">
                  <c:v>食品饮料</c:v>
                </c:pt>
                <c:pt idx="5">
                  <c:v>电力设备</c:v>
                </c:pt>
                <c:pt idx="6">
                  <c:v>银行</c:v>
                </c:pt>
                <c:pt idx="7">
                  <c:v>通信</c:v>
                </c:pt>
                <c:pt idx="8">
                  <c:v>国防军工</c:v>
                </c:pt>
                <c:pt idx="9">
                  <c:v>机械设备</c:v>
                </c:pt>
              </c:strCache>
            </c:strRef>
          </c:cat>
          <c:val>
            <c:numRef>
              <c:f>Sheet1!$D$2:$D$11</c:f>
              <c:numCache>
                <c:formatCode>General</c:formatCode>
                <c:ptCount val="10"/>
                <c:pt idx="0">
                  <c:v>1.8455197197987681E-2</c:v>
                </c:pt>
                <c:pt idx="1">
                  <c:v>1.409331382020172E-2</c:v>
                </c:pt>
                <c:pt idx="2">
                  <c:v>1.9949489868356911E-2</c:v>
                </c:pt>
                <c:pt idx="3">
                  <c:v>2.06613533520409E-2</c:v>
                </c:pt>
                <c:pt idx="4">
                  <c:v>9.1481724371990421E-3</c:v>
                </c:pt>
                <c:pt idx="5">
                  <c:v>9.758537232947017E-3</c:v>
                </c:pt>
                <c:pt idx="6">
                  <c:v>8.2161188276273396E-3</c:v>
                </c:pt>
                <c:pt idx="7">
                  <c:v>7.6515179036899493E-3</c:v>
                </c:pt>
                <c:pt idx="8">
                  <c:v>7.1438812910516588E-3</c:v>
                </c:pt>
                <c:pt idx="9">
                  <c:v>6.9309230452526084E-3</c:v>
                </c:pt>
              </c:numCache>
            </c:numRef>
          </c:val>
          <c:extLst>
            <c:ext xmlns:c16="http://schemas.microsoft.com/office/drawing/2014/chart" uri="{C3380CC4-5D6E-409C-BE32-E72D297353CC}">
              <c16:uniqueId val="{00000002-81E4-4961-868C-A833B8F61D93}"/>
            </c:ext>
          </c:extLst>
        </c:ser>
        <c:ser>
          <c:idx val="3"/>
          <c:order val="3"/>
          <c:tx>
            <c:strRef>
              <c:f>Sheet1!$E$1</c:f>
              <c:strCache>
                <c:ptCount val="1"/>
                <c:pt idx="0">
                  <c:v>202303</c:v>
                </c:pt>
              </c:strCache>
            </c:strRef>
          </c:tx>
          <c:spPr>
            <a:solidFill>
              <a:srgbClr val="00FF00"/>
            </a:solidFill>
            <a:ln>
              <a:noFill/>
            </a:ln>
            <a:effectLst/>
          </c:spPr>
          <c:invertIfNegative val="0"/>
          <c:dPt>
            <c:idx val="0"/>
            <c:invertIfNegative val="1"/>
            <c:bubble3D val="0"/>
            <c:spPr>
              <a:solidFill>
                <a:srgbClr val="00FF00"/>
              </a:solidFill>
              <a:ln>
                <a:noFill/>
              </a:ln>
              <a:effectLst/>
            </c:spPr>
            <c:extLst>
              <c:ext xmlns:c16="http://schemas.microsoft.com/office/drawing/2014/chart" uri="{C3380CC4-5D6E-409C-BE32-E72D297353CC}">
                <c16:uniqueId val="{0000003D-2087-4F06-8619-36E2FFA3E93C}"/>
              </c:ext>
            </c:extLst>
          </c:dPt>
          <c:dPt>
            <c:idx val="1"/>
            <c:invertIfNegative val="1"/>
            <c:bubble3D val="0"/>
            <c:spPr>
              <a:solidFill>
                <a:srgbClr val="00FF00"/>
              </a:solidFill>
              <a:ln>
                <a:noFill/>
              </a:ln>
              <a:effectLst/>
            </c:spPr>
            <c:extLst>
              <c:ext xmlns:c16="http://schemas.microsoft.com/office/drawing/2014/chart" uri="{C3380CC4-5D6E-409C-BE32-E72D297353CC}">
                <c16:uniqueId val="{0000003F-2087-4F06-8619-36E2FFA3E93C}"/>
              </c:ext>
            </c:extLst>
          </c:dPt>
          <c:dPt>
            <c:idx val="2"/>
            <c:invertIfNegative val="1"/>
            <c:bubble3D val="0"/>
            <c:spPr>
              <a:solidFill>
                <a:srgbClr val="00FF00"/>
              </a:solidFill>
              <a:ln>
                <a:noFill/>
              </a:ln>
              <a:effectLst/>
            </c:spPr>
            <c:extLst>
              <c:ext xmlns:c16="http://schemas.microsoft.com/office/drawing/2014/chart" uri="{C3380CC4-5D6E-409C-BE32-E72D297353CC}">
                <c16:uniqueId val="{00000041-2087-4F06-8619-36E2FFA3E93C}"/>
              </c:ext>
            </c:extLst>
          </c:dPt>
          <c:dPt>
            <c:idx val="3"/>
            <c:invertIfNegative val="1"/>
            <c:bubble3D val="0"/>
            <c:spPr>
              <a:solidFill>
                <a:srgbClr val="00FF00"/>
              </a:solidFill>
              <a:ln>
                <a:noFill/>
              </a:ln>
              <a:effectLst/>
            </c:spPr>
            <c:extLst>
              <c:ext xmlns:c16="http://schemas.microsoft.com/office/drawing/2014/chart" uri="{C3380CC4-5D6E-409C-BE32-E72D297353CC}">
                <c16:uniqueId val="{00000043-2087-4F06-8619-36E2FFA3E93C}"/>
              </c:ext>
            </c:extLst>
          </c:dPt>
          <c:dPt>
            <c:idx val="4"/>
            <c:invertIfNegative val="1"/>
            <c:bubble3D val="0"/>
            <c:spPr>
              <a:solidFill>
                <a:srgbClr val="00FF00"/>
              </a:solidFill>
              <a:ln>
                <a:noFill/>
              </a:ln>
              <a:effectLst/>
            </c:spPr>
            <c:extLst>
              <c:ext xmlns:c16="http://schemas.microsoft.com/office/drawing/2014/chart" uri="{C3380CC4-5D6E-409C-BE32-E72D297353CC}">
                <c16:uniqueId val="{00000045-2087-4F06-8619-36E2FFA3E93C}"/>
              </c:ext>
            </c:extLst>
          </c:dPt>
          <c:dPt>
            <c:idx val="5"/>
            <c:invertIfNegative val="1"/>
            <c:bubble3D val="0"/>
            <c:spPr>
              <a:solidFill>
                <a:srgbClr val="00FF00"/>
              </a:solidFill>
              <a:ln>
                <a:noFill/>
              </a:ln>
              <a:effectLst/>
            </c:spPr>
            <c:extLst>
              <c:ext xmlns:c16="http://schemas.microsoft.com/office/drawing/2014/chart" uri="{C3380CC4-5D6E-409C-BE32-E72D297353CC}">
                <c16:uniqueId val="{00000047-2087-4F06-8619-36E2FFA3E93C}"/>
              </c:ext>
            </c:extLst>
          </c:dPt>
          <c:dPt>
            <c:idx val="6"/>
            <c:invertIfNegative val="1"/>
            <c:bubble3D val="0"/>
            <c:spPr>
              <a:solidFill>
                <a:srgbClr val="00FF00"/>
              </a:solidFill>
              <a:ln>
                <a:noFill/>
              </a:ln>
              <a:effectLst/>
            </c:spPr>
            <c:extLst>
              <c:ext xmlns:c16="http://schemas.microsoft.com/office/drawing/2014/chart" uri="{C3380CC4-5D6E-409C-BE32-E72D297353CC}">
                <c16:uniqueId val="{00000049-2087-4F06-8619-36E2FFA3E93C}"/>
              </c:ext>
            </c:extLst>
          </c:dPt>
          <c:dPt>
            <c:idx val="7"/>
            <c:invertIfNegative val="1"/>
            <c:bubble3D val="0"/>
            <c:spPr>
              <a:solidFill>
                <a:srgbClr val="00FF00"/>
              </a:solidFill>
              <a:ln>
                <a:noFill/>
              </a:ln>
              <a:effectLst/>
            </c:spPr>
            <c:extLst>
              <c:ext xmlns:c16="http://schemas.microsoft.com/office/drawing/2014/chart" uri="{C3380CC4-5D6E-409C-BE32-E72D297353CC}">
                <c16:uniqueId val="{0000004B-2087-4F06-8619-36E2FFA3E93C}"/>
              </c:ext>
            </c:extLst>
          </c:dPt>
          <c:dPt>
            <c:idx val="8"/>
            <c:invertIfNegative val="1"/>
            <c:bubble3D val="0"/>
            <c:spPr>
              <a:solidFill>
                <a:srgbClr val="00FF00"/>
              </a:solidFill>
              <a:ln>
                <a:noFill/>
              </a:ln>
              <a:effectLst/>
            </c:spPr>
            <c:extLst>
              <c:ext xmlns:c16="http://schemas.microsoft.com/office/drawing/2014/chart" uri="{C3380CC4-5D6E-409C-BE32-E72D297353CC}">
                <c16:uniqueId val="{0000004D-2087-4F06-8619-36E2FFA3E93C}"/>
              </c:ext>
            </c:extLst>
          </c:dPt>
          <c:dPt>
            <c:idx val="9"/>
            <c:invertIfNegative val="1"/>
            <c:bubble3D val="0"/>
            <c:spPr>
              <a:solidFill>
                <a:srgbClr val="00FF00"/>
              </a:solidFill>
              <a:ln>
                <a:noFill/>
              </a:ln>
              <a:effectLst/>
            </c:spPr>
            <c:extLst>
              <c:ext xmlns:c16="http://schemas.microsoft.com/office/drawing/2014/chart" uri="{C3380CC4-5D6E-409C-BE32-E72D297353CC}">
                <c16:uniqueId val="{0000004F-2087-4F06-8619-36E2FFA3E93C}"/>
              </c:ext>
            </c:extLst>
          </c:dPt>
          <c:cat>
            <c:strRef>
              <c:f>Sheet1!$A$2:$A$11</c:f>
              <c:strCache>
                <c:ptCount val="10"/>
                <c:pt idx="0">
                  <c:v>计算机</c:v>
                </c:pt>
                <c:pt idx="1">
                  <c:v>电子</c:v>
                </c:pt>
                <c:pt idx="2">
                  <c:v>基础化工</c:v>
                </c:pt>
                <c:pt idx="3">
                  <c:v>医药生物</c:v>
                </c:pt>
                <c:pt idx="4">
                  <c:v>食品饮料</c:v>
                </c:pt>
                <c:pt idx="5">
                  <c:v>电力设备</c:v>
                </c:pt>
                <c:pt idx="6">
                  <c:v>银行</c:v>
                </c:pt>
                <c:pt idx="7">
                  <c:v>通信</c:v>
                </c:pt>
                <c:pt idx="8">
                  <c:v>国防军工</c:v>
                </c:pt>
                <c:pt idx="9">
                  <c:v>机械设备</c:v>
                </c:pt>
              </c:strCache>
            </c:strRef>
          </c:cat>
          <c:val>
            <c:numRef>
              <c:f>Sheet1!$E$2:$E$11</c:f>
              <c:numCache>
                <c:formatCode>General</c:formatCode>
                <c:ptCount val="10"/>
                <c:pt idx="0">
                  <c:v>2.3575727555944719E-2</c:v>
                </c:pt>
                <c:pt idx="1">
                  <c:v>1.657063860549934E-2</c:v>
                </c:pt>
                <c:pt idx="2">
                  <c:v>1.608051406800224E-2</c:v>
                </c:pt>
                <c:pt idx="3">
                  <c:v>1.349785100518866E-2</c:v>
                </c:pt>
                <c:pt idx="4">
                  <c:v>8.4052615869607012E-3</c:v>
                </c:pt>
                <c:pt idx="5">
                  <c:v>8.2625064774679968E-3</c:v>
                </c:pt>
                <c:pt idx="6">
                  <c:v>7.4914276201635136E-3</c:v>
                </c:pt>
                <c:pt idx="7">
                  <c:v>7.2576073325183012E-3</c:v>
                </c:pt>
                <c:pt idx="8">
                  <c:v>6.3462274463243293E-3</c:v>
                </c:pt>
                <c:pt idx="9">
                  <c:v>5.7867213905397133E-3</c:v>
                </c:pt>
              </c:numCache>
            </c:numRef>
          </c:val>
          <c:extLst>
            <c:ext xmlns:c16="http://schemas.microsoft.com/office/drawing/2014/chart" uri="{C3380CC4-5D6E-409C-BE32-E72D297353CC}">
              <c16:uniqueId val="{00000003-81E4-4961-868C-A833B8F61D93}"/>
            </c:ext>
          </c:extLst>
        </c:ser>
        <c:dLbls>
          <c:showLegendKey val="0"/>
          <c:showVal val="0"/>
          <c:showCatName val="0"/>
          <c:showSerName val="0"/>
          <c:showPercent val="0"/>
          <c:showBubbleSize val="0"/>
        </c:dLbls>
        <c:gapWidth val="219"/>
        <c:overlap val="-27"/>
        <c:axId val="1086083152"/>
        <c:axId val="1086102288"/>
      </c:barChart>
      <c:catAx>
        <c:axId val="10860831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086102288"/>
        <c:crosses val="autoZero"/>
        <c:auto val="1"/>
        <c:lblAlgn val="ctr"/>
        <c:lblOffset val="100"/>
        <c:noMultiLvlLbl val="0"/>
      </c:catAx>
      <c:valAx>
        <c:axId val="108610228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0860831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solidFill>
        <a:schemeClr val="bg1">
          <a:lumMod val="95000"/>
        </a:schemeClr>
      </a:solidFill>
    </a:ln>
    <a:effectLst/>
  </c:spPr>
  <c:txPr>
    <a:bodyPr/>
    <a:lstStyle/>
    <a:p>
      <a:pPr>
        <a:defRPr/>
      </a:pPr>
      <a:endParaRPr lang="zh-CN"/>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主板</c:v>
                </c:pt>
              </c:strCache>
            </c:strRef>
          </c:tx>
          <c:spPr>
            <a:solidFill>
              <a:schemeClr val="accent1"/>
            </a:solidFill>
            <a:ln>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仿宋" panose="02010609060101010101" pitchFamily="49" charset="-122"/>
                    <a:ea typeface="仿宋" panose="02010609060101010101" pitchFamily="49"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2023-01-01</c:v>
                </c:pt>
                <c:pt idx="1">
                  <c:v>2023-03-31</c:v>
                </c:pt>
              </c:strCache>
            </c:strRef>
          </c:cat>
          <c:val>
            <c:numRef>
              <c:f>Sheet1!$B$2:$B$3</c:f>
              <c:numCache>
                <c:formatCode>General</c:formatCode>
                <c:ptCount val="2"/>
                <c:pt idx="0">
                  <c:v>0.69614578147385731</c:v>
                </c:pt>
                <c:pt idx="1">
                  <c:v>0.77221921694119167</c:v>
                </c:pt>
              </c:numCache>
            </c:numRef>
          </c:val>
          <c:extLst>
            <c:ext xmlns:c16="http://schemas.microsoft.com/office/drawing/2014/chart" uri="{C3380CC4-5D6E-409C-BE32-E72D297353CC}">
              <c16:uniqueId val="{00000000-D2A5-4677-A65D-000E20A2BE3A}"/>
            </c:ext>
          </c:extLst>
        </c:ser>
        <c:ser>
          <c:idx val="1"/>
          <c:order val="1"/>
          <c:tx>
            <c:strRef>
              <c:f>Sheet1!$C$1</c:f>
              <c:strCache>
                <c:ptCount val="1"/>
                <c:pt idx="0">
                  <c:v>创业板</c:v>
                </c:pt>
              </c:strCache>
            </c:strRef>
          </c:tx>
          <c:spPr>
            <a:solidFill>
              <a:schemeClr val="accent2"/>
            </a:solidFill>
            <a:ln>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仿宋" panose="02010609060101010101" pitchFamily="49" charset="-122"/>
                    <a:ea typeface="仿宋" panose="02010609060101010101" pitchFamily="49"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2023-01-01</c:v>
                </c:pt>
                <c:pt idx="1">
                  <c:v>2023-03-31</c:v>
                </c:pt>
              </c:strCache>
            </c:strRef>
          </c:cat>
          <c:val>
            <c:numRef>
              <c:f>Sheet1!$C$2:$C$3</c:f>
              <c:numCache>
                <c:formatCode>General</c:formatCode>
                <c:ptCount val="2"/>
                <c:pt idx="0">
                  <c:v>0.15294604539718809</c:v>
                </c:pt>
                <c:pt idx="1">
                  <c:v>0.13396440914668581</c:v>
                </c:pt>
              </c:numCache>
            </c:numRef>
          </c:val>
          <c:extLst>
            <c:ext xmlns:c16="http://schemas.microsoft.com/office/drawing/2014/chart" uri="{C3380CC4-5D6E-409C-BE32-E72D297353CC}">
              <c16:uniqueId val="{00000001-D2A5-4677-A65D-000E20A2BE3A}"/>
            </c:ext>
          </c:extLst>
        </c:ser>
        <c:ser>
          <c:idx val="2"/>
          <c:order val="2"/>
          <c:tx>
            <c:strRef>
              <c:f>Sheet1!$D$1</c:f>
              <c:strCache>
                <c:ptCount val="1"/>
                <c:pt idx="0">
                  <c:v>科创板</c:v>
                </c:pt>
              </c:strCache>
            </c:strRef>
          </c:tx>
          <c:spPr>
            <a:solidFill>
              <a:schemeClr val="accent3"/>
            </a:solidFill>
            <a:ln>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仿宋" panose="02010609060101010101" pitchFamily="49" charset="-122"/>
                    <a:ea typeface="仿宋" panose="02010609060101010101" pitchFamily="49"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2023-01-01</c:v>
                </c:pt>
                <c:pt idx="1">
                  <c:v>2023-03-31</c:v>
                </c:pt>
              </c:strCache>
            </c:strRef>
          </c:cat>
          <c:val>
            <c:numRef>
              <c:f>Sheet1!$D$2:$D$3</c:f>
              <c:numCache>
                <c:formatCode>General</c:formatCode>
                <c:ptCount val="2"/>
                <c:pt idx="0">
                  <c:v>0.1509081731289546</c:v>
                </c:pt>
                <c:pt idx="1">
                  <c:v>9.3816373912122455E-2</c:v>
                </c:pt>
              </c:numCache>
            </c:numRef>
          </c:val>
          <c:extLst>
            <c:ext xmlns:c16="http://schemas.microsoft.com/office/drawing/2014/chart" uri="{C3380CC4-5D6E-409C-BE32-E72D297353CC}">
              <c16:uniqueId val="{00000002-D2A5-4677-A65D-000E20A2BE3A}"/>
            </c:ext>
          </c:extLst>
        </c:ser>
        <c:dLbls>
          <c:dLblPos val="ctr"/>
          <c:showLegendKey val="0"/>
          <c:showVal val="1"/>
          <c:showCatName val="0"/>
          <c:showSerName val="0"/>
          <c:showPercent val="0"/>
          <c:showBubbleSize val="0"/>
        </c:dLbls>
        <c:gapWidth val="70"/>
        <c:overlap val="100"/>
        <c:axId val="1205490464"/>
        <c:axId val="1205484640"/>
      </c:barChart>
      <c:catAx>
        <c:axId val="1205490464"/>
        <c:scaling>
          <c:orientation val="minMax"/>
        </c:scaling>
        <c:delete val="0"/>
        <c:axPos val="b"/>
        <c:numFmt formatCode="General" sourceLinked="1"/>
        <c:majorTickMark val="none"/>
        <c:minorTickMark val="none"/>
        <c:tickLblPos val="nextTo"/>
        <c:spPr>
          <a:noFill/>
          <a:ln w="25400" cap="flat" cmpd="sng" algn="ctr">
            <a:solidFill>
              <a:schemeClr val="tx1">
                <a:lumMod val="15000"/>
                <a:lumOff val="85000"/>
              </a:schemeClr>
            </a:solidFill>
            <a:round/>
          </a:ln>
          <a:effectLst/>
        </c:spPr>
        <c:txPr>
          <a:bodyPr rot="0" spcFirstLastPara="1" vertOverflow="ellipsis" wrap="square" anchor="b"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205484640"/>
        <c:crosses val="autoZero"/>
        <c:auto val="1"/>
        <c:lblAlgn val="ctr"/>
        <c:lblOffset val="100"/>
        <c:noMultiLvlLbl val="0"/>
      </c:catAx>
      <c:valAx>
        <c:axId val="1205484640"/>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2054904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solidFill>
        <a:schemeClr val="bg1">
          <a:lumMod val="95000"/>
        </a:schemeClr>
      </a:solidFill>
    </a:ln>
    <a:effectLst/>
  </c:spPr>
  <c:txPr>
    <a:bodyPr/>
    <a:lstStyle/>
    <a:p>
      <a:pPr>
        <a:defRPr/>
      </a:pPr>
      <a:endParaRPr lang="zh-CN"/>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t" anchorCtr="0"/>
          <a:lstStyle/>
          <a:p>
            <a:pPr>
              <a:defRPr sz="1862" b="0" i="0" u="none" strike="noStrike" kern="1200" spc="0" baseline="0">
                <a:solidFill>
                  <a:schemeClr val="tx1">
                    <a:lumMod val="65000"/>
                    <a:lumOff val="35000"/>
                  </a:schemeClr>
                </a:solidFill>
                <a:latin typeface="+mn-lt"/>
                <a:ea typeface="+mn-ea"/>
                <a:cs typeface="+mn-cs"/>
              </a:defRPr>
            </a:pPr>
            <a:r>
              <a:rPr lang="zh-CN" altLang="zh-CN" sz="1400" b="0" i="0" baseline="0" dirty="0">
                <a:solidFill>
                  <a:schemeClr val="tx1"/>
                </a:solidFill>
                <a:effectLst/>
              </a:rPr>
              <a:t>组合权益仓位变动情况（穿透后）</a:t>
            </a:r>
            <a:endParaRPr lang="zh-CN" altLang="zh-CN" sz="1400" dirty="0">
              <a:solidFill>
                <a:schemeClr val="tx1"/>
              </a:solidFill>
              <a:effectLst/>
            </a:endParaRPr>
          </a:p>
        </c:rich>
      </c:tx>
      <c:layout>
        <c:manualLayout>
          <c:xMode val="edge"/>
          <c:yMode val="edge"/>
          <c:x val="0.19910844599739499"/>
          <c:y val="2.1918403101631252E-3"/>
        </c:manualLayout>
      </c:layout>
      <c:overlay val="0"/>
      <c:spPr>
        <a:noFill/>
        <a:ln>
          <a:noFill/>
        </a:ln>
        <a:effectLst/>
      </c:spPr>
      <c:txPr>
        <a:bodyPr rot="0" spcFirstLastPara="1" vertOverflow="ellipsis" vert="horz" wrap="square" anchor="t" anchorCtr="0"/>
        <a:lstStyle/>
        <a:p>
          <a:pPr>
            <a:defRPr sz="1862" b="0" i="0" u="none" strike="noStrike" kern="1200" spc="0" baseline="0">
              <a:solidFill>
                <a:schemeClr val="tx1">
                  <a:lumMod val="65000"/>
                  <a:lumOff val="35000"/>
                </a:schemeClr>
              </a:solidFill>
              <a:latin typeface="+mn-lt"/>
              <a:ea typeface="+mn-ea"/>
              <a:cs typeface="+mn-cs"/>
            </a:defRPr>
          </a:pPr>
          <a:endParaRPr lang="zh-CN" altLang="zh-CN"/>
        </a:p>
      </c:txPr>
    </c:title>
    <c:autoTitleDeleted val="0"/>
    <c:plotArea>
      <c:layout>
        <c:manualLayout>
          <c:layoutTarget val="inner"/>
          <c:xMode val="edge"/>
          <c:yMode val="edge"/>
          <c:x val="0.13442455015564714"/>
          <c:y val="0.20857142004390397"/>
          <c:w val="0.71760614605197315"/>
          <c:h val="0.57641781289033411"/>
        </c:manualLayout>
      </c:layout>
      <c:areaChart>
        <c:grouping val="standard"/>
        <c:varyColors val="0"/>
        <c:ser>
          <c:idx val="1"/>
          <c:order val="1"/>
          <c:tx>
            <c:strRef>
              <c:f>Sheet1!$B$1</c:f>
              <c:strCache>
                <c:ptCount val="1"/>
                <c:pt idx="0">
                  <c:v>沪深300收盘价（右轴）</c:v>
                </c:pt>
              </c:strCache>
            </c:strRef>
          </c:tx>
          <c:spPr>
            <a:solidFill>
              <a:srgbClr val="CACACA">
                <a:alpha val="20000"/>
              </a:srgbClr>
            </a:solidFill>
            <a:ln w="28575" cmpd="sng">
              <a:solidFill>
                <a:srgbClr val="CACACA"/>
              </a:solidFill>
            </a:ln>
            <a:effectLst/>
          </c:spPr>
          <c:cat>
            <c:strRef>
              <c:f>Sheet1!$A$2:$A$91</c:f>
              <c:strCache>
                <c:ptCount val="90"/>
                <c:pt idx="0">
                  <c:v>2023/1/1</c:v>
                </c:pt>
                <c:pt idx="1">
                  <c:v>2023/1/2</c:v>
                </c:pt>
                <c:pt idx="2">
                  <c:v>2023/1/3</c:v>
                </c:pt>
                <c:pt idx="3">
                  <c:v>2023/1/4</c:v>
                </c:pt>
                <c:pt idx="4">
                  <c:v>2023/1/5</c:v>
                </c:pt>
                <c:pt idx="5">
                  <c:v>2023/1/6</c:v>
                </c:pt>
                <c:pt idx="6">
                  <c:v>2023/1/7</c:v>
                </c:pt>
                <c:pt idx="7">
                  <c:v>2023/1/8</c:v>
                </c:pt>
                <c:pt idx="8">
                  <c:v>2023/1/9</c:v>
                </c:pt>
                <c:pt idx="9">
                  <c:v>2023/1/10</c:v>
                </c:pt>
                <c:pt idx="10">
                  <c:v>2023/1/11</c:v>
                </c:pt>
                <c:pt idx="11">
                  <c:v>2023/1/12</c:v>
                </c:pt>
                <c:pt idx="12">
                  <c:v>2023/1/13</c:v>
                </c:pt>
                <c:pt idx="13">
                  <c:v>2023/1/14</c:v>
                </c:pt>
                <c:pt idx="14">
                  <c:v>2023/1/15</c:v>
                </c:pt>
                <c:pt idx="15">
                  <c:v>2023/1/16</c:v>
                </c:pt>
                <c:pt idx="16">
                  <c:v>2023/1/17</c:v>
                </c:pt>
                <c:pt idx="17">
                  <c:v>2023/1/18</c:v>
                </c:pt>
                <c:pt idx="18">
                  <c:v>2023/1/19</c:v>
                </c:pt>
                <c:pt idx="19">
                  <c:v>2023/1/20</c:v>
                </c:pt>
                <c:pt idx="20">
                  <c:v>2023/1/21</c:v>
                </c:pt>
                <c:pt idx="21">
                  <c:v>2023/1/22</c:v>
                </c:pt>
                <c:pt idx="22">
                  <c:v>2023/1/23</c:v>
                </c:pt>
                <c:pt idx="23">
                  <c:v>2023/1/24</c:v>
                </c:pt>
                <c:pt idx="24">
                  <c:v>2023/1/25</c:v>
                </c:pt>
                <c:pt idx="25">
                  <c:v>2023/1/26</c:v>
                </c:pt>
                <c:pt idx="26">
                  <c:v>2023/1/27</c:v>
                </c:pt>
                <c:pt idx="27">
                  <c:v>2023/1/28</c:v>
                </c:pt>
                <c:pt idx="28">
                  <c:v>2023/1/29</c:v>
                </c:pt>
                <c:pt idx="29">
                  <c:v>2023/1/30</c:v>
                </c:pt>
                <c:pt idx="30">
                  <c:v>2023/1/31</c:v>
                </c:pt>
                <c:pt idx="31">
                  <c:v>2023/2/1</c:v>
                </c:pt>
                <c:pt idx="32">
                  <c:v>2023/2/2</c:v>
                </c:pt>
                <c:pt idx="33">
                  <c:v>2023/2/3</c:v>
                </c:pt>
                <c:pt idx="34">
                  <c:v>2023/2/4</c:v>
                </c:pt>
                <c:pt idx="35">
                  <c:v>2023/2/5</c:v>
                </c:pt>
                <c:pt idx="36">
                  <c:v>2023/2/6</c:v>
                </c:pt>
                <c:pt idx="37">
                  <c:v>2023/2/7</c:v>
                </c:pt>
                <c:pt idx="38">
                  <c:v>2023/2/8</c:v>
                </c:pt>
                <c:pt idx="39">
                  <c:v>2023/2/9</c:v>
                </c:pt>
                <c:pt idx="40">
                  <c:v>2023/2/10</c:v>
                </c:pt>
                <c:pt idx="41">
                  <c:v>2023/2/11</c:v>
                </c:pt>
                <c:pt idx="42">
                  <c:v>2023/2/12</c:v>
                </c:pt>
                <c:pt idx="43">
                  <c:v>2023/2/13</c:v>
                </c:pt>
                <c:pt idx="44">
                  <c:v>2023/2/14</c:v>
                </c:pt>
                <c:pt idx="45">
                  <c:v>2023/2/15</c:v>
                </c:pt>
                <c:pt idx="46">
                  <c:v>2023/2/16</c:v>
                </c:pt>
                <c:pt idx="47">
                  <c:v>2023/2/17</c:v>
                </c:pt>
                <c:pt idx="48">
                  <c:v>2023/2/18</c:v>
                </c:pt>
                <c:pt idx="49">
                  <c:v>2023/2/19</c:v>
                </c:pt>
                <c:pt idx="50">
                  <c:v>2023/2/20</c:v>
                </c:pt>
                <c:pt idx="51">
                  <c:v>2023/2/21</c:v>
                </c:pt>
                <c:pt idx="52">
                  <c:v>2023/2/22</c:v>
                </c:pt>
                <c:pt idx="53">
                  <c:v>2023/2/23</c:v>
                </c:pt>
                <c:pt idx="54">
                  <c:v>2023/2/24</c:v>
                </c:pt>
                <c:pt idx="55">
                  <c:v>2023/2/25</c:v>
                </c:pt>
                <c:pt idx="56">
                  <c:v>2023/2/26</c:v>
                </c:pt>
                <c:pt idx="57">
                  <c:v>2023/2/27</c:v>
                </c:pt>
                <c:pt idx="58">
                  <c:v>2023/2/28</c:v>
                </c:pt>
                <c:pt idx="59">
                  <c:v>2023/3/1</c:v>
                </c:pt>
                <c:pt idx="60">
                  <c:v>2023/3/2</c:v>
                </c:pt>
                <c:pt idx="61">
                  <c:v>2023/3/3</c:v>
                </c:pt>
                <c:pt idx="62">
                  <c:v>2023/3/4</c:v>
                </c:pt>
                <c:pt idx="63">
                  <c:v>2023/3/5</c:v>
                </c:pt>
                <c:pt idx="64">
                  <c:v>2023/3/6</c:v>
                </c:pt>
                <c:pt idx="65">
                  <c:v>2023/3/7</c:v>
                </c:pt>
                <c:pt idx="66">
                  <c:v>2023/3/8</c:v>
                </c:pt>
                <c:pt idx="67">
                  <c:v>2023/3/9</c:v>
                </c:pt>
                <c:pt idx="68">
                  <c:v>2023/3/10</c:v>
                </c:pt>
                <c:pt idx="69">
                  <c:v>2023/3/11</c:v>
                </c:pt>
                <c:pt idx="70">
                  <c:v>2023/3/12</c:v>
                </c:pt>
                <c:pt idx="71">
                  <c:v>2023/3/13</c:v>
                </c:pt>
                <c:pt idx="72">
                  <c:v>2023/3/14</c:v>
                </c:pt>
                <c:pt idx="73">
                  <c:v>2023/3/15</c:v>
                </c:pt>
                <c:pt idx="74">
                  <c:v>2023/3/16</c:v>
                </c:pt>
                <c:pt idx="75">
                  <c:v>2023/3/17</c:v>
                </c:pt>
                <c:pt idx="76">
                  <c:v>2023/3/18</c:v>
                </c:pt>
                <c:pt idx="77">
                  <c:v>2023/3/19</c:v>
                </c:pt>
                <c:pt idx="78">
                  <c:v>2023/3/20</c:v>
                </c:pt>
                <c:pt idx="79">
                  <c:v>2023/3/21</c:v>
                </c:pt>
                <c:pt idx="80">
                  <c:v>2023/3/22</c:v>
                </c:pt>
                <c:pt idx="81">
                  <c:v>2023/3/23</c:v>
                </c:pt>
                <c:pt idx="82">
                  <c:v>2023/3/24</c:v>
                </c:pt>
                <c:pt idx="83">
                  <c:v>2023/3/25</c:v>
                </c:pt>
                <c:pt idx="84">
                  <c:v>2023/3/26</c:v>
                </c:pt>
                <c:pt idx="85">
                  <c:v>2023/3/27</c:v>
                </c:pt>
                <c:pt idx="86">
                  <c:v>2023/3/28</c:v>
                </c:pt>
                <c:pt idx="87">
                  <c:v>2023/3/29</c:v>
                </c:pt>
                <c:pt idx="88">
                  <c:v>2023/3/30</c:v>
                </c:pt>
                <c:pt idx="89">
                  <c:v>2023/3/31</c:v>
                </c:pt>
              </c:strCache>
            </c:strRef>
          </c:cat>
          <c:val>
            <c:numRef>
              <c:f>Sheet1!$B$2:$B$91</c:f>
              <c:numCache>
                <c:formatCode>General</c:formatCode>
                <c:ptCount val="90"/>
                <c:pt idx="0">
                  <c:v>3871.6338999999998</c:v>
                </c:pt>
                <c:pt idx="1">
                  <c:v>3871.6338999999998</c:v>
                </c:pt>
                <c:pt idx="2">
                  <c:v>3887.8991000000001</c:v>
                </c:pt>
                <c:pt idx="3">
                  <c:v>3892.94785</c:v>
                </c:pt>
                <c:pt idx="4">
                  <c:v>3968.5781000000002</c:v>
                </c:pt>
                <c:pt idx="5">
                  <c:v>3980.8888999999999</c:v>
                </c:pt>
                <c:pt idx="6">
                  <c:v>3980.8888999999999</c:v>
                </c:pt>
                <c:pt idx="7">
                  <c:v>3980.8888999999999</c:v>
                </c:pt>
                <c:pt idx="8">
                  <c:v>4013.1197999999999</c:v>
                </c:pt>
                <c:pt idx="9">
                  <c:v>4017.4738499999999</c:v>
                </c:pt>
                <c:pt idx="10">
                  <c:v>4010.0309499999998</c:v>
                </c:pt>
                <c:pt idx="11">
                  <c:v>4017.8690999999999</c:v>
                </c:pt>
                <c:pt idx="12">
                  <c:v>4074.3771000000002</c:v>
                </c:pt>
                <c:pt idx="13">
                  <c:v>4074.3771000000002</c:v>
                </c:pt>
                <c:pt idx="14">
                  <c:v>4074.3771000000002</c:v>
                </c:pt>
                <c:pt idx="15">
                  <c:v>4137.9641499999998</c:v>
                </c:pt>
                <c:pt idx="16">
                  <c:v>4137.2420999999986</c:v>
                </c:pt>
                <c:pt idx="17">
                  <c:v>4130.3141500000002</c:v>
                </c:pt>
                <c:pt idx="18">
                  <c:v>4156.00785</c:v>
                </c:pt>
                <c:pt idx="19">
                  <c:v>4181.5268500000002</c:v>
                </c:pt>
                <c:pt idx="20">
                  <c:v>4181.5268500000002</c:v>
                </c:pt>
                <c:pt idx="21">
                  <c:v>4181.5268500000002</c:v>
                </c:pt>
                <c:pt idx="22">
                  <c:v>4181.5268500000002</c:v>
                </c:pt>
                <c:pt idx="23">
                  <c:v>4181.5268500000002</c:v>
                </c:pt>
                <c:pt idx="24">
                  <c:v>4181.5268500000002</c:v>
                </c:pt>
                <c:pt idx="25">
                  <c:v>4181.5268500000002</c:v>
                </c:pt>
                <c:pt idx="26">
                  <c:v>4181.5268500000002</c:v>
                </c:pt>
                <c:pt idx="27">
                  <c:v>4181.5268500000002</c:v>
                </c:pt>
                <c:pt idx="28">
                  <c:v>4181.5268500000002</c:v>
                </c:pt>
                <c:pt idx="29">
                  <c:v>4201.3450000000003</c:v>
                </c:pt>
                <c:pt idx="30">
                  <c:v>4156.8579</c:v>
                </c:pt>
                <c:pt idx="31">
                  <c:v>4195.9331000000002</c:v>
                </c:pt>
                <c:pt idx="32">
                  <c:v>4181.1491500000002</c:v>
                </c:pt>
                <c:pt idx="33">
                  <c:v>4141.63195</c:v>
                </c:pt>
                <c:pt idx="34">
                  <c:v>4141.63195</c:v>
                </c:pt>
                <c:pt idx="35">
                  <c:v>4141.63195</c:v>
                </c:pt>
                <c:pt idx="36">
                  <c:v>4086.8779500000001</c:v>
                </c:pt>
                <c:pt idx="37">
                  <c:v>4094.2337499999999</c:v>
                </c:pt>
                <c:pt idx="38">
                  <c:v>4076.1410500000002</c:v>
                </c:pt>
                <c:pt idx="39">
                  <c:v>4130.8567499999999</c:v>
                </c:pt>
                <c:pt idx="40">
                  <c:v>4106.3098499999996</c:v>
                </c:pt>
                <c:pt idx="41">
                  <c:v>4106.3098499999996</c:v>
                </c:pt>
                <c:pt idx="42">
                  <c:v>4106.3098499999996</c:v>
                </c:pt>
                <c:pt idx="43">
                  <c:v>4143.5739999999996</c:v>
                </c:pt>
                <c:pt idx="44">
                  <c:v>4145.2901000000002</c:v>
                </c:pt>
                <c:pt idx="45">
                  <c:v>4123.6891500000002</c:v>
                </c:pt>
                <c:pt idx="46">
                  <c:v>4093.4877999999999</c:v>
                </c:pt>
                <c:pt idx="47">
                  <c:v>4034.5070000000001</c:v>
                </c:pt>
                <c:pt idx="48">
                  <c:v>4034.5070000000001</c:v>
                </c:pt>
                <c:pt idx="49">
                  <c:v>4034.5070000000001</c:v>
                </c:pt>
                <c:pt idx="50">
                  <c:v>4133.4897999999994</c:v>
                </c:pt>
                <c:pt idx="51">
                  <c:v>4144.3538000000008</c:v>
                </c:pt>
                <c:pt idx="52">
                  <c:v>4106.9508000000014</c:v>
                </c:pt>
                <c:pt idx="53">
                  <c:v>4103.6461499999996</c:v>
                </c:pt>
                <c:pt idx="54">
                  <c:v>4061.04585</c:v>
                </c:pt>
                <c:pt idx="55">
                  <c:v>4061.04585</c:v>
                </c:pt>
                <c:pt idx="56">
                  <c:v>4061.04585</c:v>
                </c:pt>
                <c:pt idx="57">
                  <c:v>4043.8442</c:v>
                </c:pt>
                <c:pt idx="58">
                  <c:v>4069.45885</c:v>
                </c:pt>
                <c:pt idx="59">
                  <c:v>4126.94175</c:v>
                </c:pt>
                <c:pt idx="60">
                  <c:v>4117.7378500000004</c:v>
                </c:pt>
                <c:pt idx="61">
                  <c:v>4130.5511500000002</c:v>
                </c:pt>
                <c:pt idx="62">
                  <c:v>4130.5511500000002</c:v>
                </c:pt>
                <c:pt idx="63">
                  <c:v>4130.5511500000002</c:v>
                </c:pt>
                <c:pt idx="64">
                  <c:v>4109.0101000000004</c:v>
                </c:pt>
                <c:pt idx="65">
                  <c:v>4048.8519500000002</c:v>
                </c:pt>
                <c:pt idx="66">
                  <c:v>4034.1078499999999</c:v>
                </c:pt>
                <c:pt idx="67">
                  <c:v>4019.8507500000001</c:v>
                </c:pt>
                <c:pt idx="68">
                  <c:v>3967.1351</c:v>
                </c:pt>
                <c:pt idx="69">
                  <c:v>3967.1351</c:v>
                </c:pt>
                <c:pt idx="70">
                  <c:v>3967.1351</c:v>
                </c:pt>
                <c:pt idx="71">
                  <c:v>4008.6860000000001</c:v>
                </c:pt>
                <c:pt idx="72">
                  <c:v>3984.6958</c:v>
                </c:pt>
                <c:pt idx="73">
                  <c:v>3986.902</c:v>
                </c:pt>
                <c:pt idx="74">
                  <c:v>3939.1507499999998</c:v>
                </c:pt>
                <c:pt idx="75">
                  <c:v>3958.8191999999999</c:v>
                </c:pt>
                <c:pt idx="76">
                  <c:v>3958.8191999999999</c:v>
                </c:pt>
                <c:pt idx="77">
                  <c:v>3958.8191999999999</c:v>
                </c:pt>
                <c:pt idx="78">
                  <c:v>3939.0770000000002</c:v>
                </c:pt>
                <c:pt idx="79">
                  <c:v>3982.3780999999999</c:v>
                </c:pt>
                <c:pt idx="80">
                  <c:v>3999.4428499999999</c:v>
                </c:pt>
                <c:pt idx="81">
                  <c:v>4039.0897500000001</c:v>
                </c:pt>
                <c:pt idx="82">
                  <c:v>4027.04585</c:v>
                </c:pt>
                <c:pt idx="83">
                  <c:v>4027.04585</c:v>
                </c:pt>
                <c:pt idx="84">
                  <c:v>4027.04585</c:v>
                </c:pt>
                <c:pt idx="85">
                  <c:v>4012.47705</c:v>
                </c:pt>
                <c:pt idx="86">
                  <c:v>3999.51485</c:v>
                </c:pt>
                <c:pt idx="87">
                  <c:v>4006.1439999999998</c:v>
                </c:pt>
                <c:pt idx="88">
                  <c:v>4038.52585</c:v>
                </c:pt>
                <c:pt idx="89">
                  <c:v>4050.9258500000001</c:v>
                </c:pt>
              </c:numCache>
            </c:numRef>
          </c:val>
          <c:extLst>
            <c:ext xmlns:c16="http://schemas.microsoft.com/office/drawing/2014/chart" uri="{C3380CC4-5D6E-409C-BE32-E72D297353CC}">
              <c16:uniqueId val="{00000001-F21C-41CC-BEF5-39FFB0C5BD74}"/>
            </c:ext>
          </c:extLst>
        </c:ser>
        <c:ser>
          <c:idx val="2"/>
          <c:order val="2"/>
          <c:tx>
            <c:strRef>
              <c:f>Sheet1!$C$1</c:f>
              <c:strCache>
                <c:ptCount val="1"/>
                <c:pt idx="0">
                  <c:v>中证500收盘价（右轴）</c:v>
                </c:pt>
              </c:strCache>
            </c:strRef>
          </c:tx>
          <c:spPr>
            <a:solidFill>
              <a:srgbClr val="FCD77F">
                <a:alpha val="20000"/>
              </a:srgbClr>
            </a:solidFill>
            <a:ln w="28575">
              <a:solidFill>
                <a:srgbClr val="FCD77F"/>
              </a:solidFill>
            </a:ln>
            <a:effectLst/>
          </c:spPr>
          <c:cat>
            <c:strRef>
              <c:f>Sheet1!$A$2:$A$91</c:f>
              <c:strCache>
                <c:ptCount val="90"/>
                <c:pt idx="0">
                  <c:v>2023/1/1</c:v>
                </c:pt>
                <c:pt idx="1">
                  <c:v>2023/1/2</c:v>
                </c:pt>
                <c:pt idx="2">
                  <c:v>2023/1/3</c:v>
                </c:pt>
                <c:pt idx="3">
                  <c:v>2023/1/4</c:v>
                </c:pt>
                <c:pt idx="4">
                  <c:v>2023/1/5</c:v>
                </c:pt>
                <c:pt idx="5">
                  <c:v>2023/1/6</c:v>
                </c:pt>
                <c:pt idx="6">
                  <c:v>2023/1/7</c:v>
                </c:pt>
                <c:pt idx="7">
                  <c:v>2023/1/8</c:v>
                </c:pt>
                <c:pt idx="8">
                  <c:v>2023/1/9</c:v>
                </c:pt>
                <c:pt idx="9">
                  <c:v>2023/1/10</c:v>
                </c:pt>
                <c:pt idx="10">
                  <c:v>2023/1/11</c:v>
                </c:pt>
                <c:pt idx="11">
                  <c:v>2023/1/12</c:v>
                </c:pt>
                <c:pt idx="12">
                  <c:v>2023/1/13</c:v>
                </c:pt>
                <c:pt idx="13">
                  <c:v>2023/1/14</c:v>
                </c:pt>
                <c:pt idx="14">
                  <c:v>2023/1/15</c:v>
                </c:pt>
                <c:pt idx="15">
                  <c:v>2023/1/16</c:v>
                </c:pt>
                <c:pt idx="16">
                  <c:v>2023/1/17</c:v>
                </c:pt>
                <c:pt idx="17">
                  <c:v>2023/1/18</c:v>
                </c:pt>
                <c:pt idx="18">
                  <c:v>2023/1/19</c:v>
                </c:pt>
                <c:pt idx="19">
                  <c:v>2023/1/20</c:v>
                </c:pt>
                <c:pt idx="20">
                  <c:v>2023/1/21</c:v>
                </c:pt>
                <c:pt idx="21">
                  <c:v>2023/1/22</c:v>
                </c:pt>
                <c:pt idx="22">
                  <c:v>2023/1/23</c:v>
                </c:pt>
                <c:pt idx="23">
                  <c:v>2023/1/24</c:v>
                </c:pt>
                <c:pt idx="24">
                  <c:v>2023/1/25</c:v>
                </c:pt>
                <c:pt idx="25">
                  <c:v>2023/1/26</c:v>
                </c:pt>
                <c:pt idx="26">
                  <c:v>2023/1/27</c:v>
                </c:pt>
                <c:pt idx="27">
                  <c:v>2023/1/28</c:v>
                </c:pt>
                <c:pt idx="28">
                  <c:v>2023/1/29</c:v>
                </c:pt>
                <c:pt idx="29">
                  <c:v>2023/1/30</c:v>
                </c:pt>
                <c:pt idx="30">
                  <c:v>2023/1/31</c:v>
                </c:pt>
                <c:pt idx="31">
                  <c:v>2023/2/1</c:v>
                </c:pt>
                <c:pt idx="32">
                  <c:v>2023/2/2</c:v>
                </c:pt>
                <c:pt idx="33">
                  <c:v>2023/2/3</c:v>
                </c:pt>
                <c:pt idx="34">
                  <c:v>2023/2/4</c:v>
                </c:pt>
                <c:pt idx="35">
                  <c:v>2023/2/5</c:v>
                </c:pt>
                <c:pt idx="36">
                  <c:v>2023/2/6</c:v>
                </c:pt>
                <c:pt idx="37">
                  <c:v>2023/2/7</c:v>
                </c:pt>
                <c:pt idx="38">
                  <c:v>2023/2/8</c:v>
                </c:pt>
                <c:pt idx="39">
                  <c:v>2023/2/9</c:v>
                </c:pt>
                <c:pt idx="40">
                  <c:v>2023/2/10</c:v>
                </c:pt>
                <c:pt idx="41">
                  <c:v>2023/2/11</c:v>
                </c:pt>
                <c:pt idx="42">
                  <c:v>2023/2/12</c:v>
                </c:pt>
                <c:pt idx="43">
                  <c:v>2023/2/13</c:v>
                </c:pt>
                <c:pt idx="44">
                  <c:v>2023/2/14</c:v>
                </c:pt>
                <c:pt idx="45">
                  <c:v>2023/2/15</c:v>
                </c:pt>
                <c:pt idx="46">
                  <c:v>2023/2/16</c:v>
                </c:pt>
                <c:pt idx="47">
                  <c:v>2023/2/17</c:v>
                </c:pt>
                <c:pt idx="48">
                  <c:v>2023/2/18</c:v>
                </c:pt>
                <c:pt idx="49">
                  <c:v>2023/2/19</c:v>
                </c:pt>
                <c:pt idx="50">
                  <c:v>2023/2/20</c:v>
                </c:pt>
                <c:pt idx="51">
                  <c:v>2023/2/21</c:v>
                </c:pt>
                <c:pt idx="52">
                  <c:v>2023/2/22</c:v>
                </c:pt>
                <c:pt idx="53">
                  <c:v>2023/2/23</c:v>
                </c:pt>
                <c:pt idx="54">
                  <c:v>2023/2/24</c:v>
                </c:pt>
                <c:pt idx="55">
                  <c:v>2023/2/25</c:v>
                </c:pt>
                <c:pt idx="56">
                  <c:v>2023/2/26</c:v>
                </c:pt>
                <c:pt idx="57">
                  <c:v>2023/2/27</c:v>
                </c:pt>
                <c:pt idx="58">
                  <c:v>2023/2/28</c:v>
                </c:pt>
                <c:pt idx="59">
                  <c:v>2023/3/1</c:v>
                </c:pt>
                <c:pt idx="60">
                  <c:v>2023/3/2</c:v>
                </c:pt>
                <c:pt idx="61">
                  <c:v>2023/3/3</c:v>
                </c:pt>
                <c:pt idx="62">
                  <c:v>2023/3/4</c:v>
                </c:pt>
                <c:pt idx="63">
                  <c:v>2023/3/5</c:v>
                </c:pt>
                <c:pt idx="64">
                  <c:v>2023/3/6</c:v>
                </c:pt>
                <c:pt idx="65">
                  <c:v>2023/3/7</c:v>
                </c:pt>
                <c:pt idx="66">
                  <c:v>2023/3/8</c:v>
                </c:pt>
                <c:pt idx="67">
                  <c:v>2023/3/9</c:v>
                </c:pt>
                <c:pt idx="68">
                  <c:v>2023/3/10</c:v>
                </c:pt>
                <c:pt idx="69">
                  <c:v>2023/3/11</c:v>
                </c:pt>
                <c:pt idx="70">
                  <c:v>2023/3/12</c:v>
                </c:pt>
                <c:pt idx="71">
                  <c:v>2023/3/13</c:v>
                </c:pt>
                <c:pt idx="72">
                  <c:v>2023/3/14</c:v>
                </c:pt>
                <c:pt idx="73">
                  <c:v>2023/3/15</c:v>
                </c:pt>
                <c:pt idx="74">
                  <c:v>2023/3/16</c:v>
                </c:pt>
                <c:pt idx="75">
                  <c:v>2023/3/17</c:v>
                </c:pt>
                <c:pt idx="76">
                  <c:v>2023/3/18</c:v>
                </c:pt>
                <c:pt idx="77">
                  <c:v>2023/3/19</c:v>
                </c:pt>
                <c:pt idx="78">
                  <c:v>2023/3/20</c:v>
                </c:pt>
                <c:pt idx="79">
                  <c:v>2023/3/21</c:v>
                </c:pt>
                <c:pt idx="80">
                  <c:v>2023/3/22</c:v>
                </c:pt>
                <c:pt idx="81">
                  <c:v>2023/3/23</c:v>
                </c:pt>
                <c:pt idx="82">
                  <c:v>2023/3/24</c:v>
                </c:pt>
                <c:pt idx="83">
                  <c:v>2023/3/25</c:v>
                </c:pt>
                <c:pt idx="84">
                  <c:v>2023/3/26</c:v>
                </c:pt>
                <c:pt idx="85">
                  <c:v>2023/3/27</c:v>
                </c:pt>
                <c:pt idx="86">
                  <c:v>2023/3/28</c:v>
                </c:pt>
                <c:pt idx="87">
                  <c:v>2023/3/29</c:v>
                </c:pt>
                <c:pt idx="88">
                  <c:v>2023/3/30</c:v>
                </c:pt>
                <c:pt idx="89">
                  <c:v>2023/3/31</c:v>
                </c:pt>
              </c:strCache>
            </c:strRef>
          </c:cat>
          <c:val>
            <c:numRef>
              <c:f>Sheet1!$C$2:$C$91</c:f>
              <c:numCache>
                <c:formatCode>General</c:formatCode>
                <c:ptCount val="90"/>
                <c:pt idx="0">
                  <c:v>5864.4669000000004</c:v>
                </c:pt>
                <c:pt idx="1">
                  <c:v>5864.4669000000004</c:v>
                </c:pt>
                <c:pt idx="2">
                  <c:v>5955.8968999999997</c:v>
                </c:pt>
                <c:pt idx="3">
                  <c:v>5952.4538000000002</c:v>
                </c:pt>
                <c:pt idx="4">
                  <c:v>6010.4641000000001</c:v>
                </c:pt>
                <c:pt idx="5">
                  <c:v>6012.8152</c:v>
                </c:pt>
                <c:pt idx="6">
                  <c:v>6012.8152</c:v>
                </c:pt>
                <c:pt idx="7">
                  <c:v>6012.8152</c:v>
                </c:pt>
                <c:pt idx="8">
                  <c:v>6040.0192999999999</c:v>
                </c:pt>
                <c:pt idx="9">
                  <c:v>6048.2968000000001</c:v>
                </c:pt>
                <c:pt idx="10">
                  <c:v>6014.1565000000001</c:v>
                </c:pt>
                <c:pt idx="11">
                  <c:v>6015.2870999999996</c:v>
                </c:pt>
                <c:pt idx="12">
                  <c:v>6057.6902</c:v>
                </c:pt>
                <c:pt idx="13">
                  <c:v>6057.6902</c:v>
                </c:pt>
                <c:pt idx="14">
                  <c:v>6057.6902</c:v>
                </c:pt>
                <c:pt idx="15">
                  <c:v>6126.1772000000001</c:v>
                </c:pt>
                <c:pt idx="16">
                  <c:v>6132.6391000000003</c:v>
                </c:pt>
                <c:pt idx="17">
                  <c:v>6151.4557000000004</c:v>
                </c:pt>
                <c:pt idx="18">
                  <c:v>6204.3261000000002</c:v>
                </c:pt>
                <c:pt idx="19">
                  <c:v>6251.4336999999996</c:v>
                </c:pt>
                <c:pt idx="20">
                  <c:v>6251.4336999999996</c:v>
                </c:pt>
                <c:pt idx="21">
                  <c:v>6251.4336999999996</c:v>
                </c:pt>
                <c:pt idx="22">
                  <c:v>6251.4336999999996</c:v>
                </c:pt>
                <c:pt idx="23">
                  <c:v>6251.4336999999996</c:v>
                </c:pt>
                <c:pt idx="24">
                  <c:v>6251.4336999999996</c:v>
                </c:pt>
                <c:pt idx="25">
                  <c:v>6251.4336999999996</c:v>
                </c:pt>
                <c:pt idx="26">
                  <c:v>6251.4336999999996</c:v>
                </c:pt>
                <c:pt idx="27">
                  <c:v>6251.4336999999996</c:v>
                </c:pt>
                <c:pt idx="28">
                  <c:v>6251.4336999999996</c:v>
                </c:pt>
                <c:pt idx="29">
                  <c:v>6283.3271999999997</c:v>
                </c:pt>
                <c:pt idx="30">
                  <c:v>6289.15</c:v>
                </c:pt>
                <c:pt idx="31">
                  <c:v>6365.9050999999999</c:v>
                </c:pt>
                <c:pt idx="32">
                  <c:v>6370.1410999999998</c:v>
                </c:pt>
                <c:pt idx="33">
                  <c:v>6343.6860999999999</c:v>
                </c:pt>
                <c:pt idx="34">
                  <c:v>6343.6860999999999</c:v>
                </c:pt>
                <c:pt idx="35">
                  <c:v>6343.6860999999999</c:v>
                </c:pt>
                <c:pt idx="36">
                  <c:v>6302.3348999999998</c:v>
                </c:pt>
                <c:pt idx="37">
                  <c:v>6317.2376999999997</c:v>
                </c:pt>
                <c:pt idx="38">
                  <c:v>6268.2758999999996</c:v>
                </c:pt>
                <c:pt idx="39">
                  <c:v>6354.5619999999999</c:v>
                </c:pt>
                <c:pt idx="40">
                  <c:v>6334.2520000000004</c:v>
                </c:pt>
                <c:pt idx="41">
                  <c:v>6334.2520000000004</c:v>
                </c:pt>
                <c:pt idx="42">
                  <c:v>6334.2520000000004</c:v>
                </c:pt>
                <c:pt idx="43">
                  <c:v>6383.8279000000002</c:v>
                </c:pt>
                <c:pt idx="44">
                  <c:v>6397.2146000000002</c:v>
                </c:pt>
                <c:pt idx="45">
                  <c:v>6384.3478999999998</c:v>
                </c:pt>
                <c:pt idx="46">
                  <c:v>6289.4786000000004</c:v>
                </c:pt>
                <c:pt idx="47">
                  <c:v>6237.4053000000004</c:v>
                </c:pt>
                <c:pt idx="48">
                  <c:v>6237.4053000000004</c:v>
                </c:pt>
                <c:pt idx="49">
                  <c:v>6237.4053000000004</c:v>
                </c:pt>
                <c:pt idx="50">
                  <c:v>6346.0677999999998</c:v>
                </c:pt>
                <c:pt idx="51">
                  <c:v>6383.4247999999998</c:v>
                </c:pt>
                <c:pt idx="52">
                  <c:v>6375.0684000000001</c:v>
                </c:pt>
                <c:pt idx="53">
                  <c:v>6360.3202000000001</c:v>
                </c:pt>
                <c:pt idx="54">
                  <c:v>6340.8434999999999</c:v>
                </c:pt>
                <c:pt idx="55">
                  <c:v>6340.8434999999999</c:v>
                </c:pt>
                <c:pt idx="56">
                  <c:v>6340.8434999999999</c:v>
                </c:pt>
                <c:pt idx="57">
                  <c:v>6307.2057000000004</c:v>
                </c:pt>
                <c:pt idx="58">
                  <c:v>6357.5352000000003</c:v>
                </c:pt>
                <c:pt idx="59">
                  <c:v>6402.1410999999998</c:v>
                </c:pt>
                <c:pt idx="60">
                  <c:v>6382.2322000000004</c:v>
                </c:pt>
                <c:pt idx="61">
                  <c:v>6390.3176999999996</c:v>
                </c:pt>
                <c:pt idx="62">
                  <c:v>6390.3176999999996</c:v>
                </c:pt>
                <c:pt idx="63">
                  <c:v>6390.3176999999996</c:v>
                </c:pt>
                <c:pt idx="64">
                  <c:v>6395.2191000000003</c:v>
                </c:pt>
                <c:pt idx="65">
                  <c:v>6284.2986000000001</c:v>
                </c:pt>
                <c:pt idx="66">
                  <c:v>6301.5156999999999</c:v>
                </c:pt>
                <c:pt idx="67">
                  <c:v>6285.9521000000004</c:v>
                </c:pt>
                <c:pt idx="68">
                  <c:v>6204.8989000000001</c:v>
                </c:pt>
                <c:pt idx="69">
                  <c:v>6204.8989000000001</c:v>
                </c:pt>
                <c:pt idx="70">
                  <c:v>6204.8989000000001</c:v>
                </c:pt>
                <c:pt idx="71">
                  <c:v>6245.0029000000004</c:v>
                </c:pt>
                <c:pt idx="72">
                  <c:v>6189.3968999999997</c:v>
                </c:pt>
                <c:pt idx="73">
                  <c:v>6224.64</c:v>
                </c:pt>
                <c:pt idx="74">
                  <c:v>6140.8316999999997</c:v>
                </c:pt>
                <c:pt idx="75">
                  <c:v>6183.1842999999999</c:v>
                </c:pt>
                <c:pt idx="76">
                  <c:v>6183.1842999999999</c:v>
                </c:pt>
                <c:pt idx="77">
                  <c:v>6183.1842999999999</c:v>
                </c:pt>
                <c:pt idx="78">
                  <c:v>6160.3540999999996</c:v>
                </c:pt>
                <c:pt idx="79">
                  <c:v>6234.6792999999998</c:v>
                </c:pt>
                <c:pt idx="80">
                  <c:v>6269.7384000000002</c:v>
                </c:pt>
                <c:pt idx="81">
                  <c:v>6305.7584999999999</c:v>
                </c:pt>
                <c:pt idx="82">
                  <c:v>6310.0978999999998</c:v>
                </c:pt>
                <c:pt idx="83">
                  <c:v>6310.0978999999998</c:v>
                </c:pt>
                <c:pt idx="84">
                  <c:v>6310.0978999999998</c:v>
                </c:pt>
                <c:pt idx="85">
                  <c:v>6311.5998</c:v>
                </c:pt>
                <c:pt idx="86">
                  <c:v>6279.9216999999999</c:v>
                </c:pt>
                <c:pt idx="87">
                  <c:v>6260.5510000000004</c:v>
                </c:pt>
                <c:pt idx="88">
                  <c:v>6286.1773000000003</c:v>
                </c:pt>
                <c:pt idx="89">
                  <c:v>6339.8182999999999</c:v>
                </c:pt>
              </c:numCache>
            </c:numRef>
          </c:val>
          <c:extLst>
            <c:ext xmlns:c16="http://schemas.microsoft.com/office/drawing/2014/chart" uri="{C3380CC4-5D6E-409C-BE32-E72D297353CC}">
              <c16:uniqueId val="{00000002-F21C-41CC-BEF5-39FFB0C5BD74}"/>
            </c:ext>
          </c:extLst>
        </c:ser>
        <c:ser>
          <c:idx val="3"/>
          <c:order val="3"/>
          <c:tx>
            <c:strRef>
              <c:f>Sheet1!$D$1</c:f>
              <c:strCache>
                <c:ptCount val="1"/>
                <c:pt idx="0">
                  <c:v>中证1000收盘价（右轴）</c:v>
                </c:pt>
              </c:strCache>
            </c:strRef>
          </c:tx>
          <c:spPr>
            <a:solidFill>
              <a:srgbClr val="A3B4DC">
                <a:alpha val="20000"/>
              </a:srgbClr>
            </a:solidFill>
            <a:ln w="28575">
              <a:solidFill>
                <a:srgbClr val="A3B4DC"/>
              </a:solidFill>
            </a:ln>
            <a:effectLst/>
          </c:spPr>
          <c:cat>
            <c:strRef>
              <c:f>Sheet1!$A$2:$A$91</c:f>
              <c:strCache>
                <c:ptCount val="90"/>
                <c:pt idx="0">
                  <c:v>2023/1/1</c:v>
                </c:pt>
                <c:pt idx="1">
                  <c:v>2023/1/2</c:v>
                </c:pt>
                <c:pt idx="2">
                  <c:v>2023/1/3</c:v>
                </c:pt>
                <c:pt idx="3">
                  <c:v>2023/1/4</c:v>
                </c:pt>
                <c:pt idx="4">
                  <c:v>2023/1/5</c:v>
                </c:pt>
                <c:pt idx="5">
                  <c:v>2023/1/6</c:v>
                </c:pt>
                <c:pt idx="6">
                  <c:v>2023/1/7</c:v>
                </c:pt>
                <c:pt idx="7">
                  <c:v>2023/1/8</c:v>
                </c:pt>
                <c:pt idx="8">
                  <c:v>2023/1/9</c:v>
                </c:pt>
                <c:pt idx="9">
                  <c:v>2023/1/10</c:v>
                </c:pt>
                <c:pt idx="10">
                  <c:v>2023/1/11</c:v>
                </c:pt>
                <c:pt idx="11">
                  <c:v>2023/1/12</c:v>
                </c:pt>
                <c:pt idx="12">
                  <c:v>2023/1/13</c:v>
                </c:pt>
                <c:pt idx="13">
                  <c:v>2023/1/14</c:v>
                </c:pt>
                <c:pt idx="14">
                  <c:v>2023/1/15</c:v>
                </c:pt>
                <c:pt idx="15">
                  <c:v>2023/1/16</c:v>
                </c:pt>
                <c:pt idx="16">
                  <c:v>2023/1/17</c:v>
                </c:pt>
                <c:pt idx="17">
                  <c:v>2023/1/18</c:v>
                </c:pt>
                <c:pt idx="18">
                  <c:v>2023/1/19</c:v>
                </c:pt>
                <c:pt idx="19">
                  <c:v>2023/1/20</c:v>
                </c:pt>
                <c:pt idx="20">
                  <c:v>2023/1/21</c:v>
                </c:pt>
                <c:pt idx="21">
                  <c:v>2023/1/22</c:v>
                </c:pt>
                <c:pt idx="22">
                  <c:v>2023/1/23</c:v>
                </c:pt>
                <c:pt idx="23">
                  <c:v>2023/1/24</c:v>
                </c:pt>
                <c:pt idx="24">
                  <c:v>2023/1/25</c:v>
                </c:pt>
                <c:pt idx="25">
                  <c:v>2023/1/26</c:v>
                </c:pt>
                <c:pt idx="26">
                  <c:v>2023/1/27</c:v>
                </c:pt>
                <c:pt idx="27">
                  <c:v>2023/1/28</c:v>
                </c:pt>
                <c:pt idx="28">
                  <c:v>2023/1/29</c:v>
                </c:pt>
                <c:pt idx="29">
                  <c:v>2023/1/30</c:v>
                </c:pt>
                <c:pt idx="30">
                  <c:v>2023/1/31</c:v>
                </c:pt>
                <c:pt idx="31">
                  <c:v>2023/2/1</c:v>
                </c:pt>
                <c:pt idx="32">
                  <c:v>2023/2/2</c:v>
                </c:pt>
                <c:pt idx="33">
                  <c:v>2023/2/3</c:v>
                </c:pt>
                <c:pt idx="34">
                  <c:v>2023/2/4</c:v>
                </c:pt>
                <c:pt idx="35">
                  <c:v>2023/2/5</c:v>
                </c:pt>
                <c:pt idx="36">
                  <c:v>2023/2/6</c:v>
                </c:pt>
                <c:pt idx="37">
                  <c:v>2023/2/7</c:v>
                </c:pt>
                <c:pt idx="38">
                  <c:v>2023/2/8</c:v>
                </c:pt>
                <c:pt idx="39">
                  <c:v>2023/2/9</c:v>
                </c:pt>
                <c:pt idx="40">
                  <c:v>2023/2/10</c:v>
                </c:pt>
                <c:pt idx="41">
                  <c:v>2023/2/11</c:v>
                </c:pt>
                <c:pt idx="42">
                  <c:v>2023/2/12</c:v>
                </c:pt>
                <c:pt idx="43">
                  <c:v>2023/2/13</c:v>
                </c:pt>
                <c:pt idx="44">
                  <c:v>2023/2/14</c:v>
                </c:pt>
                <c:pt idx="45">
                  <c:v>2023/2/15</c:v>
                </c:pt>
                <c:pt idx="46">
                  <c:v>2023/2/16</c:v>
                </c:pt>
                <c:pt idx="47">
                  <c:v>2023/2/17</c:v>
                </c:pt>
                <c:pt idx="48">
                  <c:v>2023/2/18</c:v>
                </c:pt>
                <c:pt idx="49">
                  <c:v>2023/2/19</c:v>
                </c:pt>
                <c:pt idx="50">
                  <c:v>2023/2/20</c:v>
                </c:pt>
                <c:pt idx="51">
                  <c:v>2023/2/21</c:v>
                </c:pt>
                <c:pt idx="52">
                  <c:v>2023/2/22</c:v>
                </c:pt>
                <c:pt idx="53">
                  <c:v>2023/2/23</c:v>
                </c:pt>
                <c:pt idx="54">
                  <c:v>2023/2/24</c:v>
                </c:pt>
                <c:pt idx="55">
                  <c:v>2023/2/25</c:v>
                </c:pt>
                <c:pt idx="56">
                  <c:v>2023/2/26</c:v>
                </c:pt>
                <c:pt idx="57">
                  <c:v>2023/2/27</c:v>
                </c:pt>
                <c:pt idx="58">
                  <c:v>2023/2/28</c:v>
                </c:pt>
                <c:pt idx="59">
                  <c:v>2023/3/1</c:v>
                </c:pt>
                <c:pt idx="60">
                  <c:v>2023/3/2</c:v>
                </c:pt>
                <c:pt idx="61">
                  <c:v>2023/3/3</c:v>
                </c:pt>
                <c:pt idx="62">
                  <c:v>2023/3/4</c:v>
                </c:pt>
                <c:pt idx="63">
                  <c:v>2023/3/5</c:v>
                </c:pt>
                <c:pt idx="64">
                  <c:v>2023/3/6</c:v>
                </c:pt>
                <c:pt idx="65">
                  <c:v>2023/3/7</c:v>
                </c:pt>
                <c:pt idx="66">
                  <c:v>2023/3/8</c:v>
                </c:pt>
                <c:pt idx="67">
                  <c:v>2023/3/9</c:v>
                </c:pt>
                <c:pt idx="68">
                  <c:v>2023/3/10</c:v>
                </c:pt>
                <c:pt idx="69">
                  <c:v>2023/3/11</c:v>
                </c:pt>
                <c:pt idx="70">
                  <c:v>2023/3/12</c:v>
                </c:pt>
                <c:pt idx="71">
                  <c:v>2023/3/13</c:v>
                </c:pt>
                <c:pt idx="72">
                  <c:v>2023/3/14</c:v>
                </c:pt>
                <c:pt idx="73">
                  <c:v>2023/3/15</c:v>
                </c:pt>
                <c:pt idx="74">
                  <c:v>2023/3/16</c:v>
                </c:pt>
                <c:pt idx="75">
                  <c:v>2023/3/17</c:v>
                </c:pt>
                <c:pt idx="76">
                  <c:v>2023/3/18</c:v>
                </c:pt>
                <c:pt idx="77">
                  <c:v>2023/3/19</c:v>
                </c:pt>
                <c:pt idx="78">
                  <c:v>2023/3/20</c:v>
                </c:pt>
                <c:pt idx="79">
                  <c:v>2023/3/21</c:v>
                </c:pt>
                <c:pt idx="80">
                  <c:v>2023/3/22</c:v>
                </c:pt>
                <c:pt idx="81">
                  <c:v>2023/3/23</c:v>
                </c:pt>
                <c:pt idx="82">
                  <c:v>2023/3/24</c:v>
                </c:pt>
                <c:pt idx="83">
                  <c:v>2023/3/25</c:v>
                </c:pt>
                <c:pt idx="84">
                  <c:v>2023/3/26</c:v>
                </c:pt>
                <c:pt idx="85">
                  <c:v>2023/3/27</c:v>
                </c:pt>
                <c:pt idx="86">
                  <c:v>2023/3/28</c:v>
                </c:pt>
                <c:pt idx="87">
                  <c:v>2023/3/29</c:v>
                </c:pt>
                <c:pt idx="88">
                  <c:v>2023/3/30</c:v>
                </c:pt>
                <c:pt idx="89">
                  <c:v>2023/3/31</c:v>
                </c:pt>
              </c:strCache>
            </c:strRef>
          </c:cat>
          <c:val>
            <c:numRef>
              <c:f>Sheet1!$D$2:$D$91</c:f>
              <c:numCache>
                <c:formatCode>General</c:formatCode>
                <c:ptCount val="90"/>
                <c:pt idx="0">
                  <c:v>6281.6208999999999</c:v>
                </c:pt>
                <c:pt idx="1">
                  <c:v>6281.6208999999999</c:v>
                </c:pt>
                <c:pt idx="2">
                  <c:v>6423.7012999999997</c:v>
                </c:pt>
                <c:pt idx="3">
                  <c:v>6421.2767000000003</c:v>
                </c:pt>
                <c:pt idx="4">
                  <c:v>6485.4687999999996</c:v>
                </c:pt>
                <c:pt idx="5">
                  <c:v>6500.3203000000003</c:v>
                </c:pt>
                <c:pt idx="6">
                  <c:v>6500.3203000000003</c:v>
                </c:pt>
                <c:pt idx="7">
                  <c:v>6500.3203000000003</c:v>
                </c:pt>
                <c:pt idx="8">
                  <c:v>6535.7493000000004</c:v>
                </c:pt>
                <c:pt idx="9">
                  <c:v>6540.2007999999996</c:v>
                </c:pt>
                <c:pt idx="10">
                  <c:v>6486.9049000000005</c:v>
                </c:pt>
                <c:pt idx="11">
                  <c:v>6489.5702000000001</c:v>
                </c:pt>
                <c:pt idx="12">
                  <c:v>6517.5132000000003</c:v>
                </c:pt>
                <c:pt idx="13">
                  <c:v>6517.5132000000003</c:v>
                </c:pt>
                <c:pt idx="14">
                  <c:v>6517.5132000000003</c:v>
                </c:pt>
                <c:pt idx="15">
                  <c:v>6591.8055999999997</c:v>
                </c:pt>
                <c:pt idx="16">
                  <c:v>6597.4946</c:v>
                </c:pt>
                <c:pt idx="17">
                  <c:v>6613.0050000000001</c:v>
                </c:pt>
                <c:pt idx="18">
                  <c:v>6676.0802999999996</c:v>
                </c:pt>
                <c:pt idx="19">
                  <c:v>6736.8514999999998</c:v>
                </c:pt>
                <c:pt idx="20">
                  <c:v>6736.8514999999998</c:v>
                </c:pt>
                <c:pt idx="21">
                  <c:v>6736.8514999999998</c:v>
                </c:pt>
                <c:pt idx="22">
                  <c:v>6736.8514999999998</c:v>
                </c:pt>
                <c:pt idx="23">
                  <c:v>6736.8514999999998</c:v>
                </c:pt>
                <c:pt idx="24">
                  <c:v>6736.8514999999998</c:v>
                </c:pt>
                <c:pt idx="25">
                  <c:v>6736.8514999999998</c:v>
                </c:pt>
                <c:pt idx="26">
                  <c:v>6736.8514999999998</c:v>
                </c:pt>
                <c:pt idx="27">
                  <c:v>6736.8514999999998</c:v>
                </c:pt>
                <c:pt idx="28">
                  <c:v>6736.8514999999998</c:v>
                </c:pt>
                <c:pt idx="29">
                  <c:v>6786.4530000000004</c:v>
                </c:pt>
                <c:pt idx="30">
                  <c:v>6805.2755999999999</c:v>
                </c:pt>
                <c:pt idx="31">
                  <c:v>6916.7204000000002</c:v>
                </c:pt>
                <c:pt idx="32">
                  <c:v>6933.2257</c:v>
                </c:pt>
                <c:pt idx="33">
                  <c:v>6925.076</c:v>
                </c:pt>
                <c:pt idx="34">
                  <c:v>6925.076</c:v>
                </c:pt>
                <c:pt idx="35">
                  <c:v>6925.076</c:v>
                </c:pt>
                <c:pt idx="36">
                  <c:v>6891.4129999999996</c:v>
                </c:pt>
                <c:pt idx="37">
                  <c:v>6924.3212999999996</c:v>
                </c:pt>
                <c:pt idx="38">
                  <c:v>6877.7246999999998</c:v>
                </c:pt>
                <c:pt idx="39">
                  <c:v>6999.1821</c:v>
                </c:pt>
                <c:pt idx="40">
                  <c:v>6975.3945000000003</c:v>
                </c:pt>
                <c:pt idx="41">
                  <c:v>6975.3945000000003</c:v>
                </c:pt>
                <c:pt idx="42">
                  <c:v>6975.3945000000003</c:v>
                </c:pt>
                <c:pt idx="43">
                  <c:v>7052.1765999999998</c:v>
                </c:pt>
                <c:pt idx="44">
                  <c:v>7061.4489999999996</c:v>
                </c:pt>
                <c:pt idx="45">
                  <c:v>7063.6048000000001</c:v>
                </c:pt>
                <c:pt idx="46">
                  <c:v>6925.2034000000003</c:v>
                </c:pt>
                <c:pt idx="47">
                  <c:v>6868.5477000000001</c:v>
                </c:pt>
                <c:pt idx="48">
                  <c:v>6868.5477000000001</c:v>
                </c:pt>
                <c:pt idx="49">
                  <c:v>6868.5477000000001</c:v>
                </c:pt>
                <c:pt idx="50">
                  <c:v>6959.3608999999997</c:v>
                </c:pt>
                <c:pt idx="51">
                  <c:v>6990.4750999999997</c:v>
                </c:pt>
                <c:pt idx="52">
                  <c:v>6998.4297999999999</c:v>
                </c:pt>
                <c:pt idx="53">
                  <c:v>6966.7866000000004</c:v>
                </c:pt>
                <c:pt idx="54">
                  <c:v>6944.8239999999996</c:v>
                </c:pt>
                <c:pt idx="55">
                  <c:v>6944.8239999999996</c:v>
                </c:pt>
                <c:pt idx="56">
                  <c:v>6944.8239999999996</c:v>
                </c:pt>
                <c:pt idx="57">
                  <c:v>6894.2959000000001</c:v>
                </c:pt>
                <c:pt idx="58">
                  <c:v>6955.5736999999999</c:v>
                </c:pt>
                <c:pt idx="59">
                  <c:v>7002.7710999999999</c:v>
                </c:pt>
                <c:pt idx="60">
                  <c:v>6972.3062</c:v>
                </c:pt>
                <c:pt idx="61">
                  <c:v>6967.94</c:v>
                </c:pt>
                <c:pt idx="62">
                  <c:v>6967.94</c:v>
                </c:pt>
                <c:pt idx="63">
                  <c:v>6967.94</c:v>
                </c:pt>
                <c:pt idx="64">
                  <c:v>6997.0443999999998</c:v>
                </c:pt>
                <c:pt idx="65">
                  <c:v>6855.3434999999999</c:v>
                </c:pt>
                <c:pt idx="66">
                  <c:v>6891.4556000000002</c:v>
                </c:pt>
                <c:pt idx="67">
                  <c:v>6892.8564999999999</c:v>
                </c:pt>
                <c:pt idx="68">
                  <c:v>6798.2987000000003</c:v>
                </c:pt>
                <c:pt idx="69">
                  <c:v>6798.2987000000003</c:v>
                </c:pt>
                <c:pt idx="70">
                  <c:v>6798.2987000000003</c:v>
                </c:pt>
                <c:pt idx="71">
                  <c:v>6832.6210000000001</c:v>
                </c:pt>
                <c:pt idx="72">
                  <c:v>6769.8491000000004</c:v>
                </c:pt>
                <c:pt idx="73">
                  <c:v>6803.4737999999998</c:v>
                </c:pt>
                <c:pt idx="74">
                  <c:v>6689.7825999999995</c:v>
                </c:pt>
                <c:pt idx="75">
                  <c:v>6736.3671999999997</c:v>
                </c:pt>
                <c:pt idx="76">
                  <c:v>6736.3671999999997</c:v>
                </c:pt>
                <c:pt idx="77">
                  <c:v>6736.3671999999997</c:v>
                </c:pt>
                <c:pt idx="78">
                  <c:v>6721.4544999999998</c:v>
                </c:pt>
                <c:pt idx="79">
                  <c:v>6809.3913000000002</c:v>
                </c:pt>
                <c:pt idx="80">
                  <c:v>6840.3262000000004</c:v>
                </c:pt>
                <c:pt idx="81">
                  <c:v>6868.8344999999999</c:v>
                </c:pt>
                <c:pt idx="82">
                  <c:v>6867.9521000000004</c:v>
                </c:pt>
                <c:pt idx="83">
                  <c:v>6867.9521000000004</c:v>
                </c:pt>
                <c:pt idx="84">
                  <c:v>6867.9521000000004</c:v>
                </c:pt>
                <c:pt idx="85">
                  <c:v>6886.6890999999996</c:v>
                </c:pt>
                <c:pt idx="86">
                  <c:v>6825.3831</c:v>
                </c:pt>
                <c:pt idx="87">
                  <c:v>6806.2811000000002</c:v>
                </c:pt>
                <c:pt idx="88">
                  <c:v>6807.6445999999996</c:v>
                </c:pt>
                <c:pt idx="89">
                  <c:v>6875.8082999999997</c:v>
                </c:pt>
              </c:numCache>
            </c:numRef>
          </c:val>
          <c:extLst>
            <c:ext xmlns:c16="http://schemas.microsoft.com/office/drawing/2014/chart" uri="{C3380CC4-5D6E-409C-BE32-E72D297353CC}">
              <c16:uniqueId val="{00000003-F21C-41CC-BEF5-39FFB0C5BD74}"/>
            </c:ext>
          </c:extLst>
        </c:ser>
        <c:dLbls>
          <c:showLegendKey val="0"/>
          <c:showVal val="0"/>
          <c:showCatName val="0"/>
          <c:showSerName val="0"/>
          <c:showPercent val="0"/>
          <c:showBubbleSize val="0"/>
        </c:dLbls>
        <c:axId val="649438271"/>
        <c:axId val="649442431"/>
      </c:areaChart>
      <c:lineChart>
        <c:grouping val="standard"/>
        <c:varyColors val="0"/>
        <c:ser>
          <c:idx val="0"/>
          <c:order val="0"/>
          <c:tx>
            <c:strRef>
              <c:f>Sheet1!$E$1</c:f>
              <c:strCache>
                <c:ptCount val="1"/>
                <c:pt idx="0">
                  <c:v>权益仓位（左轴）</c:v>
                </c:pt>
              </c:strCache>
            </c:strRef>
          </c:tx>
          <c:spPr>
            <a:ln w="28575" cap="rnd">
              <a:solidFill>
                <a:schemeClr val="accent1"/>
              </a:solidFill>
              <a:round/>
            </a:ln>
            <a:effectLst/>
          </c:spPr>
          <c:marker>
            <c:symbol val="none"/>
          </c:marker>
          <c:cat>
            <c:strRef>
              <c:f>Sheet1!$A$2:$A$91</c:f>
              <c:strCache>
                <c:ptCount val="90"/>
                <c:pt idx="0">
                  <c:v>2023/1/1</c:v>
                </c:pt>
                <c:pt idx="1">
                  <c:v>2023/1/2</c:v>
                </c:pt>
                <c:pt idx="2">
                  <c:v>2023/1/3</c:v>
                </c:pt>
                <c:pt idx="3">
                  <c:v>2023/1/4</c:v>
                </c:pt>
                <c:pt idx="4">
                  <c:v>2023/1/5</c:v>
                </c:pt>
                <c:pt idx="5">
                  <c:v>2023/1/6</c:v>
                </c:pt>
                <c:pt idx="6">
                  <c:v>2023/1/7</c:v>
                </c:pt>
                <c:pt idx="7">
                  <c:v>2023/1/8</c:v>
                </c:pt>
                <c:pt idx="8">
                  <c:v>2023/1/9</c:v>
                </c:pt>
                <c:pt idx="9">
                  <c:v>2023/1/10</c:v>
                </c:pt>
                <c:pt idx="10">
                  <c:v>2023/1/11</c:v>
                </c:pt>
                <c:pt idx="11">
                  <c:v>2023/1/12</c:v>
                </c:pt>
                <c:pt idx="12">
                  <c:v>2023/1/13</c:v>
                </c:pt>
                <c:pt idx="13">
                  <c:v>2023/1/14</c:v>
                </c:pt>
                <c:pt idx="14">
                  <c:v>2023/1/15</c:v>
                </c:pt>
                <c:pt idx="15">
                  <c:v>2023/1/16</c:v>
                </c:pt>
                <c:pt idx="16">
                  <c:v>2023/1/17</c:v>
                </c:pt>
                <c:pt idx="17">
                  <c:v>2023/1/18</c:v>
                </c:pt>
                <c:pt idx="18">
                  <c:v>2023/1/19</c:v>
                </c:pt>
                <c:pt idx="19">
                  <c:v>2023/1/20</c:v>
                </c:pt>
                <c:pt idx="20">
                  <c:v>2023/1/21</c:v>
                </c:pt>
                <c:pt idx="21">
                  <c:v>2023/1/22</c:v>
                </c:pt>
                <c:pt idx="22">
                  <c:v>2023/1/23</c:v>
                </c:pt>
                <c:pt idx="23">
                  <c:v>2023/1/24</c:v>
                </c:pt>
                <c:pt idx="24">
                  <c:v>2023/1/25</c:v>
                </c:pt>
                <c:pt idx="25">
                  <c:v>2023/1/26</c:v>
                </c:pt>
                <c:pt idx="26">
                  <c:v>2023/1/27</c:v>
                </c:pt>
                <c:pt idx="27">
                  <c:v>2023/1/28</c:v>
                </c:pt>
                <c:pt idx="28">
                  <c:v>2023/1/29</c:v>
                </c:pt>
                <c:pt idx="29">
                  <c:v>2023/1/30</c:v>
                </c:pt>
                <c:pt idx="30">
                  <c:v>2023/1/31</c:v>
                </c:pt>
                <c:pt idx="31">
                  <c:v>2023/2/1</c:v>
                </c:pt>
                <c:pt idx="32">
                  <c:v>2023/2/2</c:v>
                </c:pt>
                <c:pt idx="33">
                  <c:v>2023/2/3</c:v>
                </c:pt>
                <c:pt idx="34">
                  <c:v>2023/2/4</c:v>
                </c:pt>
                <c:pt idx="35">
                  <c:v>2023/2/5</c:v>
                </c:pt>
                <c:pt idx="36">
                  <c:v>2023/2/6</c:v>
                </c:pt>
                <c:pt idx="37">
                  <c:v>2023/2/7</c:v>
                </c:pt>
                <c:pt idx="38">
                  <c:v>2023/2/8</c:v>
                </c:pt>
                <c:pt idx="39">
                  <c:v>2023/2/9</c:v>
                </c:pt>
                <c:pt idx="40">
                  <c:v>2023/2/10</c:v>
                </c:pt>
                <c:pt idx="41">
                  <c:v>2023/2/11</c:v>
                </c:pt>
                <c:pt idx="42">
                  <c:v>2023/2/12</c:v>
                </c:pt>
                <c:pt idx="43">
                  <c:v>2023/2/13</c:v>
                </c:pt>
                <c:pt idx="44">
                  <c:v>2023/2/14</c:v>
                </c:pt>
                <c:pt idx="45">
                  <c:v>2023/2/15</c:v>
                </c:pt>
                <c:pt idx="46">
                  <c:v>2023/2/16</c:v>
                </c:pt>
                <c:pt idx="47">
                  <c:v>2023/2/17</c:v>
                </c:pt>
                <c:pt idx="48">
                  <c:v>2023/2/18</c:v>
                </c:pt>
                <c:pt idx="49">
                  <c:v>2023/2/19</c:v>
                </c:pt>
                <c:pt idx="50">
                  <c:v>2023/2/20</c:v>
                </c:pt>
                <c:pt idx="51">
                  <c:v>2023/2/21</c:v>
                </c:pt>
                <c:pt idx="52">
                  <c:v>2023/2/22</c:v>
                </c:pt>
                <c:pt idx="53">
                  <c:v>2023/2/23</c:v>
                </c:pt>
                <c:pt idx="54">
                  <c:v>2023/2/24</c:v>
                </c:pt>
                <c:pt idx="55">
                  <c:v>2023/2/25</c:v>
                </c:pt>
                <c:pt idx="56">
                  <c:v>2023/2/26</c:v>
                </c:pt>
                <c:pt idx="57">
                  <c:v>2023/2/27</c:v>
                </c:pt>
                <c:pt idx="58">
                  <c:v>2023/2/28</c:v>
                </c:pt>
                <c:pt idx="59">
                  <c:v>2023/3/1</c:v>
                </c:pt>
                <c:pt idx="60">
                  <c:v>2023/3/2</c:v>
                </c:pt>
                <c:pt idx="61">
                  <c:v>2023/3/3</c:v>
                </c:pt>
                <c:pt idx="62">
                  <c:v>2023/3/4</c:v>
                </c:pt>
                <c:pt idx="63">
                  <c:v>2023/3/5</c:v>
                </c:pt>
                <c:pt idx="64">
                  <c:v>2023/3/6</c:v>
                </c:pt>
                <c:pt idx="65">
                  <c:v>2023/3/7</c:v>
                </c:pt>
                <c:pt idx="66">
                  <c:v>2023/3/8</c:v>
                </c:pt>
                <c:pt idx="67">
                  <c:v>2023/3/9</c:v>
                </c:pt>
                <c:pt idx="68">
                  <c:v>2023/3/10</c:v>
                </c:pt>
                <c:pt idx="69">
                  <c:v>2023/3/11</c:v>
                </c:pt>
                <c:pt idx="70">
                  <c:v>2023/3/12</c:v>
                </c:pt>
                <c:pt idx="71">
                  <c:v>2023/3/13</c:v>
                </c:pt>
                <c:pt idx="72">
                  <c:v>2023/3/14</c:v>
                </c:pt>
                <c:pt idx="73">
                  <c:v>2023/3/15</c:v>
                </c:pt>
                <c:pt idx="74">
                  <c:v>2023/3/16</c:v>
                </c:pt>
                <c:pt idx="75">
                  <c:v>2023/3/17</c:v>
                </c:pt>
                <c:pt idx="76">
                  <c:v>2023/3/18</c:v>
                </c:pt>
                <c:pt idx="77">
                  <c:v>2023/3/19</c:v>
                </c:pt>
                <c:pt idx="78">
                  <c:v>2023/3/20</c:v>
                </c:pt>
                <c:pt idx="79">
                  <c:v>2023/3/21</c:v>
                </c:pt>
                <c:pt idx="80">
                  <c:v>2023/3/22</c:v>
                </c:pt>
                <c:pt idx="81">
                  <c:v>2023/3/23</c:v>
                </c:pt>
                <c:pt idx="82">
                  <c:v>2023/3/24</c:v>
                </c:pt>
                <c:pt idx="83">
                  <c:v>2023/3/25</c:v>
                </c:pt>
                <c:pt idx="84">
                  <c:v>2023/3/26</c:v>
                </c:pt>
                <c:pt idx="85">
                  <c:v>2023/3/27</c:v>
                </c:pt>
                <c:pt idx="86">
                  <c:v>2023/3/28</c:v>
                </c:pt>
                <c:pt idx="87">
                  <c:v>2023/3/29</c:v>
                </c:pt>
                <c:pt idx="88">
                  <c:v>2023/3/30</c:v>
                </c:pt>
                <c:pt idx="89">
                  <c:v>2023/3/31</c:v>
                </c:pt>
              </c:strCache>
            </c:strRef>
          </c:cat>
          <c:val>
            <c:numRef>
              <c:f>Sheet1!$E$2:$E$91</c:f>
              <c:numCache>
                <c:formatCode>General</c:formatCode>
                <c:ptCount val="90"/>
                <c:pt idx="0">
                  <c:v>0.1564714631097629</c:v>
                </c:pt>
                <c:pt idx="1">
                  <c:v>0.1564616400008241</c:v>
                </c:pt>
                <c:pt idx="2">
                  <c:v>0.1624231394477815</c:v>
                </c:pt>
                <c:pt idx="3">
                  <c:v>0.16233722347623619</c:v>
                </c:pt>
                <c:pt idx="4">
                  <c:v>0.16788191253053589</c:v>
                </c:pt>
                <c:pt idx="5">
                  <c:v>0.16902477523976769</c:v>
                </c:pt>
                <c:pt idx="6">
                  <c:v>0.16901362171767409</c:v>
                </c:pt>
                <c:pt idx="7">
                  <c:v>0.16900246986074549</c:v>
                </c:pt>
                <c:pt idx="8">
                  <c:v>0.17226462061657671</c:v>
                </c:pt>
                <c:pt idx="9">
                  <c:v>0.1692303565608993</c:v>
                </c:pt>
                <c:pt idx="10">
                  <c:v>0.1671962937786288</c:v>
                </c:pt>
                <c:pt idx="11">
                  <c:v>0.1715472606705544</c:v>
                </c:pt>
                <c:pt idx="12">
                  <c:v>0.17142675287875669</c:v>
                </c:pt>
                <c:pt idx="13">
                  <c:v>0.1714154179376019</c:v>
                </c:pt>
                <c:pt idx="14">
                  <c:v>0.17140409735784651</c:v>
                </c:pt>
                <c:pt idx="15">
                  <c:v>0.17786542093363711</c:v>
                </c:pt>
                <c:pt idx="16">
                  <c:v>0.1774586149134538</c:v>
                </c:pt>
                <c:pt idx="17">
                  <c:v>0.18106830414727701</c:v>
                </c:pt>
                <c:pt idx="18">
                  <c:v>0.18539205933510219</c:v>
                </c:pt>
                <c:pt idx="19">
                  <c:v>0.185720070401695</c:v>
                </c:pt>
                <c:pt idx="20">
                  <c:v>0.1857082688610758</c:v>
                </c:pt>
                <c:pt idx="21">
                  <c:v>0.18568294265246291</c:v>
                </c:pt>
                <c:pt idx="22">
                  <c:v>0.18567129235197971</c:v>
                </c:pt>
                <c:pt idx="23">
                  <c:v>0.1856596436976487</c:v>
                </c:pt>
                <c:pt idx="24">
                  <c:v>0.18564799486078221</c:v>
                </c:pt>
                <c:pt idx="25">
                  <c:v>0.18563634767058959</c:v>
                </c:pt>
                <c:pt idx="26">
                  <c:v>0.18562470211851581</c:v>
                </c:pt>
                <c:pt idx="27">
                  <c:v>0.18561363135727621</c:v>
                </c:pt>
                <c:pt idx="28">
                  <c:v>0.18558926410746859</c:v>
                </c:pt>
                <c:pt idx="29">
                  <c:v>0.18708835732279189</c:v>
                </c:pt>
                <c:pt idx="30">
                  <c:v>0.1871536450188486</c:v>
                </c:pt>
                <c:pt idx="31">
                  <c:v>0.18699611967286359</c:v>
                </c:pt>
                <c:pt idx="32">
                  <c:v>0.1865729436932487</c:v>
                </c:pt>
                <c:pt idx="33">
                  <c:v>0.18728856870171129</c:v>
                </c:pt>
                <c:pt idx="34">
                  <c:v>0.18727626969658731</c:v>
                </c:pt>
                <c:pt idx="35">
                  <c:v>0.18726397250176141</c:v>
                </c:pt>
                <c:pt idx="36">
                  <c:v>0.19301909547529689</c:v>
                </c:pt>
                <c:pt idx="37">
                  <c:v>0.19301201856863581</c:v>
                </c:pt>
                <c:pt idx="38">
                  <c:v>0.18756496540262091</c:v>
                </c:pt>
                <c:pt idx="39">
                  <c:v>0.18897191084515941</c:v>
                </c:pt>
                <c:pt idx="40">
                  <c:v>0.18770809821245429</c:v>
                </c:pt>
                <c:pt idx="41">
                  <c:v>0.18769581865595741</c:v>
                </c:pt>
                <c:pt idx="42">
                  <c:v>0.1876835409071958</c:v>
                </c:pt>
                <c:pt idx="43">
                  <c:v>0.1890001060976704</c:v>
                </c:pt>
                <c:pt idx="44">
                  <c:v>0.19004122212137739</c:v>
                </c:pt>
                <c:pt idx="45">
                  <c:v>0.18948812742914431</c:v>
                </c:pt>
                <c:pt idx="46">
                  <c:v>0.19046475376071709</c:v>
                </c:pt>
                <c:pt idx="47">
                  <c:v>0.1872888897196722</c:v>
                </c:pt>
                <c:pt idx="48">
                  <c:v>0.1872765064949217</c:v>
                </c:pt>
                <c:pt idx="49">
                  <c:v>0.18726412509345139</c:v>
                </c:pt>
                <c:pt idx="50">
                  <c:v>0.18930897068563099</c:v>
                </c:pt>
                <c:pt idx="51">
                  <c:v>0.19204225167565719</c:v>
                </c:pt>
                <c:pt idx="52">
                  <c:v>0.18761624337148669</c:v>
                </c:pt>
                <c:pt idx="53">
                  <c:v>0.1863523870944106</c:v>
                </c:pt>
                <c:pt idx="54">
                  <c:v>0.18640802550772309</c:v>
                </c:pt>
                <c:pt idx="55">
                  <c:v>0.18639577599432439</c:v>
                </c:pt>
                <c:pt idx="56">
                  <c:v>0.18638352827724711</c:v>
                </c:pt>
                <c:pt idx="57">
                  <c:v>0.18467803108104969</c:v>
                </c:pt>
                <c:pt idx="58">
                  <c:v>0.18640119716751599</c:v>
                </c:pt>
                <c:pt idx="59">
                  <c:v>0.1880022784758785</c:v>
                </c:pt>
                <c:pt idx="60">
                  <c:v>0.18390335746530059</c:v>
                </c:pt>
                <c:pt idx="61">
                  <c:v>0.18903446305078109</c:v>
                </c:pt>
                <c:pt idx="62">
                  <c:v>0.1890222507939596</c:v>
                </c:pt>
                <c:pt idx="63">
                  <c:v>0.18901004046900369</c:v>
                </c:pt>
                <c:pt idx="64">
                  <c:v>0.18717245009043601</c:v>
                </c:pt>
                <c:pt idx="65">
                  <c:v>0.1811522410439414</c:v>
                </c:pt>
                <c:pt idx="66">
                  <c:v>0.1803746538652013</c:v>
                </c:pt>
                <c:pt idx="67">
                  <c:v>0.18218342167292009</c:v>
                </c:pt>
                <c:pt idx="68">
                  <c:v>0.18131431514075419</c:v>
                </c:pt>
                <c:pt idx="69">
                  <c:v>0.18130207340652091</c:v>
                </c:pt>
                <c:pt idx="70">
                  <c:v>0.1812898325561538</c:v>
                </c:pt>
                <c:pt idx="71">
                  <c:v>0.18219370367515431</c:v>
                </c:pt>
                <c:pt idx="72">
                  <c:v>0.1810695419703964</c:v>
                </c:pt>
                <c:pt idx="73">
                  <c:v>0.18110339794996019</c:v>
                </c:pt>
                <c:pt idx="74">
                  <c:v>0.17949405819386649</c:v>
                </c:pt>
                <c:pt idx="75">
                  <c:v>0.18222059224004869</c:v>
                </c:pt>
                <c:pt idx="76">
                  <c:v>0.18220843747180879</c:v>
                </c:pt>
                <c:pt idx="77">
                  <c:v>0.18219628450439471</c:v>
                </c:pt>
                <c:pt idx="78">
                  <c:v>0.17857961327102251</c:v>
                </c:pt>
                <c:pt idx="79">
                  <c:v>0.178475103041559</c:v>
                </c:pt>
                <c:pt idx="80">
                  <c:v>0.17082127109820691</c:v>
                </c:pt>
                <c:pt idx="81">
                  <c:v>0.17535620255712939</c:v>
                </c:pt>
                <c:pt idx="82">
                  <c:v>0.17516807966745301</c:v>
                </c:pt>
                <c:pt idx="83">
                  <c:v>0.1751581124262655</c:v>
                </c:pt>
                <c:pt idx="84">
                  <c:v>0.17514664188645609</c:v>
                </c:pt>
                <c:pt idx="85">
                  <c:v>0.17493448078705401</c:v>
                </c:pt>
                <c:pt idx="86">
                  <c:v>0.1763184793954799</c:v>
                </c:pt>
                <c:pt idx="87">
                  <c:v>0.1742550274518441</c:v>
                </c:pt>
                <c:pt idx="88">
                  <c:v>0.17396329804717259</c:v>
                </c:pt>
                <c:pt idx="89">
                  <c:v>0.17047907065512519</c:v>
                </c:pt>
              </c:numCache>
            </c:numRef>
          </c:val>
          <c:smooth val="0"/>
          <c:extLst>
            <c:ext xmlns:c16="http://schemas.microsoft.com/office/drawing/2014/chart" uri="{C3380CC4-5D6E-409C-BE32-E72D297353CC}">
              <c16:uniqueId val="{00000000-F21C-41CC-BEF5-39FFB0C5BD74}"/>
            </c:ext>
          </c:extLst>
        </c:ser>
        <c:dLbls>
          <c:showLegendKey val="0"/>
          <c:showVal val="0"/>
          <c:showCatName val="0"/>
          <c:showSerName val="0"/>
          <c:showPercent val="0"/>
          <c:showBubbleSize val="0"/>
        </c:dLbls>
        <c:marker val="1"/>
        <c:smooth val="0"/>
        <c:axId val="649403327"/>
        <c:axId val="649426623"/>
      </c:lineChart>
      <c:catAx>
        <c:axId val="649403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b" anchorCtr="0"/>
          <a:lstStyle/>
          <a:p>
            <a:pPr>
              <a:defRPr sz="900" b="0" i="0" u="none" strike="noStrike" kern="1200" baseline="0">
                <a:solidFill>
                  <a:schemeClr val="tx1">
                    <a:lumMod val="65000"/>
                    <a:lumOff val="35000"/>
                  </a:schemeClr>
                </a:solidFill>
                <a:latin typeface="+mn-lt"/>
                <a:ea typeface="+mn-ea"/>
                <a:cs typeface="+mn-cs"/>
              </a:defRPr>
            </a:pPr>
            <a:endParaRPr lang="zh-CN"/>
          </a:p>
        </c:txPr>
        <c:crossAx val="649426623"/>
        <c:crosses val="autoZero"/>
        <c:auto val="1"/>
        <c:lblAlgn val="ctr"/>
        <c:lblOffset val="100"/>
        <c:noMultiLvlLbl val="0"/>
      </c:catAx>
      <c:valAx>
        <c:axId val="649426623"/>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649403327"/>
        <c:crosses val="autoZero"/>
        <c:crossBetween val="between"/>
      </c:valAx>
      <c:valAx>
        <c:axId val="649442431"/>
        <c:scaling>
          <c:orientation val="minMax"/>
        </c:scaling>
        <c:delete val="0"/>
        <c:axPos val="r"/>
        <c:numFmt formatCode="###,###,##0.0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649438271"/>
        <c:crosses val="max"/>
        <c:crossBetween val="between"/>
      </c:valAx>
      <c:catAx>
        <c:axId val="649438271"/>
        <c:scaling>
          <c:orientation val="minMax"/>
        </c:scaling>
        <c:delete val="1"/>
        <c:axPos val="b"/>
        <c:numFmt formatCode="General" sourceLinked="1"/>
        <c:majorTickMark val="out"/>
        <c:minorTickMark val="none"/>
        <c:tickLblPos val="nextTo"/>
        <c:crossAx val="649442431"/>
        <c:crosses val="autoZero"/>
        <c:auto val="1"/>
        <c:lblAlgn val="ctr"/>
        <c:lblOffset val="100"/>
        <c:noMultiLvlLbl val="0"/>
      </c:catAx>
      <c:spPr>
        <a:noFill/>
        <a:ln>
          <a:noFill/>
        </a:ln>
        <a:effectLst/>
      </c:spPr>
    </c:plotArea>
    <c:legend>
      <c:legendPos val="b"/>
      <c:layout>
        <c:manualLayout>
          <c:xMode val="edge"/>
          <c:yMode val="edge"/>
          <c:x val="0"/>
          <c:y val="0.87085415737077654"/>
          <c:w val="0.9889178858474138"/>
          <c:h val="0.1150833682784185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solidFill>
        <a:schemeClr val="bg1">
          <a:lumMod val="95000"/>
        </a:schemeClr>
      </a:solid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582A3D24-6083-4546-8C6D-DEE86BAAAE49}" type="datetimeFigureOut">
              <a:rPr lang="zh-CN" altLang="en-US" smtClean="0"/>
              <a:t>2026/7/10</a:t>
            </a:fld>
            <a:endParaRPr lang="zh-CN" alt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A3ED8765-8EF3-408C-9341-152904E414ED}"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3</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7</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15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4.png"/><Relationship Id="rId4" Type="http://schemas.openxmlformats.org/officeDocument/2006/relationships/image" Target="../media/image13.sv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svg"/><Relationship Id="rId9"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封面">
    <p:spTree>
      <p:nvGrpSpPr>
        <p:cNvPr id="1" name=""/>
        <p:cNvGrpSpPr/>
        <p:nvPr/>
      </p:nvGrpSpPr>
      <p:grpSpPr>
        <a:xfrm>
          <a:off x="0" y="0"/>
          <a:ext cx="0" cy="0"/>
          <a:chOff x="0" y="0"/>
          <a:chExt cx="0" cy="0"/>
        </a:xfrm>
      </p:grpSpPr>
      <p:pic>
        <p:nvPicPr>
          <p:cNvPr id="82" name="图片 81"/>
          <p:cNvPicPr>
            <a:picLocks noChangeAspect="1"/>
          </p:cNvPicPr>
          <p:nvPr userDrawn="1"/>
        </p:nvPicPr>
        <p:blipFill rotWithShape="1">
          <a:blip r:embed="rId2"/>
          <a:srcRect b="32181"/>
          <a:stretch>
            <a:fillRect/>
          </a:stretch>
        </p:blipFill>
        <p:spPr>
          <a:xfrm>
            <a:off x="8953126" y="4278003"/>
            <a:ext cx="1103472" cy="2579997"/>
          </a:xfrm>
          <a:prstGeom prst="rect">
            <a:avLst/>
          </a:prstGeom>
        </p:spPr>
      </p:pic>
      <p:pic>
        <p:nvPicPr>
          <p:cNvPr id="49" name="图片 48"/>
          <p:cNvPicPr>
            <a:picLocks noChangeAspect="1"/>
          </p:cNvPicPr>
          <p:nvPr userDrawn="1"/>
        </p:nvPicPr>
        <p:blipFill>
          <a:blip r:embed="rId3"/>
          <a:srcRect b="51003"/>
          <a:stretch>
            <a:fillRect/>
          </a:stretch>
        </p:blipFill>
        <p:spPr>
          <a:xfrm>
            <a:off x="9758754" y="6141093"/>
            <a:ext cx="2432515" cy="716907"/>
          </a:xfrm>
          <a:custGeom>
            <a:avLst/>
            <a:gdLst>
              <a:gd name="connsiteX0" fmla="*/ 0 w 2432515"/>
              <a:gd name="connsiteY0" fmla="*/ 0 h 716907"/>
              <a:gd name="connsiteX1" fmla="*/ 2432515 w 2432515"/>
              <a:gd name="connsiteY1" fmla="*/ 0 h 716907"/>
              <a:gd name="connsiteX2" fmla="*/ 2432515 w 2432515"/>
              <a:gd name="connsiteY2" fmla="*/ 716907 h 716907"/>
              <a:gd name="connsiteX3" fmla="*/ 0 w 2432515"/>
              <a:gd name="connsiteY3" fmla="*/ 716907 h 716907"/>
            </a:gdLst>
            <a:ahLst/>
            <a:cxnLst>
              <a:cxn ang="0">
                <a:pos x="connsiteX0" y="connsiteY0"/>
              </a:cxn>
              <a:cxn ang="0">
                <a:pos x="connsiteX1" y="connsiteY1"/>
              </a:cxn>
              <a:cxn ang="0">
                <a:pos x="connsiteX2" y="connsiteY2"/>
              </a:cxn>
              <a:cxn ang="0">
                <a:pos x="connsiteX3" y="connsiteY3"/>
              </a:cxn>
            </a:cxnLst>
            <a:rect l="l" t="t" r="r" b="b"/>
            <a:pathLst>
              <a:path w="2432515" h="716907">
                <a:moveTo>
                  <a:pt x="0" y="0"/>
                </a:moveTo>
                <a:lnTo>
                  <a:pt x="2432515" y="0"/>
                </a:lnTo>
                <a:lnTo>
                  <a:pt x="2432515" y="716907"/>
                </a:lnTo>
                <a:lnTo>
                  <a:pt x="0" y="716907"/>
                </a:lnTo>
                <a:close/>
              </a:path>
            </a:pathLst>
          </a:custGeom>
        </p:spPr>
      </p:pic>
      <p:pic>
        <p:nvPicPr>
          <p:cNvPr id="43" name="图片 42"/>
          <p:cNvPicPr>
            <a:picLocks noChangeAspect="1"/>
          </p:cNvPicPr>
          <p:nvPr userDrawn="1"/>
        </p:nvPicPr>
        <p:blipFill rotWithShape="1">
          <a:blip r:embed="rId4"/>
          <a:srcRect l="61" t="46981" b="36176"/>
          <a:stretch>
            <a:fillRect/>
          </a:stretch>
        </p:blipFill>
        <p:spPr>
          <a:xfrm>
            <a:off x="0" y="6134078"/>
            <a:ext cx="12191765" cy="723922"/>
          </a:xfrm>
          <a:custGeom>
            <a:avLst/>
            <a:gdLst>
              <a:gd name="connsiteX0" fmla="*/ 0 w 12191765"/>
              <a:gd name="connsiteY0" fmla="*/ 0 h 2743202"/>
              <a:gd name="connsiteX1" fmla="*/ 12191765 w 12191765"/>
              <a:gd name="connsiteY1" fmla="*/ 0 h 2743202"/>
              <a:gd name="connsiteX2" fmla="*/ 12191765 w 12191765"/>
              <a:gd name="connsiteY2" fmla="*/ 2743202 h 2743202"/>
              <a:gd name="connsiteX3" fmla="*/ 0 w 12191765"/>
              <a:gd name="connsiteY3" fmla="*/ 2743202 h 2743202"/>
            </a:gdLst>
            <a:ahLst/>
            <a:cxnLst>
              <a:cxn ang="0">
                <a:pos x="connsiteX0" y="connsiteY0"/>
              </a:cxn>
              <a:cxn ang="0">
                <a:pos x="connsiteX1" y="connsiteY1"/>
              </a:cxn>
              <a:cxn ang="0">
                <a:pos x="connsiteX2" y="connsiteY2"/>
              </a:cxn>
              <a:cxn ang="0">
                <a:pos x="connsiteX3" y="connsiteY3"/>
              </a:cxn>
            </a:cxnLst>
            <a:rect l="l" t="t" r="r" b="b"/>
            <a:pathLst>
              <a:path w="12191765" h="2743202">
                <a:moveTo>
                  <a:pt x="0" y="0"/>
                </a:moveTo>
                <a:lnTo>
                  <a:pt x="12191765" y="0"/>
                </a:lnTo>
                <a:lnTo>
                  <a:pt x="12191765" y="2743202"/>
                </a:lnTo>
                <a:lnTo>
                  <a:pt x="0" y="2743202"/>
                </a:lnTo>
                <a:close/>
              </a:path>
            </a:pathLst>
          </a:custGeom>
        </p:spPr>
      </p:pic>
      <p:sp>
        <p:nvSpPr>
          <p:cNvPr id="40" name="Subtitle 2"/>
          <p:cNvSpPr>
            <a:spLocks noGrp="1"/>
          </p:cNvSpPr>
          <p:nvPr>
            <p:ph type="subTitle" idx="1" hasCustomPrompt="1"/>
          </p:nvPr>
        </p:nvSpPr>
        <p:spPr>
          <a:xfrm>
            <a:off x="1010923" y="3232633"/>
            <a:ext cx="8414494" cy="451268"/>
          </a:xfrm>
        </p:spPr>
        <p:txBody>
          <a:bodyPr vert="horz" lIns="91440" tIns="72000" rIns="91440" bIns="45720" rtlCol="0" anchor="t" anchorCtr="0">
            <a:spAutoFit/>
          </a:bodyPr>
          <a:lstStyle>
            <a:lvl1pPr marL="0" indent="0" algn="l" defTabSz="914400" rtl="0" eaLnBrk="1" latinLnBrk="0" hangingPunct="1">
              <a:lnSpc>
                <a:spcPct val="90000"/>
              </a:lnSpc>
              <a:spcBef>
                <a:spcPts val="1000"/>
              </a:spcBef>
              <a:buFont typeface="Arial" panose="020B0604020202020204" pitchFamily="34" charset="0"/>
              <a:buNone/>
              <a:defRPr lang="en-US" altLang="zh-CN" sz="2400" kern="1200" dirty="0">
                <a:solidFill>
                  <a:schemeClr val="tx1"/>
                </a:solidFill>
                <a:latin typeface="+mn-lt"/>
                <a:ea typeface="+mn-ea"/>
                <a:cs typeface="+mn-cs"/>
              </a:defRPr>
            </a:lvl1pPr>
          </a:lstStyle>
          <a:p>
            <a:pPr marL="0" indent="0">
              <a:buNone/>
            </a:pPr>
            <a:r>
              <a:rPr lang="zh-CN" altLang="en-US" sz="2400" dirty="0"/>
              <a:t>单击此处添加副标题 </a:t>
            </a:r>
            <a:r>
              <a:rPr lang="en-US" altLang="zh-CN" sz="2400" dirty="0"/>
              <a:t>-24pt</a:t>
            </a:r>
          </a:p>
        </p:txBody>
      </p:sp>
      <p:pic>
        <p:nvPicPr>
          <p:cNvPr id="63" name="图形 62"/>
          <p:cNvPicPr>
            <a:picLocks noChangeAspect="1"/>
          </p:cNvPicPr>
          <p:nvPr userDrawn="1"/>
        </p:nvPicPr>
        <p:blipFill>
          <a:blip>
            <a:alphaModFix amt="50000"/>
            <a:extLst>
              <a:ext uri="{96DAC541-7B7A-43D3-8B79-37D633B846F1}">
                <asvg:svgBlip xmlns:asvg="http://schemas.microsoft.com/office/drawing/2016/SVG/main" r:embed="rId5"/>
              </a:ext>
            </a:extLst>
          </a:blip>
          <a:stretch>
            <a:fillRect/>
          </a:stretch>
        </p:blipFill>
        <p:spPr>
          <a:xfrm>
            <a:off x="9758024" y="4758622"/>
            <a:ext cx="2433975" cy="1464098"/>
          </a:xfrm>
          <a:prstGeom prst="rect">
            <a:avLst/>
          </a:prstGeom>
        </p:spPr>
      </p:pic>
      <p:pic>
        <p:nvPicPr>
          <p:cNvPr id="64" name="图形 63"/>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619" y="3965767"/>
            <a:ext cx="8964636" cy="2270897"/>
          </a:xfrm>
          <a:prstGeom prst="rect">
            <a:avLst/>
          </a:prstGeom>
        </p:spPr>
      </p:pic>
      <p:sp>
        <p:nvSpPr>
          <p:cNvPr id="65" name="矩形 64"/>
          <p:cNvSpPr/>
          <p:nvPr userDrawn="1"/>
        </p:nvSpPr>
        <p:spPr>
          <a:xfrm>
            <a:off x="835661" y="1670164"/>
            <a:ext cx="72000" cy="198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占位符 5"/>
          <p:cNvSpPr>
            <a:spLocks noGrp="1"/>
          </p:cNvSpPr>
          <p:nvPr>
            <p:ph type="body" sz="quarter" idx="19" hasCustomPrompt="1"/>
          </p:nvPr>
        </p:nvSpPr>
        <p:spPr>
          <a:xfrm>
            <a:off x="1010923" y="1668046"/>
            <a:ext cx="8414494" cy="1478799"/>
          </a:xfrm>
        </p:spPr>
        <p:txBody>
          <a:bodyPr anchor="b" anchorCtr="0">
            <a:noAutofit/>
          </a:bodyPr>
          <a:lstStyle>
            <a:lvl1pPr marL="0" indent="0" algn="l" defTabSz="914400" rtl="0" eaLnBrk="1" latinLnBrk="0" hangingPunct="1">
              <a:lnSpc>
                <a:spcPct val="100000"/>
              </a:lnSpc>
              <a:buFontTx/>
              <a:buNone/>
              <a:defRPr lang="zh-CN" altLang="en-US" sz="4400" b="1" kern="1200" dirty="0">
                <a:solidFill>
                  <a:schemeClr val="accent1"/>
                </a:solidFill>
                <a:latin typeface="+mn-lt"/>
                <a:ea typeface="+mn-ea"/>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国泰基金管理有限公司</a:t>
            </a:r>
            <a:br>
              <a:rPr lang="zh-CN" altLang="en-US" dirty="0"/>
            </a:br>
            <a:r>
              <a:rPr lang="en-US" altLang="zh-CN" dirty="0"/>
              <a:t>PPT</a:t>
            </a:r>
            <a:r>
              <a:rPr lang="zh-CN" altLang="en-US" dirty="0"/>
              <a:t>应用标准模板</a:t>
            </a:r>
            <a:r>
              <a:rPr lang="en-US" altLang="zh-CN" dirty="0"/>
              <a:t>-44pt</a:t>
            </a:r>
            <a:endParaRPr lang="zh-CN" altLang="en-US" dirty="0"/>
          </a:p>
        </p:txBody>
      </p:sp>
      <p:sp>
        <p:nvSpPr>
          <p:cNvPr id="70" name="矩形 69"/>
          <p:cNvSpPr/>
          <p:nvPr userDrawn="1"/>
        </p:nvSpPr>
        <p:spPr>
          <a:xfrm>
            <a:off x="-7621" y="6177125"/>
            <a:ext cx="12199621" cy="680875"/>
          </a:xfrm>
          <a:prstGeom prst="rect">
            <a:avLst/>
          </a:prstGeom>
          <a:gradFill>
            <a:gsLst>
              <a:gs pos="77000">
                <a:schemeClr val="bg1"/>
              </a:gs>
              <a:gs pos="0">
                <a:schemeClr val="bg1">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userDrawn="1"/>
        </p:nvSpPr>
        <p:spPr>
          <a:xfrm>
            <a:off x="-3810" y="61340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黑暗中的标志&#10;&#10;描述已自动生成">
            <a:extLst>
              <a:ext uri="{FF2B5EF4-FFF2-40B4-BE49-F238E27FC236}">
                <a16:creationId xmlns:a16="http://schemas.microsoft.com/office/drawing/2014/main" id="{83B8D2D0-9CF1-9F26-67BB-7A527B759385}"/>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35661" y="539192"/>
            <a:ext cx="1744094" cy="48409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封面2">
    <p:spTree>
      <p:nvGrpSpPr>
        <p:cNvPr id="1" name=""/>
        <p:cNvGrpSpPr/>
        <p:nvPr/>
      </p:nvGrpSpPr>
      <p:grpSpPr>
        <a:xfrm>
          <a:off x="0" y="0"/>
          <a:ext cx="0" cy="0"/>
          <a:chOff x="0" y="0"/>
          <a:chExt cx="0" cy="0"/>
        </a:xfrm>
      </p:grpSpPr>
      <p:pic>
        <p:nvPicPr>
          <p:cNvPr id="82" name="图片 81"/>
          <p:cNvPicPr>
            <a:picLocks noChangeAspect="1"/>
          </p:cNvPicPr>
          <p:nvPr userDrawn="1"/>
        </p:nvPicPr>
        <p:blipFill rotWithShape="1">
          <a:blip r:embed="rId2"/>
          <a:srcRect b="32181"/>
          <a:stretch>
            <a:fillRect/>
          </a:stretch>
        </p:blipFill>
        <p:spPr>
          <a:xfrm>
            <a:off x="8953126" y="4278003"/>
            <a:ext cx="1103472" cy="2579997"/>
          </a:xfrm>
          <a:prstGeom prst="rect">
            <a:avLst/>
          </a:prstGeom>
        </p:spPr>
      </p:pic>
      <p:pic>
        <p:nvPicPr>
          <p:cNvPr id="49" name="图片 48"/>
          <p:cNvPicPr>
            <a:picLocks noChangeAspect="1"/>
          </p:cNvPicPr>
          <p:nvPr userDrawn="1"/>
        </p:nvPicPr>
        <p:blipFill>
          <a:blip r:embed="rId3"/>
          <a:srcRect b="51003"/>
          <a:stretch>
            <a:fillRect/>
          </a:stretch>
        </p:blipFill>
        <p:spPr>
          <a:xfrm>
            <a:off x="9758754" y="6141093"/>
            <a:ext cx="2432515" cy="716907"/>
          </a:xfrm>
          <a:custGeom>
            <a:avLst/>
            <a:gdLst>
              <a:gd name="connsiteX0" fmla="*/ 0 w 2432515"/>
              <a:gd name="connsiteY0" fmla="*/ 0 h 716907"/>
              <a:gd name="connsiteX1" fmla="*/ 2432515 w 2432515"/>
              <a:gd name="connsiteY1" fmla="*/ 0 h 716907"/>
              <a:gd name="connsiteX2" fmla="*/ 2432515 w 2432515"/>
              <a:gd name="connsiteY2" fmla="*/ 716907 h 716907"/>
              <a:gd name="connsiteX3" fmla="*/ 0 w 2432515"/>
              <a:gd name="connsiteY3" fmla="*/ 716907 h 716907"/>
            </a:gdLst>
            <a:ahLst/>
            <a:cxnLst>
              <a:cxn ang="0">
                <a:pos x="connsiteX0" y="connsiteY0"/>
              </a:cxn>
              <a:cxn ang="0">
                <a:pos x="connsiteX1" y="connsiteY1"/>
              </a:cxn>
              <a:cxn ang="0">
                <a:pos x="connsiteX2" y="connsiteY2"/>
              </a:cxn>
              <a:cxn ang="0">
                <a:pos x="connsiteX3" y="connsiteY3"/>
              </a:cxn>
            </a:cxnLst>
            <a:rect l="l" t="t" r="r" b="b"/>
            <a:pathLst>
              <a:path w="2432515" h="716907">
                <a:moveTo>
                  <a:pt x="0" y="0"/>
                </a:moveTo>
                <a:lnTo>
                  <a:pt x="2432515" y="0"/>
                </a:lnTo>
                <a:lnTo>
                  <a:pt x="2432515" y="716907"/>
                </a:lnTo>
                <a:lnTo>
                  <a:pt x="0" y="716907"/>
                </a:lnTo>
                <a:close/>
              </a:path>
            </a:pathLst>
          </a:custGeom>
        </p:spPr>
      </p:pic>
      <p:pic>
        <p:nvPicPr>
          <p:cNvPr id="43" name="图片 42"/>
          <p:cNvPicPr>
            <a:picLocks noChangeAspect="1"/>
          </p:cNvPicPr>
          <p:nvPr userDrawn="1"/>
        </p:nvPicPr>
        <p:blipFill rotWithShape="1">
          <a:blip r:embed="rId4"/>
          <a:srcRect l="61" t="46981" b="36176"/>
          <a:stretch>
            <a:fillRect/>
          </a:stretch>
        </p:blipFill>
        <p:spPr>
          <a:xfrm>
            <a:off x="0" y="6134078"/>
            <a:ext cx="12191765" cy="723922"/>
          </a:xfrm>
          <a:custGeom>
            <a:avLst/>
            <a:gdLst>
              <a:gd name="connsiteX0" fmla="*/ 0 w 12191765"/>
              <a:gd name="connsiteY0" fmla="*/ 0 h 2743202"/>
              <a:gd name="connsiteX1" fmla="*/ 12191765 w 12191765"/>
              <a:gd name="connsiteY1" fmla="*/ 0 h 2743202"/>
              <a:gd name="connsiteX2" fmla="*/ 12191765 w 12191765"/>
              <a:gd name="connsiteY2" fmla="*/ 2743202 h 2743202"/>
              <a:gd name="connsiteX3" fmla="*/ 0 w 12191765"/>
              <a:gd name="connsiteY3" fmla="*/ 2743202 h 2743202"/>
            </a:gdLst>
            <a:ahLst/>
            <a:cxnLst>
              <a:cxn ang="0">
                <a:pos x="connsiteX0" y="connsiteY0"/>
              </a:cxn>
              <a:cxn ang="0">
                <a:pos x="connsiteX1" y="connsiteY1"/>
              </a:cxn>
              <a:cxn ang="0">
                <a:pos x="connsiteX2" y="connsiteY2"/>
              </a:cxn>
              <a:cxn ang="0">
                <a:pos x="connsiteX3" y="connsiteY3"/>
              </a:cxn>
            </a:cxnLst>
            <a:rect l="l" t="t" r="r" b="b"/>
            <a:pathLst>
              <a:path w="12191765" h="2743202">
                <a:moveTo>
                  <a:pt x="0" y="0"/>
                </a:moveTo>
                <a:lnTo>
                  <a:pt x="12191765" y="0"/>
                </a:lnTo>
                <a:lnTo>
                  <a:pt x="12191765" y="2743202"/>
                </a:lnTo>
                <a:lnTo>
                  <a:pt x="0" y="2743202"/>
                </a:lnTo>
                <a:close/>
              </a:path>
            </a:pathLst>
          </a:custGeom>
        </p:spPr>
      </p:pic>
      <p:pic>
        <p:nvPicPr>
          <p:cNvPr id="63" name="图形 62"/>
          <p:cNvPicPr>
            <a:picLocks noChangeAspect="1"/>
          </p:cNvPicPr>
          <p:nvPr userDrawn="1"/>
        </p:nvPicPr>
        <p:blipFill>
          <a:blip>
            <a:alphaModFix amt="50000"/>
            <a:extLst>
              <a:ext uri="{96DAC541-7B7A-43D3-8B79-37D633B846F1}">
                <asvg:svgBlip xmlns:asvg="http://schemas.microsoft.com/office/drawing/2016/SVG/main" r:embed="rId5"/>
              </a:ext>
            </a:extLst>
          </a:blip>
          <a:stretch>
            <a:fillRect/>
          </a:stretch>
        </p:blipFill>
        <p:spPr>
          <a:xfrm>
            <a:off x="9758024" y="4758622"/>
            <a:ext cx="2433975" cy="1464098"/>
          </a:xfrm>
          <a:prstGeom prst="rect">
            <a:avLst/>
          </a:prstGeom>
        </p:spPr>
      </p:pic>
      <p:pic>
        <p:nvPicPr>
          <p:cNvPr id="64" name="图形 63"/>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619" y="3965767"/>
            <a:ext cx="8964636" cy="2270897"/>
          </a:xfrm>
          <a:prstGeom prst="rect">
            <a:avLst/>
          </a:prstGeom>
        </p:spPr>
      </p:pic>
      <p:sp>
        <p:nvSpPr>
          <p:cNvPr id="67" name="文本占位符 5"/>
          <p:cNvSpPr>
            <a:spLocks noGrp="1"/>
          </p:cNvSpPr>
          <p:nvPr>
            <p:ph type="body" sz="quarter" idx="19" hasCustomPrompt="1"/>
          </p:nvPr>
        </p:nvSpPr>
        <p:spPr>
          <a:xfrm>
            <a:off x="660400" y="1621612"/>
            <a:ext cx="10858500" cy="1260000"/>
          </a:xfrm>
        </p:spPr>
        <p:txBody>
          <a:bodyPr anchor="ctr" anchorCtr="0">
            <a:noAutofit/>
          </a:bodyPr>
          <a:lstStyle>
            <a:lvl1pPr marL="0" indent="0" algn="l" defTabSz="914400" rtl="0" eaLnBrk="1" latinLnBrk="0" hangingPunct="1">
              <a:lnSpc>
                <a:spcPct val="100000"/>
              </a:lnSpc>
              <a:buFontTx/>
              <a:buNone/>
              <a:defRPr lang="zh-CN" altLang="en-US" sz="5400" b="1" kern="1200" dirty="0">
                <a:solidFill>
                  <a:schemeClr val="accent1"/>
                </a:solidFill>
                <a:latin typeface="+mn-lt"/>
                <a:ea typeface="+mn-ea"/>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国泰基金管理有限公司</a:t>
            </a:r>
            <a:r>
              <a:rPr lang="en-US" altLang="zh-CN" dirty="0"/>
              <a:t>-44pt</a:t>
            </a:r>
            <a:endParaRPr lang="zh-CN" altLang="en-US" dirty="0"/>
          </a:p>
        </p:txBody>
      </p:sp>
      <p:sp>
        <p:nvSpPr>
          <p:cNvPr id="70" name="矩形 69"/>
          <p:cNvSpPr/>
          <p:nvPr userDrawn="1"/>
        </p:nvSpPr>
        <p:spPr>
          <a:xfrm>
            <a:off x="-7621" y="6177125"/>
            <a:ext cx="12199621" cy="680875"/>
          </a:xfrm>
          <a:prstGeom prst="rect">
            <a:avLst/>
          </a:prstGeom>
          <a:gradFill>
            <a:gsLst>
              <a:gs pos="77000">
                <a:schemeClr val="bg1"/>
              </a:gs>
              <a:gs pos="0">
                <a:schemeClr val="bg1">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userDrawn="1"/>
        </p:nvSpPr>
        <p:spPr>
          <a:xfrm>
            <a:off x="-3810" y="61340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黑暗中的标志&#10;&#10;描述已自动生成">
            <a:extLst>
              <a:ext uri="{FF2B5EF4-FFF2-40B4-BE49-F238E27FC236}">
                <a16:creationId xmlns:a16="http://schemas.microsoft.com/office/drawing/2014/main" id="{83B8D2D0-9CF1-9F26-67BB-7A527B759385}"/>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60400" y="507694"/>
            <a:ext cx="1744094" cy="48409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sp>
        <p:nvSpPr>
          <p:cNvPr id="34" name="矩形 33"/>
          <p:cNvSpPr/>
          <p:nvPr userDrawn="1"/>
        </p:nvSpPr>
        <p:spPr>
          <a:xfrm>
            <a:off x="0" y="1"/>
            <a:ext cx="5424488" cy="62106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p:cNvPicPr>
            <a:picLocks noChangeAspect="1"/>
          </p:cNvPicPr>
          <p:nvPr userDrawn="1"/>
        </p:nvPicPr>
        <p:blipFill rotWithShape="1">
          <a:blip r:embed="rId2"/>
          <a:srcRect b="32181"/>
          <a:stretch>
            <a:fillRect/>
          </a:stretch>
        </p:blipFill>
        <p:spPr>
          <a:xfrm>
            <a:off x="2422533" y="4278003"/>
            <a:ext cx="1103472" cy="2579997"/>
          </a:xfrm>
          <a:prstGeom prst="rect">
            <a:avLst/>
          </a:prstGeom>
        </p:spPr>
      </p:pic>
      <p:pic>
        <p:nvPicPr>
          <p:cNvPr id="91" name="图片 90"/>
          <p:cNvPicPr>
            <a:picLocks noChangeAspect="1"/>
          </p:cNvPicPr>
          <p:nvPr userDrawn="1"/>
        </p:nvPicPr>
        <p:blipFill rotWithShape="1">
          <a:blip r:embed="rId3"/>
          <a:srcRect l="388" r="31460" b="30866"/>
          <a:stretch>
            <a:fillRect/>
          </a:stretch>
        </p:blipFill>
        <p:spPr>
          <a:xfrm>
            <a:off x="0" y="4114166"/>
            <a:ext cx="2409825" cy="2743834"/>
          </a:xfrm>
          <a:custGeom>
            <a:avLst/>
            <a:gdLst>
              <a:gd name="connsiteX0" fmla="*/ 0 w 3522220"/>
              <a:gd name="connsiteY0" fmla="*/ 0 h 2743834"/>
              <a:gd name="connsiteX1" fmla="*/ 3522220 w 3522220"/>
              <a:gd name="connsiteY1" fmla="*/ 0 h 2743834"/>
              <a:gd name="connsiteX2" fmla="*/ 3522220 w 3522220"/>
              <a:gd name="connsiteY2" fmla="*/ 2743834 h 2743834"/>
              <a:gd name="connsiteX3" fmla="*/ 0 w 3522220"/>
              <a:gd name="connsiteY3" fmla="*/ 2743834 h 2743834"/>
            </a:gdLst>
            <a:ahLst/>
            <a:cxnLst>
              <a:cxn ang="0">
                <a:pos x="connsiteX0" y="connsiteY0"/>
              </a:cxn>
              <a:cxn ang="0">
                <a:pos x="connsiteX1" y="connsiteY1"/>
              </a:cxn>
              <a:cxn ang="0">
                <a:pos x="connsiteX2" y="connsiteY2"/>
              </a:cxn>
              <a:cxn ang="0">
                <a:pos x="connsiteX3" y="connsiteY3"/>
              </a:cxn>
            </a:cxnLst>
            <a:rect l="l" t="t" r="r" b="b"/>
            <a:pathLst>
              <a:path w="3522220" h="2743834">
                <a:moveTo>
                  <a:pt x="0" y="0"/>
                </a:moveTo>
                <a:lnTo>
                  <a:pt x="3522220" y="0"/>
                </a:lnTo>
                <a:lnTo>
                  <a:pt x="3522220" y="2743834"/>
                </a:lnTo>
                <a:lnTo>
                  <a:pt x="0" y="2743834"/>
                </a:lnTo>
                <a:close/>
              </a:path>
            </a:pathLst>
          </a:custGeom>
        </p:spPr>
      </p:pic>
      <p:sp>
        <p:nvSpPr>
          <p:cNvPr id="35" name="矩形 34"/>
          <p:cNvSpPr/>
          <p:nvPr userDrawn="1"/>
        </p:nvSpPr>
        <p:spPr>
          <a:xfrm>
            <a:off x="660400" y="0"/>
            <a:ext cx="72000" cy="154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Content Placeholder 2"/>
          <p:cNvSpPr>
            <a:spLocks noGrp="1"/>
          </p:cNvSpPr>
          <p:nvPr>
            <p:ph type="body" sz="quarter" idx="28" hasCustomPrompt="1"/>
          </p:nvPr>
        </p:nvSpPr>
        <p:spPr>
          <a:xfrm>
            <a:off x="5795318" y="2046858"/>
            <a:ext cx="4320000" cy="432000"/>
          </a:xfrm>
        </p:spPr>
        <p:txBody>
          <a:bodyPr vert="horz" lIns="91440" tIns="90000" rIns="91440" bIns="90000" rtlCol="0" anchor="ctr" anchorCtr="0">
            <a:spAutoFit/>
          </a:bodyPr>
          <a:lstStyle>
            <a:lvl1pPr marL="228600" indent="0" algn="l" defTabSz="914400" rtl="0" eaLnBrk="1" latinLnBrk="0" hangingPunct="1">
              <a:lnSpc>
                <a:spcPct val="90000"/>
              </a:lnSpc>
              <a:spcBef>
                <a:spcPts val="1000"/>
              </a:spcBef>
              <a:buFont typeface="Arial" panose="020B0604020202020204" pitchFamily="34" charset="0"/>
              <a:buNone/>
              <a:defRPr lang="en-US" altLang="zh-CN" sz="1800" kern="1200" dirty="0">
                <a:solidFill>
                  <a:schemeClr val="tx1"/>
                </a:solidFill>
                <a:latin typeface="+mn-lt"/>
                <a:ea typeface="+mn-ea"/>
                <a:cs typeface="+mn-cs"/>
              </a:defRPr>
            </a:lvl1pPr>
          </a:lstStyle>
          <a:p>
            <a:pPr marL="0" lvl="0" indent="0">
              <a:lnSpc>
                <a:spcPct val="100000"/>
              </a:lnSpc>
              <a:spcBef>
                <a:spcPts val="0"/>
              </a:spcBef>
              <a:buFont typeface="+mj-lt"/>
              <a:buNone/>
            </a:pPr>
            <a:r>
              <a:rPr lang="zh-CN" altLang="en-US" dirty="0"/>
              <a:t>点击此处添加目录</a:t>
            </a:r>
            <a:r>
              <a:rPr lang="en-US" altLang="zh-CN" dirty="0"/>
              <a:t>-18pt</a:t>
            </a:r>
          </a:p>
        </p:txBody>
      </p:sp>
      <p:sp>
        <p:nvSpPr>
          <p:cNvPr id="40" name="文本占位符 10"/>
          <p:cNvSpPr>
            <a:spLocks noGrp="1"/>
          </p:cNvSpPr>
          <p:nvPr>
            <p:ph type="body" sz="quarter" idx="29" hasCustomPrompt="1"/>
          </p:nvPr>
        </p:nvSpPr>
        <p:spPr>
          <a:xfrm>
            <a:off x="5148840" y="2046858"/>
            <a:ext cx="540000" cy="432000"/>
          </a:xfrm>
          <a:solidFill>
            <a:schemeClr val="accent1"/>
          </a:solidFill>
        </p:spPr>
        <p:txBody>
          <a:bodyPr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2000" kern="1200" dirty="0">
                <a:solidFill>
                  <a:schemeClr val="bg1"/>
                </a:solidFill>
                <a:latin typeface="+mn-lt"/>
                <a:ea typeface="+mn-ea"/>
                <a:cs typeface="+mn-cs"/>
              </a:defRPr>
            </a:lvl1pPr>
          </a:lstStyle>
          <a:p>
            <a:pPr lvl="0"/>
            <a:r>
              <a:rPr lang="en-US" altLang="zh-CN" dirty="0"/>
              <a:t>01</a:t>
            </a:r>
            <a:endParaRPr lang="zh-CN" altLang="en-US" dirty="0"/>
          </a:p>
        </p:txBody>
      </p:sp>
      <p:sp>
        <p:nvSpPr>
          <p:cNvPr id="41" name="文本占位符 10"/>
          <p:cNvSpPr>
            <a:spLocks noGrp="1"/>
          </p:cNvSpPr>
          <p:nvPr>
            <p:ph type="body" sz="quarter" idx="30" hasCustomPrompt="1"/>
          </p:nvPr>
        </p:nvSpPr>
        <p:spPr>
          <a:xfrm>
            <a:off x="825232" y="1077944"/>
            <a:ext cx="1381413" cy="535531"/>
          </a:xfrm>
        </p:spPr>
        <p:txBody>
          <a:bodyPr anchor="b" anchorCtr="0">
            <a:sp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3200" b="1" kern="1200" dirty="0">
                <a:solidFill>
                  <a:schemeClr val="tx1"/>
                </a:solidFill>
                <a:latin typeface="+mn-lt"/>
                <a:ea typeface="+mn-ea"/>
                <a:cs typeface="+mn-cs"/>
              </a:defRPr>
            </a:lvl1pPr>
          </a:lstStyle>
          <a:p>
            <a:r>
              <a:rPr lang="zh-CN" altLang="en-US" sz="3200" b="1" dirty="0"/>
              <a:t>目 录</a:t>
            </a:r>
          </a:p>
        </p:txBody>
      </p:sp>
      <p:sp>
        <p:nvSpPr>
          <p:cNvPr id="44" name="文本占位符 4"/>
          <p:cNvSpPr>
            <a:spLocks noGrp="1"/>
          </p:cNvSpPr>
          <p:nvPr>
            <p:ph type="body" sz="quarter" idx="31" hasCustomPrompt="1"/>
          </p:nvPr>
        </p:nvSpPr>
        <p:spPr>
          <a:xfrm>
            <a:off x="1999733" y="1305698"/>
            <a:ext cx="2229367" cy="347957"/>
          </a:xfrm>
        </p:spPr>
        <p:txBody>
          <a:bodyPr vert="horz" wrap="square" lIns="91440" tIns="90000" rIns="91440" bIns="90000" rtlCol="0" anchor="ctr" anchorCtr="0">
            <a:spAutoFit/>
          </a:bodyPr>
          <a:lstStyle>
            <a:lvl1pPr marL="0" indent="0">
              <a:buNone/>
              <a:defRPr lang="en-US" altLang="zh-CN" sz="1200" spc="600" dirty="0">
                <a:solidFill>
                  <a:schemeClr val="bg1">
                    <a:lumMod val="65000"/>
                  </a:schemeClr>
                </a:solidFill>
              </a:defRPr>
            </a:lvl1pPr>
          </a:lstStyle>
          <a:p>
            <a:r>
              <a:rPr lang="en-US" altLang="zh-CN" sz="1200" spc="600" dirty="0">
                <a:solidFill>
                  <a:schemeClr val="bg1">
                    <a:lumMod val="65000"/>
                  </a:schemeClr>
                </a:solidFill>
              </a:rPr>
              <a:t>Contents</a:t>
            </a:r>
            <a:endParaRPr lang="zh-CN" altLang="en-US" sz="1200" spc="600" dirty="0">
              <a:solidFill>
                <a:schemeClr val="bg1">
                  <a:lumMod val="65000"/>
                </a:schemeClr>
              </a:solidFill>
            </a:endParaRPr>
          </a:p>
        </p:txBody>
      </p:sp>
      <p:sp>
        <p:nvSpPr>
          <p:cNvPr id="45" name="Content Placeholder 2"/>
          <p:cNvSpPr>
            <a:spLocks noGrp="1"/>
          </p:cNvSpPr>
          <p:nvPr>
            <p:ph type="body" sz="quarter" idx="32" hasCustomPrompt="1"/>
          </p:nvPr>
        </p:nvSpPr>
        <p:spPr>
          <a:xfrm>
            <a:off x="5795318" y="2777381"/>
            <a:ext cx="4320000" cy="432000"/>
          </a:xfrm>
        </p:spPr>
        <p:txBody>
          <a:bodyPr vert="horz" lIns="91440" tIns="90000" rIns="91440" bIns="90000" rtlCol="0" anchor="ctr" anchorCtr="0">
            <a:spAutoFit/>
          </a:bodyPr>
          <a:lstStyle>
            <a:lvl1pPr marL="228600" indent="0" algn="l" defTabSz="914400" rtl="0" eaLnBrk="1" latinLnBrk="0" hangingPunct="1">
              <a:lnSpc>
                <a:spcPct val="90000"/>
              </a:lnSpc>
              <a:spcBef>
                <a:spcPts val="1000"/>
              </a:spcBef>
              <a:buFont typeface="Arial" panose="020B0604020202020204" pitchFamily="34" charset="0"/>
              <a:buNone/>
              <a:defRPr lang="en-US" altLang="zh-CN" sz="1800" kern="1200" dirty="0">
                <a:solidFill>
                  <a:schemeClr val="tx1"/>
                </a:solidFill>
                <a:latin typeface="+mn-lt"/>
                <a:ea typeface="+mn-ea"/>
                <a:cs typeface="+mn-cs"/>
              </a:defRPr>
            </a:lvl1pPr>
          </a:lstStyle>
          <a:p>
            <a:pPr marL="0" lvl="0" indent="0">
              <a:lnSpc>
                <a:spcPct val="100000"/>
              </a:lnSpc>
              <a:spcBef>
                <a:spcPts val="0"/>
              </a:spcBef>
              <a:buFont typeface="+mj-lt"/>
              <a:buNone/>
            </a:pPr>
            <a:r>
              <a:rPr lang="zh-CN" altLang="en-US" dirty="0"/>
              <a:t>点击此处添加目录</a:t>
            </a:r>
            <a:r>
              <a:rPr lang="en-US" altLang="zh-CN" dirty="0"/>
              <a:t>-18pt</a:t>
            </a:r>
          </a:p>
        </p:txBody>
      </p:sp>
      <p:sp>
        <p:nvSpPr>
          <p:cNvPr id="48" name="文本占位符 10"/>
          <p:cNvSpPr>
            <a:spLocks noGrp="1"/>
          </p:cNvSpPr>
          <p:nvPr>
            <p:ph type="body" sz="quarter" idx="33" hasCustomPrompt="1"/>
          </p:nvPr>
        </p:nvSpPr>
        <p:spPr>
          <a:xfrm>
            <a:off x="5148840" y="2777381"/>
            <a:ext cx="540000" cy="432000"/>
          </a:xfrm>
          <a:solidFill>
            <a:schemeClr val="accent1"/>
          </a:solidFill>
        </p:spPr>
        <p:txBody>
          <a:bodyPr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2000" kern="1200" dirty="0">
                <a:solidFill>
                  <a:schemeClr val="bg1"/>
                </a:solidFill>
                <a:latin typeface="+mn-lt"/>
                <a:ea typeface="+mn-ea"/>
                <a:cs typeface="+mn-cs"/>
              </a:defRPr>
            </a:lvl1pPr>
          </a:lstStyle>
          <a:p>
            <a:pPr lvl="0"/>
            <a:r>
              <a:rPr lang="en-US" altLang="zh-CN" dirty="0"/>
              <a:t>02</a:t>
            </a:r>
            <a:endParaRPr lang="zh-CN" altLang="en-US" dirty="0"/>
          </a:p>
        </p:txBody>
      </p:sp>
      <p:sp>
        <p:nvSpPr>
          <p:cNvPr id="49" name="Content Placeholder 2"/>
          <p:cNvSpPr>
            <a:spLocks noGrp="1"/>
          </p:cNvSpPr>
          <p:nvPr>
            <p:ph type="body" sz="quarter" idx="34" hasCustomPrompt="1"/>
          </p:nvPr>
        </p:nvSpPr>
        <p:spPr>
          <a:xfrm>
            <a:off x="5795318" y="3507904"/>
            <a:ext cx="4320000" cy="432000"/>
          </a:xfrm>
        </p:spPr>
        <p:txBody>
          <a:bodyPr vert="horz" lIns="91440" tIns="90000" rIns="91440" bIns="90000" rtlCol="0" anchor="ctr" anchorCtr="0">
            <a:spAutoFit/>
          </a:bodyPr>
          <a:lstStyle>
            <a:lvl1pPr marL="228600" indent="0" algn="l" defTabSz="914400" rtl="0" eaLnBrk="1" latinLnBrk="0" hangingPunct="1">
              <a:lnSpc>
                <a:spcPct val="90000"/>
              </a:lnSpc>
              <a:spcBef>
                <a:spcPts val="1000"/>
              </a:spcBef>
              <a:buFont typeface="Arial" panose="020B0604020202020204" pitchFamily="34" charset="0"/>
              <a:buNone/>
              <a:defRPr lang="en-US" altLang="zh-CN" sz="1800" kern="1200" dirty="0">
                <a:solidFill>
                  <a:schemeClr val="tx1"/>
                </a:solidFill>
                <a:latin typeface="+mn-lt"/>
                <a:ea typeface="+mn-ea"/>
                <a:cs typeface="+mn-cs"/>
              </a:defRPr>
            </a:lvl1pPr>
          </a:lstStyle>
          <a:p>
            <a:pPr marL="0" lvl="0" indent="0">
              <a:lnSpc>
                <a:spcPct val="100000"/>
              </a:lnSpc>
              <a:spcBef>
                <a:spcPts val="0"/>
              </a:spcBef>
              <a:buFont typeface="+mj-lt"/>
              <a:buNone/>
            </a:pPr>
            <a:r>
              <a:rPr lang="zh-CN" altLang="en-US" dirty="0"/>
              <a:t>点击此处添加目录</a:t>
            </a:r>
            <a:r>
              <a:rPr lang="en-US" altLang="zh-CN" dirty="0"/>
              <a:t>-18pt</a:t>
            </a:r>
          </a:p>
        </p:txBody>
      </p:sp>
      <p:sp>
        <p:nvSpPr>
          <p:cNvPr id="51" name="文本占位符 10"/>
          <p:cNvSpPr>
            <a:spLocks noGrp="1"/>
          </p:cNvSpPr>
          <p:nvPr>
            <p:ph type="body" sz="quarter" idx="35" hasCustomPrompt="1"/>
          </p:nvPr>
        </p:nvSpPr>
        <p:spPr>
          <a:xfrm>
            <a:off x="5148840" y="3507904"/>
            <a:ext cx="540000" cy="432000"/>
          </a:xfrm>
          <a:solidFill>
            <a:schemeClr val="accent1"/>
          </a:solidFill>
        </p:spPr>
        <p:txBody>
          <a:bodyPr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2000" kern="1200" dirty="0">
                <a:solidFill>
                  <a:schemeClr val="bg1"/>
                </a:solidFill>
                <a:latin typeface="+mn-lt"/>
                <a:ea typeface="+mn-ea"/>
                <a:cs typeface="+mn-cs"/>
              </a:defRPr>
            </a:lvl1pPr>
          </a:lstStyle>
          <a:p>
            <a:pPr lvl="0"/>
            <a:r>
              <a:rPr lang="en-US" altLang="zh-CN" dirty="0"/>
              <a:t>03</a:t>
            </a:r>
            <a:endParaRPr lang="zh-CN" altLang="en-US" dirty="0"/>
          </a:p>
        </p:txBody>
      </p:sp>
      <p:sp>
        <p:nvSpPr>
          <p:cNvPr id="52" name="Content Placeholder 2"/>
          <p:cNvSpPr>
            <a:spLocks noGrp="1"/>
          </p:cNvSpPr>
          <p:nvPr>
            <p:ph type="body" sz="quarter" idx="36" hasCustomPrompt="1"/>
          </p:nvPr>
        </p:nvSpPr>
        <p:spPr>
          <a:xfrm>
            <a:off x="5795318" y="4238427"/>
            <a:ext cx="4320000" cy="432000"/>
          </a:xfrm>
        </p:spPr>
        <p:txBody>
          <a:bodyPr vert="horz" lIns="91440" tIns="90000" rIns="91440" bIns="90000" rtlCol="0" anchor="ctr" anchorCtr="0">
            <a:spAutoFit/>
          </a:bodyPr>
          <a:lstStyle>
            <a:lvl1pPr marL="228600" indent="0" algn="l" defTabSz="914400" rtl="0" eaLnBrk="1" latinLnBrk="0" hangingPunct="1">
              <a:lnSpc>
                <a:spcPct val="90000"/>
              </a:lnSpc>
              <a:spcBef>
                <a:spcPts val="1000"/>
              </a:spcBef>
              <a:buFont typeface="Arial" panose="020B0604020202020204" pitchFamily="34" charset="0"/>
              <a:buNone/>
              <a:defRPr lang="en-US" altLang="zh-CN" sz="1800" kern="1200" dirty="0">
                <a:solidFill>
                  <a:schemeClr val="tx1"/>
                </a:solidFill>
                <a:latin typeface="+mn-lt"/>
                <a:ea typeface="+mn-ea"/>
                <a:cs typeface="+mn-cs"/>
              </a:defRPr>
            </a:lvl1pPr>
          </a:lstStyle>
          <a:p>
            <a:pPr marL="0" lvl="0" indent="0">
              <a:lnSpc>
                <a:spcPct val="100000"/>
              </a:lnSpc>
              <a:spcBef>
                <a:spcPts val="0"/>
              </a:spcBef>
              <a:buFont typeface="+mj-lt"/>
              <a:buNone/>
            </a:pPr>
            <a:r>
              <a:rPr lang="zh-CN" altLang="en-US" dirty="0"/>
              <a:t>点击此处添加目录</a:t>
            </a:r>
            <a:r>
              <a:rPr lang="en-US" altLang="zh-CN" dirty="0"/>
              <a:t>-18pt</a:t>
            </a:r>
          </a:p>
        </p:txBody>
      </p:sp>
      <p:sp>
        <p:nvSpPr>
          <p:cNvPr id="53" name="文本占位符 10"/>
          <p:cNvSpPr>
            <a:spLocks noGrp="1"/>
          </p:cNvSpPr>
          <p:nvPr>
            <p:ph type="body" sz="quarter" idx="37" hasCustomPrompt="1"/>
          </p:nvPr>
        </p:nvSpPr>
        <p:spPr>
          <a:xfrm>
            <a:off x="5148840" y="4238427"/>
            <a:ext cx="540000" cy="432000"/>
          </a:xfrm>
          <a:solidFill>
            <a:schemeClr val="accent1"/>
          </a:solidFill>
        </p:spPr>
        <p:txBody>
          <a:bodyPr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2000" kern="1200" dirty="0">
                <a:solidFill>
                  <a:schemeClr val="bg1"/>
                </a:solidFill>
                <a:latin typeface="+mn-lt"/>
                <a:ea typeface="+mn-ea"/>
                <a:cs typeface="+mn-cs"/>
              </a:defRPr>
            </a:lvl1pPr>
          </a:lstStyle>
          <a:p>
            <a:pPr lvl="0"/>
            <a:r>
              <a:rPr lang="en-US" altLang="zh-CN" dirty="0"/>
              <a:t>04</a:t>
            </a:r>
            <a:endParaRPr lang="zh-CN" altLang="en-US" dirty="0"/>
          </a:p>
        </p:txBody>
      </p:sp>
      <p:sp>
        <p:nvSpPr>
          <p:cNvPr id="54" name="Content Placeholder 2"/>
          <p:cNvSpPr>
            <a:spLocks noGrp="1"/>
          </p:cNvSpPr>
          <p:nvPr>
            <p:ph type="body" sz="quarter" idx="38" hasCustomPrompt="1"/>
          </p:nvPr>
        </p:nvSpPr>
        <p:spPr>
          <a:xfrm>
            <a:off x="5795318" y="4968950"/>
            <a:ext cx="4320000" cy="432000"/>
          </a:xfrm>
        </p:spPr>
        <p:txBody>
          <a:bodyPr vert="horz" lIns="91440" tIns="90000" rIns="91440" bIns="90000" rtlCol="0" anchor="ctr" anchorCtr="0">
            <a:spAutoFit/>
          </a:bodyPr>
          <a:lstStyle>
            <a:lvl1pPr marL="228600" indent="0" algn="l" defTabSz="914400" rtl="0" eaLnBrk="1" latinLnBrk="0" hangingPunct="1">
              <a:lnSpc>
                <a:spcPct val="90000"/>
              </a:lnSpc>
              <a:spcBef>
                <a:spcPts val="1000"/>
              </a:spcBef>
              <a:buFont typeface="Arial" panose="020B0604020202020204" pitchFamily="34" charset="0"/>
              <a:buNone/>
              <a:defRPr lang="en-US" altLang="zh-CN" sz="1800" kern="1200" dirty="0">
                <a:solidFill>
                  <a:schemeClr val="tx1"/>
                </a:solidFill>
                <a:latin typeface="+mn-lt"/>
                <a:ea typeface="+mn-ea"/>
                <a:cs typeface="+mn-cs"/>
              </a:defRPr>
            </a:lvl1pPr>
          </a:lstStyle>
          <a:p>
            <a:pPr marL="0" lvl="0" indent="0">
              <a:lnSpc>
                <a:spcPct val="100000"/>
              </a:lnSpc>
              <a:spcBef>
                <a:spcPts val="0"/>
              </a:spcBef>
              <a:buFont typeface="+mj-lt"/>
              <a:buNone/>
            </a:pPr>
            <a:r>
              <a:rPr lang="zh-CN" altLang="en-US" dirty="0"/>
              <a:t>点击此处添加目录</a:t>
            </a:r>
            <a:r>
              <a:rPr lang="en-US" altLang="zh-CN" dirty="0"/>
              <a:t>-18pt</a:t>
            </a:r>
          </a:p>
        </p:txBody>
      </p:sp>
      <p:sp>
        <p:nvSpPr>
          <p:cNvPr id="55" name="文本占位符 10"/>
          <p:cNvSpPr>
            <a:spLocks noGrp="1"/>
          </p:cNvSpPr>
          <p:nvPr>
            <p:ph type="body" sz="quarter" idx="39" hasCustomPrompt="1"/>
          </p:nvPr>
        </p:nvSpPr>
        <p:spPr>
          <a:xfrm>
            <a:off x="5148840" y="4968950"/>
            <a:ext cx="540000" cy="432000"/>
          </a:xfrm>
          <a:solidFill>
            <a:schemeClr val="accent1"/>
          </a:solidFill>
        </p:spPr>
        <p:txBody>
          <a:bodyPr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2000" kern="1200" dirty="0">
                <a:solidFill>
                  <a:schemeClr val="bg1"/>
                </a:solidFill>
                <a:latin typeface="+mn-lt"/>
                <a:ea typeface="+mn-ea"/>
                <a:cs typeface="+mn-cs"/>
              </a:defRPr>
            </a:lvl1pPr>
          </a:lstStyle>
          <a:p>
            <a:pPr lvl="0"/>
            <a:r>
              <a:rPr lang="en-US" altLang="zh-CN" dirty="0"/>
              <a:t>05</a:t>
            </a:r>
            <a:endParaRPr lang="zh-CN" altLang="en-US" dirty="0"/>
          </a:p>
        </p:txBody>
      </p:sp>
      <p:pic>
        <p:nvPicPr>
          <p:cNvPr id="86" name="图形 85"/>
          <p:cNvPicPr>
            <a:picLocks noChangeAspect="1"/>
          </p:cNvPicPr>
          <p:nvPr userDrawn="1"/>
        </p:nvPicPr>
        <p:blipFill rotWithShape="1">
          <a:blip>
            <a:alphaModFix amt="50000"/>
            <a:extLst>
              <a:ext uri="{96DAC541-7B7A-43D3-8B79-37D633B846F1}">
                <asvg:svgBlip xmlns:asvg="http://schemas.microsoft.com/office/drawing/2016/SVG/main" r:embed="rId4"/>
              </a:ext>
            </a:extLst>
          </a:blip>
          <a:srcRect r="841"/>
          <a:stretch>
            <a:fillRect/>
          </a:stretch>
        </p:blipFill>
        <p:spPr>
          <a:xfrm>
            <a:off x="-3660" y="4758622"/>
            <a:ext cx="2413486" cy="1464098"/>
          </a:xfrm>
          <a:prstGeom prst="rect">
            <a:avLst/>
          </a:prstGeom>
        </p:spPr>
      </p:pic>
      <p:sp>
        <p:nvSpPr>
          <p:cNvPr id="88" name="矩形 87"/>
          <p:cNvSpPr/>
          <p:nvPr userDrawn="1"/>
        </p:nvSpPr>
        <p:spPr>
          <a:xfrm>
            <a:off x="0" y="6210616"/>
            <a:ext cx="12199621" cy="647384"/>
          </a:xfrm>
          <a:prstGeom prst="rect">
            <a:avLst/>
          </a:prstGeom>
          <a:gradFill>
            <a:gsLst>
              <a:gs pos="77000">
                <a:schemeClr val="bg1"/>
              </a:gs>
              <a:gs pos="0">
                <a:schemeClr val="bg1">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88"/>
          <p:cNvSpPr/>
          <p:nvPr userDrawn="1"/>
        </p:nvSpPr>
        <p:spPr>
          <a:xfrm>
            <a:off x="0" y="61340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p:cNvCxnSpPr/>
          <p:nvPr userDrawn="1"/>
        </p:nvCxnSpPr>
        <p:spPr>
          <a:xfrm>
            <a:off x="11531608" y="6522424"/>
            <a:ext cx="0" cy="180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Slide Number Placeholder 5"/>
          <p:cNvSpPr>
            <a:spLocks noGrp="1"/>
          </p:cNvSpPr>
          <p:nvPr>
            <p:ph type="sldNum" sz="quarter" idx="4"/>
          </p:nvPr>
        </p:nvSpPr>
        <p:spPr>
          <a:xfrm>
            <a:off x="11518900" y="6504474"/>
            <a:ext cx="673099" cy="215900"/>
          </a:xfrm>
          <a:prstGeom prst="rect">
            <a:avLst/>
          </a:prstGeom>
          <a:noFill/>
        </p:spPr>
        <p:txBody>
          <a:bodyPr anchor="ctr" anchorCtr="0"/>
          <a:lstStyle>
            <a:lvl1pPr marL="0" algn="l" defTabSz="914400" rtl="0" eaLnBrk="1" latinLnBrk="0" hangingPunct="1">
              <a:defRPr lang="en-US" altLang="zh-CN" sz="1000" kern="1200" smtClean="0">
                <a:solidFill>
                  <a:schemeClr val="tx2"/>
                </a:solidFill>
                <a:latin typeface="+mn-lt"/>
                <a:ea typeface="+mn-ea"/>
                <a:cs typeface="+mn-cs"/>
              </a:defRPr>
            </a:lvl1pPr>
          </a:lstStyle>
          <a:p>
            <a:fld id="{7F65B630-C7FF-41C0-9923-C5E5E29EED81}" type="slidenum">
              <a:rPr lang="de-DE" smtClean="0"/>
              <a:t>‹#›</a:t>
            </a:fld>
            <a:endParaRPr lang="de-DE" dirty="0"/>
          </a:p>
        </p:txBody>
      </p:sp>
      <p:pic>
        <p:nvPicPr>
          <p:cNvPr id="26" name="图片 25" descr="黑暗中的标志&#10;&#10;描述已自动生成">
            <a:extLst>
              <a:ext uri="{FF2B5EF4-FFF2-40B4-BE49-F238E27FC236}">
                <a16:creationId xmlns:a16="http://schemas.microsoft.com/office/drawing/2014/main" id="{A100437E-2040-AA4E-0916-81DEAB04B2B9}"/>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45928" y="397821"/>
            <a:ext cx="1182485" cy="32821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章节页">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a:srcRect l="80" b="67282"/>
          <a:stretch>
            <a:fillRect/>
          </a:stretch>
        </p:blipFill>
        <p:spPr>
          <a:xfrm>
            <a:off x="0" y="6139918"/>
            <a:ext cx="8650130" cy="718082"/>
          </a:xfrm>
          <a:custGeom>
            <a:avLst/>
            <a:gdLst>
              <a:gd name="connsiteX0" fmla="*/ 0 w 8650130"/>
              <a:gd name="connsiteY0" fmla="*/ 0 h 718082"/>
              <a:gd name="connsiteX1" fmla="*/ 8650130 w 8650130"/>
              <a:gd name="connsiteY1" fmla="*/ 0 h 718082"/>
              <a:gd name="connsiteX2" fmla="*/ 8650130 w 8650130"/>
              <a:gd name="connsiteY2" fmla="*/ 718082 h 718082"/>
              <a:gd name="connsiteX3" fmla="*/ 0 w 8650130"/>
              <a:gd name="connsiteY3" fmla="*/ 718082 h 718082"/>
            </a:gdLst>
            <a:ahLst/>
            <a:cxnLst>
              <a:cxn ang="0">
                <a:pos x="connsiteX0" y="connsiteY0"/>
              </a:cxn>
              <a:cxn ang="0">
                <a:pos x="connsiteX1" y="connsiteY1"/>
              </a:cxn>
              <a:cxn ang="0">
                <a:pos x="connsiteX2" y="connsiteY2"/>
              </a:cxn>
              <a:cxn ang="0">
                <a:pos x="connsiteX3" y="connsiteY3"/>
              </a:cxn>
            </a:cxnLst>
            <a:rect l="l" t="t" r="r" b="b"/>
            <a:pathLst>
              <a:path w="8650130" h="718082">
                <a:moveTo>
                  <a:pt x="0" y="0"/>
                </a:moveTo>
                <a:lnTo>
                  <a:pt x="8650130" y="0"/>
                </a:lnTo>
                <a:lnTo>
                  <a:pt x="8650130" y="718082"/>
                </a:lnTo>
                <a:lnTo>
                  <a:pt x="0" y="718082"/>
                </a:lnTo>
                <a:close/>
              </a:path>
            </a:pathLst>
          </a:custGeom>
        </p:spPr>
      </p:pic>
      <p:sp>
        <p:nvSpPr>
          <p:cNvPr id="19" name="矩形 18"/>
          <p:cNvSpPr/>
          <p:nvPr userDrawn="1"/>
        </p:nvSpPr>
        <p:spPr>
          <a:xfrm flipH="1">
            <a:off x="3028950" y="1"/>
            <a:ext cx="9170670" cy="62106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形 21"/>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619" y="4043333"/>
            <a:ext cx="8658434" cy="2193331"/>
          </a:xfrm>
          <a:prstGeom prst="rect">
            <a:avLst/>
          </a:prstGeom>
        </p:spPr>
      </p:pic>
      <p:sp>
        <p:nvSpPr>
          <p:cNvPr id="23" name="矩形 22"/>
          <p:cNvSpPr/>
          <p:nvPr/>
        </p:nvSpPr>
        <p:spPr>
          <a:xfrm>
            <a:off x="-7621" y="6177125"/>
            <a:ext cx="12199621" cy="680875"/>
          </a:xfrm>
          <a:prstGeom prst="rect">
            <a:avLst/>
          </a:prstGeom>
          <a:gradFill>
            <a:gsLst>
              <a:gs pos="77000">
                <a:schemeClr val="bg1"/>
              </a:gs>
              <a:gs pos="0">
                <a:schemeClr val="bg1">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占位符 5"/>
          <p:cNvSpPr>
            <a:spLocks noGrp="1"/>
          </p:cNvSpPr>
          <p:nvPr userDrawn="1">
            <p:ph type="body" sz="quarter" idx="18" hasCustomPrompt="1"/>
          </p:nvPr>
        </p:nvSpPr>
        <p:spPr>
          <a:xfrm>
            <a:off x="2339706" y="2264208"/>
            <a:ext cx="1217882" cy="944166"/>
          </a:xfrm>
          <a:solidFill>
            <a:schemeClr val="accent1"/>
          </a:solidFill>
        </p:spPr>
        <p:txBody>
          <a:bodyPr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3200" b="1" kern="1200" dirty="0">
                <a:solidFill>
                  <a:schemeClr val="bg1"/>
                </a:solidFill>
                <a:latin typeface="+mn-lt"/>
                <a:ea typeface="+mn-ea"/>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01</a:t>
            </a:r>
            <a:endParaRPr lang="zh-CN" altLang="en-US" dirty="0"/>
          </a:p>
        </p:txBody>
      </p:sp>
      <p:sp>
        <p:nvSpPr>
          <p:cNvPr id="28" name="文本占位符 6"/>
          <p:cNvSpPr>
            <a:spLocks noGrp="1"/>
          </p:cNvSpPr>
          <p:nvPr userDrawn="1">
            <p:ph type="body" sz="quarter" idx="19" hasCustomPrompt="1"/>
          </p:nvPr>
        </p:nvSpPr>
        <p:spPr>
          <a:xfrm>
            <a:off x="4639171" y="3126382"/>
            <a:ext cx="6879729" cy="1566923"/>
          </a:xfrm>
        </p:spPr>
        <p:txBody>
          <a:bodyPr vert="horz" lIns="91440" tIns="45720" rIns="91440" bIns="45720" rtlCol="0">
            <a:noAutofit/>
          </a:bodyPr>
          <a:lstStyle>
            <a:lvl1pPr marL="0" indent="0">
              <a:buFont typeface="+mj-ea"/>
              <a:buAutoNum type="circleNumDbPlain"/>
              <a:defRPr lang="en-US" altLang="zh-CN" sz="1400" dirty="0"/>
            </a:lvl1pPr>
          </a:lstStyle>
          <a:p>
            <a:pPr marL="400050" lvl="0" indent="-400050" defTabSz="914400">
              <a:lnSpc>
                <a:spcPct val="120000"/>
              </a:lnSpc>
              <a:buFont typeface="+mj-ea"/>
              <a:buAutoNum type="ea1JpnChsDbPeriod"/>
            </a:pPr>
            <a:r>
              <a:rPr lang="zh-CN" altLang="en-US" dirty="0"/>
              <a:t>单击此处添加章节内容概况</a:t>
            </a:r>
            <a:r>
              <a:rPr lang="en-US" altLang="zh-CN" dirty="0"/>
              <a:t>-14pt</a:t>
            </a:r>
            <a:endParaRPr lang="zh-CN" altLang="en-US" dirty="0"/>
          </a:p>
          <a:p>
            <a:pPr marL="400050" lvl="0" indent="-400050" defTabSz="914400">
              <a:lnSpc>
                <a:spcPct val="120000"/>
              </a:lnSpc>
              <a:buFont typeface="+mj-ea"/>
              <a:buAutoNum type="ea1JpnChsDbPeriod"/>
            </a:pPr>
            <a:r>
              <a:rPr lang="zh-CN" altLang="en-US" dirty="0"/>
              <a:t>单击此处添加章节内容概况</a:t>
            </a:r>
          </a:p>
          <a:p>
            <a:pPr marL="400050" lvl="0" indent="-400050" defTabSz="914400">
              <a:lnSpc>
                <a:spcPct val="120000"/>
              </a:lnSpc>
              <a:buFont typeface="+mj-ea"/>
              <a:buAutoNum type="ea1JpnChsDbPeriod"/>
            </a:pPr>
            <a:r>
              <a:rPr lang="en-US" altLang="zh-CN" dirty="0"/>
              <a:t>……</a:t>
            </a:r>
          </a:p>
          <a:p>
            <a:pPr marL="400050" lvl="0" indent="-400050" defTabSz="914400">
              <a:lnSpc>
                <a:spcPct val="120000"/>
              </a:lnSpc>
              <a:buFont typeface="+mj-ea"/>
              <a:buAutoNum type="ea1JpnChsDbPeriod"/>
            </a:pPr>
            <a:endParaRPr lang="en-US" altLang="zh-CN" dirty="0"/>
          </a:p>
        </p:txBody>
      </p:sp>
      <p:sp>
        <p:nvSpPr>
          <p:cNvPr id="29" name="标题 1"/>
          <p:cNvSpPr>
            <a:spLocks noGrp="1"/>
          </p:cNvSpPr>
          <p:nvPr userDrawn="1">
            <p:ph type="title" hasCustomPrompt="1"/>
          </p:nvPr>
        </p:nvSpPr>
        <p:spPr>
          <a:xfrm>
            <a:off x="4639171" y="1959878"/>
            <a:ext cx="6879729" cy="1028700"/>
          </a:xfrm>
        </p:spPr>
        <p:txBody>
          <a:bodyPr vert="horz" lIns="72000" tIns="45720" rIns="91440" bIns="45720" rtlCol="0" anchor="b">
            <a:normAutofit/>
          </a:bodyPr>
          <a:lstStyle>
            <a:lvl1pPr marL="0" indent="0">
              <a:lnSpc>
                <a:spcPct val="100000"/>
              </a:lnSpc>
              <a:defRPr lang="zh-CN" altLang="en-US" sz="2000" dirty="0"/>
            </a:lvl1pPr>
          </a:lstStyle>
          <a:p>
            <a:pPr marL="268605" lvl="0" indent="-179705"/>
            <a:r>
              <a:rPr lang="zh-CN" altLang="en-US" dirty="0"/>
              <a:t>单击此处编辑标题样式</a:t>
            </a:r>
            <a:r>
              <a:rPr lang="en-US" altLang="zh-CN" dirty="0"/>
              <a:t>-20pt</a:t>
            </a:r>
            <a:endParaRPr lang="zh-CN" altLang="en-US" dirty="0"/>
          </a:p>
        </p:txBody>
      </p:sp>
      <p:cxnSp>
        <p:nvCxnSpPr>
          <p:cNvPr id="25" name="直接连接符 24"/>
          <p:cNvCxnSpPr/>
          <p:nvPr userDrawn="1"/>
        </p:nvCxnSpPr>
        <p:spPr>
          <a:xfrm>
            <a:off x="3550920" y="2988578"/>
            <a:ext cx="798068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98" name="矩形 4597"/>
          <p:cNvSpPr/>
          <p:nvPr userDrawn="1"/>
        </p:nvSpPr>
        <p:spPr>
          <a:xfrm>
            <a:off x="5868033" y="5463873"/>
            <a:ext cx="2963917" cy="1394127"/>
          </a:xfrm>
          <a:prstGeom prst="rect">
            <a:avLst/>
          </a:prstGeom>
          <a:gradFill>
            <a:gsLst>
              <a:gs pos="57000">
                <a:schemeClr val="bg1"/>
              </a:gs>
              <a:gs pos="54000">
                <a:srgbClr val="F2F2F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矩形 23"/>
          <p:cNvSpPr/>
          <p:nvPr/>
        </p:nvSpPr>
        <p:spPr>
          <a:xfrm>
            <a:off x="-3810" y="61340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userDrawn="1"/>
        </p:nvCxnSpPr>
        <p:spPr>
          <a:xfrm>
            <a:off x="11531608" y="6522424"/>
            <a:ext cx="0" cy="180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Slide Number Placeholder 5"/>
          <p:cNvSpPr>
            <a:spLocks noGrp="1"/>
          </p:cNvSpPr>
          <p:nvPr>
            <p:ph type="sldNum" sz="quarter" idx="4"/>
          </p:nvPr>
        </p:nvSpPr>
        <p:spPr>
          <a:xfrm>
            <a:off x="11518900" y="6504474"/>
            <a:ext cx="673099" cy="215900"/>
          </a:xfrm>
          <a:prstGeom prst="rect">
            <a:avLst/>
          </a:prstGeom>
          <a:noFill/>
        </p:spPr>
        <p:txBody>
          <a:bodyPr anchor="ctr" anchorCtr="0"/>
          <a:lstStyle>
            <a:lvl1pPr marL="0" algn="l" defTabSz="914400" rtl="0" eaLnBrk="1" latinLnBrk="0" hangingPunct="1">
              <a:defRPr lang="en-US" altLang="zh-CN" sz="1000" kern="1200" smtClean="0">
                <a:solidFill>
                  <a:schemeClr val="tx2"/>
                </a:solidFill>
                <a:latin typeface="+mn-lt"/>
                <a:ea typeface="+mn-ea"/>
                <a:cs typeface="+mn-cs"/>
              </a:defRPr>
            </a:lvl1pPr>
          </a:lstStyle>
          <a:p>
            <a:fld id="{7F65B630-C7FF-41C0-9923-C5E5E29EED81}" type="slidenum">
              <a:rPr lang="de-DE" smtClean="0"/>
              <a:t>‹#›</a:t>
            </a:fld>
            <a:endParaRPr lang="de-DE" dirty="0"/>
          </a:p>
        </p:txBody>
      </p:sp>
      <p:pic>
        <p:nvPicPr>
          <p:cNvPr id="15" name="图片 14" descr="黑暗中的标志&#10;&#10;描述已自动生成">
            <a:extLst>
              <a:ext uri="{FF2B5EF4-FFF2-40B4-BE49-F238E27FC236}">
                <a16:creationId xmlns:a16="http://schemas.microsoft.com/office/drawing/2014/main" id="{A100437E-2040-AA4E-0916-81DEAB04B2B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745928" y="397821"/>
            <a:ext cx="1182485" cy="328213"/>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空白">
    <p:spTree>
      <p:nvGrpSpPr>
        <p:cNvPr id="1" name=""/>
        <p:cNvGrpSpPr/>
        <p:nvPr/>
      </p:nvGrpSpPr>
      <p:grpSpPr>
        <a:xfrm>
          <a:off x="0" y="0"/>
          <a:ext cx="0" cy="0"/>
          <a:chOff x="0" y="0"/>
          <a:chExt cx="0" cy="0"/>
        </a:xfrm>
      </p:grpSpPr>
      <p:sp>
        <p:nvSpPr>
          <p:cNvPr id="9" name="矩形 8"/>
          <p:cNvSpPr/>
          <p:nvPr userDrawn="1"/>
        </p:nvSpPr>
        <p:spPr>
          <a:xfrm>
            <a:off x="-7621" y="6177125"/>
            <a:ext cx="12199621" cy="680875"/>
          </a:xfrm>
          <a:prstGeom prst="rect">
            <a:avLst/>
          </a:prstGeom>
          <a:gradFill>
            <a:gsLst>
              <a:gs pos="77000">
                <a:schemeClr val="bg1"/>
              </a:gs>
              <a:gs pos="0">
                <a:schemeClr val="bg1">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userDrawn="1"/>
        </p:nvCxnSpPr>
        <p:spPr>
          <a:xfrm>
            <a:off x="11531608" y="6522424"/>
            <a:ext cx="0" cy="180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5"/>
          <p:cNvSpPr>
            <a:spLocks noGrp="1"/>
          </p:cNvSpPr>
          <p:nvPr>
            <p:ph type="sldNum" sz="quarter" idx="4"/>
          </p:nvPr>
        </p:nvSpPr>
        <p:spPr>
          <a:xfrm>
            <a:off x="11518900" y="6504474"/>
            <a:ext cx="673099" cy="215900"/>
          </a:xfrm>
          <a:prstGeom prst="rect">
            <a:avLst/>
          </a:prstGeom>
          <a:noFill/>
        </p:spPr>
        <p:txBody>
          <a:bodyPr anchor="ctr" anchorCtr="0"/>
          <a:lstStyle>
            <a:lvl1pPr marL="0" algn="l" defTabSz="914400" rtl="0" eaLnBrk="1" latinLnBrk="0" hangingPunct="1">
              <a:defRPr lang="en-US" altLang="zh-CN" sz="1000" kern="1200" smtClean="0">
                <a:solidFill>
                  <a:schemeClr val="tx2"/>
                </a:solidFill>
                <a:latin typeface="+mn-lt"/>
                <a:ea typeface="+mn-ea"/>
                <a:cs typeface="+mn-cs"/>
              </a:defRPr>
            </a:lvl1pPr>
          </a:lstStyle>
          <a:p>
            <a:fld id="{7F65B630-C7FF-41C0-9923-C5E5E29EED81}" type="slidenum">
              <a:rPr lang="de-DE" smtClean="0"/>
              <a:t>‹#›</a:t>
            </a:fld>
            <a:endParaRPr lang="de-DE" dirty="0"/>
          </a:p>
        </p:txBody>
      </p:sp>
      <p:pic>
        <p:nvPicPr>
          <p:cNvPr id="6" name="图片 5" descr="黑暗中的标志&#10;&#10;描述已自动生成">
            <a:extLst>
              <a:ext uri="{FF2B5EF4-FFF2-40B4-BE49-F238E27FC236}">
                <a16:creationId xmlns:a16="http://schemas.microsoft.com/office/drawing/2014/main" id="{A100437E-2040-AA4E-0916-81DEAB04B2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45928" y="397821"/>
            <a:ext cx="1182485" cy="328213"/>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空白2">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17" name="标题 1"/>
          <p:cNvSpPr>
            <a:spLocks noGrp="1"/>
          </p:cNvSpPr>
          <p:nvPr>
            <p:ph type="title" hasCustomPrompt="1"/>
          </p:nvPr>
        </p:nvSpPr>
        <p:spPr>
          <a:xfrm>
            <a:off x="669925" y="0"/>
            <a:ext cx="10848975" cy="1028700"/>
          </a:xfrm>
          <a:prstGeom prst="rect">
            <a:avLst/>
          </a:prstGeom>
        </p:spPr>
        <p:txBody>
          <a:bodyPr vert="horz" lIns="0" tIns="45720" rIns="91440" bIns="45720" rtlCol="0" anchor="b">
            <a:normAutofit/>
          </a:bodyPr>
          <a:lstStyle>
            <a:lvl1pPr>
              <a:defRPr lang="zh-CN" altLang="en-US" dirty="0"/>
            </a:lvl1pPr>
          </a:lstStyle>
          <a:p>
            <a:pPr lvl="0"/>
            <a:r>
              <a:rPr lang="zh-CN" altLang="en-US" dirty="0"/>
              <a:t>单击此处编辑标题样式</a:t>
            </a:r>
            <a:r>
              <a:rPr lang="en-US" altLang="zh-CN" dirty="0"/>
              <a:t>-24pt</a:t>
            </a:r>
            <a:endParaRPr lang="zh-CN" altLang="en-US" dirty="0"/>
          </a:p>
        </p:txBody>
      </p:sp>
      <p:sp>
        <p:nvSpPr>
          <p:cNvPr id="4" name="Slide Number Placeholder 5"/>
          <p:cNvSpPr>
            <a:spLocks noGrp="1"/>
          </p:cNvSpPr>
          <p:nvPr>
            <p:ph type="sldNum" sz="quarter" idx="4294967295"/>
          </p:nvPr>
        </p:nvSpPr>
        <p:spPr>
          <a:xfrm>
            <a:off x="11518900" y="6504474"/>
            <a:ext cx="673099" cy="215900"/>
          </a:xfrm>
          <a:prstGeom prst="rect">
            <a:avLst/>
          </a:prstGeom>
          <a:noFill/>
        </p:spPr>
        <p:txBody>
          <a:bodyPr anchor="ctr" anchorCtr="0"/>
          <a:lstStyle>
            <a:lvl1pPr>
              <a:defRPr lang="en-US" altLang="zh-CN" smtClean="0"/>
            </a:lvl1pPr>
          </a:lstStyle>
          <a:p>
            <a:fld id="{7F65B630-C7FF-41C0-9923-C5E5E29EED81}" type="slidenum">
              <a:rPr lang="en-US" altLang="zh-CN" smtClean="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重要观点1">
    <p:spTree>
      <p:nvGrpSpPr>
        <p:cNvPr id="1" name=""/>
        <p:cNvGrpSpPr/>
        <p:nvPr/>
      </p:nvGrpSpPr>
      <p:grpSpPr>
        <a:xfrm>
          <a:off x="0" y="0"/>
          <a:ext cx="0" cy="0"/>
          <a:chOff x="0" y="0"/>
          <a:chExt cx="0" cy="0"/>
        </a:xfrm>
      </p:grpSpPr>
      <p:sp>
        <p:nvSpPr>
          <p:cNvPr id="20" name="文本占位符 4"/>
          <p:cNvSpPr>
            <a:spLocks noGrp="1"/>
          </p:cNvSpPr>
          <p:nvPr>
            <p:ph type="body" sz="quarter" idx="13" hasCustomPrompt="1"/>
          </p:nvPr>
        </p:nvSpPr>
        <p:spPr>
          <a:xfrm>
            <a:off x="660400" y="1266657"/>
            <a:ext cx="10858500" cy="328551"/>
          </a:xfrm>
          <a:solidFill>
            <a:schemeClr val="bg1">
              <a:lumMod val="95000"/>
            </a:schemeClr>
          </a:solidFill>
        </p:spPr>
        <p:txBody>
          <a:bodyPr wrap="square">
            <a:spAutoFit/>
          </a:bodyPr>
          <a:lstStyle>
            <a:lvl1pPr marL="0" indent="0">
              <a:lnSpc>
                <a:spcPct val="120000"/>
              </a:lnSpc>
              <a:spcBef>
                <a:spcPts val="0"/>
              </a:spcBef>
              <a:buFontTx/>
              <a:buNone/>
              <a:defRPr sz="1400" b="1">
                <a:solidFill>
                  <a:schemeClr val="accent1"/>
                </a:solidFill>
              </a:defRPr>
            </a:lvl1pPr>
            <a:lvl2pPr marL="457200" indent="0">
              <a:buNone/>
              <a:defRPr/>
            </a:lvl2pPr>
          </a:lstStyle>
          <a:p>
            <a:pPr lvl="0"/>
            <a:r>
              <a:rPr lang="zh-CN" altLang="en-US" dirty="0"/>
              <a:t>此处添加本页重要观点</a:t>
            </a:r>
            <a:r>
              <a:rPr lang="en-US" altLang="zh-CN" dirty="0"/>
              <a:t>-14pt</a:t>
            </a:r>
          </a:p>
        </p:txBody>
      </p:sp>
      <p:sp>
        <p:nvSpPr>
          <p:cNvPr id="14" name="标题 1"/>
          <p:cNvSpPr>
            <a:spLocks noGrp="1"/>
          </p:cNvSpPr>
          <p:nvPr>
            <p:ph type="title" hasCustomPrompt="1"/>
          </p:nvPr>
        </p:nvSpPr>
        <p:spPr>
          <a:xfrm>
            <a:off x="669925" y="0"/>
            <a:ext cx="10848975" cy="1028700"/>
          </a:xfrm>
          <a:prstGeom prst="rect">
            <a:avLst/>
          </a:prstGeom>
        </p:spPr>
        <p:txBody>
          <a:bodyPr vert="horz" lIns="0" tIns="45720" rIns="91440" bIns="45720" rtlCol="0" anchor="b">
            <a:normAutofit/>
          </a:bodyPr>
          <a:lstStyle>
            <a:lvl1pPr>
              <a:defRPr lang="zh-CN" altLang="en-US" dirty="0"/>
            </a:lvl1pPr>
          </a:lstStyle>
          <a:p>
            <a:pPr lvl="0"/>
            <a:r>
              <a:rPr lang="zh-CN" altLang="en-US" dirty="0"/>
              <a:t>单击此处编辑标题样式</a:t>
            </a:r>
            <a:r>
              <a:rPr lang="en-US" altLang="zh-CN" dirty="0"/>
              <a:t>-24pt</a:t>
            </a:r>
            <a:endParaRPr lang="zh-CN" altLang="en-US" dirty="0"/>
          </a:p>
        </p:txBody>
      </p:sp>
      <p:sp>
        <p:nvSpPr>
          <p:cNvPr id="5" name="Slide Number Placeholder 5"/>
          <p:cNvSpPr>
            <a:spLocks noGrp="1"/>
          </p:cNvSpPr>
          <p:nvPr>
            <p:ph type="sldNum" sz="quarter" idx="4294967295"/>
          </p:nvPr>
        </p:nvSpPr>
        <p:spPr>
          <a:xfrm>
            <a:off x="11518900" y="6504474"/>
            <a:ext cx="673099" cy="215900"/>
          </a:xfrm>
          <a:prstGeom prst="rect">
            <a:avLst/>
          </a:prstGeom>
          <a:noFill/>
        </p:spPr>
        <p:txBody>
          <a:bodyPr anchor="ctr" anchorCtr="0"/>
          <a:lstStyle>
            <a:lvl1pPr>
              <a:defRPr lang="en-US" altLang="zh-CN" smtClean="0"/>
            </a:lvl1pPr>
          </a:lstStyle>
          <a:p>
            <a:fld id="{7F65B630-C7FF-41C0-9923-C5E5E29EED81}" type="slidenum">
              <a:rPr lang="en-US" altLang="zh-CN"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重要观点2">
    <p:spTree>
      <p:nvGrpSpPr>
        <p:cNvPr id="1" name=""/>
        <p:cNvGrpSpPr/>
        <p:nvPr/>
      </p:nvGrpSpPr>
      <p:grpSpPr>
        <a:xfrm>
          <a:off x="0" y="0"/>
          <a:ext cx="0" cy="0"/>
          <a:chOff x="0" y="0"/>
          <a:chExt cx="0" cy="0"/>
        </a:xfrm>
      </p:grpSpPr>
      <p:sp>
        <p:nvSpPr>
          <p:cNvPr id="17" name="文本占位符 4"/>
          <p:cNvSpPr>
            <a:spLocks noGrp="1"/>
          </p:cNvSpPr>
          <p:nvPr>
            <p:ph type="body" sz="quarter" idx="13" hasCustomPrompt="1"/>
          </p:nvPr>
        </p:nvSpPr>
        <p:spPr>
          <a:xfrm>
            <a:off x="660400" y="1266657"/>
            <a:ext cx="5341199" cy="328551"/>
          </a:xfrm>
          <a:solidFill>
            <a:schemeClr val="bg1">
              <a:lumMod val="95000"/>
            </a:schemeClr>
          </a:solidFill>
        </p:spPr>
        <p:txBody>
          <a:bodyPr wrap="square">
            <a:spAutoFit/>
          </a:bodyPr>
          <a:lstStyle>
            <a:lvl1pPr marL="0" indent="0">
              <a:lnSpc>
                <a:spcPct val="120000"/>
              </a:lnSpc>
              <a:spcBef>
                <a:spcPts val="0"/>
              </a:spcBef>
              <a:buFont typeface="Arial" panose="020B0604020202020204" pitchFamily="34" charset="0"/>
              <a:buNone/>
              <a:defRPr sz="1400" b="1">
                <a:solidFill>
                  <a:schemeClr val="accent1"/>
                </a:solidFill>
              </a:defRPr>
            </a:lvl1pPr>
            <a:lvl2pPr marL="457200" indent="0">
              <a:buNone/>
              <a:defRPr/>
            </a:lvl2pPr>
          </a:lstStyle>
          <a:p>
            <a:pPr lvl="0"/>
            <a:r>
              <a:rPr lang="zh-CN" altLang="en-US" dirty="0"/>
              <a:t>此处添加本页重要观点</a:t>
            </a:r>
            <a:r>
              <a:rPr lang="en-US" altLang="zh-CN" dirty="0"/>
              <a:t>-14pt</a:t>
            </a:r>
          </a:p>
        </p:txBody>
      </p:sp>
      <p:sp>
        <p:nvSpPr>
          <p:cNvPr id="18" name="文本占位符 4"/>
          <p:cNvSpPr>
            <a:spLocks noGrp="1"/>
          </p:cNvSpPr>
          <p:nvPr>
            <p:ph type="body" sz="quarter" idx="14" hasCustomPrompt="1"/>
          </p:nvPr>
        </p:nvSpPr>
        <p:spPr>
          <a:xfrm>
            <a:off x="6177701" y="1266657"/>
            <a:ext cx="5341199" cy="328551"/>
          </a:xfrm>
          <a:solidFill>
            <a:schemeClr val="bg1">
              <a:lumMod val="95000"/>
            </a:schemeClr>
          </a:solidFill>
        </p:spPr>
        <p:txBody>
          <a:bodyPr wrap="square">
            <a:spAutoFit/>
          </a:bodyPr>
          <a:lstStyle>
            <a:lvl1pPr marL="0" indent="0">
              <a:lnSpc>
                <a:spcPct val="120000"/>
              </a:lnSpc>
              <a:spcBef>
                <a:spcPts val="0"/>
              </a:spcBef>
              <a:buFont typeface="Arial" panose="020B0604020202020204" pitchFamily="34" charset="0"/>
              <a:buNone/>
              <a:defRPr sz="1400" b="1">
                <a:solidFill>
                  <a:schemeClr val="accent1"/>
                </a:solidFill>
              </a:defRPr>
            </a:lvl1pPr>
            <a:lvl2pPr marL="457200" indent="0">
              <a:buNone/>
              <a:defRPr/>
            </a:lvl2pPr>
          </a:lstStyle>
          <a:p>
            <a:pPr lvl="0"/>
            <a:r>
              <a:rPr lang="zh-CN" altLang="en-US" dirty="0"/>
              <a:t>此处添加本页重要观点</a:t>
            </a:r>
            <a:r>
              <a:rPr lang="en-US" altLang="zh-CN" dirty="0"/>
              <a:t>-14pt</a:t>
            </a:r>
          </a:p>
        </p:txBody>
      </p:sp>
      <p:sp>
        <p:nvSpPr>
          <p:cNvPr id="19" name="标题 1"/>
          <p:cNvSpPr>
            <a:spLocks noGrp="1"/>
          </p:cNvSpPr>
          <p:nvPr>
            <p:ph type="title" hasCustomPrompt="1"/>
          </p:nvPr>
        </p:nvSpPr>
        <p:spPr>
          <a:xfrm>
            <a:off x="669925" y="0"/>
            <a:ext cx="10848975" cy="1028700"/>
          </a:xfrm>
          <a:prstGeom prst="rect">
            <a:avLst/>
          </a:prstGeom>
        </p:spPr>
        <p:txBody>
          <a:bodyPr vert="horz" lIns="0" tIns="45720" rIns="91440" bIns="45720" rtlCol="0" anchor="b">
            <a:normAutofit/>
          </a:bodyPr>
          <a:lstStyle>
            <a:lvl1pPr>
              <a:defRPr lang="zh-CN" altLang="en-US" dirty="0"/>
            </a:lvl1pPr>
          </a:lstStyle>
          <a:p>
            <a:pPr lvl="0"/>
            <a:r>
              <a:rPr lang="zh-CN" altLang="en-US" dirty="0"/>
              <a:t>单击此处编辑标题样式</a:t>
            </a:r>
            <a:r>
              <a:rPr lang="en-US" altLang="zh-CN" dirty="0"/>
              <a:t>-24pt</a:t>
            </a:r>
            <a:endParaRPr lang="zh-CN" altLang="en-US" dirty="0"/>
          </a:p>
        </p:txBody>
      </p:sp>
      <p:sp>
        <p:nvSpPr>
          <p:cNvPr id="6" name="Slide Number Placeholder 5"/>
          <p:cNvSpPr>
            <a:spLocks noGrp="1"/>
          </p:cNvSpPr>
          <p:nvPr>
            <p:ph type="sldNum" sz="quarter" idx="4294967295"/>
          </p:nvPr>
        </p:nvSpPr>
        <p:spPr>
          <a:xfrm>
            <a:off x="11518900" y="6504474"/>
            <a:ext cx="673099" cy="215900"/>
          </a:xfrm>
          <a:prstGeom prst="rect">
            <a:avLst/>
          </a:prstGeom>
          <a:noFill/>
        </p:spPr>
        <p:txBody>
          <a:bodyPr anchor="ctr" anchorCtr="0"/>
          <a:lstStyle>
            <a:lvl1pPr>
              <a:defRPr lang="en-US" altLang="zh-CN" smtClean="0"/>
            </a:lvl1pPr>
          </a:lstStyle>
          <a:p>
            <a:fld id="{7F65B630-C7FF-41C0-9923-C5E5E29EED81}" type="slidenum">
              <a:rPr lang="en-US" altLang="zh-CN" smtClean="0"/>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封底1">
    <p:spTree>
      <p:nvGrpSpPr>
        <p:cNvPr id="1" name=""/>
        <p:cNvGrpSpPr/>
        <p:nvPr/>
      </p:nvGrpSpPr>
      <p:grpSpPr>
        <a:xfrm>
          <a:off x="0" y="0"/>
          <a:ext cx="0" cy="0"/>
          <a:chOff x="0" y="0"/>
          <a:chExt cx="0" cy="0"/>
        </a:xfrm>
      </p:grpSpPr>
      <p:pic>
        <p:nvPicPr>
          <p:cNvPr id="9" name="图片 8"/>
          <p:cNvPicPr/>
          <p:nvPr userDrawn="1"/>
        </p:nvPicPr>
        <p:blipFill>
          <a:blip r:embed="rId2"/>
          <a:stretch>
            <a:fillRect/>
          </a:stretch>
        </p:blipFill>
        <p:spPr>
          <a:xfrm>
            <a:off x="0" y="2323598"/>
            <a:ext cx="12192000" cy="4310727"/>
          </a:xfrm>
          <a:prstGeom prst="rect">
            <a:avLst/>
          </a:prstGeom>
        </p:spPr>
      </p:pic>
      <p:sp>
        <p:nvSpPr>
          <p:cNvPr id="10" name="矩形 9"/>
          <p:cNvSpPr/>
          <p:nvPr userDrawn="1"/>
        </p:nvSpPr>
        <p:spPr>
          <a:xfrm>
            <a:off x="-3810" y="61340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userDrawn="1"/>
        </p:nvGrpSpPr>
        <p:grpSpPr>
          <a:xfrm>
            <a:off x="0" y="4278003"/>
            <a:ext cx="12275822" cy="2579997"/>
            <a:chOff x="144779" y="4430403"/>
            <a:chExt cx="12275822" cy="2579997"/>
          </a:xfrm>
        </p:grpSpPr>
        <p:pic>
          <p:nvPicPr>
            <p:cNvPr id="14" name="图片 13"/>
            <p:cNvPicPr>
              <a:picLocks noChangeAspect="1"/>
            </p:cNvPicPr>
            <p:nvPr userDrawn="1"/>
          </p:nvPicPr>
          <p:blipFill rotWithShape="1">
            <a:blip r:embed="rId3"/>
            <a:srcRect b="32181"/>
            <a:stretch>
              <a:fillRect/>
            </a:stretch>
          </p:blipFill>
          <p:spPr>
            <a:xfrm>
              <a:off x="9105526" y="4430403"/>
              <a:ext cx="1103472" cy="2579997"/>
            </a:xfrm>
            <a:prstGeom prst="rect">
              <a:avLst/>
            </a:prstGeom>
          </p:spPr>
        </p:pic>
        <p:pic>
          <p:nvPicPr>
            <p:cNvPr id="15" name="图形 14"/>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44779" y="4784550"/>
              <a:ext cx="12275822" cy="1515849"/>
            </a:xfrm>
            <a:prstGeom prst="rect">
              <a:avLst/>
            </a:prstGeom>
          </p:spPr>
        </p:pic>
        <p:pic>
          <p:nvPicPr>
            <p:cNvPr id="16" name="图片 15"/>
            <p:cNvPicPr>
              <a:picLocks noChangeAspect="1"/>
            </p:cNvPicPr>
            <p:nvPr userDrawn="1"/>
          </p:nvPicPr>
          <p:blipFill rotWithShape="1">
            <a:blip r:embed="rId5"/>
            <a:srcRect t="56329"/>
            <a:stretch>
              <a:fillRect/>
            </a:stretch>
          </p:blipFill>
          <p:spPr>
            <a:xfrm flipV="1">
              <a:off x="152400" y="6352124"/>
              <a:ext cx="12192000" cy="658276"/>
            </a:xfrm>
            <a:prstGeom prst="rect">
              <a:avLst/>
            </a:prstGeom>
          </p:spPr>
        </p:pic>
        <p:sp>
          <p:nvSpPr>
            <p:cNvPr id="17" name="矩形 16"/>
            <p:cNvSpPr/>
            <p:nvPr userDrawn="1"/>
          </p:nvSpPr>
          <p:spPr>
            <a:xfrm>
              <a:off x="144779" y="6329525"/>
              <a:ext cx="12199621" cy="680875"/>
            </a:xfrm>
            <a:prstGeom prst="rect">
              <a:avLst/>
            </a:prstGeom>
            <a:gradFill>
              <a:gsLst>
                <a:gs pos="77000">
                  <a:schemeClr val="bg1"/>
                </a:gs>
                <a:gs pos="0">
                  <a:schemeClr val="bg1">
                    <a:alpha val="7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48590" y="62864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0" name="组合 49"/>
          <p:cNvGrpSpPr/>
          <p:nvPr userDrawn="1"/>
        </p:nvGrpSpPr>
        <p:grpSpPr>
          <a:xfrm>
            <a:off x="835661" y="3670100"/>
            <a:ext cx="8128344" cy="1295484"/>
            <a:chOff x="835661" y="3670100"/>
            <a:chExt cx="8128344" cy="1295484"/>
          </a:xfrm>
        </p:grpSpPr>
        <p:sp>
          <p:nvSpPr>
            <p:cNvPr id="51" name="文本框 50"/>
            <p:cNvSpPr txBox="1"/>
            <p:nvPr/>
          </p:nvSpPr>
          <p:spPr>
            <a:xfrm>
              <a:off x="6395057" y="3848558"/>
              <a:ext cx="441147" cy="246221"/>
            </a:xfrm>
            <a:prstGeom prst="rect">
              <a:avLst/>
            </a:prstGeom>
            <a:noFill/>
          </p:spPr>
          <p:txBody>
            <a:bodyPr wrap="none" rtlCol="0">
              <a:spAutoFit/>
            </a:bodyPr>
            <a:lstStyle/>
            <a:p>
              <a:pPr algn="ctr"/>
              <a:r>
                <a:rPr lang="zh-CN" altLang="en-US" sz="1000" dirty="0"/>
                <a:t>北京</a:t>
              </a:r>
            </a:p>
          </p:txBody>
        </p:sp>
        <p:sp>
          <p:nvSpPr>
            <p:cNvPr id="52" name="文本框 51"/>
            <p:cNvSpPr txBox="1"/>
            <p:nvPr/>
          </p:nvSpPr>
          <p:spPr>
            <a:xfrm>
              <a:off x="8077064" y="4060065"/>
              <a:ext cx="441147" cy="246221"/>
            </a:xfrm>
            <a:prstGeom prst="rect">
              <a:avLst/>
            </a:prstGeom>
            <a:noFill/>
          </p:spPr>
          <p:txBody>
            <a:bodyPr wrap="none" rtlCol="0">
              <a:spAutoFit/>
            </a:bodyPr>
            <a:lstStyle/>
            <a:p>
              <a:pPr algn="ctr"/>
              <a:r>
                <a:rPr lang="zh-CN" altLang="en-US" sz="1000" dirty="0"/>
                <a:t>青岛</a:t>
              </a:r>
            </a:p>
          </p:txBody>
        </p:sp>
        <p:sp>
          <p:nvSpPr>
            <p:cNvPr id="53" name="文本框 52"/>
            <p:cNvSpPr txBox="1"/>
            <p:nvPr/>
          </p:nvSpPr>
          <p:spPr>
            <a:xfrm>
              <a:off x="8522858" y="4300510"/>
              <a:ext cx="441147" cy="246221"/>
            </a:xfrm>
            <a:prstGeom prst="rect">
              <a:avLst/>
            </a:prstGeom>
            <a:noFill/>
          </p:spPr>
          <p:txBody>
            <a:bodyPr wrap="none" rtlCol="0">
              <a:spAutoFit/>
            </a:bodyPr>
            <a:lstStyle/>
            <a:p>
              <a:pPr algn="ctr"/>
              <a:r>
                <a:rPr lang="zh-CN" altLang="en-US" sz="1000" dirty="0"/>
                <a:t>上海</a:t>
              </a:r>
            </a:p>
          </p:txBody>
        </p:sp>
        <p:sp>
          <p:nvSpPr>
            <p:cNvPr id="54" name="文本框 53"/>
            <p:cNvSpPr txBox="1"/>
            <p:nvPr/>
          </p:nvSpPr>
          <p:spPr>
            <a:xfrm>
              <a:off x="7397304" y="4264863"/>
              <a:ext cx="441147" cy="246221"/>
            </a:xfrm>
            <a:prstGeom prst="rect">
              <a:avLst/>
            </a:prstGeom>
            <a:noFill/>
          </p:spPr>
          <p:txBody>
            <a:bodyPr wrap="none" rtlCol="0">
              <a:spAutoFit/>
            </a:bodyPr>
            <a:lstStyle/>
            <a:p>
              <a:pPr algn="ctr"/>
              <a:r>
                <a:rPr lang="zh-CN" altLang="en-US" sz="1000" dirty="0"/>
                <a:t>南京</a:t>
              </a:r>
            </a:p>
          </p:txBody>
        </p:sp>
        <p:sp>
          <p:nvSpPr>
            <p:cNvPr id="55" name="文本框 54"/>
            <p:cNvSpPr txBox="1"/>
            <p:nvPr/>
          </p:nvSpPr>
          <p:spPr>
            <a:xfrm>
              <a:off x="5098774" y="4689065"/>
              <a:ext cx="441147" cy="246221"/>
            </a:xfrm>
            <a:prstGeom prst="rect">
              <a:avLst/>
            </a:prstGeom>
            <a:noFill/>
          </p:spPr>
          <p:txBody>
            <a:bodyPr wrap="none" rtlCol="0">
              <a:spAutoFit/>
            </a:bodyPr>
            <a:lstStyle/>
            <a:p>
              <a:pPr algn="ctr"/>
              <a:r>
                <a:rPr lang="zh-CN" altLang="en-US" sz="1000" dirty="0"/>
                <a:t>广州</a:t>
              </a:r>
            </a:p>
          </p:txBody>
        </p:sp>
        <p:sp>
          <p:nvSpPr>
            <p:cNvPr id="56" name="文本框 55"/>
            <p:cNvSpPr txBox="1"/>
            <p:nvPr/>
          </p:nvSpPr>
          <p:spPr>
            <a:xfrm>
              <a:off x="5544569" y="4719363"/>
              <a:ext cx="441147" cy="246221"/>
            </a:xfrm>
            <a:prstGeom prst="rect">
              <a:avLst/>
            </a:prstGeom>
            <a:noFill/>
          </p:spPr>
          <p:txBody>
            <a:bodyPr wrap="none" rtlCol="0">
              <a:spAutoFit/>
            </a:bodyPr>
            <a:lstStyle/>
            <a:p>
              <a:pPr algn="ctr"/>
              <a:r>
                <a:rPr lang="zh-CN" altLang="en-US" sz="1000" dirty="0"/>
                <a:t>深圳</a:t>
              </a:r>
            </a:p>
          </p:txBody>
        </p:sp>
        <p:sp>
          <p:nvSpPr>
            <p:cNvPr id="57" name="文本框 56"/>
            <p:cNvSpPr txBox="1"/>
            <p:nvPr/>
          </p:nvSpPr>
          <p:spPr>
            <a:xfrm>
              <a:off x="3450610" y="4538071"/>
              <a:ext cx="441147" cy="246221"/>
            </a:xfrm>
            <a:prstGeom prst="rect">
              <a:avLst/>
            </a:prstGeom>
            <a:noFill/>
          </p:spPr>
          <p:txBody>
            <a:bodyPr wrap="none" rtlCol="0">
              <a:spAutoFit/>
            </a:bodyPr>
            <a:lstStyle/>
            <a:p>
              <a:pPr algn="ctr"/>
              <a:r>
                <a:rPr lang="zh-CN" altLang="en-US" sz="1000" dirty="0"/>
                <a:t>成都</a:t>
              </a:r>
            </a:p>
          </p:txBody>
        </p:sp>
        <p:sp>
          <p:nvSpPr>
            <p:cNvPr id="58" name="文本框 57"/>
            <p:cNvSpPr txBox="1"/>
            <p:nvPr userDrawn="1"/>
          </p:nvSpPr>
          <p:spPr>
            <a:xfrm>
              <a:off x="835661" y="4502141"/>
              <a:ext cx="697628" cy="246221"/>
            </a:xfrm>
            <a:prstGeom prst="rect">
              <a:avLst/>
            </a:prstGeom>
            <a:noFill/>
          </p:spPr>
          <p:txBody>
            <a:bodyPr wrap="none" rtlCol="0">
              <a:spAutoFit/>
            </a:bodyPr>
            <a:lstStyle/>
            <a:p>
              <a:pPr algn="ctr"/>
              <a:r>
                <a:rPr lang="zh-CN" altLang="en-US" sz="1000" dirty="0"/>
                <a:t>乌鲁木齐</a:t>
              </a:r>
            </a:p>
          </p:txBody>
        </p:sp>
        <p:sp>
          <p:nvSpPr>
            <p:cNvPr id="59" name="文本框 58"/>
            <p:cNvSpPr txBox="1"/>
            <p:nvPr userDrawn="1"/>
          </p:nvSpPr>
          <p:spPr>
            <a:xfrm>
              <a:off x="5765143" y="4400605"/>
              <a:ext cx="441146" cy="246221"/>
            </a:xfrm>
            <a:prstGeom prst="rect">
              <a:avLst/>
            </a:prstGeom>
            <a:noFill/>
          </p:spPr>
          <p:txBody>
            <a:bodyPr wrap="none" rtlCol="0">
              <a:spAutoFit/>
            </a:bodyPr>
            <a:lstStyle/>
            <a:p>
              <a:pPr algn="ctr"/>
              <a:r>
                <a:rPr lang="zh-CN" altLang="en-US" sz="1000" dirty="0"/>
                <a:t>厦门</a:t>
              </a:r>
            </a:p>
          </p:txBody>
        </p:sp>
        <p:sp>
          <p:nvSpPr>
            <p:cNvPr id="60" name="文本框 59"/>
            <p:cNvSpPr txBox="1"/>
            <p:nvPr userDrawn="1"/>
          </p:nvSpPr>
          <p:spPr>
            <a:xfrm>
              <a:off x="4042755" y="4114763"/>
              <a:ext cx="441146" cy="246221"/>
            </a:xfrm>
            <a:prstGeom prst="rect">
              <a:avLst/>
            </a:prstGeom>
            <a:noFill/>
          </p:spPr>
          <p:txBody>
            <a:bodyPr wrap="none" rtlCol="0">
              <a:spAutoFit/>
            </a:bodyPr>
            <a:lstStyle/>
            <a:p>
              <a:pPr algn="ctr"/>
              <a:r>
                <a:rPr lang="zh-CN" altLang="en-US" sz="1000" dirty="0"/>
                <a:t>西安</a:t>
              </a:r>
            </a:p>
          </p:txBody>
        </p:sp>
        <p:sp>
          <p:nvSpPr>
            <p:cNvPr id="61" name="文本框 60"/>
            <p:cNvSpPr txBox="1"/>
            <p:nvPr userDrawn="1"/>
          </p:nvSpPr>
          <p:spPr>
            <a:xfrm>
              <a:off x="4767791" y="3964426"/>
              <a:ext cx="441146" cy="246221"/>
            </a:xfrm>
            <a:prstGeom prst="rect">
              <a:avLst/>
            </a:prstGeom>
            <a:noFill/>
          </p:spPr>
          <p:txBody>
            <a:bodyPr wrap="none" rtlCol="0">
              <a:spAutoFit/>
            </a:bodyPr>
            <a:lstStyle/>
            <a:p>
              <a:pPr algn="ctr"/>
              <a:r>
                <a:rPr lang="zh-CN" altLang="en-US" sz="1000" dirty="0"/>
                <a:t>郑州</a:t>
              </a:r>
            </a:p>
          </p:txBody>
        </p:sp>
        <p:sp>
          <p:nvSpPr>
            <p:cNvPr id="62" name="文本框 61"/>
            <p:cNvSpPr txBox="1"/>
            <p:nvPr userDrawn="1"/>
          </p:nvSpPr>
          <p:spPr>
            <a:xfrm>
              <a:off x="7281297" y="3670100"/>
              <a:ext cx="569388" cy="246221"/>
            </a:xfrm>
            <a:prstGeom prst="rect">
              <a:avLst/>
            </a:prstGeom>
            <a:noFill/>
          </p:spPr>
          <p:txBody>
            <a:bodyPr wrap="none" rtlCol="0">
              <a:spAutoFit/>
            </a:bodyPr>
            <a:lstStyle/>
            <a:p>
              <a:pPr algn="ctr"/>
              <a:r>
                <a:rPr lang="zh-CN" altLang="en-US" sz="1000" dirty="0"/>
                <a:t>哈尔滨</a:t>
              </a:r>
            </a:p>
          </p:txBody>
        </p:sp>
      </p:grpSp>
      <p:sp>
        <p:nvSpPr>
          <p:cNvPr id="28" name="矩形 27"/>
          <p:cNvSpPr/>
          <p:nvPr userDrawn="1"/>
        </p:nvSpPr>
        <p:spPr>
          <a:xfrm>
            <a:off x="835661" y="1824067"/>
            <a:ext cx="72000" cy="138259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图片 24" descr="黑暗中的标志&#10;&#10;描述已自动生成">
            <a:extLst>
              <a:ext uri="{FF2B5EF4-FFF2-40B4-BE49-F238E27FC236}">
                <a16:creationId xmlns:a16="http://schemas.microsoft.com/office/drawing/2014/main" id="{9E948157-B906-0CB2-67E5-B29D2C2277F6}"/>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35661" y="539192"/>
            <a:ext cx="1744094" cy="48409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封底2">
    <p:spTree>
      <p:nvGrpSpPr>
        <p:cNvPr id="1" name=""/>
        <p:cNvGrpSpPr/>
        <p:nvPr/>
      </p:nvGrpSpPr>
      <p:grpSpPr>
        <a:xfrm>
          <a:off x="0" y="0"/>
          <a:ext cx="0" cy="0"/>
          <a:chOff x="0" y="0"/>
          <a:chExt cx="0" cy="0"/>
        </a:xfrm>
      </p:grpSpPr>
      <p:pic>
        <p:nvPicPr>
          <p:cNvPr id="9" name="图片 8"/>
          <p:cNvPicPr/>
          <p:nvPr userDrawn="1"/>
        </p:nvPicPr>
        <p:blipFill>
          <a:blip r:embed="rId2"/>
          <a:stretch>
            <a:fillRect/>
          </a:stretch>
        </p:blipFill>
        <p:spPr>
          <a:xfrm>
            <a:off x="0" y="2323598"/>
            <a:ext cx="12192000" cy="4310727"/>
          </a:xfrm>
          <a:prstGeom prst="rect">
            <a:avLst/>
          </a:prstGeom>
        </p:spPr>
      </p:pic>
      <p:sp>
        <p:nvSpPr>
          <p:cNvPr id="10" name="矩形 9"/>
          <p:cNvSpPr/>
          <p:nvPr userDrawn="1"/>
        </p:nvSpPr>
        <p:spPr>
          <a:xfrm>
            <a:off x="-3810" y="61340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userDrawn="1"/>
        </p:nvGrpSpPr>
        <p:grpSpPr>
          <a:xfrm>
            <a:off x="0" y="4278003"/>
            <a:ext cx="12275822" cy="2579997"/>
            <a:chOff x="144779" y="4430403"/>
            <a:chExt cx="12275822" cy="2579997"/>
          </a:xfrm>
        </p:grpSpPr>
        <p:pic>
          <p:nvPicPr>
            <p:cNvPr id="14" name="图片 13"/>
            <p:cNvPicPr>
              <a:picLocks noChangeAspect="1"/>
            </p:cNvPicPr>
            <p:nvPr userDrawn="1"/>
          </p:nvPicPr>
          <p:blipFill rotWithShape="1">
            <a:blip r:embed="rId3"/>
            <a:srcRect b="32181"/>
            <a:stretch>
              <a:fillRect/>
            </a:stretch>
          </p:blipFill>
          <p:spPr>
            <a:xfrm>
              <a:off x="9105526" y="4430403"/>
              <a:ext cx="1103472" cy="2579997"/>
            </a:xfrm>
            <a:prstGeom prst="rect">
              <a:avLst/>
            </a:prstGeom>
          </p:spPr>
        </p:pic>
        <p:pic>
          <p:nvPicPr>
            <p:cNvPr id="15" name="图形 14"/>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44779" y="4784550"/>
              <a:ext cx="12275822" cy="1515849"/>
            </a:xfrm>
            <a:prstGeom prst="rect">
              <a:avLst/>
            </a:prstGeom>
          </p:spPr>
        </p:pic>
        <p:pic>
          <p:nvPicPr>
            <p:cNvPr id="16" name="图片 15"/>
            <p:cNvPicPr>
              <a:picLocks noChangeAspect="1"/>
            </p:cNvPicPr>
            <p:nvPr userDrawn="1"/>
          </p:nvPicPr>
          <p:blipFill rotWithShape="1">
            <a:blip r:embed="rId5"/>
            <a:srcRect t="56329"/>
            <a:stretch>
              <a:fillRect/>
            </a:stretch>
          </p:blipFill>
          <p:spPr>
            <a:xfrm flipV="1">
              <a:off x="152400" y="6352124"/>
              <a:ext cx="12192000" cy="658276"/>
            </a:xfrm>
            <a:prstGeom prst="rect">
              <a:avLst/>
            </a:prstGeom>
          </p:spPr>
        </p:pic>
        <p:sp>
          <p:nvSpPr>
            <p:cNvPr id="17" name="矩形 16"/>
            <p:cNvSpPr/>
            <p:nvPr userDrawn="1"/>
          </p:nvSpPr>
          <p:spPr>
            <a:xfrm>
              <a:off x="144779" y="6329525"/>
              <a:ext cx="12199621" cy="680875"/>
            </a:xfrm>
            <a:prstGeom prst="rect">
              <a:avLst/>
            </a:prstGeom>
            <a:gradFill>
              <a:gsLst>
                <a:gs pos="77000">
                  <a:schemeClr val="bg1"/>
                </a:gs>
                <a:gs pos="0">
                  <a:schemeClr val="bg1">
                    <a:alpha val="7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48590" y="62864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1" name="直接连接符 10"/>
          <p:cNvCxnSpPr/>
          <p:nvPr userDrawn="1"/>
        </p:nvCxnSpPr>
        <p:spPr>
          <a:xfrm>
            <a:off x="2939981" y="2387904"/>
            <a:ext cx="0" cy="2019847"/>
          </a:xfrm>
          <a:prstGeom prst="line">
            <a:avLst/>
          </a:prstGeom>
          <a:ln w="25400">
            <a:gradFill>
              <a:gsLst>
                <a:gs pos="0">
                  <a:schemeClr val="bg1">
                    <a:lumMod val="85000"/>
                  </a:schemeClr>
                </a:gs>
                <a:gs pos="100000">
                  <a:schemeClr val="bg1">
                    <a:lumMod val="85000"/>
                    <a:alpha val="0"/>
                  </a:schemeClr>
                </a:gs>
              </a:gsLst>
              <a:lin ang="5400000" scaled="1"/>
            </a:gradFill>
            <a:headEnd type="diamond" w="lg" len="lg"/>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916725" y="1327297"/>
            <a:ext cx="3155121" cy="3240000"/>
            <a:chOff x="660399" y="1327297"/>
            <a:chExt cx="3155121" cy="3240000"/>
          </a:xfrm>
        </p:grpSpPr>
        <p:cxnSp>
          <p:nvCxnSpPr>
            <p:cNvPr id="19" name="直接连接符 18"/>
            <p:cNvCxnSpPr/>
            <p:nvPr/>
          </p:nvCxnSpPr>
          <p:spPr>
            <a:xfrm>
              <a:off x="660399" y="1327297"/>
              <a:ext cx="0" cy="3240000"/>
            </a:xfrm>
            <a:prstGeom prst="line">
              <a:avLst/>
            </a:prstGeom>
            <a:ln w="25400">
              <a:gradFill>
                <a:gsLst>
                  <a:gs pos="0">
                    <a:schemeClr val="bg1">
                      <a:lumMod val="85000"/>
                    </a:schemeClr>
                  </a:gs>
                  <a:gs pos="100000">
                    <a:schemeClr val="bg1">
                      <a:lumMod val="85000"/>
                      <a:alpha val="0"/>
                    </a:schemeClr>
                  </a:gs>
                </a:gsLst>
                <a:lin ang="5400000" scaled="1"/>
              </a:gradFill>
              <a:headEnd type="diamond" w="lg" len="lg"/>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660400" y="1632739"/>
              <a:ext cx="3155120" cy="877163"/>
            </a:xfrm>
            <a:prstGeom prst="rect">
              <a:avLst/>
            </a:prstGeom>
            <a:noFill/>
          </p:spPr>
          <p:txBody>
            <a:bodyPr wrap="square" rtlCol="0">
              <a:spAutoFit/>
            </a:bodyPr>
            <a:lstStyle/>
            <a:p>
              <a:pPr>
                <a:spcAft>
                  <a:spcPts val="600"/>
                </a:spcAft>
              </a:pPr>
              <a:r>
                <a:rPr lang="zh-CN" altLang="en-US" sz="900" b="1" dirty="0">
                  <a:latin typeface="微软雅黑" panose="020B0503020204020204" pitchFamily="34" charset="-122"/>
                  <a:ea typeface="微软雅黑" panose="020B0503020204020204" pitchFamily="34" charset="-122"/>
                </a:rPr>
                <a:t>地址：</a:t>
              </a:r>
              <a:r>
                <a:rPr lang="zh-CN" altLang="en-US" sz="900" dirty="0">
                  <a:latin typeface="微软雅黑" panose="020B0503020204020204" pitchFamily="34" charset="-122"/>
                  <a:ea typeface="微软雅黑" panose="020B0503020204020204" pitchFamily="34" charset="-122"/>
                </a:rPr>
                <a:t>上海市虹口区公平路</a:t>
              </a:r>
              <a:r>
                <a:rPr lang="en-US" altLang="zh-CN" sz="900" dirty="0">
                  <a:latin typeface="微软雅黑" panose="020B0503020204020204" pitchFamily="34" charset="-122"/>
                  <a:ea typeface="微软雅黑" panose="020B0503020204020204" pitchFamily="34" charset="-122"/>
                </a:rPr>
                <a:t>18</a:t>
              </a:r>
              <a:r>
                <a:rPr lang="zh-CN" altLang="en-US" sz="900" dirty="0">
                  <a:latin typeface="微软雅黑" panose="020B0503020204020204" pitchFamily="34" charset="-122"/>
                  <a:ea typeface="微软雅黑" panose="020B0503020204020204" pitchFamily="34" charset="-122"/>
                </a:rPr>
                <a:t>号</a:t>
              </a:r>
              <a:r>
                <a:rPr lang="en-US" altLang="zh-CN" sz="900" dirty="0">
                  <a:latin typeface="微软雅黑" panose="020B0503020204020204" pitchFamily="34" charset="-122"/>
                  <a:ea typeface="微软雅黑" panose="020B0503020204020204" pitchFamily="34" charset="-122"/>
                </a:rPr>
                <a:t>8</a:t>
              </a:r>
              <a:r>
                <a:rPr lang="zh-CN" altLang="en-US" sz="900" dirty="0">
                  <a:latin typeface="微软雅黑" panose="020B0503020204020204" pitchFamily="34" charset="-122"/>
                  <a:ea typeface="微软雅黑" panose="020B0503020204020204" pitchFamily="34" charset="-122"/>
                </a:rPr>
                <a:t>号楼嘉昱大厦</a:t>
              </a:r>
              <a:r>
                <a:rPr lang="en-US" altLang="zh-CN" sz="900">
                  <a:latin typeface="微软雅黑" panose="020B0503020204020204" pitchFamily="34" charset="-122"/>
                  <a:ea typeface="微软雅黑" panose="020B0503020204020204" pitchFamily="34" charset="-122"/>
                </a:rPr>
                <a:t>15-20</a:t>
              </a:r>
              <a:r>
                <a:rPr lang="zh-CN" altLang="en-US" sz="900">
                  <a:latin typeface="微软雅黑" panose="020B0503020204020204" pitchFamily="34" charset="-122"/>
                  <a:ea typeface="微软雅黑" panose="020B0503020204020204" pitchFamily="34" charset="-122"/>
                </a:rPr>
                <a:t>层</a:t>
              </a:r>
              <a:endParaRPr lang="zh-CN" altLang="en-US" sz="900" dirty="0">
                <a:latin typeface="微软雅黑" panose="020B0503020204020204" pitchFamily="34" charset="-122"/>
                <a:ea typeface="微软雅黑" panose="020B0503020204020204" pitchFamily="34" charset="-122"/>
              </a:endParaRPr>
            </a:p>
            <a:p>
              <a:pPr>
                <a:spcAft>
                  <a:spcPts val="600"/>
                </a:spcAft>
              </a:pPr>
              <a:r>
                <a:rPr lang="zh-CN" altLang="en-US" sz="900" b="1" dirty="0">
                  <a:latin typeface="微软雅黑" panose="020B0503020204020204" pitchFamily="34" charset="-122"/>
                  <a:ea typeface="微软雅黑" panose="020B0503020204020204" pitchFamily="34" charset="-122"/>
                </a:rPr>
                <a:t>电话：</a:t>
              </a:r>
              <a:r>
                <a:rPr lang="en-US" altLang="zh-CN" sz="900" dirty="0">
                  <a:latin typeface="微软雅黑" panose="020B0503020204020204" pitchFamily="34" charset="-122"/>
                  <a:ea typeface="微软雅黑" panose="020B0503020204020204" pitchFamily="34" charset="-122"/>
                </a:rPr>
                <a:t>021-31081600</a:t>
              </a:r>
            </a:p>
            <a:p>
              <a:pPr>
                <a:spcAft>
                  <a:spcPts val="600"/>
                </a:spcAft>
              </a:pPr>
              <a:r>
                <a:rPr lang="zh-CN" altLang="en-US" sz="900" b="1" dirty="0">
                  <a:latin typeface="微软雅黑" panose="020B0503020204020204" pitchFamily="34" charset="-122"/>
                  <a:ea typeface="微软雅黑" panose="020B0503020204020204" pitchFamily="34" charset="-122"/>
                </a:rPr>
                <a:t>传真：</a:t>
              </a:r>
              <a:r>
                <a:rPr lang="en-US" altLang="zh-CN" sz="900" dirty="0">
                  <a:latin typeface="微软雅黑" panose="020B0503020204020204" pitchFamily="34" charset="-122"/>
                  <a:ea typeface="微软雅黑" panose="020B0503020204020204" pitchFamily="34" charset="-122"/>
                </a:rPr>
                <a:t>021-31081800</a:t>
              </a:r>
            </a:p>
            <a:p>
              <a:pPr>
                <a:spcAft>
                  <a:spcPts val="600"/>
                </a:spcAft>
              </a:pPr>
              <a:r>
                <a:rPr lang="zh-CN" altLang="en-US" sz="900" b="1" dirty="0">
                  <a:latin typeface="微软雅黑" panose="020B0503020204020204" pitchFamily="34" charset="-122"/>
                  <a:ea typeface="微软雅黑" panose="020B0503020204020204" pitchFamily="34" charset="-122"/>
                </a:rPr>
                <a:t>邮编：</a:t>
              </a:r>
              <a:r>
                <a:rPr lang="en-US" altLang="zh-CN" sz="900" dirty="0">
                  <a:latin typeface="微软雅黑" panose="020B0503020204020204" pitchFamily="34" charset="-122"/>
                  <a:ea typeface="微软雅黑" panose="020B0503020204020204" pitchFamily="34" charset="-122"/>
                </a:rPr>
                <a:t>200082</a:t>
              </a:r>
            </a:p>
          </p:txBody>
        </p:sp>
        <p:sp>
          <p:nvSpPr>
            <p:cNvPr id="21" name="文本框 20"/>
            <p:cNvSpPr txBox="1"/>
            <p:nvPr/>
          </p:nvSpPr>
          <p:spPr>
            <a:xfrm>
              <a:off x="660400" y="1357213"/>
              <a:ext cx="2804808" cy="276999"/>
            </a:xfrm>
            <a:prstGeom prst="rect">
              <a:avLst/>
            </a:prstGeom>
            <a:noFill/>
          </p:spPr>
          <p:txBody>
            <a:bodyPr wrap="square" rtlCol="0">
              <a:spAutoFit/>
            </a:bodyPr>
            <a:lstStyle/>
            <a:p>
              <a:r>
                <a:rPr lang="zh-CN" altLang="en-US" sz="1200" b="1" dirty="0">
                  <a:solidFill>
                    <a:schemeClr val="accent1"/>
                  </a:solidFill>
                  <a:latin typeface="微软雅黑" panose="020B0503020204020204" pitchFamily="34" charset="-122"/>
                  <a:ea typeface="微软雅黑" panose="020B0503020204020204" pitchFamily="34" charset="-122"/>
                </a:rPr>
                <a:t>国泰基金管理有限公司（上海总部）</a:t>
              </a:r>
            </a:p>
          </p:txBody>
        </p:sp>
      </p:grpSp>
      <p:cxnSp>
        <p:nvCxnSpPr>
          <p:cNvPr id="25" name="直接连接符 24"/>
          <p:cNvCxnSpPr/>
          <p:nvPr userDrawn="1"/>
        </p:nvCxnSpPr>
        <p:spPr>
          <a:xfrm>
            <a:off x="5539921" y="2448651"/>
            <a:ext cx="0" cy="1077348"/>
          </a:xfrm>
          <a:prstGeom prst="line">
            <a:avLst/>
          </a:prstGeom>
          <a:ln w="25400">
            <a:gradFill>
              <a:gsLst>
                <a:gs pos="0">
                  <a:schemeClr val="bg1">
                    <a:lumMod val="85000"/>
                  </a:schemeClr>
                </a:gs>
                <a:gs pos="100000">
                  <a:schemeClr val="bg1">
                    <a:lumMod val="85000"/>
                    <a:alpha val="0"/>
                  </a:schemeClr>
                </a:gs>
              </a:gsLst>
              <a:lin ang="5400000" scaled="1"/>
            </a:gradFill>
            <a:headEnd type="diamond" w="lg" len="lg"/>
          </a:ln>
        </p:spPr>
        <p:style>
          <a:lnRef idx="1">
            <a:schemeClr val="accent1"/>
          </a:lnRef>
          <a:fillRef idx="0">
            <a:schemeClr val="accent1"/>
          </a:fillRef>
          <a:effectRef idx="0">
            <a:schemeClr val="accent1"/>
          </a:effectRef>
          <a:fontRef idx="minor">
            <a:schemeClr val="tx1"/>
          </a:fontRef>
        </p:style>
      </p:cxnSp>
      <p:grpSp>
        <p:nvGrpSpPr>
          <p:cNvPr id="26" name="组合 25"/>
          <p:cNvGrpSpPr/>
          <p:nvPr userDrawn="1"/>
        </p:nvGrpSpPr>
        <p:grpSpPr>
          <a:xfrm>
            <a:off x="2958452" y="2509466"/>
            <a:ext cx="3223049" cy="937246"/>
            <a:chOff x="799449" y="1720675"/>
            <a:chExt cx="3223049" cy="937246"/>
          </a:xfrm>
        </p:grpSpPr>
        <p:sp>
          <p:nvSpPr>
            <p:cNvPr id="27" name="文本框 26"/>
            <p:cNvSpPr txBox="1"/>
            <p:nvPr/>
          </p:nvSpPr>
          <p:spPr>
            <a:xfrm>
              <a:off x="799449" y="1996201"/>
              <a:ext cx="3223049" cy="661720"/>
            </a:xfrm>
            <a:prstGeom prst="rect">
              <a:avLst/>
            </a:prstGeom>
            <a:noFill/>
          </p:spPr>
          <p:txBody>
            <a:bodyPr wrap="square" rtlCol="0">
              <a:spAutoFit/>
            </a:bodyPr>
            <a:lstStyle/>
            <a:p>
              <a:pPr>
                <a:spcAft>
                  <a:spcPts val="600"/>
                </a:spcAft>
              </a:pPr>
              <a:r>
                <a:rPr lang="zh-CN" altLang="en-US" sz="900" b="1" dirty="0">
                  <a:latin typeface="微软雅黑" panose="020B0503020204020204" pitchFamily="34" charset="-122"/>
                  <a:ea typeface="微软雅黑" panose="020B0503020204020204" pitchFamily="34" charset="-122"/>
                </a:rPr>
                <a:t>地址：</a:t>
              </a:r>
              <a:r>
                <a:rPr lang="zh-CN" altLang="en-US" sz="900" dirty="0">
                  <a:latin typeface="微软雅黑" panose="020B0503020204020204" pitchFamily="34" charset="-122"/>
                  <a:ea typeface="微软雅黑" panose="020B0503020204020204" pitchFamily="34" charset="-122"/>
                </a:rPr>
                <a:t>香港金钟轩尼诗道</a:t>
              </a:r>
              <a:r>
                <a:rPr lang="en-US" altLang="zh-CN" sz="900" dirty="0">
                  <a:latin typeface="微软雅黑" panose="020B0503020204020204" pitchFamily="34" charset="-122"/>
                  <a:ea typeface="微软雅黑" panose="020B0503020204020204" pitchFamily="34" charset="-122"/>
                </a:rPr>
                <a:t>28</a:t>
              </a:r>
              <a:r>
                <a:rPr lang="zh-CN" altLang="en-US" sz="900" dirty="0">
                  <a:latin typeface="微软雅黑" panose="020B0503020204020204" pitchFamily="34" charset="-122"/>
                  <a:ea typeface="微软雅黑" panose="020B0503020204020204" pitchFamily="34" charset="-122"/>
                </a:rPr>
                <a:t>号</a:t>
              </a:r>
              <a:r>
                <a:rPr lang="en-US" altLang="zh-CN" sz="900" dirty="0">
                  <a:latin typeface="微软雅黑" panose="020B0503020204020204" pitchFamily="34" charset="-122"/>
                  <a:ea typeface="微软雅黑" panose="020B0503020204020204" pitchFamily="34" charset="-122"/>
                </a:rPr>
                <a:t>8</a:t>
              </a:r>
              <a:r>
                <a:rPr lang="zh-CN" altLang="en-US" sz="900" dirty="0">
                  <a:latin typeface="微软雅黑" panose="020B0503020204020204" pitchFamily="34" charset="-122"/>
                  <a:ea typeface="微软雅黑" panose="020B0503020204020204" pitchFamily="34" charset="-122"/>
                </a:rPr>
                <a:t>楼</a:t>
              </a:r>
            </a:p>
            <a:p>
              <a:pPr>
                <a:spcAft>
                  <a:spcPts val="600"/>
                </a:spcAft>
              </a:pPr>
              <a:r>
                <a:rPr lang="zh-CN" altLang="en-US" sz="900" b="1" dirty="0">
                  <a:latin typeface="微软雅黑" panose="020B0503020204020204" pitchFamily="34" charset="-122"/>
                  <a:ea typeface="微软雅黑" panose="020B0503020204020204" pitchFamily="34" charset="-122"/>
                </a:rPr>
                <a:t>电话：</a:t>
              </a:r>
              <a:r>
                <a:rPr lang="en-US" altLang="zh-CN" sz="900" dirty="0">
                  <a:latin typeface="微软雅黑" panose="020B0503020204020204" pitchFamily="34" charset="-122"/>
                  <a:ea typeface="微软雅黑" panose="020B0503020204020204" pitchFamily="34" charset="-122"/>
                </a:rPr>
                <a:t>(852)39559665</a:t>
              </a:r>
            </a:p>
            <a:p>
              <a:pPr>
                <a:spcAft>
                  <a:spcPts val="600"/>
                </a:spcAft>
              </a:pPr>
              <a:r>
                <a:rPr lang="zh-CN" altLang="en-US" sz="900" b="1" dirty="0">
                  <a:latin typeface="微软雅黑" panose="020B0503020204020204" pitchFamily="34" charset="-122"/>
                  <a:ea typeface="微软雅黑" panose="020B0503020204020204" pitchFamily="34" charset="-122"/>
                </a:rPr>
                <a:t>传真：</a:t>
              </a:r>
              <a:r>
                <a:rPr lang="en-US" altLang="zh-CN" sz="900" dirty="0">
                  <a:latin typeface="微软雅黑" panose="020B0503020204020204" pitchFamily="34" charset="-122"/>
                  <a:ea typeface="微软雅黑" panose="020B0503020204020204" pitchFamily="34" charset="-122"/>
                </a:rPr>
                <a:t>(852)39563611</a:t>
              </a:r>
            </a:p>
          </p:txBody>
        </p:sp>
        <p:sp>
          <p:nvSpPr>
            <p:cNvPr id="28" name="文本框 27"/>
            <p:cNvSpPr txBox="1"/>
            <p:nvPr/>
          </p:nvSpPr>
          <p:spPr>
            <a:xfrm>
              <a:off x="799450" y="1720675"/>
              <a:ext cx="3223044" cy="276999"/>
            </a:xfrm>
            <a:prstGeom prst="rect">
              <a:avLst/>
            </a:prstGeom>
            <a:noFill/>
          </p:spPr>
          <p:txBody>
            <a:bodyPr wrap="square" rtlCol="0">
              <a:spAutoFit/>
            </a:bodyPr>
            <a:lstStyle/>
            <a:p>
              <a:r>
                <a:rPr lang="zh-CN" altLang="en-US" sz="1200" b="1" dirty="0">
                  <a:solidFill>
                    <a:schemeClr val="accent1"/>
                  </a:solidFill>
                  <a:latin typeface="微软雅黑" panose="020B0503020204020204" pitchFamily="34" charset="-122"/>
                  <a:ea typeface="微软雅黑" panose="020B0503020204020204" pitchFamily="34" charset="-122"/>
                </a:rPr>
                <a:t>国泰全球投资管理有限公司</a:t>
              </a:r>
            </a:p>
          </p:txBody>
        </p:sp>
      </p:grpSp>
      <p:grpSp>
        <p:nvGrpSpPr>
          <p:cNvPr id="29" name="组合 28"/>
          <p:cNvGrpSpPr/>
          <p:nvPr userDrawn="1"/>
        </p:nvGrpSpPr>
        <p:grpSpPr>
          <a:xfrm>
            <a:off x="9284606" y="2387904"/>
            <a:ext cx="2191618" cy="1415094"/>
            <a:chOff x="8391616" y="2734213"/>
            <a:chExt cx="2191618" cy="1415094"/>
          </a:xfrm>
        </p:grpSpPr>
        <p:grpSp>
          <p:nvGrpSpPr>
            <p:cNvPr id="30" name="组合 29"/>
            <p:cNvGrpSpPr/>
            <p:nvPr/>
          </p:nvGrpSpPr>
          <p:grpSpPr>
            <a:xfrm>
              <a:off x="8550964" y="3872308"/>
              <a:ext cx="2032270" cy="276999"/>
              <a:chOff x="2161998" y="6328198"/>
              <a:chExt cx="2032270" cy="276999"/>
            </a:xfrm>
          </p:grpSpPr>
          <p:pic>
            <p:nvPicPr>
              <p:cNvPr id="35" name="图片 34" descr="7"/>
              <p:cNvPicPr>
                <a:picLocks noChangeAspect="1"/>
              </p:cNvPicPr>
              <p:nvPr/>
            </p:nvPicPr>
            <p:blipFill>
              <a:blip r:embed="rId6" cstate="print">
                <a:duotone>
                  <a:schemeClr val="accent1">
                    <a:shade val="45000"/>
                    <a:satMod val="135000"/>
                  </a:schemeClr>
                  <a:prstClr val="white"/>
                </a:duotone>
              </a:blip>
              <a:stretch>
                <a:fillRect/>
              </a:stretch>
            </p:blipFill>
            <p:spPr>
              <a:xfrm>
                <a:off x="2161998" y="6408587"/>
                <a:ext cx="92892" cy="136385"/>
              </a:xfrm>
              <a:prstGeom prst="rect">
                <a:avLst/>
              </a:prstGeom>
            </p:spPr>
          </p:pic>
          <p:sp>
            <p:nvSpPr>
              <p:cNvPr id="36" name="文本框 35"/>
              <p:cNvSpPr txBox="1"/>
              <p:nvPr/>
            </p:nvSpPr>
            <p:spPr>
              <a:xfrm>
                <a:off x="2223857" y="6328198"/>
                <a:ext cx="1970411" cy="276999"/>
              </a:xfrm>
              <a:prstGeom prst="rect">
                <a:avLst/>
              </a:prstGeom>
              <a:noFill/>
            </p:spPr>
            <p:txBody>
              <a:bodyPr wrap="none" rtlCol="0">
                <a:spAutoFit/>
              </a:bodyPr>
              <a:lstStyle/>
              <a:p>
                <a:r>
                  <a:rPr lang="zh-CN" altLang="en-US" sz="1100" b="1" strike="noStrike" spc="0" dirty="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客户服务：</a:t>
                </a:r>
                <a:r>
                  <a:rPr lang="zh-CN" altLang="en-US" sz="1200" b="1" strike="noStrike" spc="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400</a:t>
                </a:r>
                <a:r>
                  <a:rPr lang="en-US" altLang="zh-CN" sz="1200" b="1" strike="noStrike" spc="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a:t>
                </a:r>
                <a:r>
                  <a:rPr lang="zh-CN" altLang="en-US" sz="1200" b="1" strike="noStrike" spc="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888-8688</a:t>
                </a:r>
                <a:endParaRPr lang="zh-CN" altLang="en-US" sz="1100" b="1" strike="noStrike" spc="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grpSp>
        <p:pic>
          <p:nvPicPr>
            <p:cNvPr id="31" name="图片 30" descr="9"/>
            <p:cNvPicPr>
              <a:picLocks noChangeAspect="1"/>
            </p:cNvPicPr>
            <p:nvPr/>
          </p:nvPicPr>
          <p:blipFill>
            <a:blip r:embed="rId7" cstate="screen"/>
            <a:stretch>
              <a:fillRect/>
            </a:stretch>
          </p:blipFill>
          <p:spPr>
            <a:xfrm>
              <a:off x="9634461" y="2734213"/>
              <a:ext cx="802976" cy="802976"/>
            </a:xfrm>
            <a:prstGeom prst="rect">
              <a:avLst/>
            </a:prstGeom>
            <a:ln w="9525" cap="sq">
              <a:solidFill>
                <a:srgbClr val="000000"/>
              </a:solidFill>
              <a:prstDash val="solid"/>
              <a:miter lim="800000"/>
              <a:headEnd/>
              <a:tailEnd/>
            </a:ln>
            <a:effectLst>
              <a:outerShdw blurRad="50800" dist="38100" dir="2700000" algn="tl" rotWithShape="0">
                <a:srgbClr val="000000">
                  <a:alpha val="43000"/>
                </a:srgbClr>
              </a:outerShdw>
            </a:effectLst>
          </p:spPr>
        </p:pic>
        <p:sp>
          <p:nvSpPr>
            <p:cNvPr id="32" name="文本框 31"/>
            <p:cNvSpPr txBox="1"/>
            <p:nvPr/>
          </p:nvSpPr>
          <p:spPr>
            <a:xfrm>
              <a:off x="8391616" y="3537189"/>
              <a:ext cx="1107997" cy="338554"/>
            </a:xfrm>
            <a:prstGeom prst="rect">
              <a:avLst/>
            </a:prstGeom>
            <a:noFill/>
          </p:spPr>
          <p:txBody>
            <a:bodyPr wrap="none" rtlCol="0">
              <a:spAutoFit/>
            </a:bodyPr>
            <a:lstStyle/>
            <a:p>
              <a:pPr algn="ctr"/>
              <a:r>
                <a:rPr lang="zh-CN" altLang="en-US" sz="800" b="1" spc="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扫一扫添加</a:t>
              </a:r>
            </a:p>
            <a:p>
              <a:pPr algn="ctr"/>
              <a:r>
                <a:rPr lang="zh-CN" altLang="en-US" sz="800" b="1" spc="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“国泰基金服务号</a:t>
              </a:r>
              <a:r>
                <a:rPr lang="zh-CN" altLang="en-US" sz="800" b="1" spc="0" dirty="0">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a:t>
              </a:r>
            </a:p>
          </p:txBody>
        </p:sp>
        <p:sp>
          <p:nvSpPr>
            <p:cNvPr id="33" name="文本框 32"/>
            <p:cNvSpPr txBox="1"/>
            <p:nvPr/>
          </p:nvSpPr>
          <p:spPr>
            <a:xfrm>
              <a:off x="9474608" y="3537189"/>
              <a:ext cx="1107997" cy="338554"/>
            </a:xfrm>
            <a:prstGeom prst="rect">
              <a:avLst/>
            </a:prstGeom>
            <a:noFill/>
          </p:spPr>
          <p:txBody>
            <a:bodyPr wrap="none" rtlCol="0">
              <a:spAutoFit/>
            </a:bodyPr>
            <a:lstStyle/>
            <a:p>
              <a:pPr algn="ctr"/>
              <a:r>
                <a:rPr lang="zh-CN" altLang="en-US" sz="800" b="1" spc="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扫一扫添加</a:t>
              </a:r>
            </a:p>
            <a:p>
              <a:pPr algn="ctr"/>
              <a:r>
                <a:rPr lang="zh-CN" altLang="en-US" sz="800" b="1" spc="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“国泰基金微幸福”</a:t>
              </a:r>
            </a:p>
          </p:txBody>
        </p:sp>
        <p:pic>
          <p:nvPicPr>
            <p:cNvPr id="34" name="图片 3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561970" y="2741049"/>
              <a:ext cx="789305" cy="789305"/>
            </a:xfrm>
            <a:prstGeom prst="rect">
              <a:avLst/>
            </a:prstGeom>
            <a:ln w="9525" cap="sq">
              <a:solidFill>
                <a:srgbClr val="000000"/>
              </a:solidFill>
              <a:prstDash val="solid"/>
              <a:miter lim="800000"/>
              <a:headEnd/>
              <a:tailEnd/>
            </a:ln>
            <a:effectLst>
              <a:outerShdw blurRad="50800" dist="38100" dir="2700000" algn="tl" rotWithShape="0">
                <a:srgbClr val="000000">
                  <a:alpha val="43000"/>
                </a:srgbClr>
              </a:outerShdw>
            </a:effectLst>
          </p:spPr>
        </p:pic>
      </p:grpSp>
      <p:grpSp>
        <p:nvGrpSpPr>
          <p:cNvPr id="50" name="组合 49"/>
          <p:cNvGrpSpPr/>
          <p:nvPr userDrawn="1"/>
        </p:nvGrpSpPr>
        <p:grpSpPr>
          <a:xfrm>
            <a:off x="835661" y="3670100"/>
            <a:ext cx="8128344" cy="1295484"/>
            <a:chOff x="835661" y="3670100"/>
            <a:chExt cx="8128344" cy="1295484"/>
          </a:xfrm>
        </p:grpSpPr>
        <p:sp>
          <p:nvSpPr>
            <p:cNvPr id="51" name="文本框 50"/>
            <p:cNvSpPr txBox="1"/>
            <p:nvPr/>
          </p:nvSpPr>
          <p:spPr>
            <a:xfrm>
              <a:off x="6395057" y="3848558"/>
              <a:ext cx="441147" cy="246221"/>
            </a:xfrm>
            <a:prstGeom prst="rect">
              <a:avLst/>
            </a:prstGeom>
            <a:noFill/>
          </p:spPr>
          <p:txBody>
            <a:bodyPr wrap="none" rtlCol="0">
              <a:spAutoFit/>
            </a:bodyPr>
            <a:lstStyle/>
            <a:p>
              <a:pPr algn="ctr"/>
              <a:r>
                <a:rPr lang="zh-CN" altLang="en-US" sz="1000" dirty="0"/>
                <a:t>北京</a:t>
              </a:r>
            </a:p>
          </p:txBody>
        </p:sp>
        <p:sp>
          <p:nvSpPr>
            <p:cNvPr id="52" name="文本框 51"/>
            <p:cNvSpPr txBox="1"/>
            <p:nvPr/>
          </p:nvSpPr>
          <p:spPr>
            <a:xfrm>
              <a:off x="8077064" y="4060065"/>
              <a:ext cx="441147" cy="246221"/>
            </a:xfrm>
            <a:prstGeom prst="rect">
              <a:avLst/>
            </a:prstGeom>
            <a:noFill/>
          </p:spPr>
          <p:txBody>
            <a:bodyPr wrap="none" rtlCol="0">
              <a:spAutoFit/>
            </a:bodyPr>
            <a:lstStyle/>
            <a:p>
              <a:pPr algn="ctr"/>
              <a:r>
                <a:rPr lang="zh-CN" altLang="en-US" sz="1000" dirty="0"/>
                <a:t>青岛</a:t>
              </a:r>
            </a:p>
          </p:txBody>
        </p:sp>
        <p:sp>
          <p:nvSpPr>
            <p:cNvPr id="53" name="文本框 52"/>
            <p:cNvSpPr txBox="1"/>
            <p:nvPr/>
          </p:nvSpPr>
          <p:spPr>
            <a:xfrm>
              <a:off x="8522858" y="4300510"/>
              <a:ext cx="441147" cy="246221"/>
            </a:xfrm>
            <a:prstGeom prst="rect">
              <a:avLst/>
            </a:prstGeom>
            <a:noFill/>
          </p:spPr>
          <p:txBody>
            <a:bodyPr wrap="none" rtlCol="0">
              <a:spAutoFit/>
            </a:bodyPr>
            <a:lstStyle/>
            <a:p>
              <a:pPr algn="ctr"/>
              <a:r>
                <a:rPr lang="zh-CN" altLang="en-US" sz="1000" dirty="0"/>
                <a:t>上海</a:t>
              </a:r>
            </a:p>
          </p:txBody>
        </p:sp>
        <p:sp>
          <p:nvSpPr>
            <p:cNvPr id="54" name="文本框 53"/>
            <p:cNvSpPr txBox="1"/>
            <p:nvPr/>
          </p:nvSpPr>
          <p:spPr>
            <a:xfrm>
              <a:off x="7397304" y="4264863"/>
              <a:ext cx="441147" cy="246221"/>
            </a:xfrm>
            <a:prstGeom prst="rect">
              <a:avLst/>
            </a:prstGeom>
            <a:noFill/>
          </p:spPr>
          <p:txBody>
            <a:bodyPr wrap="none" rtlCol="0">
              <a:spAutoFit/>
            </a:bodyPr>
            <a:lstStyle/>
            <a:p>
              <a:pPr algn="ctr"/>
              <a:r>
                <a:rPr lang="zh-CN" altLang="en-US" sz="1000" dirty="0"/>
                <a:t>南京</a:t>
              </a:r>
            </a:p>
          </p:txBody>
        </p:sp>
        <p:sp>
          <p:nvSpPr>
            <p:cNvPr id="55" name="文本框 54"/>
            <p:cNvSpPr txBox="1"/>
            <p:nvPr/>
          </p:nvSpPr>
          <p:spPr>
            <a:xfrm>
              <a:off x="5098774" y="4689065"/>
              <a:ext cx="441147" cy="246221"/>
            </a:xfrm>
            <a:prstGeom prst="rect">
              <a:avLst/>
            </a:prstGeom>
            <a:noFill/>
          </p:spPr>
          <p:txBody>
            <a:bodyPr wrap="none" rtlCol="0">
              <a:spAutoFit/>
            </a:bodyPr>
            <a:lstStyle/>
            <a:p>
              <a:pPr algn="ctr"/>
              <a:r>
                <a:rPr lang="zh-CN" altLang="en-US" sz="1000" dirty="0"/>
                <a:t>广州</a:t>
              </a:r>
            </a:p>
          </p:txBody>
        </p:sp>
        <p:sp>
          <p:nvSpPr>
            <p:cNvPr id="56" name="文本框 55"/>
            <p:cNvSpPr txBox="1"/>
            <p:nvPr/>
          </p:nvSpPr>
          <p:spPr>
            <a:xfrm>
              <a:off x="5544569" y="4719363"/>
              <a:ext cx="441147" cy="246221"/>
            </a:xfrm>
            <a:prstGeom prst="rect">
              <a:avLst/>
            </a:prstGeom>
            <a:noFill/>
          </p:spPr>
          <p:txBody>
            <a:bodyPr wrap="none" rtlCol="0">
              <a:spAutoFit/>
            </a:bodyPr>
            <a:lstStyle/>
            <a:p>
              <a:pPr algn="ctr"/>
              <a:r>
                <a:rPr lang="zh-CN" altLang="en-US" sz="1000" dirty="0"/>
                <a:t>深圳</a:t>
              </a:r>
            </a:p>
          </p:txBody>
        </p:sp>
        <p:sp>
          <p:nvSpPr>
            <p:cNvPr id="57" name="文本框 56"/>
            <p:cNvSpPr txBox="1"/>
            <p:nvPr/>
          </p:nvSpPr>
          <p:spPr>
            <a:xfrm>
              <a:off x="3450610" y="4538071"/>
              <a:ext cx="441147" cy="246221"/>
            </a:xfrm>
            <a:prstGeom prst="rect">
              <a:avLst/>
            </a:prstGeom>
            <a:noFill/>
          </p:spPr>
          <p:txBody>
            <a:bodyPr wrap="none" rtlCol="0">
              <a:spAutoFit/>
            </a:bodyPr>
            <a:lstStyle/>
            <a:p>
              <a:pPr algn="ctr"/>
              <a:r>
                <a:rPr lang="zh-CN" altLang="en-US" sz="1000" dirty="0"/>
                <a:t>成都</a:t>
              </a:r>
            </a:p>
          </p:txBody>
        </p:sp>
        <p:sp>
          <p:nvSpPr>
            <p:cNvPr id="58" name="文本框 57"/>
            <p:cNvSpPr txBox="1"/>
            <p:nvPr userDrawn="1"/>
          </p:nvSpPr>
          <p:spPr>
            <a:xfrm>
              <a:off x="835661" y="4067975"/>
              <a:ext cx="697628" cy="246221"/>
            </a:xfrm>
            <a:prstGeom prst="rect">
              <a:avLst/>
            </a:prstGeom>
            <a:noFill/>
          </p:spPr>
          <p:txBody>
            <a:bodyPr wrap="none" rtlCol="0">
              <a:spAutoFit/>
            </a:bodyPr>
            <a:lstStyle/>
            <a:p>
              <a:pPr algn="ctr"/>
              <a:r>
                <a:rPr lang="zh-CN" altLang="en-US" sz="1000" dirty="0"/>
                <a:t>乌鲁木齐</a:t>
              </a:r>
            </a:p>
          </p:txBody>
        </p:sp>
        <p:sp>
          <p:nvSpPr>
            <p:cNvPr id="59" name="文本框 58"/>
            <p:cNvSpPr txBox="1"/>
            <p:nvPr userDrawn="1"/>
          </p:nvSpPr>
          <p:spPr>
            <a:xfrm>
              <a:off x="5765143" y="4400605"/>
              <a:ext cx="441146" cy="246221"/>
            </a:xfrm>
            <a:prstGeom prst="rect">
              <a:avLst/>
            </a:prstGeom>
            <a:noFill/>
          </p:spPr>
          <p:txBody>
            <a:bodyPr wrap="none" rtlCol="0">
              <a:spAutoFit/>
            </a:bodyPr>
            <a:lstStyle/>
            <a:p>
              <a:pPr algn="ctr"/>
              <a:r>
                <a:rPr lang="zh-CN" altLang="en-US" sz="1000" dirty="0"/>
                <a:t>厦门</a:t>
              </a:r>
            </a:p>
          </p:txBody>
        </p:sp>
        <p:sp>
          <p:nvSpPr>
            <p:cNvPr id="60" name="文本框 59"/>
            <p:cNvSpPr txBox="1"/>
            <p:nvPr userDrawn="1"/>
          </p:nvSpPr>
          <p:spPr>
            <a:xfrm>
              <a:off x="4042755" y="4114763"/>
              <a:ext cx="441146" cy="246221"/>
            </a:xfrm>
            <a:prstGeom prst="rect">
              <a:avLst/>
            </a:prstGeom>
            <a:noFill/>
          </p:spPr>
          <p:txBody>
            <a:bodyPr wrap="none" rtlCol="0">
              <a:spAutoFit/>
            </a:bodyPr>
            <a:lstStyle/>
            <a:p>
              <a:pPr algn="ctr"/>
              <a:r>
                <a:rPr lang="zh-CN" altLang="en-US" sz="1000" dirty="0"/>
                <a:t>西安</a:t>
              </a:r>
            </a:p>
          </p:txBody>
        </p:sp>
        <p:sp>
          <p:nvSpPr>
            <p:cNvPr id="61" name="文本框 60"/>
            <p:cNvSpPr txBox="1"/>
            <p:nvPr userDrawn="1"/>
          </p:nvSpPr>
          <p:spPr>
            <a:xfrm>
              <a:off x="4767791" y="3964426"/>
              <a:ext cx="441146" cy="246221"/>
            </a:xfrm>
            <a:prstGeom prst="rect">
              <a:avLst/>
            </a:prstGeom>
            <a:noFill/>
          </p:spPr>
          <p:txBody>
            <a:bodyPr wrap="none" rtlCol="0">
              <a:spAutoFit/>
            </a:bodyPr>
            <a:lstStyle/>
            <a:p>
              <a:pPr algn="ctr"/>
              <a:r>
                <a:rPr lang="zh-CN" altLang="en-US" sz="1000" dirty="0"/>
                <a:t>郑州</a:t>
              </a:r>
            </a:p>
          </p:txBody>
        </p:sp>
        <p:sp>
          <p:nvSpPr>
            <p:cNvPr id="62" name="文本框 61"/>
            <p:cNvSpPr txBox="1"/>
            <p:nvPr userDrawn="1"/>
          </p:nvSpPr>
          <p:spPr>
            <a:xfrm>
              <a:off x="7281297" y="3670100"/>
              <a:ext cx="569388" cy="246221"/>
            </a:xfrm>
            <a:prstGeom prst="rect">
              <a:avLst/>
            </a:prstGeom>
            <a:noFill/>
          </p:spPr>
          <p:txBody>
            <a:bodyPr wrap="none" rtlCol="0">
              <a:spAutoFit/>
            </a:bodyPr>
            <a:lstStyle/>
            <a:p>
              <a:pPr algn="ctr"/>
              <a:r>
                <a:rPr lang="zh-CN" altLang="en-US" sz="1000" dirty="0"/>
                <a:t>哈尔滨</a:t>
              </a:r>
            </a:p>
          </p:txBody>
        </p:sp>
      </p:grpSp>
      <p:pic>
        <p:nvPicPr>
          <p:cNvPr id="41" name="图片 40" descr="黑暗中的标志&#10;&#10;描述已自动生成">
            <a:extLst>
              <a:ext uri="{FF2B5EF4-FFF2-40B4-BE49-F238E27FC236}">
                <a16:creationId xmlns:a16="http://schemas.microsoft.com/office/drawing/2014/main" id="{0E340B55-ADBA-1780-F55E-3D1CBB31540B}"/>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35661" y="539192"/>
            <a:ext cx="1744094" cy="48409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2" y="0"/>
            <a:ext cx="10858498" cy="1028700"/>
          </a:xfrm>
          <a:prstGeom prst="rect">
            <a:avLst/>
          </a:prstGeom>
        </p:spPr>
        <p:txBody>
          <a:bodyPr vert="horz" lIns="91440" tIns="45720" rIns="91440" bIns="45720" rtlCol="0" anchor="b">
            <a:normAutofit/>
          </a:bodyPr>
          <a:lstStyle/>
          <a:p>
            <a:r>
              <a:rPr lang="zh-CN" altLang="en-US" dirty="0"/>
              <a:t>单击此处编辑母版标题样式</a:t>
            </a:r>
          </a:p>
        </p:txBody>
      </p:sp>
      <p:sp>
        <p:nvSpPr>
          <p:cNvPr id="3" name="文本占位符 2"/>
          <p:cNvSpPr>
            <a:spLocks noGrp="1"/>
          </p:cNvSpPr>
          <p:nvPr>
            <p:ph type="body" idx="1"/>
          </p:nvPr>
        </p:nvSpPr>
        <p:spPr>
          <a:xfrm>
            <a:off x="660402" y="1130300"/>
            <a:ext cx="10858500" cy="500380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cxnSp>
        <p:nvCxnSpPr>
          <p:cNvPr id="7" name="直接连接符 6"/>
          <p:cNvCxnSpPr/>
          <p:nvPr userDrawn="1"/>
        </p:nvCxnSpPr>
        <p:spPr>
          <a:xfrm>
            <a:off x="0" y="1026000"/>
            <a:ext cx="12192000" cy="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660392" y="1026000"/>
            <a:ext cx="3780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页脚占位符 8"/>
          <p:cNvSpPr>
            <a:spLocks noGrp="1"/>
          </p:cNvSpPr>
          <p:nvPr>
            <p:ph type="ftr" sz="quarter" idx="3"/>
          </p:nvPr>
        </p:nvSpPr>
        <p:spPr>
          <a:xfrm>
            <a:off x="4019549" y="6513993"/>
            <a:ext cx="4140201" cy="206381"/>
          </a:xfrm>
          <a:prstGeom prst="rect">
            <a:avLst/>
          </a:prstGeom>
        </p:spPr>
        <p:txBody>
          <a:bodyPr vert="horz" lIns="91440" tIns="45720" rIns="91440" bIns="45720" rtlCol="0" anchor="ctr"/>
          <a:lstStyle>
            <a:lvl1pPr algn="ctr">
              <a:defRPr sz="900">
                <a:solidFill>
                  <a:schemeClr val="accent3"/>
                </a:solidFill>
              </a:defRPr>
            </a:lvl1pPr>
          </a:lstStyle>
          <a:p>
            <a:endParaRPr lang="zh-CN" altLang="en-US" dirty="0"/>
          </a:p>
        </p:txBody>
      </p:sp>
      <p:cxnSp>
        <p:nvCxnSpPr>
          <p:cNvPr id="15" name="直接连接符 14"/>
          <p:cNvCxnSpPr/>
          <p:nvPr userDrawn="1"/>
        </p:nvCxnSpPr>
        <p:spPr>
          <a:xfrm>
            <a:off x="11531608" y="6522424"/>
            <a:ext cx="0" cy="180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Slide Number Placeholder 5"/>
          <p:cNvSpPr>
            <a:spLocks noGrp="1"/>
          </p:cNvSpPr>
          <p:nvPr>
            <p:ph type="sldNum" sz="quarter" idx="4"/>
          </p:nvPr>
        </p:nvSpPr>
        <p:spPr>
          <a:xfrm>
            <a:off x="11518900" y="6504474"/>
            <a:ext cx="673099" cy="215900"/>
          </a:xfrm>
          <a:prstGeom prst="rect">
            <a:avLst/>
          </a:prstGeom>
          <a:noFill/>
        </p:spPr>
        <p:txBody>
          <a:bodyPr anchor="ctr" anchorCtr="0"/>
          <a:lstStyle>
            <a:lvl1pPr marL="0" algn="l" defTabSz="914400" rtl="0" eaLnBrk="1" latinLnBrk="0" hangingPunct="1">
              <a:defRPr lang="en-US" altLang="zh-CN" sz="1000" kern="1200" smtClean="0">
                <a:solidFill>
                  <a:schemeClr val="tx2"/>
                </a:solidFill>
                <a:latin typeface="+mn-lt"/>
                <a:ea typeface="+mn-ea"/>
                <a:cs typeface="+mn-cs"/>
              </a:defRPr>
            </a:lvl1pPr>
          </a:lstStyle>
          <a:p>
            <a:fld id="{7F65B630-C7FF-41C0-9923-C5E5E29EED81}" type="slidenum">
              <a:rPr lang="de-DE" smtClean="0"/>
              <a:t>‹#›</a:t>
            </a:fld>
            <a:endParaRPr lang="de-DE" dirty="0"/>
          </a:p>
        </p:txBody>
      </p:sp>
      <p:pic>
        <p:nvPicPr>
          <p:cNvPr id="11" name="图片 10" descr="黑暗中的标志&#10;&#10;描述已自动生成">
            <a:extLst>
              <a:ext uri="{FF2B5EF4-FFF2-40B4-BE49-F238E27FC236}">
                <a16:creationId xmlns:a16="http://schemas.microsoft.com/office/drawing/2014/main" id="{45BC3F1B-F0DF-402D-586D-7E344743F5E6}"/>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346525" y="6478736"/>
            <a:ext cx="952507" cy="26438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8.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slideLayout" Target="../slideLayouts/slideLayout8.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slideLayout" Target="../slideLayouts/slideLayout8.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8.xml"/><Relationship Id="rId1" Type="http://schemas.openxmlformats.org/officeDocument/2006/relationships/tags" Target="../tags/tag10.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slideLayout" Target="../slideLayouts/slideLayout8.xml"/><Relationship Id="rId1" Type="http://schemas.openxmlformats.org/officeDocument/2006/relationships/tags" Target="../tags/tag11.xml"/><Relationship Id="rId4" Type="http://schemas.openxmlformats.org/officeDocument/2006/relationships/chart" Target="../charts/chart5.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slideLayout" Target="../slideLayouts/slideLayout8.xml"/><Relationship Id="rId1" Type="http://schemas.openxmlformats.org/officeDocument/2006/relationships/tags" Target="../tags/tag12.xml"/><Relationship Id="rId5" Type="http://schemas.openxmlformats.org/officeDocument/2006/relationships/chart" Target="../charts/chart8.xml"/><Relationship Id="rId4" Type="http://schemas.openxmlformats.org/officeDocument/2006/relationships/chart" Target="../charts/char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8.xml"/><Relationship Id="rId1" Type="http://schemas.openxmlformats.org/officeDocument/2006/relationships/tags" Target="../tags/tag13.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slideLayout" Target="../slideLayouts/slideLayout8.xml"/><Relationship Id="rId1" Type="http://schemas.openxmlformats.org/officeDocument/2006/relationships/tags" Target="../tags/tag14.xml"/><Relationship Id="rId6" Type="http://schemas.openxmlformats.org/officeDocument/2006/relationships/chart" Target="../charts/chart12.xml"/><Relationship Id="rId5" Type="http://schemas.openxmlformats.org/officeDocument/2006/relationships/chart" Target="../charts/chart11.xml"/><Relationship Id="rId4" Type="http://schemas.openxmlformats.org/officeDocument/2006/relationships/chart" Target="../charts/char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副标题 5"/>
          <p:cNvSpPr>
            <a:spLocks noGrp="1"/>
          </p:cNvSpPr>
          <p:nvPr>
            <p:ph type="subTitle" idx="1"/>
          </p:nvPr>
        </p:nvSpPr>
        <p:spPr/>
        <p:txBody>
          <a:bodyPr/>
          <a:lstStyle/>
          <a:p>
            <a:fld id="{0E3C6466-E7D3-4F80-8BD0-DDA1631B47D2}" type="datetime6">
              <a:rPr lang="zh-CN" altLang="en-US" smtClean="0"/>
              <a:t>2026年7月</a:t>
            </a:fld>
            <a:endParaRPr lang="en-US" altLang="zh-CN" dirty="0"/>
          </a:p>
        </p:txBody>
      </p:sp>
      <p:sp>
        <p:nvSpPr>
          <p:cNvPr id="8" name="文本占位符 7"/>
          <p:cNvSpPr>
            <a:spLocks noGrp="1"/>
          </p:cNvSpPr>
          <p:nvPr>
            <p:ph type="body" sz="quarter" idx="19"/>
          </p:nvPr>
        </p:nvSpPr>
        <p:spPr>
          <a:xfrm>
            <a:off x="1010923" y="1668046"/>
            <a:ext cx="8414494" cy="748583"/>
          </a:xfrm>
        </p:spPr>
        <p:txBody>
          <a:bodyPr>
            <a:normAutofit fontScale="85000" lnSpcReduction="10000"/>
          </a:bodyPr>
          <a:lstStyle/>
          <a:p>
            <a:r>
              <a:rPr lang="en-US" altLang="zh-CN" dirty="0"/>
              <a:t>中国银行股份有限公司企业年金计划</a:t>
            </a:r>
          </a:p>
        </p:txBody>
      </p:sp>
      <p:sp>
        <p:nvSpPr>
          <p:cNvPr id="4" name="文本占位符 7"/>
          <p:cNvSpPr txBox="1">
            <a:spLocks/>
          </p:cNvSpPr>
          <p:nvPr/>
        </p:nvSpPr>
        <p:spPr>
          <a:xfrm>
            <a:off x="1010923" y="2516707"/>
            <a:ext cx="8414494" cy="705040"/>
          </a:xfrm>
          <a:prstGeom prst="rect">
            <a:avLst/>
          </a:prstGeom>
        </p:spPr>
        <p:txBody>
          <a:bodyPr vert="horz" lIns="91440" tIns="45720" rIns="91440" bIns="45720" rtlCol="0" anchor="b" anchorCtr="0">
            <a:normAutofit lnSpcReduction="10000"/>
          </a:bodyPr>
          <a:lstStyle>
            <a:lvl1pPr marL="0" indent="0" algn="l" defTabSz="914400" rtl="0" eaLnBrk="1" latinLnBrk="0" hangingPunct="1">
              <a:lnSpc>
                <a:spcPct val="100000"/>
              </a:lnSpc>
              <a:spcBef>
                <a:spcPts val="1000"/>
              </a:spcBef>
              <a:buFontTx/>
              <a:buNone/>
              <a:defRPr lang="zh-CN" altLang="en-US" sz="4400" b="1" kern="1200" dirty="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国泰基金组合投资汇报</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占位符 52"/>
          <p:cNvSpPr>
            <a:spLocks noGrp="1"/>
          </p:cNvSpPr>
          <p:nvPr>
            <p:ph type="body" sz="quarter" idx="28"/>
          </p:nvPr>
        </p:nvSpPr>
        <p:spPr>
          <a:xfrm>
            <a:off x="5795318" y="2047330"/>
            <a:ext cx="4320000" cy="431057"/>
          </a:xfrm>
        </p:spPr>
        <p:txBody>
          <a:bodyPr/>
          <a:lstStyle/>
          <a:p>
            <a:pPr>
              <a:spcBef>
                <a:spcPct val="0"/>
              </a:spcBef>
            </a:pPr>
            <a:r>
              <a:rPr lang="zh-CN" altLang="en-US" b="1" dirty="0"/>
              <a:t>组合业绩分析</a:t>
            </a:r>
            <a:endParaRPr lang="en-US" altLang="zh-CN" b="1" dirty="0"/>
          </a:p>
        </p:txBody>
      </p:sp>
      <p:sp>
        <p:nvSpPr>
          <p:cNvPr id="54" name="文本占位符 53"/>
          <p:cNvSpPr>
            <a:spLocks noGrp="1"/>
          </p:cNvSpPr>
          <p:nvPr>
            <p:ph type="body" sz="quarter" idx="29"/>
          </p:nvPr>
        </p:nvSpPr>
        <p:spPr/>
        <p:txBody>
          <a:bodyPr/>
          <a:lstStyle/>
          <a:p>
            <a:r>
              <a:rPr lang="en-US" altLang="zh-CN" dirty="0"/>
              <a:t>01</a:t>
            </a:r>
            <a:endParaRPr lang="zh-CN" altLang="en-US" dirty="0"/>
          </a:p>
        </p:txBody>
      </p:sp>
      <p:sp>
        <p:nvSpPr>
          <p:cNvPr id="55" name="文本占位符 54"/>
          <p:cNvSpPr>
            <a:spLocks noGrp="1"/>
          </p:cNvSpPr>
          <p:nvPr>
            <p:ph type="body" sz="quarter" idx="30"/>
          </p:nvPr>
        </p:nvSpPr>
        <p:spPr/>
        <p:txBody>
          <a:bodyPr/>
          <a:lstStyle/>
          <a:p>
            <a:r>
              <a:rPr lang="zh-CN" altLang="en-US" sz="3200" b="1" dirty="0"/>
              <a:t>目录</a:t>
            </a:r>
          </a:p>
        </p:txBody>
      </p:sp>
      <p:sp>
        <p:nvSpPr>
          <p:cNvPr id="56" name="文本占位符 55"/>
          <p:cNvSpPr>
            <a:spLocks noGrp="1"/>
          </p:cNvSpPr>
          <p:nvPr>
            <p:ph type="body" sz="quarter" idx="31"/>
          </p:nvPr>
        </p:nvSpPr>
        <p:spPr/>
        <p:txBody>
          <a:bodyPr/>
          <a:lstStyle/>
          <a:p>
            <a:r>
              <a:rPr lang="en-US" altLang="zh-CN" sz="1200" spc="600" dirty="0">
                <a:solidFill>
                  <a:schemeClr val="bg1">
                    <a:lumMod val="65000"/>
                  </a:schemeClr>
                </a:solidFill>
              </a:rPr>
              <a:t>Contents</a:t>
            </a:r>
            <a:endParaRPr lang="zh-CN" altLang="en-US" sz="1200" spc="600" dirty="0">
              <a:solidFill>
                <a:schemeClr val="bg1">
                  <a:lumMod val="65000"/>
                </a:schemeClr>
              </a:solidFill>
            </a:endParaRPr>
          </a:p>
        </p:txBody>
      </p:sp>
      <p:sp>
        <p:nvSpPr>
          <p:cNvPr id="57" name="文本占位符 56"/>
          <p:cNvSpPr>
            <a:spLocks noGrp="1"/>
          </p:cNvSpPr>
          <p:nvPr>
            <p:ph type="body" sz="quarter" idx="32"/>
          </p:nvPr>
        </p:nvSpPr>
        <p:spPr>
          <a:xfrm>
            <a:off x="5795318" y="2777853"/>
            <a:ext cx="4320000" cy="431057"/>
          </a:xfrm>
        </p:spPr>
        <p:txBody>
          <a:bodyPr/>
          <a:lstStyle/>
          <a:p>
            <a:pPr>
              <a:spcBef>
                <a:spcPct val="0"/>
              </a:spcBef>
            </a:pPr>
            <a:r>
              <a:rPr lang="zh-CN" altLang="en-US" b="1" dirty="0"/>
              <a:t>投资操作回顾</a:t>
            </a:r>
            <a:endParaRPr lang="en-US" altLang="zh-CN" b="1" dirty="0"/>
          </a:p>
        </p:txBody>
      </p:sp>
      <p:sp>
        <p:nvSpPr>
          <p:cNvPr id="58" name="文本占位符 57"/>
          <p:cNvSpPr>
            <a:spLocks noGrp="1"/>
          </p:cNvSpPr>
          <p:nvPr>
            <p:ph type="body" sz="quarter" idx="33"/>
          </p:nvPr>
        </p:nvSpPr>
        <p:spPr/>
        <p:txBody>
          <a:bodyPr/>
          <a:lstStyle/>
          <a:p>
            <a:r>
              <a:rPr lang="en-US" altLang="zh-CN" dirty="0"/>
              <a:t>02</a:t>
            </a:r>
            <a:endParaRPr lang="zh-CN" altLang="en-US" dirty="0"/>
          </a:p>
        </p:txBody>
      </p:sp>
      <p:sp>
        <p:nvSpPr>
          <p:cNvPr id="59" name="文本占位符 58"/>
          <p:cNvSpPr>
            <a:spLocks noGrp="1"/>
          </p:cNvSpPr>
          <p:nvPr>
            <p:ph type="body" sz="quarter" idx="34"/>
          </p:nvPr>
        </p:nvSpPr>
        <p:spPr>
          <a:xfrm>
            <a:off x="5795318" y="3508376"/>
            <a:ext cx="4320000" cy="431057"/>
          </a:xfrm>
        </p:spPr>
        <p:txBody>
          <a:bodyPr/>
          <a:lstStyle/>
          <a:p>
            <a:pPr>
              <a:spcBef>
                <a:spcPct val="0"/>
              </a:spcBef>
            </a:pPr>
            <a:r>
              <a:rPr lang="zh-CN" altLang="en-US" b="1" dirty="0"/>
              <a:t>下阶段市场研判及组合操作策略</a:t>
            </a:r>
          </a:p>
        </p:txBody>
      </p:sp>
      <p:sp>
        <p:nvSpPr>
          <p:cNvPr id="60" name="文本占位符 59"/>
          <p:cNvSpPr>
            <a:spLocks noGrp="1"/>
          </p:cNvSpPr>
          <p:nvPr>
            <p:ph type="body" sz="quarter" idx="35"/>
          </p:nvPr>
        </p:nvSpPr>
        <p:spPr/>
        <p:txBody>
          <a:bodyPr/>
          <a:lstStyle/>
          <a:p>
            <a:r>
              <a:rPr lang="en-US" altLang="zh-CN" dirty="0"/>
              <a:t>03</a:t>
            </a:r>
            <a:endParaRPr lang="zh-CN" altLang="en-US" dirty="0"/>
          </a:p>
        </p:txBody>
      </p:sp>
      <p:sp>
        <p:nvSpPr>
          <p:cNvPr id="3" name="灯片编号占位符 2"/>
          <p:cNvSpPr>
            <a:spLocks noGrp="1"/>
          </p:cNvSpPr>
          <p:nvPr>
            <p:ph type="sldNum" sz="quarter" idx="4"/>
          </p:nvPr>
        </p:nvSpPr>
        <p:spPr/>
        <p:txBody>
          <a:bodyPr/>
          <a:lstStyle/>
          <a:p>
            <a:fld id="{7F65B630-C7FF-41C0-9923-C5E5E29EED81}" type="slidenum">
              <a:rPr lang="de-DE" smtClean="0"/>
              <a:t>2</a:t>
            </a:fld>
            <a:endParaRPr lang="de-DE" dirty="0"/>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占位符 16"/>
          <p:cNvSpPr>
            <a:spLocks noGrp="1"/>
          </p:cNvSpPr>
          <p:nvPr>
            <p:ph type="body" sz="quarter" idx="18"/>
          </p:nvPr>
        </p:nvSpPr>
        <p:spPr>
          <a:xfrm>
            <a:off x="2417763" y="2143148"/>
            <a:ext cx="1211262" cy="939754"/>
          </a:xfrm>
        </p:spPr>
        <p:txBody>
          <a:bodyPr/>
          <a:lstStyle/>
          <a:p>
            <a:pPr lvl="0"/>
            <a:r>
              <a:rPr lang="en-US" altLang="zh-CN"/>
              <a:t>01</a:t>
            </a:r>
            <a:endParaRPr lang="zh-CN" altLang="en-US" dirty="0"/>
          </a:p>
        </p:txBody>
      </p:sp>
      <p:sp>
        <p:nvSpPr>
          <p:cNvPr id="11" name="标题 10"/>
          <p:cNvSpPr>
            <a:spLocks noGrp="1"/>
          </p:cNvSpPr>
          <p:nvPr>
            <p:ph type="title"/>
          </p:nvPr>
        </p:nvSpPr>
        <p:spPr/>
        <p:txBody>
          <a:bodyPr>
            <a:normAutofit/>
          </a:bodyPr>
          <a:lstStyle/>
          <a:p>
            <a:r>
              <a:rPr lang="zh-CN" altLang="en-US" sz="2400" dirty="0"/>
              <a:t>组合业绩分析</a:t>
            </a:r>
          </a:p>
        </p:txBody>
      </p:sp>
      <p:sp>
        <p:nvSpPr>
          <p:cNvPr id="3" name="灯片编号占位符 2"/>
          <p:cNvSpPr>
            <a:spLocks noGrp="1"/>
          </p:cNvSpPr>
          <p:nvPr>
            <p:ph type="sldNum" sz="quarter" idx="4"/>
          </p:nvPr>
        </p:nvSpPr>
        <p:spPr/>
        <p:txBody>
          <a:bodyPr/>
          <a:lstStyle/>
          <a:p>
            <a:fld id="{7F65B630-C7FF-41C0-9923-C5E5E29EED81}" type="slidenum">
              <a:rPr lang="de-DE" smtClean="0"/>
              <a:t>3</a:t>
            </a:fld>
            <a:endParaRPr lang="de-DE"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3"/>
          </p:nvPr>
        </p:nvSpPr>
        <p:spPr>
          <a:xfrm>
            <a:off x="669926" y="1137523"/>
            <a:ext cx="6773572" cy="1954981"/>
          </a:xfrm>
        </p:spPr>
        <p:txBody>
          <a:bodyPr>
            <a:noAutofit/>
          </a:bodyPr>
          <a:lstStyle/>
          <a:p>
            <a:pPr marL="285750" indent="-285750" algn="just" defTabSz="685800">
              <a:lnSpc>
                <a:spcPct val="150000"/>
              </a:lnSpc>
              <a:spcAft>
                <a:spcPts val="600"/>
              </a:spcAft>
              <a:buClr>
                <a:schemeClr val="accent1"/>
              </a:buClr>
              <a:buFont typeface="Wingdings" panose="05000000000000000000" pitchFamily="2" charset="2"/>
              <a:buChar char="l"/>
            </a:pPr>
            <a:r>
              <a:rPr lang="zh-CN" altLang="en-US" sz="1600" b="0" dirty="0">
                <a:solidFill>
                  <a:schemeClr val="tx1"/>
                </a:solidFill>
              </a:rPr>
              <a:t>组合成立于2008年12月26日，截至2023年3月31日，组合资产净值达到61.3亿元，自运作以来累计实现131.19%的收益率，复合年化收益率为6.05%。</a:t>
            </a:r>
          </a:p>
          <a:p>
            <a:pPr marL="285750" indent="-285750" algn="just" defTabSz="685800">
              <a:lnSpc>
                <a:spcPct val="150000"/>
              </a:lnSpc>
              <a:spcAft>
                <a:spcPts val="600"/>
              </a:spcAft>
              <a:buClr>
                <a:schemeClr val="accent1"/>
              </a:buClr>
              <a:buFont typeface="Wingdings" panose="05000000000000000000" pitchFamily="2" charset="2"/>
              <a:buChar char="l"/>
            </a:pPr>
            <a:r>
              <a:rPr lang="en-US" altLang="zh-CN" sz="1600" b="0" dirty="0">
                <a:solidFill>
                  <a:schemeClr val="tx1"/>
                </a:solidFill>
              </a:rPr>
              <a:t>2023年1月1日-2023年3月31日，组合已实现收益率为2.63%，最大回撤为0.42%，波动率为1.91%，夏普比率为5.25，var值为0.20。</a:t>
            </a:r>
          </a:p>
        </p:txBody>
      </p:sp>
      <p:sp>
        <p:nvSpPr>
          <p:cNvPr id="6" name="标题 5"/>
          <p:cNvSpPr>
            <a:spLocks noGrp="1"/>
          </p:cNvSpPr>
          <p:nvPr>
            <p:ph type="title"/>
          </p:nvPr>
        </p:nvSpPr>
        <p:spPr>
          <a:xfrm>
            <a:off x="669925" y="0"/>
            <a:ext cx="10848975" cy="1028700"/>
          </a:xfrm>
        </p:spPr>
        <p:txBody>
          <a:bodyPr/>
          <a:lstStyle/>
          <a:p>
            <a:r>
              <a:rPr lang="zh-CN" altLang="en-US" dirty="0"/>
              <a:t>组合业绩情况</a:t>
            </a:r>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4</a:t>
            </a:fld>
            <a:endParaRPr lang="zh-CN" altLang="en-US" dirty="0"/>
          </a:p>
        </p:txBody>
      </p:sp>
      <p:sp>
        <p:nvSpPr>
          <p:cNvPr id="9" name="矩形 8"/>
          <p:cNvSpPr/>
          <p:nvPr/>
        </p:nvSpPr>
        <p:spPr>
          <a:xfrm>
            <a:off x="4836681" y="3170871"/>
            <a:ext cx="2518638" cy="307777"/>
          </a:xfrm>
          <a:prstGeom prst="rect">
            <a:avLst/>
          </a:prstGeom>
        </p:spPr>
        <p:txBody>
          <a:bodyPr wrap="none">
            <a:spAutoFit/>
          </a:bodyPr>
          <a:lstStyle/>
          <a:p>
            <a:r>
              <a:rPr lang="zh-CN" altLang="en-US" sz="1400" dirty="0">
                <a:latin typeface="微软雅黑" panose="020B0503020204020204" pitchFamily="34" charset="-122"/>
                <a:ea typeface="微软雅黑" panose="020B0503020204020204" pitchFamily="34" charset="-122"/>
              </a:rPr>
              <a:t>图：组合成立以来累计收益率</a:t>
            </a:r>
          </a:p>
        </p:txBody>
      </p:sp>
      <p:sp>
        <p:nvSpPr>
          <p:cNvPr id="11" name="矩形 10"/>
          <p:cNvSpPr/>
          <p:nvPr/>
        </p:nvSpPr>
        <p:spPr>
          <a:xfrm>
            <a:off x="8541809" y="6502214"/>
            <a:ext cx="2741456" cy="246221"/>
          </a:xfrm>
          <a:prstGeom prst="rect">
            <a:avLst/>
          </a:prstGeom>
        </p:spPr>
        <p:txBody>
          <a:bodyPr wrap="none">
            <a:spAutoFit/>
          </a:bodyPr>
          <a:lstStyle/>
          <a:p>
            <a:r>
              <a:rPr lang="zh-CN" altLang="en-US" sz="1000" dirty="0">
                <a:solidFill>
                  <a:schemeClr val="tx2"/>
                </a:solidFill>
                <a:latin typeface="微软雅黑" panose="020B0503020204020204" pitchFamily="34" charset="-122"/>
                <a:ea typeface="微软雅黑" panose="020B0503020204020204" pitchFamily="34" charset="-122"/>
              </a:rPr>
              <a:t>时间区间：2023年1月1日-2023年3月31日</a:t>
            </a:r>
          </a:p>
        </p:txBody>
      </p:sp>
      <p:graphicFrame>
        <p:nvGraphicFramePr>
          <p:cNvPr id="4" name="表格 3">
            <a:extLst>
              <a:ext uri="{FF2B5EF4-FFF2-40B4-BE49-F238E27FC236}">
                <a16:creationId xmlns:a16="http://schemas.microsoft.com/office/drawing/2014/main" id="{3D0A13B2-5253-A5C3-C905-94FDE472ABE2}"/>
              </a:ext>
            </a:extLst>
          </p:cNvPr>
          <p:cNvGraphicFramePr>
            <a:graphicFrameLocks noGrp="1"/>
          </p:cNvGraphicFramePr>
          <p:nvPr>
            <p:extLst>
              <p:ext uri="{D42A27DB-BD31-4B8C-83A1-F6EECF244321}">
                <p14:modId xmlns:p14="http://schemas.microsoft.com/office/powerpoint/2010/main" val="4133772154"/>
              </p:ext>
            </p:extLst>
          </p:nvPr>
        </p:nvGraphicFramePr>
        <p:xfrm>
          <a:off x="7653528" y="1132021"/>
          <a:ext cx="3865372" cy="1960484"/>
        </p:xfrm>
        <a:graphic>
          <a:graphicData uri="http://schemas.openxmlformats.org/drawingml/2006/table">
            <a:tbl>
              <a:tblPr/>
              <a:tblGrid>
                <a:gridCol w="2779776">
                  <a:extLst>
                    <a:ext uri="{9D8B030D-6E8A-4147-A177-3AD203B41FA5}">
                      <a16:colId xmlns:a16="http://schemas.microsoft.com/office/drawing/2014/main" val="3106233858"/>
                    </a:ext>
                  </a:extLst>
                </a:gridCol>
                <a:gridCol w="1085596">
                  <a:extLst>
                    <a:ext uri="{9D8B030D-6E8A-4147-A177-3AD203B41FA5}">
                      <a16:colId xmlns:a16="http://schemas.microsoft.com/office/drawing/2014/main" val="3596383005"/>
                    </a:ext>
                  </a:extLst>
                </a:gridCol>
              </a:tblGrid>
              <a:tr h="490121">
                <a:tc>
                  <a:txBody>
                    <a:bodyPr/>
                    <a:lstStyle/>
                    <a:p>
                      <a:pPr algn="ctr" fontAlgn="ct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投资经理</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E0116"/>
                    </a:solidFill>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胡松,曾彪,张倩</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8176861"/>
                  </a:ext>
                </a:extLst>
              </a:tr>
              <a:tr h="490121">
                <a:tc>
                  <a:txBody>
                    <a:bodyPr/>
                    <a:lstStyle/>
                    <a:p>
                      <a:pPr algn="ctr" fontAlgn="ctr"/>
                      <a:r>
                        <a:rPr lang="en-US" altLang="zh-CN" sz="1400" b="1" i="0" u="none" strike="noStrike" dirty="0">
                          <a:solidFill>
                            <a:srgbClr val="FFFFFF"/>
                          </a:solidFill>
                          <a:effectLst/>
                          <a:latin typeface="微软雅黑" panose="020B0503020204020204" pitchFamily="34" charset="-122"/>
                          <a:ea typeface="微软雅黑" panose="020B0503020204020204" pitchFamily="34" charset="-122"/>
                        </a:rPr>
                        <a:t>3月31日单位净值</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E0116"/>
                    </a:solidFill>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2.3119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44365660"/>
                  </a:ext>
                </a:extLst>
              </a:tr>
              <a:tr h="490121">
                <a:tc>
                  <a:txBody>
                    <a:bodyPr/>
                    <a:lstStyle/>
                    <a:p>
                      <a:pPr algn="ctr" fontAlgn="ct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最新资产净值（亿元）</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E0116"/>
                    </a:solidFill>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61.34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73765082"/>
                  </a:ext>
                </a:extLst>
              </a:tr>
              <a:tr h="490121">
                <a:tc>
                  <a:txBody>
                    <a:bodyPr/>
                    <a:lstStyle/>
                    <a:p>
                      <a:pPr algn="ctr" fontAlgn="ct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报告期收益率（%）</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E0116"/>
                    </a:solidFill>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2.63</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5604852"/>
                  </a:ext>
                </a:extLst>
              </a:tr>
            </a:tbl>
          </a:graphicData>
        </a:graphic>
      </p:graphicFrame>
      <p:graphicFrame>
        <p:nvGraphicFramePr>
          <p:cNvPr id="12" name="图表 11"/>
          <p:cNvGraphicFramePr/>
          <p:nvPr>
            <p:extLst>
              <p:ext uri="{D42A27DB-BD31-4B8C-83A1-F6EECF244321}">
                <p14:modId xmlns:p14="http://schemas.microsoft.com/office/powerpoint/2010/main" val="2411343492"/>
              </p:ext>
            </p:extLst>
          </p:nvPr>
        </p:nvGraphicFramePr>
        <p:xfrm>
          <a:off x="1027610" y="3557015"/>
          <a:ext cx="9379581" cy="2801860"/>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3"/>
          </p:nvPr>
        </p:nvSpPr>
        <p:spPr>
          <a:xfrm>
            <a:off x="407255" y="1100922"/>
            <a:ext cx="3287610" cy="5343902"/>
          </a:xfrm>
        </p:spPr>
        <p:txBody>
          <a:bodyPr>
            <a:noAutofit/>
          </a:bodyPr>
          <a:lstStyle/>
          <a:p>
            <a:pPr marL="285750" indent="-285750" algn="just" defTabSz="685800">
              <a:lnSpc>
                <a:spcPct val="150000"/>
              </a:lnSpc>
              <a:spcAft>
                <a:spcPts val="600"/>
              </a:spcAft>
              <a:buClr>
                <a:schemeClr val="accent1"/>
              </a:buClr>
              <a:buFont typeface="Wingdings" panose="05000000000000000000" pitchFamily="2" charset="2"/>
              <a:buChar char="l"/>
            </a:pPr>
            <a:r>
              <a:rPr lang="zh-CN" altLang="en-US" sz="1200" b="0" dirty="0">
                <a:solidFill>
                  <a:schemeClr val="tx1"/>
                </a:solidFill>
                <a:latin typeface="+mn-ea"/>
              </a:rPr>
              <a:t>流动性资产：2023年1月1日-2023年3月31日，组合穿透前流动资产收益贡献0.03%（穿透后0.03%）；</a:t>
            </a:r>
            <a:endParaRPr lang="en-US" altLang="zh-CN" sz="1200" b="0" dirty="0">
              <a:solidFill>
                <a:schemeClr val="tx1"/>
              </a:solidFill>
              <a:latin typeface="+mn-ea"/>
            </a:endParaRPr>
          </a:p>
          <a:p>
            <a:pPr marL="285750" indent="-285750" algn="just" defTabSz="685800">
              <a:lnSpc>
                <a:spcPct val="150000"/>
              </a:lnSpc>
              <a:spcAft>
                <a:spcPts val="600"/>
              </a:spcAft>
              <a:buClr>
                <a:schemeClr val="accent1"/>
              </a:buClr>
              <a:buFont typeface="Wingdings" panose="05000000000000000000" pitchFamily="2" charset="2"/>
              <a:buChar char="l"/>
            </a:pPr>
            <a:r>
              <a:rPr lang="zh-CN" altLang="en-US" sz="1200" b="0" dirty="0">
                <a:solidFill>
                  <a:schemeClr val="tx1"/>
                </a:solidFill>
                <a:latin typeface="+mn-ea"/>
              </a:rPr>
              <a:t>固收方面，2023年1月1日-2023年3月31日，组合固定收益类资产收益贡献1.36%（穿透后1.28%），其中成本计价类资产贡献0.24%（穿透后0.32%），市值计价类资产贡献1.12%（穿透后0.97%）。固定收益类资产收益率1.52%（穿透后1.43%），年化收益率6.29%（穿透后5.91%）。同期中债企业债AAA财富（1-3年）指数、wind中长期纯债型基金指数收益率分别为1.28%、0.97%。</a:t>
            </a:r>
            <a:endParaRPr lang="en-US" altLang="zh-CN" sz="1200" b="0" dirty="0">
              <a:solidFill>
                <a:schemeClr val="tx1"/>
              </a:solidFill>
              <a:latin typeface="+mn-ea"/>
            </a:endParaRPr>
          </a:p>
          <a:p>
            <a:pPr marL="285750" indent="-285750" algn="just" defTabSz="685800">
              <a:lnSpc>
                <a:spcPct val="150000"/>
              </a:lnSpc>
              <a:spcAft>
                <a:spcPts val="600"/>
              </a:spcAft>
              <a:buClr>
                <a:schemeClr val="accent1"/>
              </a:buClr>
              <a:buFont typeface="Wingdings" panose="05000000000000000000" pitchFamily="2" charset="2"/>
              <a:buChar char="l"/>
            </a:pPr>
            <a:r>
              <a:rPr lang="zh-CN" altLang="en-US" sz="1200" b="0" dirty="0">
                <a:solidFill>
                  <a:schemeClr val="tx1"/>
                </a:solidFill>
                <a:latin typeface="+mn-ea"/>
              </a:rPr>
              <a:t>权益方面，2023年1月1日-2023年3月31日，组合权益类资产收益贡献1.42%（穿透后1.54%），资产收益率8.30%，同期上证指数收益率5.94%（万得），获得了2.36%（组合权益收益率-上证指数同期资产收益率）的超额收益。</a:t>
            </a:r>
            <a:endParaRPr lang="en-US" altLang="zh-CN" sz="1200" b="0" dirty="0">
              <a:solidFill>
                <a:schemeClr val="tx1"/>
              </a:solidFill>
              <a:latin typeface="+mn-ea"/>
            </a:endParaRPr>
          </a:p>
        </p:txBody>
      </p:sp>
      <p:sp>
        <p:nvSpPr>
          <p:cNvPr id="6" name="标题 5"/>
          <p:cNvSpPr>
            <a:spLocks noGrp="1"/>
          </p:cNvSpPr>
          <p:nvPr>
            <p:ph type="title"/>
          </p:nvPr>
        </p:nvSpPr>
        <p:spPr>
          <a:xfrm>
            <a:off x="669925" y="0"/>
            <a:ext cx="10848975" cy="1028700"/>
          </a:xfrm>
        </p:spPr>
        <p:txBody>
          <a:bodyPr/>
          <a:lstStyle/>
          <a:p>
            <a:r>
              <a:rPr lang="zh-CN" altLang="en-US" dirty="0"/>
              <a:t>组合业绩归因</a:t>
            </a:r>
            <a:endParaRPr lang="zh-CN" altLang="en-US" b="0" dirty="0">
              <a:latin typeface="+mn-ea"/>
              <a:ea typeface="+mn-ea"/>
            </a:endParaRPr>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5</a:t>
            </a:fld>
            <a:endParaRPr lang="zh-CN" altLang="en-US" dirty="0"/>
          </a:p>
        </p:txBody>
      </p:sp>
      <p:sp>
        <p:nvSpPr>
          <p:cNvPr id="12" name="矩形 11"/>
          <p:cNvSpPr/>
          <p:nvPr/>
        </p:nvSpPr>
        <p:spPr>
          <a:xfrm>
            <a:off x="1455068" y="6497698"/>
            <a:ext cx="2845651" cy="253916"/>
          </a:xfrm>
          <a:prstGeom prst="rect">
            <a:avLst/>
          </a:prstGeom>
        </p:spPr>
        <p:txBody>
          <a:bodyPr wrap="none">
            <a:spAutoFit/>
          </a:bodyPr>
          <a:lstStyle/>
          <a:p>
            <a:r>
              <a:rPr lang="zh-CN" altLang="en-US" sz="1050" dirty="0">
                <a:solidFill>
                  <a:schemeClr val="tx2"/>
                </a:solidFill>
                <a:latin typeface="微软雅黑" panose="020B0503020204020204" pitchFamily="34" charset="-122"/>
                <a:ea typeface="微软雅黑" panose="020B0503020204020204" pitchFamily="34" charset="-122"/>
              </a:rPr>
              <a:t>时间区间：2023年1月1日-2023年3月31日</a:t>
            </a:r>
          </a:p>
        </p:txBody>
      </p:sp>
      <p:graphicFrame>
        <p:nvGraphicFramePr>
          <p:cNvPr id="11" name="表格 10"/>
          <p:cNvGraphicFramePr>
            <a:graphicFrameLocks noGrp="1"/>
          </p:cNvGraphicFramePr>
          <p:nvPr>
            <p:extLst>
              <p:ext uri="{D42A27DB-BD31-4B8C-83A1-F6EECF244321}">
                <p14:modId xmlns:p14="http://schemas.microsoft.com/office/powerpoint/2010/main" val="1499677168"/>
              </p:ext>
            </p:extLst>
          </p:nvPr>
        </p:nvGraphicFramePr>
        <p:xfrm>
          <a:off x="3841990" y="1100921"/>
          <a:ext cx="3739910" cy="5704511"/>
        </p:xfrm>
        <a:graphic>
          <a:graphicData uri="http://schemas.openxmlformats.org/drawingml/2006/table">
            <a:tbl>
              <a:tblPr/>
              <a:tblGrid>
                <a:gridCol w="779902">
                  <a:extLst>
                    <a:ext uri="{9D8B030D-6E8A-4147-A177-3AD203B41FA5}">
                      <a16:colId xmlns:a16="http://schemas.microsoft.com/office/drawing/2014/main" val="580482870"/>
                    </a:ext>
                  </a:extLst>
                </a:gridCol>
                <a:gridCol w="1070672">
                  <a:extLst>
                    <a:ext uri="{9D8B030D-6E8A-4147-A177-3AD203B41FA5}">
                      <a16:colId xmlns:a16="http://schemas.microsoft.com/office/drawing/2014/main" val="42724235"/>
                    </a:ext>
                  </a:extLst>
                </a:gridCol>
                <a:gridCol w="664703">
                  <a:extLst>
                    <a:ext uri="{9D8B030D-6E8A-4147-A177-3AD203B41FA5}">
                      <a16:colId xmlns:a16="http://schemas.microsoft.com/office/drawing/2014/main" val="4062738101"/>
                    </a:ext>
                  </a:extLst>
                </a:gridCol>
                <a:gridCol w="566952">
                  <a:extLst>
                    <a:ext uri="{9D8B030D-6E8A-4147-A177-3AD203B41FA5}">
                      <a16:colId xmlns:a16="http://schemas.microsoft.com/office/drawing/2014/main" val="1684128061"/>
                    </a:ext>
                  </a:extLst>
                </a:gridCol>
                <a:gridCol w="657681">
                  <a:extLst>
                    <a:ext uri="{9D8B030D-6E8A-4147-A177-3AD203B41FA5}">
                      <a16:colId xmlns:a16="http://schemas.microsoft.com/office/drawing/2014/main" val="3245474990"/>
                    </a:ext>
                  </a:extLst>
                </a:gridCol>
              </a:tblGrid>
              <a:tr h="191501">
                <a:tc gridSpan="5">
                  <a:txBody>
                    <a:bodyPr/>
                    <a:lstStyle/>
                    <a:p>
                      <a:pPr algn="ctr"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图：组合业绩归因（穿透前）</a:t>
                      </a:r>
                    </a:p>
                  </a:txBody>
                  <a:tcPr marL="7470" marR="7470" marT="7470"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239506381"/>
                  </a:ext>
                </a:extLst>
              </a:tr>
              <a:tr h="149946">
                <a:tc>
                  <a:txBody>
                    <a:bodyPr/>
                    <a:lstStyle/>
                    <a:p>
                      <a:pPr algn="ctr" fontAlgn="ctr"/>
                      <a:r>
                        <a:rPr lang="zh-CN" altLang="en-US" sz="1000" b="1" i="0" u="none" strike="noStrike" dirty="0">
                          <a:solidFill>
                            <a:srgbClr val="FFFFFF"/>
                          </a:solidFill>
                          <a:effectLst/>
                          <a:latin typeface="微软雅黑" panose="020B0503020204020204" pitchFamily="34" charset="-122"/>
                          <a:ea typeface="微软雅黑" panose="020B0503020204020204" pitchFamily="34" charset="-122"/>
                        </a:rPr>
                        <a:t>分组名称 </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E0116"/>
                    </a:solidFill>
                  </a:tcPr>
                </a:tc>
                <a:tc>
                  <a:txBody>
                    <a:bodyPr/>
                    <a:lstStyle/>
                    <a:p>
                      <a:pPr algn="ctr" fontAlgn="ctr"/>
                      <a:r>
                        <a:rPr lang="zh-CN" altLang="en-US" sz="1000" b="1" i="0" u="none" strike="noStrike" dirty="0">
                          <a:solidFill>
                            <a:srgbClr val="FFFFFF"/>
                          </a:solidFill>
                          <a:effectLst/>
                          <a:latin typeface="微软雅黑" panose="020B0503020204020204" pitchFamily="34" charset="-122"/>
                          <a:ea typeface="微软雅黑" panose="020B0503020204020204" pitchFamily="34" charset="-122"/>
                        </a:rPr>
                        <a:t>资产名称 </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E0116"/>
                    </a:solidFill>
                  </a:tcPr>
                </a:tc>
                <a:tc>
                  <a:txBody>
                    <a:bodyPr/>
                    <a:lstStyle/>
                    <a:p>
                      <a:pPr algn="ctr" fontAlgn="ctr"/>
                      <a:r>
                        <a:rPr lang="zh-CN" altLang="en-US" sz="1000" b="1" i="0" u="none" strike="noStrike" dirty="0">
                          <a:solidFill>
                            <a:srgbClr val="FFFFFF"/>
                          </a:solidFill>
                          <a:effectLst/>
                          <a:latin typeface="微软雅黑" panose="020B0503020204020204" pitchFamily="34" charset="-122"/>
                          <a:ea typeface="微软雅黑" panose="020B0503020204020204" pitchFamily="34" charset="-122"/>
                        </a:rPr>
                        <a:t>贡献</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E0116"/>
                    </a:solidFill>
                  </a:tcPr>
                </a:tc>
                <a:tc>
                  <a:txBody>
                    <a:bodyPr/>
                    <a:lstStyle/>
                    <a:p>
                      <a:pPr algn="ctr" fontAlgn="ctr"/>
                      <a:r>
                        <a:rPr lang="zh-CN" altLang="en-US" sz="1000" b="1" i="0" u="none" strike="noStrike" dirty="0">
                          <a:solidFill>
                            <a:srgbClr val="FFFFFF"/>
                          </a:solidFill>
                          <a:effectLst/>
                          <a:latin typeface="微软雅黑" panose="020B0503020204020204" pitchFamily="34" charset="-122"/>
                          <a:ea typeface="微软雅黑" panose="020B0503020204020204" pitchFamily="34" charset="-122"/>
                        </a:rPr>
                        <a:t>期末持仓</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E0116"/>
                    </a:solidFill>
                  </a:tcPr>
                </a:tc>
                <a:tc>
                  <a:txBody>
                    <a:bodyPr/>
                    <a:lstStyle/>
                    <a:p>
                      <a:pPr algn="ctr" fontAlgn="ctr"/>
                      <a:r>
                        <a:rPr lang="zh-CN" altLang="en-US" sz="1000" b="1" i="0" u="none" strike="noStrike" dirty="0">
                          <a:solidFill>
                            <a:srgbClr val="FFFFFF"/>
                          </a:solidFill>
                          <a:effectLst/>
                          <a:latin typeface="微软雅黑" panose="020B0503020204020204" pitchFamily="34" charset="-122"/>
                          <a:ea typeface="微软雅黑" panose="020B0503020204020204" pitchFamily="34" charset="-122"/>
                        </a:rPr>
                        <a:t>平均仓位</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E0116"/>
                    </a:solidFill>
                  </a:tcPr>
                </a:tc>
                <a:extLst>
                  <a:ext uri="{0D108BD9-81ED-4DB2-BD59-A6C34878D82A}">
                    <a16:rowId xmlns:a16="http://schemas.microsoft.com/office/drawing/2014/main" val="995699764"/>
                  </a:ext>
                </a:extLst>
              </a:tr>
              <a:tr h="131406">
                <a:tc rowSpan="8">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货币类</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银行活期存款</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2.84%</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1.11%</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41584159"/>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逆回购</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0.19%</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82285390"/>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货币市场基金</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0.35%</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0.4%</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5739591"/>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货币型养老金产品</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0.01%</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0.67%</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0.74%</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21642203"/>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同业存单</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0.02%</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2.43%</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3.0%</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3584287"/>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清算备付金</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0.96%</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0.93%</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8710505"/>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证券清算款</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0.11%</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0.14%</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3801721"/>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1" i="0" u="none" strike="noStrike" dirty="0">
                          <a:solidFill>
                            <a:srgbClr val="000000"/>
                          </a:solidFill>
                          <a:effectLst/>
                          <a:latin typeface="微软雅黑" panose="020B0503020204020204" pitchFamily="34" charset="-122"/>
                          <a:ea typeface="微软雅黑" panose="020B0503020204020204" pitchFamily="34" charset="-122"/>
                        </a:rPr>
                        <a:t>小计</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0.03%</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7.38%</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6.52%</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078993"/>
                  </a:ext>
                </a:extLst>
              </a:tr>
              <a:tr h="131406">
                <a:tc rowSpan="13">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固收市值类</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一年期以上国债</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0.01%</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0.67%</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0.74%</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9443496"/>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一年期以上政策性、开发性银行债券</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0.17%</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0.31%</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63946781"/>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金融债</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0.07%</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3.86%</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4.31%</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36227365"/>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企业债</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0.03%</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1.15%</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1.28%</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97412810"/>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公司债</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0.15%</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14.75%</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14.82%</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4255562"/>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（超）短期融资券</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0.05%</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3.81%</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4.38%</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2578894"/>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中期票据</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0.45%</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20.29%</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22.49%</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6232524"/>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可转债、可交换债</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0.05%</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2.73%</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2.86%</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9045461"/>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债券基金</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0.01%</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0.29%</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0.32%</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3492368"/>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混合型养老金产品</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0.15%</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4.1%</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4.51%</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7550001"/>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固定收益型养老金产品</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0.14%</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8.98%</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9.88%</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24474027"/>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资产支持证券、票据</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0.01%</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0.49%</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0.54%</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58507072"/>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1" i="0" u="none" strike="noStrike" dirty="0">
                          <a:solidFill>
                            <a:srgbClr val="000000"/>
                          </a:solidFill>
                          <a:effectLst/>
                          <a:latin typeface="微软雅黑" panose="020B0503020204020204" pitchFamily="34" charset="-122"/>
                          <a:ea typeface="微软雅黑" panose="020B0503020204020204" pitchFamily="34" charset="-122"/>
                        </a:rPr>
                        <a:t>小计</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1.12%</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61.29%</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66.44%</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20680953"/>
                  </a:ext>
                </a:extLst>
              </a:tr>
              <a:tr h="131406">
                <a:tc rowSpan="4">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固收成本类</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PPN</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0.06%</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4.33%</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4.93%</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2809003"/>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私募债</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0.16%</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16.97%</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16.66%</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67603000"/>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信托型养老金产品</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0.02%</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1.68%</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1.86%</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2623197"/>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1" i="0" u="none" strike="noStrike" dirty="0">
                          <a:solidFill>
                            <a:srgbClr val="000000"/>
                          </a:solidFill>
                          <a:effectLst/>
                          <a:latin typeface="微软雅黑" panose="020B0503020204020204" pitchFamily="34" charset="-122"/>
                          <a:ea typeface="微软雅黑" panose="020B0503020204020204" pitchFamily="34" charset="-122"/>
                        </a:rPr>
                        <a:t>小计</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0.24%</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22.98%</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23.44%</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606781"/>
                  </a:ext>
                </a:extLst>
              </a:tr>
              <a:tr h="131406">
                <a:tc rowSpan="2">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固定收益类</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1" i="0" u="none" strike="noStrike" dirty="0">
                          <a:solidFill>
                            <a:srgbClr val="000000"/>
                          </a:solidFill>
                          <a:effectLst/>
                          <a:latin typeface="微软雅黑" panose="020B0503020204020204" pitchFamily="34" charset="-122"/>
                          <a:ea typeface="微软雅黑" panose="020B0503020204020204" pitchFamily="34" charset="-122"/>
                        </a:rPr>
                        <a:t>小计</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1.36%</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84.27%</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89.88%</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1947395"/>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剔除期指对冲后的固收仓位</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84.27%</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89.88%</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2484828"/>
                  </a:ext>
                </a:extLst>
              </a:tr>
              <a:tr h="131406">
                <a:tc rowSpan="7">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权益类</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A股</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1.14%</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12.45%</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12.93%</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2385220"/>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股票基金</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0.01%</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0.13%</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0.14%</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1443861"/>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混合基金</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0.13%</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1.76%</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2.03%</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924618"/>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港股通基金</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-0.01%</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0.27%</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0.31%</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63169620"/>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股票型养老金产品</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0.15%</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1.58%</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1.73%</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6218516"/>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1" i="0" u="none" strike="noStrike" dirty="0">
                          <a:solidFill>
                            <a:srgbClr val="000000"/>
                          </a:solidFill>
                          <a:effectLst/>
                          <a:latin typeface="微软雅黑" panose="020B0503020204020204" pitchFamily="34" charset="-122"/>
                          <a:ea typeface="微软雅黑" panose="020B0503020204020204" pitchFamily="34" charset="-122"/>
                        </a:rPr>
                        <a:t>小计</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1.42%</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16.18%</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17.14%</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70300797"/>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剔除期指对冲后的权益仓位</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16.18%</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17.14%</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3004377"/>
                  </a:ext>
                </a:extLst>
              </a:tr>
              <a:tr h="131406">
                <a:tc rowSpan="2">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费用</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费用</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-0.08%</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-0.32%</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-0.32%</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8450017"/>
                  </a:ext>
                </a:extLst>
              </a:tr>
              <a:tr h="131406">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正回购</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-0.08%</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-7.51%</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-13.22%</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2055056"/>
                  </a:ext>
                </a:extLst>
              </a:tr>
              <a:tr h="131406">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其他</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其他</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-0.02%</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0.01%</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29297560"/>
                  </a:ext>
                </a:extLst>
              </a:tr>
              <a:tr h="131406">
                <a:tc gridSpan="2">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总计</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ct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2.63%</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100.0%</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100.0%</a:t>
                      </a:r>
                    </a:p>
                  </a:txBody>
                  <a:tcPr marL="7470" marR="7470" marT="74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4419468"/>
                  </a:ext>
                </a:extLst>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735446786"/>
              </p:ext>
            </p:extLst>
          </p:nvPr>
        </p:nvGraphicFramePr>
        <p:xfrm>
          <a:off x="7729025" y="1116798"/>
          <a:ext cx="4378960" cy="5321828"/>
        </p:xfrm>
        <a:graphic>
          <a:graphicData uri="http://schemas.openxmlformats.org/drawingml/2006/table">
            <a:tbl>
              <a:tblPr/>
              <a:tblGrid>
                <a:gridCol w="1005840">
                  <a:extLst>
                    <a:ext uri="{9D8B030D-6E8A-4147-A177-3AD203B41FA5}">
                      <a16:colId xmlns:a16="http://schemas.microsoft.com/office/drawing/2014/main" val="1658756205"/>
                    </a:ext>
                  </a:extLst>
                </a:gridCol>
                <a:gridCol w="1546860">
                  <a:extLst>
                    <a:ext uri="{9D8B030D-6E8A-4147-A177-3AD203B41FA5}">
                      <a16:colId xmlns:a16="http://schemas.microsoft.com/office/drawing/2014/main" val="1164615723"/>
                    </a:ext>
                  </a:extLst>
                </a:gridCol>
                <a:gridCol w="716923">
                  <a:extLst>
                    <a:ext uri="{9D8B030D-6E8A-4147-A177-3AD203B41FA5}">
                      <a16:colId xmlns:a16="http://schemas.microsoft.com/office/drawing/2014/main" val="3658893773"/>
                    </a:ext>
                  </a:extLst>
                </a:gridCol>
                <a:gridCol w="553834">
                  <a:extLst>
                    <a:ext uri="{9D8B030D-6E8A-4147-A177-3AD203B41FA5}">
                      <a16:colId xmlns:a16="http://schemas.microsoft.com/office/drawing/2014/main" val="665810398"/>
                    </a:ext>
                  </a:extLst>
                </a:gridCol>
                <a:gridCol w="555503">
                  <a:extLst>
                    <a:ext uri="{9D8B030D-6E8A-4147-A177-3AD203B41FA5}">
                      <a16:colId xmlns:a16="http://schemas.microsoft.com/office/drawing/2014/main" val="3517595124"/>
                    </a:ext>
                  </a:extLst>
                </a:gridCol>
              </a:tblGrid>
              <a:tr h="176868">
                <a:tc gridSpan="5">
                  <a:txBody>
                    <a:bodyPr/>
                    <a:lstStyle/>
                    <a:p>
                      <a:pPr algn="ctr"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图：组合业绩归因（穿透后）</a:t>
                      </a:r>
                    </a:p>
                  </a:txBody>
                  <a:tcPr marL="2894" marR="2894" marT="2894"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13040353"/>
                  </a:ext>
                </a:extLst>
              </a:tr>
              <a:tr h="153814">
                <a:tc>
                  <a:txBody>
                    <a:bodyPr/>
                    <a:lstStyle/>
                    <a:p>
                      <a:pPr algn="ctr" fontAlgn="ctr"/>
                      <a:r>
                        <a:rPr lang="zh-CN" altLang="en-US" sz="1000" b="1" i="0" u="none" strike="noStrike" dirty="0">
                          <a:solidFill>
                            <a:srgbClr val="FFFFFF"/>
                          </a:solidFill>
                          <a:effectLst/>
                          <a:latin typeface="微软雅黑" panose="020B0503020204020204" pitchFamily="34" charset="-122"/>
                          <a:ea typeface="微软雅黑" panose="020B0503020204020204" pitchFamily="34" charset="-122"/>
                        </a:rPr>
                        <a:t>分组名称 </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E0116"/>
                    </a:solidFill>
                  </a:tcPr>
                </a:tc>
                <a:tc>
                  <a:txBody>
                    <a:bodyPr/>
                    <a:lstStyle/>
                    <a:p>
                      <a:pPr algn="ctr" fontAlgn="ctr"/>
                      <a:r>
                        <a:rPr lang="zh-CN" altLang="en-US" sz="1000" b="1" i="0" u="none" strike="noStrike" dirty="0">
                          <a:solidFill>
                            <a:srgbClr val="FFFFFF"/>
                          </a:solidFill>
                          <a:effectLst/>
                          <a:latin typeface="微软雅黑" panose="020B0503020204020204" pitchFamily="34" charset="-122"/>
                          <a:ea typeface="微软雅黑" panose="020B0503020204020204" pitchFamily="34" charset="-122"/>
                        </a:rPr>
                        <a:t>资产名称 </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E0116"/>
                    </a:solidFill>
                  </a:tcPr>
                </a:tc>
                <a:tc>
                  <a:txBody>
                    <a:bodyPr/>
                    <a:lstStyle/>
                    <a:p>
                      <a:pPr algn="ctr" fontAlgn="ctr"/>
                      <a:r>
                        <a:rPr lang="zh-CN" altLang="en-US" sz="1000" b="1" i="0" u="none" strike="noStrike" dirty="0">
                          <a:solidFill>
                            <a:srgbClr val="FFFFFF"/>
                          </a:solidFill>
                          <a:effectLst/>
                          <a:latin typeface="微软雅黑" panose="020B0503020204020204" pitchFamily="34" charset="-122"/>
                          <a:ea typeface="微软雅黑" panose="020B0503020204020204" pitchFamily="34" charset="-122"/>
                        </a:rPr>
                        <a:t>贡献</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E0116"/>
                    </a:solidFill>
                  </a:tcPr>
                </a:tc>
                <a:tc>
                  <a:txBody>
                    <a:bodyPr/>
                    <a:lstStyle/>
                    <a:p>
                      <a:pPr algn="ctr" fontAlgn="ctr"/>
                      <a:r>
                        <a:rPr lang="zh-CN" altLang="en-US" sz="1000" b="1" i="0" u="none" strike="noStrike" dirty="0">
                          <a:solidFill>
                            <a:srgbClr val="FFFFFF"/>
                          </a:solidFill>
                          <a:effectLst/>
                          <a:latin typeface="微软雅黑" panose="020B0503020204020204" pitchFamily="34" charset="-122"/>
                          <a:ea typeface="微软雅黑" panose="020B0503020204020204" pitchFamily="34" charset="-122"/>
                        </a:rPr>
                        <a:t>期末持仓</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E0116"/>
                    </a:solidFill>
                  </a:tcPr>
                </a:tc>
                <a:tc>
                  <a:txBody>
                    <a:bodyPr/>
                    <a:lstStyle/>
                    <a:p>
                      <a:pPr algn="ctr" fontAlgn="ctr"/>
                      <a:r>
                        <a:rPr lang="zh-CN" altLang="en-US" sz="1000" b="1" i="0" u="none" strike="noStrike" dirty="0">
                          <a:solidFill>
                            <a:srgbClr val="FFFFFF"/>
                          </a:solidFill>
                          <a:effectLst/>
                          <a:latin typeface="微软雅黑" panose="020B0503020204020204" pitchFamily="34" charset="-122"/>
                          <a:ea typeface="微软雅黑" panose="020B0503020204020204" pitchFamily="34" charset="-122"/>
                        </a:rPr>
                        <a:t>平均仓位</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E0116"/>
                    </a:solidFill>
                  </a:tcPr>
                </a:tc>
                <a:extLst>
                  <a:ext uri="{0D108BD9-81ED-4DB2-BD59-A6C34878D82A}">
                    <a16:rowId xmlns:a16="http://schemas.microsoft.com/office/drawing/2014/main" val="2537493141"/>
                  </a:ext>
                </a:extLst>
              </a:tr>
              <a:tr h="123625">
                <a:tc rowSpan="8">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货币类</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银行活期存款</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3.12%</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1.43%</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51619567"/>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逆回购</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0.3%</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0.31%</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27508853"/>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货币市场基金</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0.45%</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0.51%</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8941126"/>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同业存单</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0.02%</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2.88%</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3.55%</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9473778"/>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清算备付金</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1.05%</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1.02%</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4071282"/>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证券清算款</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0.1%</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0.14%</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30554"/>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其他流动性资产</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0.04%</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49054211"/>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1" i="0" u="none" strike="noStrike" dirty="0">
                          <a:solidFill>
                            <a:srgbClr val="000000"/>
                          </a:solidFill>
                          <a:effectLst/>
                          <a:latin typeface="微软雅黑" panose="020B0503020204020204" pitchFamily="34" charset="-122"/>
                          <a:ea typeface="微软雅黑" panose="020B0503020204020204" pitchFamily="34" charset="-122"/>
                        </a:rPr>
                        <a:t>小计</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0.03%</a:t>
                      </a:r>
                      <a:endPar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7.9%</a:t>
                      </a:r>
                      <a:endPar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7.01%</a:t>
                      </a:r>
                      <a:endPar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3756644"/>
                  </a:ext>
                </a:extLst>
              </a:tr>
              <a:tr h="123625">
                <a:tc rowSpan="12">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固收市值类</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一年期以上国债</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0.01%</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0.7%</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0.78%</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9709481"/>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一年期以上政策性、开发性银行债券</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0.28%</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0.4%</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30467740"/>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金融债</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0.08%</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4.24%</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4.7%</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5980984"/>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企业债</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0.05%</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2.72%</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3.02%</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5097325"/>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公司债</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0.17%</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16.38%</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16.64%</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247864"/>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（超）短期融资券</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0.07%</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4.79%</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5.76%</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59300367"/>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中期票据</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0.51%</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22.65%</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25.11%</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1101064"/>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可转债、可交换债</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0.06%</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3.15%</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3.27%</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829538"/>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债券基金</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0.01%</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0.42%</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0.44%</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7230394"/>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资产支持证券、票据</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0.01%</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0.58%</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0.69%</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7014154"/>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其他市值类固收资产</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0.1%</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0.12%</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38588912"/>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1" i="0" u="none" strike="noStrike" dirty="0">
                          <a:solidFill>
                            <a:srgbClr val="000000"/>
                          </a:solidFill>
                          <a:effectLst/>
                          <a:latin typeface="微软雅黑" panose="020B0503020204020204" pitchFamily="34" charset="-122"/>
                          <a:ea typeface="微软雅黑" panose="020B0503020204020204" pitchFamily="34" charset="-122"/>
                        </a:rPr>
                        <a:t>小计</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0.97%</a:t>
                      </a:r>
                      <a:endPar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55.99%</a:t>
                      </a:r>
                      <a:endPar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60.93%</a:t>
                      </a:r>
                      <a:endPar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6011754"/>
                  </a:ext>
                </a:extLst>
              </a:tr>
              <a:tr h="123625">
                <a:tc rowSpan="6">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固收成本类</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一年期以上银行存款</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7456807"/>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PPN</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0.08%</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5.07%</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5.8%</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094815"/>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私募债</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0.21%</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20.94%</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20.89%</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6482209"/>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信托产品</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0.02%</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1.89%</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2.13%</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0835164"/>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债权投资计划</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0.2%</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0.25%</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0590787"/>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1" i="0" u="none" strike="noStrike" dirty="0">
                          <a:solidFill>
                            <a:srgbClr val="000000"/>
                          </a:solidFill>
                          <a:effectLst/>
                          <a:latin typeface="微软雅黑" panose="020B0503020204020204" pitchFamily="34" charset="-122"/>
                          <a:ea typeface="微软雅黑" panose="020B0503020204020204" pitchFamily="34" charset="-122"/>
                        </a:rPr>
                        <a:t>小计</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0.32%</a:t>
                      </a:r>
                      <a:endPar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28.09%</a:t>
                      </a:r>
                      <a:endPar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29.06%</a:t>
                      </a:r>
                      <a:endPar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8206827"/>
                  </a:ext>
                </a:extLst>
              </a:tr>
              <a:tr h="123625">
                <a:tc rowSpan="2">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固定收益类</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1" i="0" u="none" strike="noStrike" dirty="0">
                          <a:solidFill>
                            <a:srgbClr val="000000"/>
                          </a:solidFill>
                          <a:effectLst/>
                          <a:latin typeface="微软雅黑" panose="020B0503020204020204" pitchFamily="34" charset="-122"/>
                          <a:ea typeface="微软雅黑" panose="020B0503020204020204" pitchFamily="34" charset="-122"/>
                        </a:rPr>
                        <a:t>小计</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1.28%</a:t>
                      </a:r>
                      <a:endPar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84.08%</a:t>
                      </a:r>
                      <a:endPar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89.99%</a:t>
                      </a:r>
                      <a:endPar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1293719"/>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剔除期指对冲后的固收仓位</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84.08%</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89.99%</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60257423"/>
                  </a:ext>
                </a:extLst>
              </a:tr>
              <a:tr h="123625">
                <a:tc rowSpan="6">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权益类</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A股</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1.41%</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14.89%</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15.64%</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4682583"/>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股票基金</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0.01%</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0.13%</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0.14%</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4627784"/>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混合基金</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0.13%</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1.76%</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2.03%</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4535993"/>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港股通基金</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-0.01%</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0.27%</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0.31%</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9508274"/>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1" i="0" u="none" strike="noStrike" dirty="0">
                          <a:solidFill>
                            <a:srgbClr val="000000"/>
                          </a:solidFill>
                          <a:effectLst/>
                          <a:latin typeface="微软雅黑" panose="020B0503020204020204" pitchFamily="34" charset="-122"/>
                          <a:ea typeface="微软雅黑" panose="020B0503020204020204" pitchFamily="34" charset="-122"/>
                        </a:rPr>
                        <a:t>小计</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1.54%</a:t>
                      </a:r>
                      <a:endPar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17.05%</a:t>
                      </a:r>
                      <a:endPar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18.12%</a:t>
                      </a:r>
                      <a:endPar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03189444"/>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剔除期指对冲后的权益仓位</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17.05%</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18.12%</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03194412"/>
                  </a:ext>
                </a:extLst>
              </a:tr>
              <a:tr h="123625">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金融衍生品</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国债期货</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022070"/>
                  </a:ext>
                </a:extLst>
              </a:tr>
              <a:tr h="123625">
                <a:tc rowSpan="2">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费用</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费用</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-0.11%</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-0.33%</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-0.33%</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6628809"/>
                  </a:ext>
                </a:extLst>
              </a:tr>
              <a:tr h="123625">
                <a:tc vMerge="1">
                  <a:txBody>
                    <a:bodyPr/>
                    <a:lstStyle/>
                    <a:p>
                      <a:pPr algn="ctr" fontAlgn="ct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正回购</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-0.1%</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-8.68%</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-14.81%</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866903"/>
                  </a:ext>
                </a:extLst>
              </a:tr>
              <a:tr h="123625">
                <a:tc>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其他</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其他</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-0.02%</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-0.03%</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0.02%</a:t>
                      </a: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873438"/>
                  </a:ext>
                </a:extLst>
              </a:tr>
              <a:tr h="123625">
                <a:tc gridSpan="2">
                  <a:txBody>
                    <a:bodyPr/>
                    <a:lstStyle/>
                    <a:p>
                      <a:pPr algn="ctr" fontAlgn="ctr"/>
                      <a:r>
                        <a:rPr lang="en-US" altLang="zh-CN" sz="800" b="1" i="0" u="none" strike="noStrike" dirty="0">
                          <a:solidFill>
                            <a:srgbClr val="000000"/>
                          </a:solidFill>
                          <a:effectLst/>
                          <a:latin typeface="微软雅黑" panose="020B0503020204020204" pitchFamily="34" charset="-122"/>
                          <a:ea typeface="微软雅黑" panose="020B0503020204020204" pitchFamily="34" charset="-122"/>
                        </a:rPr>
                        <a:t>总计</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ct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2.63%</a:t>
                      </a:r>
                      <a:endPar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100.0%</a:t>
                      </a:r>
                      <a:endPar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100.0%</a:t>
                      </a:r>
                      <a:endPar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2894" marR="2894" marT="28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4472727"/>
                  </a:ext>
                </a:extLst>
              </a:tr>
            </a:tbl>
          </a:graphicData>
        </a:graphic>
      </p:graphicFrame>
    </p:spTree>
    <p:custDataLst>
      <p:tags r:id="rId1"/>
    </p:custDataLst>
    <p:extLst>
      <p:ext uri="{BB962C8B-B14F-4D97-AF65-F5344CB8AC3E}">
        <p14:creationId xmlns:p14="http://schemas.microsoft.com/office/powerpoint/2010/main" val="3350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3"/>
          </p:nvPr>
        </p:nvSpPr>
        <p:spPr>
          <a:xfrm>
            <a:off x="669925" y="1239422"/>
            <a:ext cx="10848975" cy="1350482"/>
          </a:xfrm>
        </p:spPr>
        <p:txBody>
          <a:bodyPr>
            <a:noAutofit/>
          </a:bodyPr>
          <a:lstStyle/>
          <a:p>
            <a:pPr marL="285750" indent="-285750" algn="just" defTabSz="685800">
              <a:lnSpc>
                <a:spcPct val="150000"/>
              </a:lnSpc>
              <a:buClr>
                <a:schemeClr val="accent1"/>
              </a:buClr>
              <a:buFont typeface="Wingdings" panose="05000000000000000000" pitchFamily="2" charset="2"/>
              <a:buChar char="l"/>
            </a:pPr>
            <a:r>
              <a:rPr lang="zh-CN" altLang="en-US" b="0" dirty="0">
                <a:solidFill>
                  <a:schemeClr val="tx1"/>
                </a:solidFill>
              </a:rPr>
              <a:t>资产配置方面，截至2023年3月31日，组合流动性资产占比7.38%（穿透后7.90%）；固定收益类资产占比84.27%（穿透后84.08%），其中成本计价资产占比22.98%（穿透后28.09%），市值计价资产占比61.29%（穿透后55.99%），平均久期1.43年（穿透后1.45年）；权益类资产占比16.18%（穿透后17.05%），对冲后的权益仓位16.18%（穿透后17.05%）；组合总体上杠杆率107.83%（穿透后109.05%）。</a:t>
            </a:r>
            <a:endParaRPr lang="en-US" altLang="zh-CN" b="0" dirty="0">
              <a:solidFill>
                <a:schemeClr val="tx1"/>
              </a:solidFill>
            </a:endParaRPr>
          </a:p>
        </p:txBody>
      </p:sp>
      <p:sp>
        <p:nvSpPr>
          <p:cNvPr id="6" name="标题 5"/>
          <p:cNvSpPr>
            <a:spLocks noGrp="1"/>
          </p:cNvSpPr>
          <p:nvPr>
            <p:ph type="title"/>
          </p:nvPr>
        </p:nvSpPr>
        <p:spPr>
          <a:xfrm>
            <a:off x="669925" y="0"/>
            <a:ext cx="10848975" cy="1028700"/>
          </a:xfrm>
        </p:spPr>
        <p:txBody>
          <a:bodyPr/>
          <a:lstStyle/>
          <a:p>
            <a:r>
              <a:rPr lang="zh-CN" altLang="en-US" dirty="0"/>
              <a:t>组合资产配置情况</a:t>
            </a:r>
            <a:endParaRPr lang="zh-CN" altLang="en-US" b="0" dirty="0">
              <a:latin typeface="+mn-ea"/>
              <a:ea typeface="+mn-ea"/>
            </a:endParaRPr>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6</a:t>
            </a:fld>
            <a:endParaRPr lang="zh-CN" altLang="en-US" dirty="0"/>
          </a:p>
        </p:txBody>
      </p:sp>
      <p:sp>
        <p:nvSpPr>
          <p:cNvPr id="12" name="矩形 11"/>
          <p:cNvSpPr/>
          <p:nvPr/>
        </p:nvSpPr>
        <p:spPr>
          <a:xfrm>
            <a:off x="8788526" y="6508316"/>
            <a:ext cx="2845651" cy="253916"/>
          </a:xfrm>
          <a:prstGeom prst="rect">
            <a:avLst/>
          </a:prstGeom>
        </p:spPr>
        <p:txBody>
          <a:bodyPr wrap="none">
            <a:spAutoFit/>
          </a:bodyPr>
          <a:lstStyle/>
          <a:p>
            <a:r>
              <a:rPr lang="zh-CN" altLang="en-US" sz="1050" dirty="0">
                <a:solidFill>
                  <a:schemeClr val="tx2"/>
                </a:solidFill>
                <a:latin typeface="微软雅黑" panose="020B0503020204020204" pitchFamily="34" charset="-122"/>
                <a:ea typeface="微软雅黑" panose="020B0503020204020204" pitchFamily="34" charset="-122"/>
              </a:rPr>
              <a:t>时间区间：2023年1月1日-2023年3月31日</a:t>
            </a:r>
          </a:p>
        </p:txBody>
      </p:sp>
      <p:sp>
        <p:nvSpPr>
          <p:cNvPr id="9" name="矩形 8"/>
          <p:cNvSpPr/>
          <p:nvPr/>
        </p:nvSpPr>
        <p:spPr>
          <a:xfrm>
            <a:off x="1545354" y="2677928"/>
            <a:ext cx="3435950" cy="461665"/>
          </a:xfrm>
          <a:prstGeom prst="rect">
            <a:avLst/>
          </a:prstGeom>
        </p:spPr>
        <p:txBody>
          <a:bodyPr wrap="square">
            <a:spAutoFit/>
          </a:bodyPr>
          <a:lstStyle/>
          <a:p>
            <a:r>
              <a:rPr lang="zh-CN" altLang="en-US" sz="1200" dirty="0">
                <a:latin typeface="微软雅黑" panose="020B0503020204020204" pitchFamily="34" charset="-122"/>
                <a:ea typeface="微软雅黑" panose="020B0503020204020204" pitchFamily="34" charset="-122"/>
              </a:rPr>
              <a:t>表：组合大类资产配置情况（穿透后）</a:t>
            </a:r>
          </a:p>
          <a:p>
            <a:r>
              <a:rPr lang="en-US" altLang="zh-CN" sz="1200" dirty="0">
                <a:latin typeface="微软雅黑" panose="020B0503020204020204" pitchFamily="34" charset="-122"/>
                <a:ea typeface="微软雅黑" panose="020B0503020204020204" pitchFamily="34" charset="-122"/>
              </a:rPr>
              <a:t> </a:t>
            </a:r>
            <a:endParaRPr lang="zh-CN" altLang="en-US" sz="1200" dirty="0">
              <a:latin typeface="微软雅黑" panose="020B0503020204020204" pitchFamily="34" charset="-122"/>
              <a:ea typeface="微软雅黑" panose="020B0503020204020204" pitchFamily="34" charset="-122"/>
            </a:endParaRPr>
          </a:p>
        </p:txBody>
      </p:sp>
      <p:sp>
        <p:nvSpPr>
          <p:cNvPr id="11" name="矩形 10"/>
          <p:cNvSpPr/>
          <p:nvPr/>
        </p:nvSpPr>
        <p:spPr>
          <a:xfrm>
            <a:off x="7618975" y="2631762"/>
            <a:ext cx="2339102" cy="276999"/>
          </a:xfrm>
          <a:prstGeom prst="rect">
            <a:avLst/>
          </a:prstGeom>
        </p:spPr>
        <p:txBody>
          <a:bodyPr wrap="none">
            <a:spAutoFit/>
          </a:bodyPr>
          <a:lstStyle/>
          <a:p>
            <a:r>
              <a:rPr lang="zh-CN" altLang="en-US" sz="1200" dirty="0">
                <a:latin typeface="微软雅黑" panose="020B0503020204020204" pitchFamily="34" charset="-122"/>
                <a:ea typeface="微软雅黑" panose="020B0503020204020204" pitchFamily="34" charset="-122"/>
              </a:rPr>
              <a:t>表：组合持有的养老金产品情况</a:t>
            </a:r>
          </a:p>
        </p:txBody>
      </p:sp>
      <p:graphicFrame>
        <p:nvGraphicFramePr>
          <p:cNvPr id="2" name="表格 1"/>
          <p:cNvGraphicFramePr>
            <a:graphicFrameLocks noGrp="1"/>
          </p:cNvGraphicFramePr>
          <p:nvPr>
            <p:extLst>
              <p:ext uri="{D42A27DB-BD31-4B8C-83A1-F6EECF244321}">
                <p14:modId xmlns:p14="http://schemas.microsoft.com/office/powerpoint/2010/main" val="3239755987"/>
              </p:ext>
            </p:extLst>
          </p:nvPr>
        </p:nvGraphicFramePr>
        <p:xfrm>
          <a:off x="5933176" y="2869104"/>
          <a:ext cx="5710699" cy="1602108"/>
        </p:xfrm>
        <a:graphic>
          <a:graphicData uri="http://schemas.openxmlformats.org/drawingml/2006/table">
            <a:tbl>
              <a:tblPr/>
              <a:tblGrid>
                <a:gridCol w="1194618">
                  <a:extLst>
                    <a:ext uri="{9D8B030D-6E8A-4147-A177-3AD203B41FA5}">
                      <a16:colId xmlns:a16="http://schemas.microsoft.com/office/drawing/2014/main" val="2605070978"/>
                    </a:ext>
                  </a:extLst>
                </a:gridCol>
                <a:gridCol w="693216">
                  <a:extLst>
                    <a:ext uri="{9D8B030D-6E8A-4147-A177-3AD203B41FA5}">
                      <a16:colId xmlns:a16="http://schemas.microsoft.com/office/drawing/2014/main" val="1743844821"/>
                    </a:ext>
                  </a:extLst>
                </a:gridCol>
                <a:gridCol w="651304">
                  <a:extLst>
                    <a:ext uri="{9D8B030D-6E8A-4147-A177-3AD203B41FA5}">
                      <a16:colId xmlns:a16="http://schemas.microsoft.com/office/drawing/2014/main" val="633317473"/>
                    </a:ext>
                  </a:extLst>
                </a:gridCol>
                <a:gridCol w="698498">
                  <a:extLst>
                    <a:ext uri="{9D8B030D-6E8A-4147-A177-3AD203B41FA5}">
                      <a16:colId xmlns:a16="http://schemas.microsoft.com/office/drawing/2014/main" val="3017551422"/>
                    </a:ext>
                  </a:extLst>
                </a:gridCol>
                <a:gridCol w="698498">
                  <a:extLst>
                    <a:ext uri="{9D8B030D-6E8A-4147-A177-3AD203B41FA5}">
                      <a16:colId xmlns:a16="http://schemas.microsoft.com/office/drawing/2014/main" val="115212282"/>
                    </a:ext>
                  </a:extLst>
                </a:gridCol>
                <a:gridCol w="604107">
                  <a:extLst>
                    <a:ext uri="{9D8B030D-6E8A-4147-A177-3AD203B41FA5}">
                      <a16:colId xmlns:a16="http://schemas.microsoft.com/office/drawing/2014/main" val="700619326"/>
                    </a:ext>
                  </a:extLst>
                </a:gridCol>
                <a:gridCol w="585229">
                  <a:extLst>
                    <a:ext uri="{9D8B030D-6E8A-4147-A177-3AD203B41FA5}">
                      <a16:colId xmlns:a16="http://schemas.microsoft.com/office/drawing/2014/main" val="2229893413"/>
                    </a:ext>
                  </a:extLst>
                </a:gridCol>
                <a:gridCol w="585229">
                  <a:extLst>
                    <a:ext uri="{9D8B030D-6E8A-4147-A177-3AD203B41FA5}">
                      <a16:colId xmlns:a16="http://schemas.microsoft.com/office/drawing/2014/main" val="250287738"/>
                    </a:ext>
                  </a:extLst>
                </a:gridCol>
              </a:tblGrid>
              <a:tr h="178754">
                <a:tc rowSpan="2">
                  <a:txBody>
                    <a:bodyPr/>
                    <a:lstStyle/>
                    <a:p>
                      <a:pPr algn="ctr" fontAlgn="ctr"/>
                      <a:r>
                        <a:rPr lang="zh-CN" altLang="en-US" sz="1000" b="1" i="0" u="none" strike="noStrike">
                          <a:solidFill>
                            <a:srgbClr val="FFFFFF"/>
                          </a:solidFill>
                          <a:effectLst/>
                          <a:latin typeface="微软雅黑" panose="020B0503020204020204" pitchFamily="34" charset="-122"/>
                          <a:ea typeface="微软雅黑" panose="020B0503020204020204" pitchFamily="34" charset="-122"/>
                        </a:rPr>
                        <a:t>产品名称</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E0116"/>
                    </a:solidFill>
                  </a:tcPr>
                </a:tc>
                <a:tc rowSpan="2">
                  <a:txBody>
                    <a:bodyPr/>
                    <a:lstStyle/>
                    <a:p>
                      <a:pPr algn="ctr" fontAlgn="ctr"/>
                      <a:r>
                        <a:rPr lang="zh-CN" altLang="en-US" sz="1000" b="1" i="0" u="none" strike="noStrike" dirty="0">
                          <a:solidFill>
                            <a:srgbClr val="FFFFFF"/>
                          </a:solidFill>
                          <a:effectLst/>
                          <a:latin typeface="微软雅黑" panose="020B0503020204020204" pitchFamily="34" charset="-122"/>
                          <a:ea typeface="微软雅黑" panose="020B0503020204020204" pitchFamily="34" charset="-122"/>
                        </a:rPr>
                        <a:t>持仓规模</a:t>
                      </a:r>
                      <a:br>
                        <a:rPr lang="zh-CN" altLang="en-US" sz="1000" b="1" i="0" u="none" strike="noStrike" dirty="0">
                          <a:solidFill>
                            <a:srgbClr val="FFFFFF"/>
                          </a:solidFill>
                          <a:effectLst/>
                          <a:latin typeface="微软雅黑" panose="020B0503020204020204" pitchFamily="34" charset="-122"/>
                          <a:ea typeface="微软雅黑" panose="020B0503020204020204" pitchFamily="34" charset="-122"/>
                        </a:rPr>
                      </a:br>
                      <a:r>
                        <a:rPr lang="zh-CN" altLang="en-US" sz="1000" b="1" i="0" u="none" strike="noStrike" dirty="0">
                          <a:solidFill>
                            <a:srgbClr val="FFFFFF"/>
                          </a:solidFill>
                          <a:effectLst/>
                          <a:latin typeface="微软雅黑" panose="020B0503020204020204" pitchFamily="34" charset="-122"/>
                          <a:ea typeface="微软雅黑" panose="020B0503020204020204" pitchFamily="34" charset="-122"/>
                        </a:rPr>
                        <a:t>（亿）</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E0116"/>
                    </a:solidFill>
                  </a:tcPr>
                </a:tc>
                <a:tc rowSpan="2">
                  <a:txBody>
                    <a:bodyPr/>
                    <a:lstStyle/>
                    <a:p>
                      <a:pPr algn="ctr" fontAlgn="ctr"/>
                      <a:r>
                        <a:rPr lang="zh-CN" altLang="en-US" sz="1000" b="1" i="0" u="none" strike="noStrike">
                          <a:solidFill>
                            <a:srgbClr val="FFFFFF"/>
                          </a:solidFill>
                          <a:effectLst/>
                          <a:latin typeface="微软雅黑" panose="020B0503020204020204" pitchFamily="34" charset="-122"/>
                          <a:ea typeface="微软雅黑" panose="020B0503020204020204" pitchFamily="34" charset="-122"/>
                        </a:rPr>
                        <a:t>持仓比例</a:t>
                      </a:r>
                      <a:br>
                        <a:rPr lang="zh-CN" altLang="en-US" sz="1000" b="1" i="0" u="none" strike="noStrike">
                          <a:solidFill>
                            <a:srgbClr val="FFFFFF"/>
                          </a:solidFill>
                          <a:effectLst/>
                          <a:latin typeface="微软雅黑" panose="020B0503020204020204" pitchFamily="34" charset="-122"/>
                          <a:ea typeface="微软雅黑" panose="020B0503020204020204" pitchFamily="34" charset="-122"/>
                        </a:rPr>
                      </a:br>
                      <a:r>
                        <a:rPr lang="zh-CN" altLang="en-US" sz="1000" b="1" i="0" u="none" strike="noStrike">
                          <a:solidFill>
                            <a:srgbClr val="FFFFFF"/>
                          </a:solidFill>
                          <a:effectLst/>
                          <a:latin typeface="微软雅黑" panose="020B0503020204020204" pitchFamily="34" charset="-122"/>
                          <a:ea typeface="微软雅黑" panose="020B0503020204020204" pitchFamily="34" charset="-122"/>
                        </a:rPr>
                        <a:t>（</a:t>
                      </a:r>
                      <a:r>
                        <a:rPr lang="en-US" altLang="zh-CN" sz="1000" b="1" i="0" u="none" strike="noStrike">
                          <a:solidFill>
                            <a:srgbClr val="FFFFFF"/>
                          </a:solidFill>
                          <a:effectLst/>
                          <a:latin typeface="微软雅黑" panose="020B0503020204020204" pitchFamily="34" charset="-122"/>
                          <a:ea typeface="微软雅黑" panose="020B0503020204020204" pitchFamily="34" charset="-122"/>
                        </a:rPr>
                        <a:t>%</a:t>
                      </a:r>
                      <a:r>
                        <a:rPr lang="zh-CN" altLang="en-US" sz="1000" b="1" i="0" u="none" strike="noStrike">
                          <a:solidFill>
                            <a:srgbClr val="FFFFFF"/>
                          </a:solidFill>
                          <a:effectLst/>
                          <a:latin typeface="微软雅黑" panose="020B0503020204020204" pitchFamily="34" charset="-122"/>
                          <a:ea typeface="微软雅黑" panose="020B0503020204020204" pitchFamily="34" charset="-122"/>
                        </a:rPr>
                        <a:t>）</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E0116"/>
                    </a:solidFill>
                  </a:tcPr>
                </a:tc>
                <a:tc rowSpan="2">
                  <a:txBody>
                    <a:bodyPr/>
                    <a:lstStyle/>
                    <a:p>
                      <a:pPr algn="ctr" fontAlgn="ctr"/>
                      <a:r>
                        <a:rPr lang="zh-CN" altLang="en-US" sz="1000" b="1" i="0" u="none" strike="noStrike" dirty="0">
                          <a:solidFill>
                            <a:srgbClr val="FFFFFF"/>
                          </a:solidFill>
                          <a:effectLst/>
                          <a:latin typeface="微软雅黑" panose="020B0503020204020204" pitchFamily="34" charset="-122"/>
                          <a:ea typeface="微软雅黑" panose="020B0503020204020204" pitchFamily="34" charset="-122"/>
                        </a:rPr>
                        <a:t>报告期间收益率（</a:t>
                      </a:r>
                      <a:r>
                        <a:rPr lang="en-US" altLang="zh-CN" sz="1000" b="1" i="0" u="none" strike="noStrike" dirty="0">
                          <a:solidFill>
                            <a:srgbClr val="FFFFFF"/>
                          </a:solidFill>
                          <a:effectLst/>
                          <a:latin typeface="微软雅黑" panose="020B0503020204020204" pitchFamily="34" charset="-122"/>
                          <a:ea typeface="微软雅黑" panose="020B0503020204020204" pitchFamily="34" charset="-122"/>
                        </a:rPr>
                        <a:t>%</a:t>
                      </a:r>
                      <a:r>
                        <a:rPr lang="zh-CN" altLang="en-US" sz="1000" b="1" i="0" u="none" strike="noStrike" dirty="0">
                          <a:solidFill>
                            <a:srgbClr val="FFFFFF"/>
                          </a:solidFill>
                          <a:effectLst/>
                          <a:latin typeface="微软雅黑" panose="020B0503020204020204" pitchFamily="34" charset="-122"/>
                          <a:ea typeface="微软雅黑" panose="020B0503020204020204" pitchFamily="34" charset="-122"/>
                        </a:rPr>
                        <a:t>）</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E0116"/>
                    </a:solidFill>
                  </a:tcPr>
                </a:tc>
                <a:tc rowSpan="2">
                  <a:txBody>
                    <a:bodyPr/>
                    <a:lstStyle/>
                    <a:p>
                      <a:pPr algn="ctr" fontAlgn="ctr"/>
                      <a:r>
                        <a:rPr lang="zh-CN" altLang="en-US" sz="1000" b="1" i="0" u="none" strike="noStrike" dirty="0">
                          <a:solidFill>
                            <a:srgbClr val="FFFFFF"/>
                          </a:solidFill>
                          <a:effectLst/>
                          <a:latin typeface="微软雅黑" panose="020B0503020204020204" pitchFamily="34" charset="-122"/>
                          <a:ea typeface="微软雅黑" panose="020B0503020204020204" pitchFamily="34" charset="-122"/>
                        </a:rPr>
                        <a:t>今年以来市场排名</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E0116"/>
                    </a:solidFill>
                  </a:tcPr>
                </a:tc>
                <a:tc gridSpan="3">
                  <a:txBody>
                    <a:bodyPr/>
                    <a:lstStyle/>
                    <a:p>
                      <a:pPr algn="ctr" fontAlgn="ctr"/>
                      <a:r>
                        <a:rPr lang="zh-CN" altLang="en-US" sz="1000" b="1" i="0" u="none" strike="noStrike" dirty="0">
                          <a:solidFill>
                            <a:srgbClr val="FFFFFF"/>
                          </a:solidFill>
                          <a:effectLst/>
                          <a:latin typeface="微软雅黑" panose="020B0503020204020204" pitchFamily="34" charset="-122"/>
                          <a:ea typeface="微软雅黑" panose="020B0503020204020204" pitchFamily="34" charset="-122"/>
                        </a:rPr>
                        <a:t>产品各类资产配置比例</a:t>
                      </a:r>
                      <a:r>
                        <a:rPr lang="en-US" altLang="zh-CN" sz="1000" b="1" i="0" u="none" strike="noStrike" dirty="0">
                          <a:solidFill>
                            <a:srgbClr val="FFFFFF"/>
                          </a:solidFill>
                          <a:effectLst/>
                          <a:latin typeface="微软雅黑" panose="020B0503020204020204" pitchFamily="34" charset="-122"/>
                          <a:ea typeface="微软雅黑" panose="020B0503020204020204" pitchFamily="34" charset="-122"/>
                        </a:rPr>
                        <a:t>(%)</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E0116"/>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204954822"/>
                  </a:ext>
                </a:extLst>
              </a:tr>
              <a:tr h="178754">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1000" b="1" i="0" u="none" strike="noStrike">
                          <a:solidFill>
                            <a:srgbClr val="FFFFFF"/>
                          </a:solidFill>
                          <a:effectLst/>
                          <a:latin typeface="微软雅黑" panose="020B0503020204020204" pitchFamily="34" charset="-122"/>
                          <a:ea typeface="微软雅黑" panose="020B0503020204020204" pitchFamily="34" charset="-122"/>
                        </a:rPr>
                        <a:t>权益类</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E0116"/>
                    </a:solidFill>
                  </a:tcPr>
                </a:tc>
                <a:tc>
                  <a:txBody>
                    <a:bodyPr/>
                    <a:lstStyle/>
                    <a:p>
                      <a:pPr algn="ctr" fontAlgn="ctr"/>
                      <a:r>
                        <a:rPr lang="zh-CN" altLang="en-US" sz="1000" b="1" i="0" u="none" strike="noStrike">
                          <a:solidFill>
                            <a:srgbClr val="FFFFFF"/>
                          </a:solidFill>
                          <a:effectLst/>
                          <a:latin typeface="微软雅黑" panose="020B0503020204020204" pitchFamily="34" charset="-122"/>
                          <a:ea typeface="微软雅黑" panose="020B0503020204020204" pitchFamily="34" charset="-122"/>
                        </a:rPr>
                        <a:t>市值类</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E0116"/>
                    </a:solidFill>
                  </a:tcPr>
                </a:tc>
                <a:tc>
                  <a:txBody>
                    <a:bodyPr/>
                    <a:lstStyle/>
                    <a:p>
                      <a:pPr algn="ctr" fontAlgn="ctr"/>
                      <a:r>
                        <a:rPr lang="zh-CN" altLang="en-US" sz="1000" b="1" i="0" u="none" strike="noStrike">
                          <a:solidFill>
                            <a:srgbClr val="FFFFFF"/>
                          </a:solidFill>
                          <a:effectLst/>
                          <a:latin typeface="微软雅黑" panose="020B0503020204020204" pitchFamily="34" charset="-122"/>
                          <a:ea typeface="微软雅黑" panose="020B0503020204020204" pitchFamily="34" charset="-122"/>
                        </a:rPr>
                        <a:t>成本类</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E0116"/>
                    </a:solidFill>
                  </a:tcPr>
                </a:tc>
                <a:extLst>
                  <a:ext uri="{0D108BD9-81ED-4DB2-BD59-A6C34878D82A}">
                    <a16:rowId xmlns:a16="http://schemas.microsoft.com/office/drawing/2014/main" val="1466079941"/>
                  </a:ext>
                </a:extLst>
              </a:tr>
              <a:tr h="289672">
                <a:tc>
                  <a:txBody>
                    <a:bodyPr/>
                    <a:lstStyle/>
                    <a:p>
                      <a:pPr algn="ctr"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国泰金色年华固定收益型养老金产品</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5.51</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8.98</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1.38</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85/545</a:t>
                      </a:r>
                      <a:endParaRPr lang="en-US" altLang="zh-CN"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61.19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40.52</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8382759"/>
                  </a:ext>
                </a:extLst>
              </a:tr>
              <a:tr h="289672">
                <a:tc>
                  <a:txBody>
                    <a:bodyPr/>
                    <a:lstStyle/>
                    <a:p>
                      <a:pPr algn="ctr"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国泰金色年华混合型养老金产品</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2.52</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4.1</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3.53</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11/135</a:t>
                      </a:r>
                      <a:endParaRPr lang="en-US" altLang="zh-CN"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25.5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46.16</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27.72</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7972984"/>
                  </a:ext>
                </a:extLst>
              </a:tr>
              <a:tr h="289672">
                <a:tc>
                  <a:txBody>
                    <a:bodyPr/>
                    <a:lstStyle/>
                    <a:p>
                      <a:pPr algn="ctr"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国泰佳泰股票专项型养老金产品</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0.97</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1.58</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9.77</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14/195</a:t>
                      </a:r>
                      <a:endParaRPr lang="en-US" altLang="zh-CN"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87.78</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0.15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24723633"/>
                  </a:ext>
                </a:extLst>
              </a:tr>
              <a:tr h="289672">
                <a:tc>
                  <a:txBody>
                    <a:bodyPr/>
                    <a:lstStyle/>
                    <a:p>
                      <a:pPr algn="ctr"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国泰金色年华货币型养老金产品</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0.41</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0.67</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0.73</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3/33</a:t>
                      </a:r>
                      <a:endParaRPr lang="en-US" altLang="zh-CN"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58.78</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微软雅黑" panose="020B0503020204020204" pitchFamily="34" charset="-122"/>
                        </a:rPr>
                        <a:t>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6828670"/>
                  </a:ext>
                </a:extLst>
              </a:tr>
            </a:tbl>
          </a:graphicData>
        </a:graphic>
      </p:graphicFrame>
      <p:graphicFrame>
        <p:nvGraphicFramePr>
          <p:cNvPr id="10" name="图表 9"/>
          <p:cNvGraphicFramePr/>
          <p:nvPr>
            <p:extLst>
              <p:ext uri="{D42A27DB-BD31-4B8C-83A1-F6EECF244321}">
                <p14:modId xmlns:p14="http://schemas.microsoft.com/office/powerpoint/2010/main" val="1020122942"/>
              </p:ext>
            </p:extLst>
          </p:nvPr>
        </p:nvGraphicFramePr>
        <p:xfrm>
          <a:off x="581700" y="3094079"/>
          <a:ext cx="4908465" cy="3410395"/>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占位符 16"/>
          <p:cNvSpPr>
            <a:spLocks noGrp="1"/>
          </p:cNvSpPr>
          <p:nvPr>
            <p:ph type="body" sz="quarter" idx="18"/>
          </p:nvPr>
        </p:nvSpPr>
        <p:spPr>
          <a:xfrm>
            <a:off x="2417763" y="2143148"/>
            <a:ext cx="1211262" cy="939754"/>
          </a:xfrm>
        </p:spPr>
        <p:txBody>
          <a:bodyPr/>
          <a:lstStyle/>
          <a:p>
            <a:pPr lvl="0"/>
            <a:r>
              <a:rPr lang="en-US" altLang="zh-CN" dirty="0"/>
              <a:t>02</a:t>
            </a:r>
            <a:endParaRPr lang="zh-CN" altLang="en-US" dirty="0"/>
          </a:p>
        </p:txBody>
      </p:sp>
      <p:sp>
        <p:nvSpPr>
          <p:cNvPr id="11" name="标题 10"/>
          <p:cNvSpPr>
            <a:spLocks noGrp="1"/>
          </p:cNvSpPr>
          <p:nvPr>
            <p:ph type="title"/>
          </p:nvPr>
        </p:nvSpPr>
        <p:spPr/>
        <p:txBody>
          <a:bodyPr>
            <a:normAutofit/>
          </a:bodyPr>
          <a:lstStyle/>
          <a:p>
            <a:r>
              <a:rPr lang="zh-CN" altLang="en-US" sz="2400" dirty="0"/>
              <a:t>投资操作回顾</a:t>
            </a:r>
          </a:p>
        </p:txBody>
      </p:sp>
      <p:sp>
        <p:nvSpPr>
          <p:cNvPr id="3" name="灯片编号占位符 2"/>
          <p:cNvSpPr>
            <a:spLocks noGrp="1"/>
          </p:cNvSpPr>
          <p:nvPr>
            <p:ph type="sldNum" sz="quarter" idx="4"/>
          </p:nvPr>
        </p:nvSpPr>
        <p:spPr/>
        <p:txBody>
          <a:bodyPr/>
          <a:lstStyle/>
          <a:p>
            <a:fld id="{7F65B630-C7FF-41C0-9923-C5E5E29EED81}" type="slidenum">
              <a:rPr lang="de-DE" smtClean="0"/>
              <a:t>7</a:t>
            </a:fld>
            <a:endParaRPr lang="de-DE" dirty="0"/>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3"/>
          </p:nvPr>
        </p:nvSpPr>
        <p:spPr>
          <a:xfrm>
            <a:off x="669925" y="1239422"/>
            <a:ext cx="10848975" cy="1375762"/>
          </a:xfrm>
        </p:spPr>
        <p:txBody>
          <a:bodyPr>
            <a:noAutofit/>
          </a:bodyPr>
          <a:lstStyle/>
          <a:p>
            <a:pPr marL="285750" indent="-285750" algn="just" defTabSz="685800">
              <a:lnSpc>
                <a:spcPct val="150000"/>
              </a:lnSpc>
              <a:buClr>
                <a:schemeClr val="accent1"/>
              </a:buClr>
              <a:buFont typeface="Wingdings" panose="05000000000000000000" pitchFamily="2" charset="2"/>
              <a:buChar char="l"/>
            </a:pPr>
            <a:r>
              <a:rPr lang="zh-CN" altLang="en-US" b="0" dirty="0">
                <a:solidFill>
                  <a:schemeClr val="tx1"/>
                </a:solidFill>
              </a:rPr>
              <a:t>组合初始权益类资产仓位约15.65%，报告期间在【15.65%，19.30%】波动，期末收于17.05%</a:t>
            </a:r>
            <a:endParaRPr lang="en-US" altLang="zh-CN" b="0" dirty="0">
              <a:solidFill>
                <a:schemeClr val="tx1"/>
              </a:solidFill>
            </a:endParaRPr>
          </a:p>
          <a:p>
            <a:pPr marL="285750" indent="-285750" algn="just" defTabSz="685800">
              <a:lnSpc>
                <a:spcPct val="150000"/>
              </a:lnSpc>
              <a:buClr>
                <a:schemeClr val="accent1"/>
              </a:buClr>
              <a:buFont typeface="Wingdings" panose="05000000000000000000" pitchFamily="2" charset="2"/>
              <a:buChar char="l"/>
            </a:pPr>
            <a:r>
              <a:rPr lang="zh-CN" altLang="en-US" b="0" dirty="0">
                <a:solidFill>
                  <a:schemeClr val="tx1"/>
                </a:solidFill>
              </a:rPr>
              <a:t>组合初始市值类固收资产仓位约59.20%，报告期间在【55.99%，63.38%】波动，期末收于55.99%</a:t>
            </a:r>
            <a:endParaRPr lang="en-US" altLang="zh-CN" b="0" dirty="0">
              <a:solidFill>
                <a:schemeClr val="tx1"/>
              </a:solidFill>
            </a:endParaRPr>
          </a:p>
          <a:p>
            <a:pPr marL="285750" indent="-285750" algn="just" defTabSz="685800">
              <a:lnSpc>
                <a:spcPct val="150000"/>
              </a:lnSpc>
              <a:buClr>
                <a:schemeClr val="accent1"/>
              </a:buClr>
              <a:buFont typeface="Wingdings" panose="05000000000000000000" pitchFamily="2" charset="2"/>
              <a:buChar char="l"/>
            </a:pPr>
            <a:r>
              <a:rPr lang="zh-CN" altLang="en-US" b="0" dirty="0">
                <a:solidFill>
                  <a:schemeClr val="tx1"/>
                </a:solidFill>
              </a:rPr>
              <a:t>组合初始成本类固收资产仓位约29.51%，报告期间在【27.73%，30.47%】波动，期末收于28.09%</a:t>
            </a:r>
            <a:endParaRPr lang="en-US" altLang="zh-CN" b="0" dirty="0">
              <a:solidFill>
                <a:schemeClr val="tx1"/>
              </a:solidFill>
            </a:endParaRPr>
          </a:p>
          <a:p>
            <a:pPr marL="285750" indent="-285750" algn="just" defTabSz="685800">
              <a:lnSpc>
                <a:spcPct val="150000"/>
              </a:lnSpc>
              <a:buClr>
                <a:schemeClr val="accent1"/>
              </a:buClr>
              <a:buFont typeface="Wingdings" panose="05000000000000000000" pitchFamily="2" charset="2"/>
              <a:buChar char="l"/>
            </a:pPr>
            <a:r>
              <a:rPr lang="zh-CN" altLang="en-US" b="0" dirty="0">
                <a:solidFill>
                  <a:schemeClr val="tx1"/>
                </a:solidFill>
              </a:rPr>
              <a:t>组合初始流动性资产资产仓位约7.87%，报告期间在【5.42%，9.95%】波动，期末收于7.90%</a:t>
            </a:r>
            <a:endParaRPr lang="en-US" altLang="zh-CN" b="0" dirty="0">
              <a:solidFill>
                <a:schemeClr val="tx1"/>
              </a:solidFill>
            </a:endParaRPr>
          </a:p>
        </p:txBody>
      </p:sp>
      <p:sp>
        <p:nvSpPr>
          <p:cNvPr id="6" name="标题 5"/>
          <p:cNvSpPr>
            <a:spLocks noGrp="1"/>
          </p:cNvSpPr>
          <p:nvPr>
            <p:ph type="title"/>
          </p:nvPr>
        </p:nvSpPr>
        <p:spPr>
          <a:xfrm>
            <a:off x="669925" y="0"/>
            <a:ext cx="10848975" cy="1028700"/>
          </a:xfrm>
        </p:spPr>
        <p:txBody>
          <a:bodyPr/>
          <a:lstStyle/>
          <a:p>
            <a:r>
              <a:rPr lang="zh-CN" altLang="en-US" dirty="0"/>
              <a:t>组合今年以来资产配置情况</a:t>
            </a:r>
            <a:endParaRPr lang="zh-CN" altLang="en-US" b="0" dirty="0">
              <a:latin typeface="+mn-ea"/>
              <a:ea typeface="+mn-ea"/>
            </a:endParaRPr>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8</a:t>
            </a:fld>
            <a:endParaRPr lang="zh-CN" altLang="en-US" dirty="0"/>
          </a:p>
        </p:txBody>
      </p:sp>
      <p:sp>
        <p:nvSpPr>
          <p:cNvPr id="12" name="矩形 11"/>
          <p:cNvSpPr/>
          <p:nvPr/>
        </p:nvSpPr>
        <p:spPr>
          <a:xfrm>
            <a:off x="8774238" y="6485466"/>
            <a:ext cx="2845651" cy="253916"/>
          </a:xfrm>
          <a:prstGeom prst="rect">
            <a:avLst/>
          </a:prstGeom>
        </p:spPr>
        <p:txBody>
          <a:bodyPr wrap="none">
            <a:spAutoFit/>
          </a:bodyPr>
          <a:lstStyle/>
          <a:p>
            <a:r>
              <a:rPr lang="zh-CN" altLang="en-US" sz="1050" dirty="0">
                <a:solidFill>
                  <a:schemeClr val="tx2"/>
                </a:solidFill>
                <a:latin typeface="微软雅黑" panose="020B0503020204020204" pitchFamily="34" charset="-122"/>
                <a:ea typeface="微软雅黑" panose="020B0503020204020204" pitchFamily="34" charset="-122"/>
              </a:rPr>
              <a:t>时间区间：2023年1月1日-2023年3月31日</a:t>
            </a:r>
          </a:p>
        </p:txBody>
      </p:sp>
      <p:graphicFrame>
        <p:nvGraphicFramePr>
          <p:cNvPr id="13" name="图表 12"/>
          <p:cNvGraphicFramePr/>
          <p:nvPr>
            <p:extLst>
              <p:ext uri="{D42A27DB-BD31-4B8C-83A1-F6EECF244321}">
                <p14:modId xmlns:p14="http://schemas.microsoft.com/office/powerpoint/2010/main" val="3154384546"/>
              </p:ext>
            </p:extLst>
          </p:nvPr>
        </p:nvGraphicFramePr>
        <p:xfrm>
          <a:off x="1405932" y="2751909"/>
          <a:ext cx="9128469" cy="3622765"/>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extLst>
      <p:ext uri="{BB962C8B-B14F-4D97-AF65-F5344CB8AC3E}">
        <p14:creationId xmlns:p14="http://schemas.microsoft.com/office/powerpoint/2010/main" val="4180149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3"/>
          </p:nvPr>
        </p:nvSpPr>
        <p:spPr>
          <a:xfrm>
            <a:off x="503438" y="1348302"/>
            <a:ext cx="11181947" cy="1852098"/>
          </a:xfrm>
        </p:spPr>
        <p:txBody>
          <a:bodyPr>
            <a:noAutofit/>
          </a:bodyPr>
          <a:lstStyle/>
          <a:p>
            <a:pPr marL="285750" indent="-285750" algn="just">
              <a:lnSpc>
                <a:spcPct val="150000"/>
              </a:lnSpc>
              <a:buClr>
                <a:schemeClr val="accent1"/>
              </a:buClr>
              <a:buFont typeface="Wingdings" panose="05000000000000000000" pitchFamily="2" charset="2"/>
              <a:buChar char="l"/>
            </a:pPr>
            <a:r>
              <a:rPr lang="zh-CN" altLang="en-US" sz="1250" dirty="0">
                <a:solidFill>
                  <a:schemeClr val="tx1"/>
                </a:solidFill>
                <a:latin typeface="+mn-ea"/>
                <a:sym typeface="+mn-lt"/>
              </a:rPr>
              <a:t> 市场回顾：</a:t>
            </a:r>
            <a:endParaRPr lang="en-US" altLang="zh-CN" sz="1250" dirty="0">
              <a:solidFill>
                <a:schemeClr val="tx1"/>
              </a:solidFill>
              <a:latin typeface="+mn-ea"/>
              <a:sym typeface="+mn-lt"/>
            </a:endParaRPr>
          </a:p>
          <a:p>
            <a:pPr marL="647700" indent="-285750" algn="just">
              <a:lnSpc>
                <a:spcPct val="150000"/>
              </a:lnSpc>
              <a:buClr>
                <a:schemeClr val="accent1"/>
              </a:buClr>
              <a:buFont typeface="Wingdings" panose="05000000000000000000" pitchFamily="2" charset="2"/>
              <a:buChar char="ü"/>
            </a:pPr>
            <a:r>
              <a:rPr lang="en-US" altLang="zh-CN" sz="1250" b="0" dirty="0">
                <a:solidFill>
                  <a:schemeClr val="tx1"/>
                </a:solidFill>
                <a:latin typeface="+mn-ea"/>
                <a:sym typeface="+mn-lt"/>
              </a:rPr>
              <a:t>固收方面，2023年1月1日-2023年3月31日。1年期、3年期、5年期、10年期和30年期国债的区间收益率变化（BP）分别上行14BP、上行10BP、上行4BP、上行2BP、上行4BP ,收益率分别为2.23%、2.51%、2.68%、2.85%、3.23%。</a:t>
            </a:r>
          </a:p>
          <a:p>
            <a:pPr marL="647700" indent="-285750" algn="just">
              <a:lnSpc>
                <a:spcPct val="150000"/>
              </a:lnSpc>
              <a:buClr>
                <a:schemeClr val="accent1"/>
              </a:buClr>
              <a:buFont typeface="Wingdings" panose="05000000000000000000" pitchFamily="2" charset="2"/>
              <a:buChar char="ü"/>
            </a:pPr>
            <a:r>
              <a:rPr lang="en-US" altLang="zh-CN" sz="1250" b="0" dirty="0">
                <a:solidFill>
                  <a:schemeClr val="tx1"/>
                </a:solidFill>
                <a:latin typeface="+mn-ea"/>
                <a:sym typeface="+mn-lt"/>
              </a:rPr>
              <a:t>信用债方面，截至期末，3年期AAA、AA评级中期票据收益率分别为0.00%和0.00%，较期初上行0BP和0BP；等级利差走阔0BP；3年期AAA级中期票据与同期限国债的信用利差走阔10BP。</a:t>
            </a:r>
          </a:p>
          <a:p>
            <a:pPr marL="647700" indent="-285750" algn="just">
              <a:lnSpc>
                <a:spcPct val="150000"/>
              </a:lnSpc>
              <a:buClr>
                <a:schemeClr val="accent1"/>
              </a:buClr>
              <a:buFont typeface="Wingdings" panose="05000000000000000000" pitchFamily="2" charset="2"/>
              <a:buChar char="ü"/>
            </a:pPr>
            <a:r>
              <a:rPr lang="en-US" altLang="zh-CN" sz="1250" b="0" dirty="0">
                <a:solidFill>
                  <a:schemeClr val="tx1"/>
                </a:solidFill>
                <a:latin typeface="+mn-ea"/>
                <a:sym typeface="+mn-lt"/>
              </a:rPr>
              <a:t>转债方面，中证转债区间涨幅为3.53%。</a:t>
            </a:r>
            <a:endParaRPr lang="zh-CN" altLang="en-US" sz="1250" b="0" dirty="0">
              <a:solidFill>
                <a:schemeClr val="tx1"/>
              </a:solidFill>
              <a:latin typeface="+mn-ea"/>
              <a:sym typeface="+mn-lt"/>
            </a:endParaRPr>
          </a:p>
        </p:txBody>
      </p:sp>
      <p:sp>
        <p:nvSpPr>
          <p:cNvPr id="6" name="标题 5"/>
          <p:cNvSpPr>
            <a:spLocks noGrp="1"/>
          </p:cNvSpPr>
          <p:nvPr>
            <p:ph type="title"/>
          </p:nvPr>
        </p:nvSpPr>
        <p:spPr>
          <a:xfrm>
            <a:off x="669925" y="0"/>
            <a:ext cx="10848975" cy="1028700"/>
          </a:xfrm>
        </p:spPr>
        <p:txBody>
          <a:bodyPr/>
          <a:lstStyle/>
          <a:p>
            <a:r>
              <a:rPr lang="zh-CN" altLang="en-US" dirty="0"/>
              <a:t>固收市场回顾</a:t>
            </a:r>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9</a:t>
            </a:fld>
            <a:endParaRPr lang="zh-CN" altLang="en-US" dirty="0"/>
          </a:p>
        </p:txBody>
      </p:sp>
      <p:sp>
        <p:nvSpPr>
          <p:cNvPr id="11" name="矩形 10">
            <a:extLst>
              <a:ext uri="{FF2B5EF4-FFF2-40B4-BE49-F238E27FC236}">
                <a16:creationId xmlns:a16="http://schemas.microsoft.com/office/drawing/2014/main" id="{8D39358B-8CAF-28AC-CAB3-41F024F0DFFE}"/>
              </a:ext>
            </a:extLst>
          </p:cNvPr>
          <p:cNvSpPr/>
          <p:nvPr/>
        </p:nvSpPr>
        <p:spPr>
          <a:xfrm>
            <a:off x="8774238" y="6237288"/>
            <a:ext cx="2744662" cy="253916"/>
          </a:xfrm>
          <a:prstGeom prst="rect">
            <a:avLst/>
          </a:prstGeom>
        </p:spPr>
        <p:txBody>
          <a:bodyPr wrap="none">
            <a:spAutoFit/>
          </a:bodyPr>
          <a:lstStyle/>
          <a:p>
            <a:r>
              <a:rPr lang="zh-CN" altLang="en-US" sz="1050" dirty="0">
                <a:solidFill>
                  <a:schemeClr val="tx2"/>
                </a:solidFill>
                <a:latin typeface="微软雅黑" panose="020B0503020204020204" pitchFamily="34" charset="-122"/>
                <a:ea typeface="微软雅黑" panose="020B0503020204020204" pitchFamily="34" charset="-122"/>
              </a:rPr>
              <a:t>时间区间：2023年1月1日-2023年3月31日</a:t>
            </a:r>
          </a:p>
        </p:txBody>
      </p:sp>
      <p:pic>
        <p:nvPicPr>
          <p:cNvPr id="9" name="图片 8"/>
          <p:cNvPicPr>
            <a:picLocks noChangeAspect="1"/>
          </p:cNvPicPr>
          <p:nvPr/>
        </p:nvPicPr>
        <p:blipFill>
          <a:blip r:embed="rId3"/>
          <a:stretch>
            <a:fillRect/>
          </a:stretch>
        </p:blipFill>
        <p:spPr>
          <a:xfrm>
            <a:off x="503437" y="3661569"/>
            <a:ext cx="3605785" cy="2114550"/>
          </a:xfrm>
          <a:prstGeom prst="rect">
            <a:avLst/>
          </a:prstGeom>
        </p:spPr>
      </p:pic>
      <p:pic>
        <p:nvPicPr>
          <p:cNvPr id="10" name="图片 9"/>
          <p:cNvPicPr>
            <a:picLocks noChangeAspect="1"/>
          </p:cNvPicPr>
          <p:nvPr/>
        </p:nvPicPr>
        <p:blipFill>
          <a:blip r:embed="rId4"/>
          <a:stretch>
            <a:fillRect/>
          </a:stretch>
        </p:blipFill>
        <p:spPr>
          <a:xfrm>
            <a:off x="4206241" y="3661569"/>
            <a:ext cx="3762102" cy="2114550"/>
          </a:xfrm>
          <a:prstGeom prst="rect">
            <a:avLst/>
          </a:prstGeom>
        </p:spPr>
      </p:pic>
      <p:pic>
        <p:nvPicPr>
          <p:cNvPr id="12" name="图片 11"/>
          <p:cNvPicPr>
            <a:picLocks noChangeAspect="1"/>
          </p:cNvPicPr>
          <p:nvPr/>
        </p:nvPicPr>
        <p:blipFill>
          <a:blip r:embed="rId5"/>
          <a:stretch>
            <a:fillRect/>
          </a:stretch>
        </p:blipFill>
        <p:spPr>
          <a:xfrm>
            <a:off x="8065361" y="3661570"/>
            <a:ext cx="3620024" cy="2114550"/>
          </a:xfrm>
          <a:prstGeom prst="rect">
            <a:avLst/>
          </a:prstGeom>
        </p:spPr>
      </p:pic>
    </p:spTree>
    <p:custDataLst>
      <p:tags r:id="rId1"/>
    </p:custDataLst>
    <p:extLst>
      <p:ext uri="{BB962C8B-B14F-4D97-AF65-F5344CB8AC3E}">
        <p14:creationId xmlns:p14="http://schemas.microsoft.com/office/powerpoint/2010/main" val="2839010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3"/>
          </p:nvPr>
        </p:nvSpPr>
        <p:spPr>
          <a:xfrm>
            <a:off x="552853" y="1087977"/>
            <a:ext cx="11181947" cy="1939225"/>
          </a:xfrm>
        </p:spPr>
        <p:txBody>
          <a:bodyPr>
            <a:noAutofit/>
          </a:bodyPr>
          <a:lstStyle/>
          <a:p>
            <a:pPr marL="285750" indent="-285750" algn="just">
              <a:lnSpc>
                <a:spcPct val="150000"/>
              </a:lnSpc>
              <a:buClr>
                <a:schemeClr val="accent1"/>
              </a:buClr>
              <a:buFont typeface="Wingdings" panose="05000000000000000000" pitchFamily="2" charset="2"/>
              <a:buChar char="l"/>
            </a:pPr>
            <a:r>
              <a:rPr lang="en-US" altLang="zh-CN" sz="1250" dirty="0">
                <a:solidFill>
                  <a:schemeClr val="tx1"/>
                </a:solidFill>
                <a:latin typeface="+mn-ea"/>
                <a:sym typeface="+mn-lt"/>
              </a:rPr>
              <a:t>投资回顾：</a:t>
            </a:r>
            <a:endParaRPr lang="en-US" altLang="zh-CN" sz="1250" b="0" dirty="0">
              <a:solidFill>
                <a:schemeClr val="tx1"/>
              </a:solidFill>
              <a:latin typeface="+mn-ea"/>
              <a:sym typeface="+mn-lt"/>
            </a:endParaRPr>
          </a:p>
          <a:p>
            <a:pPr marL="285750" indent="-285750" algn="just">
              <a:lnSpc>
                <a:spcPct val="150000"/>
              </a:lnSpc>
              <a:buClr>
                <a:schemeClr val="accent1"/>
              </a:buClr>
              <a:buFont typeface="Wingdings" panose="05000000000000000000" pitchFamily="2" charset="2"/>
              <a:buChar char="l"/>
            </a:pPr>
            <a:r>
              <a:rPr lang="en-US" altLang="zh-CN" sz="1250" b="0">
                <a:solidFill>
                  <a:schemeClr val="tx1"/>
                </a:solidFill>
                <a:latin typeface="+mn-ea"/>
                <a:sym typeface="+mn-lt"/>
              </a:rPr>
              <a:t>固收方面，组合以直接投资与配置国泰内部的国泰固收型和混合型养老金作为主要投资方式。产品期末主要持有国泰金色年华混合型养老金产品、国泰金色年华固定收益型养老金产品、国泰金色年华信托型养老金产品2期、国泰金色年华信托型养老金产品1期，占比合计14.77%，较期初占比下降1.96%，持仓产品今年同期收益率分别为3.53%、1.38%、1.09%、.98%，全市场排名11/135、85/545、256/545、378/545，年化收益率分别为12.99%、5.63%、4.48%、4.06%。直接持仓主要包括中期票据、公司债、私募债。主要增持私募债券，减持PPN；产品配置方面，无养老金增持，减持国泰金色年华固定收益型养老金产品。</a:t>
            </a:r>
            <a:endParaRPr lang="en-US" altLang="zh-CN" sz="1250" b="0" dirty="0">
              <a:solidFill>
                <a:schemeClr val="tx1"/>
              </a:solidFill>
              <a:latin typeface="+mn-ea"/>
              <a:sym typeface="+mn-lt"/>
            </a:endParaRPr>
          </a:p>
        </p:txBody>
      </p:sp>
      <p:sp>
        <p:nvSpPr>
          <p:cNvPr id="6" name="标题 5"/>
          <p:cNvSpPr>
            <a:spLocks noGrp="1"/>
          </p:cNvSpPr>
          <p:nvPr>
            <p:ph type="title"/>
          </p:nvPr>
        </p:nvSpPr>
        <p:spPr>
          <a:xfrm>
            <a:off x="669925" y="0"/>
            <a:ext cx="10848975" cy="1028700"/>
          </a:xfrm>
        </p:spPr>
        <p:txBody>
          <a:bodyPr/>
          <a:lstStyle/>
          <a:p>
            <a:r>
              <a:rPr lang="zh-CN" altLang="en-US" dirty="0"/>
              <a:t>固收投资回顾</a:t>
            </a:r>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10</a:t>
            </a:fld>
            <a:endParaRPr lang="zh-CN" altLang="en-US" dirty="0"/>
          </a:p>
        </p:txBody>
      </p:sp>
      <p:sp>
        <p:nvSpPr>
          <p:cNvPr id="11" name="矩形 10">
            <a:extLst>
              <a:ext uri="{FF2B5EF4-FFF2-40B4-BE49-F238E27FC236}">
                <a16:creationId xmlns:a16="http://schemas.microsoft.com/office/drawing/2014/main" id="{8D39358B-8CAF-28AC-CAB3-41F024F0DFFE}"/>
              </a:ext>
            </a:extLst>
          </p:cNvPr>
          <p:cNvSpPr/>
          <p:nvPr/>
        </p:nvSpPr>
        <p:spPr>
          <a:xfrm>
            <a:off x="8661462" y="6250558"/>
            <a:ext cx="2845651" cy="253916"/>
          </a:xfrm>
          <a:prstGeom prst="rect">
            <a:avLst/>
          </a:prstGeom>
        </p:spPr>
        <p:txBody>
          <a:bodyPr wrap="none">
            <a:spAutoFit/>
          </a:bodyPr>
          <a:lstStyle/>
          <a:p>
            <a:r>
              <a:rPr lang="zh-CN" altLang="en-US" sz="1050" dirty="0">
                <a:solidFill>
                  <a:schemeClr val="tx2"/>
                </a:solidFill>
                <a:latin typeface="微软雅黑" panose="020B0503020204020204" pitchFamily="34" charset="-122"/>
                <a:ea typeface="微软雅黑" panose="020B0503020204020204" pitchFamily="34" charset="-122"/>
              </a:rPr>
              <a:t>时间区间：2023年1月1日-2023年3月31日</a:t>
            </a:r>
          </a:p>
        </p:txBody>
      </p:sp>
      <p:graphicFrame>
        <p:nvGraphicFramePr>
          <p:cNvPr id="5" name="图表 4"/>
          <p:cNvGraphicFramePr/>
          <p:nvPr>
            <p:extLst>
              <p:ext uri="{D42A27DB-BD31-4B8C-83A1-F6EECF244321}">
                <p14:modId xmlns:p14="http://schemas.microsoft.com/office/powerpoint/2010/main" val="3363439031"/>
              </p:ext>
            </p:extLst>
          </p:nvPr>
        </p:nvGraphicFramePr>
        <p:xfrm>
          <a:off x="552853" y="3258788"/>
          <a:ext cx="5820238" cy="299176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图表 8"/>
          <p:cNvGraphicFramePr/>
          <p:nvPr>
            <p:extLst>
              <p:ext uri="{D42A27DB-BD31-4B8C-83A1-F6EECF244321}">
                <p14:modId xmlns:p14="http://schemas.microsoft.com/office/powerpoint/2010/main" val="1241556180"/>
              </p:ext>
            </p:extLst>
          </p:nvPr>
        </p:nvGraphicFramePr>
        <p:xfrm>
          <a:off x="6373090" y="3258788"/>
          <a:ext cx="5361709" cy="301410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3610751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3"/>
          </p:nvPr>
        </p:nvSpPr>
        <p:spPr>
          <a:xfrm>
            <a:off x="623888" y="1090599"/>
            <a:ext cx="6551353" cy="2529679"/>
          </a:xfrm>
        </p:spPr>
        <p:txBody>
          <a:bodyPr>
            <a:noAutofit/>
          </a:bodyPr>
          <a:lstStyle/>
          <a:p>
            <a:pPr marL="285750" indent="-285750" algn="just" defTabSz="685800">
              <a:lnSpc>
                <a:spcPct val="150000"/>
              </a:lnSpc>
              <a:buClr>
                <a:schemeClr val="accent1"/>
              </a:buClr>
              <a:buFont typeface="Wingdings" panose="05000000000000000000" pitchFamily="2" charset="2"/>
              <a:buChar char="l"/>
            </a:pPr>
            <a:r>
              <a:rPr lang="en-US" altLang="zh-CN" sz="1300" dirty="0">
                <a:solidFill>
                  <a:schemeClr val="tx1"/>
                </a:solidFill>
                <a:latin typeface="+mn-ea"/>
                <a:sym typeface="+mn-lt"/>
              </a:rPr>
              <a:t>投资回顾：</a:t>
            </a:r>
            <a:endParaRPr lang="en-US" altLang="zh-CN" sz="1300" b="0" dirty="0">
              <a:solidFill>
                <a:schemeClr val="tx1"/>
              </a:solidFill>
              <a:latin typeface="+mn-ea"/>
              <a:sym typeface="+mn-lt"/>
            </a:endParaRPr>
          </a:p>
          <a:p>
            <a:pPr marL="285750" indent="-285750" algn="just" defTabSz="685800">
              <a:lnSpc>
                <a:spcPct val="150000"/>
              </a:lnSpc>
              <a:buClr>
                <a:schemeClr val="accent1"/>
              </a:buClr>
              <a:buFont typeface="Wingdings" panose="05000000000000000000" pitchFamily="2" charset="2"/>
              <a:buChar char="l"/>
            </a:pPr>
            <a:r>
              <a:rPr lang="en-US" altLang="zh-CN" sz="1300" b="0" dirty="0">
                <a:solidFill>
                  <a:schemeClr val="tx1"/>
                </a:solidFill>
              </a:rPr>
              <a:t>可转债方面，截至2023年3月31日，组合直接持仓可转债仓位2.73%，穿透养老金产品后可转债仓位3.15%。</a:t>
            </a:r>
          </a:p>
          <a:p>
            <a:pPr marL="285750" indent="-285750" algn="just" defTabSz="685800">
              <a:lnSpc>
                <a:spcPct val="150000"/>
              </a:lnSpc>
              <a:buClr>
                <a:schemeClr val="accent1"/>
              </a:buClr>
              <a:buFont typeface="Wingdings" panose="05000000000000000000" pitchFamily="2" charset="2"/>
              <a:buChar char="l"/>
            </a:pPr>
            <a:r>
              <a:rPr lang="en-US" altLang="zh-CN" sz="1300" b="0" dirty="0">
                <a:solidFill>
                  <a:schemeClr val="tx1"/>
                </a:solidFill>
              </a:rPr>
              <a:t>组合穿透后，持仓转债大盘占比2.28%，中盘占比0.57%，小盘占比0.01%。</a:t>
            </a:r>
          </a:p>
          <a:p>
            <a:pPr marL="285750" indent="-285750" algn="just" defTabSz="685800">
              <a:lnSpc>
                <a:spcPct val="150000"/>
              </a:lnSpc>
              <a:buClr>
                <a:schemeClr val="accent1"/>
              </a:buClr>
              <a:buFont typeface="Wingdings" panose="05000000000000000000" pitchFamily="2" charset="2"/>
              <a:buChar char="l"/>
            </a:pPr>
            <a:r>
              <a:rPr lang="en-US" altLang="zh-CN" sz="1300" b="0" dirty="0">
                <a:solidFill>
                  <a:schemeClr val="tx1"/>
                </a:solidFill>
              </a:rPr>
              <a:t>组合穿透后主要持有以下行业的可转债：金融、工业、日常消费品、公用事业、信息技术，增持金融、可选消费、信息技术，减持工业、日常消费品、公用事业，正贡献主要来自于日常消费品、工业、信息技术，负贡献主要来自于金融、医疗保健。</a:t>
            </a:r>
          </a:p>
        </p:txBody>
      </p:sp>
      <p:sp>
        <p:nvSpPr>
          <p:cNvPr id="6" name="标题 5"/>
          <p:cNvSpPr>
            <a:spLocks noGrp="1"/>
          </p:cNvSpPr>
          <p:nvPr>
            <p:ph type="title"/>
          </p:nvPr>
        </p:nvSpPr>
        <p:spPr>
          <a:xfrm>
            <a:off x="669925" y="0"/>
            <a:ext cx="10848975" cy="1028700"/>
          </a:xfrm>
        </p:spPr>
        <p:txBody>
          <a:bodyPr/>
          <a:lstStyle/>
          <a:p>
            <a:r>
              <a:rPr lang="zh-CN" altLang="en-US" dirty="0"/>
              <a:t>固收投资回顾</a:t>
            </a:r>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11</a:t>
            </a:fld>
            <a:endParaRPr lang="zh-CN" altLang="en-US" dirty="0"/>
          </a:p>
        </p:txBody>
      </p:sp>
      <p:sp>
        <p:nvSpPr>
          <p:cNvPr id="5" name="矩形 4">
            <a:extLst>
              <a:ext uri="{FF2B5EF4-FFF2-40B4-BE49-F238E27FC236}">
                <a16:creationId xmlns:a16="http://schemas.microsoft.com/office/drawing/2014/main" id="{8D39358B-8CAF-28AC-CAB3-41F024F0DFFE}"/>
              </a:ext>
            </a:extLst>
          </p:cNvPr>
          <p:cNvSpPr/>
          <p:nvPr/>
        </p:nvSpPr>
        <p:spPr>
          <a:xfrm>
            <a:off x="8600502" y="6504474"/>
            <a:ext cx="2845651" cy="253916"/>
          </a:xfrm>
          <a:prstGeom prst="rect">
            <a:avLst/>
          </a:prstGeom>
        </p:spPr>
        <p:txBody>
          <a:bodyPr wrap="none">
            <a:spAutoFit/>
          </a:bodyPr>
          <a:lstStyle/>
          <a:p>
            <a:r>
              <a:rPr lang="zh-CN" altLang="en-US" sz="1050" dirty="0">
                <a:solidFill>
                  <a:schemeClr val="tx2"/>
                </a:solidFill>
                <a:latin typeface="微软雅黑" panose="020B0503020204020204" pitchFamily="34" charset="-122"/>
                <a:ea typeface="微软雅黑" panose="020B0503020204020204" pitchFamily="34" charset="-122"/>
              </a:rPr>
              <a:t>时间区间：2023年1月1日-2023年3月31日</a:t>
            </a:r>
          </a:p>
        </p:txBody>
      </p:sp>
      <p:graphicFrame>
        <p:nvGraphicFramePr>
          <p:cNvPr id="20" name="图表 19"/>
          <p:cNvGraphicFramePr/>
          <p:nvPr>
            <p:extLst>
              <p:ext uri="{D42A27DB-BD31-4B8C-83A1-F6EECF244321}">
                <p14:modId xmlns:p14="http://schemas.microsoft.com/office/powerpoint/2010/main" val="2852230215"/>
              </p:ext>
            </p:extLst>
          </p:nvPr>
        </p:nvGraphicFramePr>
        <p:xfrm>
          <a:off x="669925" y="3879578"/>
          <a:ext cx="6091093" cy="2561564"/>
        </p:xfrm>
        <a:graphic>
          <a:graphicData uri="http://schemas.openxmlformats.org/drawingml/2006/chart">
            <c:chart xmlns:c="http://schemas.openxmlformats.org/drawingml/2006/chart" xmlns:r="http://schemas.openxmlformats.org/officeDocument/2006/relationships" r:id="rId3"/>
          </a:graphicData>
        </a:graphic>
      </p:graphicFrame>
      <p:sp>
        <p:nvSpPr>
          <p:cNvPr id="11" name="矩形 10">
            <a:extLst>
              <a:ext uri="{FF2B5EF4-FFF2-40B4-BE49-F238E27FC236}">
                <a16:creationId xmlns:a16="http://schemas.microsoft.com/office/drawing/2014/main" id="{8D39358B-8CAF-28AC-CAB3-41F024F0DFFE}"/>
              </a:ext>
            </a:extLst>
          </p:cNvPr>
          <p:cNvSpPr/>
          <p:nvPr/>
        </p:nvSpPr>
        <p:spPr>
          <a:xfrm>
            <a:off x="1456365" y="6471156"/>
            <a:ext cx="2069797" cy="253916"/>
          </a:xfrm>
          <a:prstGeom prst="rect">
            <a:avLst/>
          </a:prstGeom>
        </p:spPr>
        <p:txBody>
          <a:bodyPr wrap="none">
            <a:spAutoFit/>
          </a:bodyPr>
          <a:lstStyle/>
          <a:p>
            <a:r>
              <a:rPr lang="zh-CN" altLang="en-US" sz="1050" dirty="0">
                <a:solidFill>
                  <a:schemeClr val="tx2"/>
                </a:solidFill>
                <a:latin typeface="微软雅黑" panose="020B0503020204020204" pitchFamily="34" charset="-122"/>
                <a:ea typeface="微软雅黑" panose="020B0503020204020204" pitchFamily="34" charset="-122"/>
              </a:rPr>
              <a:t>备注：仓位为占资产净值比例。</a:t>
            </a:r>
          </a:p>
        </p:txBody>
      </p:sp>
      <p:graphicFrame>
        <p:nvGraphicFramePr>
          <p:cNvPr id="13" name="图表 12"/>
          <p:cNvGraphicFramePr/>
          <p:nvPr>
            <p:extLst>
              <p:ext uri="{D42A27DB-BD31-4B8C-83A1-F6EECF244321}">
                <p14:modId xmlns:p14="http://schemas.microsoft.com/office/powerpoint/2010/main" val="2132221399"/>
              </p:ext>
            </p:extLst>
          </p:nvPr>
        </p:nvGraphicFramePr>
        <p:xfrm>
          <a:off x="6982691" y="3941461"/>
          <a:ext cx="4866950" cy="256301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图表 13"/>
          <p:cNvGraphicFramePr/>
          <p:nvPr>
            <p:extLst>
              <p:ext uri="{D42A27DB-BD31-4B8C-83A1-F6EECF244321}">
                <p14:modId xmlns:p14="http://schemas.microsoft.com/office/powerpoint/2010/main" val="4235311379"/>
              </p:ext>
            </p:extLst>
          </p:nvPr>
        </p:nvGraphicFramePr>
        <p:xfrm>
          <a:off x="7315200" y="1038392"/>
          <a:ext cx="4534441" cy="2929636"/>
        </p:xfrm>
        <a:graphic>
          <a:graphicData uri="http://schemas.openxmlformats.org/drawingml/2006/chart">
            <c:chart xmlns:c="http://schemas.openxmlformats.org/drawingml/2006/chart" xmlns:r="http://schemas.openxmlformats.org/officeDocument/2006/relationships" r:id="rId5"/>
          </a:graphicData>
        </a:graphic>
      </p:graphicFrame>
    </p:spTree>
    <p:custDataLst>
      <p:tags r:id="rId1"/>
    </p:custDataLst>
    <p:extLst>
      <p:ext uri="{BB962C8B-B14F-4D97-AF65-F5344CB8AC3E}">
        <p14:creationId xmlns:p14="http://schemas.microsoft.com/office/powerpoint/2010/main" val="3138629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3"/>
          </p:nvPr>
        </p:nvSpPr>
        <p:spPr>
          <a:xfrm>
            <a:off x="623888" y="1090599"/>
            <a:ext cx="6490107" cy="2833210"/>
          </a:xfrm>
        </p:spPr>
        <p:txBody>
          <a:bodyPr>
            <a:noAutofit/>
          </a:bodyPr>
          <a:lstStyle/>
          <a:p>
            <a:pPr marL="285750" indent="-285750" algn="just" defTabSz="685800">
              <a:lnSpc>
                <a:spcPct val="150000"/>
              </a:lnSpc>
              <a:buClr>
                <a:schemeClr val="accent1"/>
              </a:buClr>
              <a:buFont typeface="Wingdings" panose="05000000000000000000" pitchFamily="2" charset="2"/>
              <a:buChar char="l"/>
            </a:pPr>
            <a:r>
              <a:rPr lang="zh-CN" altLang="en-US" sz="1300" dirty="0">
                <a:solidFill>
                  <a:schemeClr val="tx1"/>
                </a:solidFill>
                <a:latin typeface="+mn-ea"/>
                <a:sym typeface="+mn-lt"/>
              </a:rPr>
              <a:t>市场回顾：</a:t>
            </a:r>
            <a:endParaRPr lang="en-US" altLang="zh-CN" sz="1300" b="0" dirty="0">
              <a:solidFill>
                <a:schemeClr val="tx1"/>
              </a:solidFill>
              <a:latin typeface="+mn-ea"/>
              <a:sym typeface="+mn-lt"/>
            </a:endParaRPr>
          </a:p>
          <a:p>
            <a:pPr marL="285750" indent="-285750" algn="just" defTabSz="685800">
              <a:lnSpc>
                <a:spcPct val="150000"/>
              </a:lnSpc>
              <a:buClr>
                <a:schemeClr val="accent1"/>
              </a:buClr>
              <a:buFont typeface="Wingdings" panose="05000000000000000000" pitchFamily="2" charset="2"/>
              <a:buChar char="l"/>
            </a:pPr>
            <a:r>
              <a:rPr lang="zh-CN" altLang="en-US" sz="1300" b="0" dirty="0">
                <a:solidFill>
                  <a:schemeClr val="tx1"/>
                </a:solidFill>
              </a:rPr>
              <a:t>    权益方面，2023年1月1日-2023年3月31日，wind全A、上证指数、深证成指、沪深300、上证50、中证500、中证1000、创业板指、科创50的表现分别为6.47%、5.94%、6.45%、4.63%、1.01%、8.11%、9.46%、2.25%、12.67%。上涨股票3505家，下跌股票1419家，全部A股的中位数涨幅6.81%。</a:t>
            </a:r>
            <a:endParaRPr lang="en-US" altLang="zh-CN" sz="1300" b="0" dirty="0">
              <a:solidFill>
                <a:schemeClr val="tx1"/>
              </a:solidFill>
            </a:endParaRPr>
          </a:p>
          <a:p>
            <a:pPr marL="285750" indent="-285750" algn="just" defTabSz="685800">
              <a:lnSpc>
                <a:spcPct val="150000"/>
              </a:lnSpc>
              <a:buClr>
                <a:schemeClr val="accent1"/>
              </a:buClr>
              <a:buFont typeface="Wingdings" panose="05000000000000000000" pitchFamily="2" charset="2"/>
              <a:buChar char="l"/>
            </a:pPr>
            <a:r>
              <a:rPr lang="zh-CN" altLang="en-US" sz="1300" b="0" dirty="0">
                <a:solidFill>
                  <a:schemeClr val="tx1"/>
                </a:solidFill>
              </a:rPr>
              <a:t>    板块方面，31个申万一级行业算数平均收益率为6.15%。计算机、传媒、通信、电子、建筑装饰表现较好，分别为36.79%、34.24%、29.51%、15.50%、11.19%，综合、美容护理、银行、商贸零售、房地产表现较弱，分别为-1.11%、-1.63%、-2.70%、-5.11%、-6.11%。</a:t>
            </a:r>
            <a:endParaRPr lang="en-US" altLang="zh-CN" sz="1300" b="0" dirty="0">
              <a:solidFill>
                <a:schemeClr val="tx1"/>
              </a:solidFill>
            </a:endParaRPr>
          </a:p>
          <a:p>
            <a:pPr marL="285750" indent="-285750" algn="just" defTabSz="685800">
              <a:lnSpc>
                <a:spcPct val="150000"/>
              </a:lnSpc>
              <a:buClr>
                <a:schemeClr val="accent1"/>
              </a:buClr>
              <a:buFont typeface="Wingdings" panose="05000000000000000000" pitchFamily="2" charset="2"/>
              <a:buChar char="l"/>
            </a:pPr>
            <a:endParaRPr lang="en-US" altLang="zh-CN" sz="1300" b="0" dirty="0">
              <a:solidFill>
                <a:schemeClr val="tx1"/>
              </a:solidFill>
            </a:endParaRPr>
          </a:p>
        </p:txBody>
      </p:sp>
      <p:sp>
        <p:nvSpPr>
          <p:cNvPr id="6" name="标题 5"/>
          <p:cNvSpPr>
            <a:spLocks noGrp="1"/>
          </p:cNvSpPr>
          <p:nvPr>
            <p:ph type="title"/>
          </p:nvPr>
        </p:nvSpPr>
        <p:spPr>
          <a:xfrm>
            <a:off x="669925" y="0"/>
            <a:ext cx="10848975" cy="1028700"/>
          </a:xfrm>
        </p:spPr>
        <p:txBody>
          <a:bodyPr/>
          <a:lstStyle/>
          <a:p>
            <a:r>
              <a:rPr lang="zh-CN" altLang="en-US" dirty="0"/>
              <a:t>权益市场回顾</a:t>
            </a:r>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12</a:t>
            </a:fld>
            <a:endParaRPr lang="zh-CN" altLang="en-US" dirty="0"/>
          </a:p>
        </p:txBody>
      </p:sp>
      <p:sp>
        <p:nvSpPr>
          <p:cNvPr id="5" name="矩形 4">
            <a:extLst>
              <a:ext uri="{FF2B5EF4-FFF2-40B4-BE49-F238E27FC236}">
                <a16:creationId xmlns:a16="http://schemas.microsoft.com/office/drawing/2014/main" id="{8D39358B-8CAF-28AC-CAB3-41F024F0DFFE}"/>
              </a:ext>
            </a:extLst>
          </p:cNvPr>
          <p:cNvSpPr/>
          <p:nvPr/>
        </p:nvSpPr>
        <p:spPr>
          <a:xfrm>
            <a:off x="8774238" y="6496388"/>
            <a:ext cx="2845651" cy="253916"/>
          </a:xfrm>
          <a:prstGeom prst="rect">
            <a:avLst/>
          </a:prstGeom>
        </p:spPr>
        <p:txBody>
          <a:bodyPr wrap="none">
            <a:spAutoFit/>
          </a:bodyPr>
          <a:lstStyle/>
          <a:p>
            <a:r>
              <a:rPr lang="zh-CN" altLang="en-US" sz="1050" dirty="0">
                <a:solidFill>
                  <a:schemeClr val="tx2"/>
                </a:solidFill>
                <a:latin typeface="微软雅黑" panose="020B0503020204020204" pitchFamily="34" charset="-122"/>
                <a:ea typeface="微软雅黑" panose="020B0503020204020204" pitchFamily="34" charset="-122"/>
              </a:rPr>
              <a:t>时间区间：2023年1月1日-2023年3月31日</a:t>
            </a:r>
          </a:p>
        </p:txBody>
      </p:sp>
      <p:pic>
        <p:nvPicPr>
          <p:cNvPr id="10" name="图片 9"/>
          <p:cNvPicPr>
            <a:picLocks noChangeAspect="1"/>
          </p:cNvPicPr>
          <p:nvPr/>
        </p:nvPicPr>
        <p:blipFill>
          <a:blip r:embed="rId3"/>
          <a:stretch>
            <a:fillRect/>
          </a:stretch>
        </p:blipFill>
        <p:spPr>
          <a:xfrm>
            <a:off x="7329896" y="1090599"/>
            <a:ext cx="4763078" cy="2833210"/>
          </a:xfrm>
          <a:prstGeom prst="rect">
            <a:avLst/>
          </a:prstGeom>
        </p:spPr>
      </p:pic>
      <p:pic>
        <p:nvPicPr>
          <p:cNvPr id="11" name="图片 10"/>
          <p:cNvPicPr>
            <a:picLocks noChangeAspect="1"/>
          </p:cNvPicPr>
          <p:nvPr/>
        </p:nvPicPr>
        <p:blipFill>
          <a:blip r:embed="rId4"/>
          <a:stretch>
            <a:fillRect/>
          </a:stretch>
        </p:blipFill>
        <p:spPr>
          <a:xfrm>
            <a:off x="7329896" y="4127864"/>
            <a:ext cx="4763078" cy="2338594"/>
          </a:xfrm>
          <a:prstGeom prst="rect">
            <a:avLst/>
          </a:prstGeom>
        </p:spPr>
      </p:pic>
      <p:pic>
        <p:nvPicPr>
          <p:cNvPr id="12" name="图片 11"/>
          <p:cNvPicPr>
            <a:picLocks noChangeAspect="1"/>
          </p:cNvPicPr>
          <p:nvPr/>
        </p:nvPicPr>
        <p:blipFill>
          <a:blip r:embed="rId5"/>
          <a:stretch>
            <a:fillRect/>
          </a:stretch>
        </p:blipFill>
        <p:spPr>
          <a:xfrm>
            <a:off x="1045028" y="4127864"/>
            <a:ext cx="6068967" cy="2338594"/>
          </a:xfrm>
          <a:prstGeom prst="rect">
            <a:avLst/>
          </a:prstGeom>
        </p:spPr>
      </p:pic>
    </p:spTree>
    <p:custDataLst>
      <p:tags r:id="rId1"/>
    </p:custDataLst>
    <p:extLst>
      <p:ext uri="{BB962C8B-B14F-4D97-AF65-F5344CB8AC3E}">
        <p14:creationId xmlns:p14="http://schemas.microsoft.com/office/powerpoint/2010/main" val="1550578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3"/>
          </p:nvPr>
        </p:nvSpPr>
        <p:spPr>
          <a:xfrm>
            <a:off x="623888" y="1090599"/>
            <a:ext cx="6956728" cy="2674145"/>
          </a:xfrm>
        </p:spPr>
        <p:txBody>
          <a:bodyPr>
            <a:noAutofit/>
          </a:bodyPr>
          <a:lstStyle/>
          <a:p>
            <a:pPr marL="285750" indent="-285750" algn="just" defTabSz="685800">
              <a:lnSpc>
                <a:spcPct val="150000"/>
              </a:lnSpc>
              <a:buClr>
                <a:schemeClr val="accent1"/>
              </a:buClr>
              <a:buFont typeface="Wingdings" panose="05000000000000000000" pitchFamily="2" charset="2"/>
              <a:buChar char="l"/>
            </a:pPr>
            <a:r>
              <a:rPr lang="zh-CN" altLang="en-US" sz="1300" dirty="0">
                <a:solidFill>
                  <a:schemeClr val="tx1"/>
                </a:solidFill>
                <a:latin typeface="+mn-ea"/>
                <a:sym typeface="+mn-lt"/>
              </a:rPr>
              <a:t>投资回顾：</a:t>
            </a:r>
            <a:endParaRPr lang="en-US" altLang="zh-CN" sz="1300" b="0" dirty="0">
              <a:solidFill>
                <a:schemeClr val="tx1"/>
              </a:solidFill>
              <a:latin typeface="+mn-ea"/>
              <a:sym typeface="+mn-lt"/>
            </a:endParaRPr>
          </a:p>
          <a:p>
            <a:pPr marL="285750" indent="-285750" algn="just" defTabSz="685800">
              <a:lnSpc>
                <a:spcPct val="150000"/>
              </a:lnSpc>
              <a:buClr>
                <a:schemeClr val="accent1"/>
              </a:buClr>
              <a:buFont typeface="Wingdings" panose="05000000000000000000" pitchFamily="2" charset="2"/>
              <a:buChar char="l"/>
            </a:pPr>
            <a:r>
              <a:rPr lang="zh-CN" altLang="en-US" sz="1300" b="0" dirty="0">
                <a:solidFill>
                  <a:schemeClr val="tx1"/>
                </a:solidFill>
              </a:rPr>
              <a:t>权益方面，组合投资以（直接持股为主，养老金产品配置作为补充）。期末产品持仓占比1.58%，直接持股占比12.45%。</a:t>
            </a:r>
            <a:endParaRPr lang="en-US" altLang="zh-CN" sz="1300" b="0" dirty="0">
              <a:solidFill>
                <a:schemeClr val="tx1"/>
              </a:solidFill>
            </a:endParaRPr>
          </a:p>
          <a:p>
            <a:pPr marL="285750" indent="-285750" algn="just" defTabSz="685800">
              <a:lnSpc>
                <a:spcPct val="150000"/>
              </a:lnSpc>
              <a:buClr>
                <a:schemeClr val="accent1"/>
              </a:buClr>
              <a:buFont typeface="Wingdings" panose="05000000000000000000" pitchFamily="2" charset="2"/>
              <a:buChar char="l"/>
            </a:pPr>
            <a:r>
              <a:rPr lang="zh-CN" altLang="en-US" sz="1300" b="0" dirty="0">
                <a:solidFill>
                  <a:schemeClr val="tx1"/>
                </a:solidFill>
              </a:rPr>
              <a:t>截至2023年03月31日，组合股票持仓为14.89%，其中大盘占比6.57%，中盘占比5.26%，小盘占比3.06%。</a:t>
            </a:r>
            <a:endParaRPr lang="en-US" altLang="zh-CN" sz="1300" b="0" dirty="0">
              <a:solidFill>
                <a:schemeClr val="tx1"/>
              </a:solidFill>
            </a:endParaRPr>
          </a:p>
          <a:p>
            <a:pPr marL="285750" indent="-285750" algn="just" defTabSz="685800">
              <a:lnSpc>
                <a:spcPct val="150000"/>
              </a:lnSpc>
              <a:buClr>
                <a:schemeClr val="accent1"/>
              </a:buClr>
              <a:buFont typeface="Wingdings" panose="05000000000000000000" pitchFamily="2" charset="2"/>
              <a:buChar char="l"/>
            </a:pPr>
            <a:r>
              <a:rPr lang="zh-CN" altLang="en-US" sz="1300" b="0" dirty="0">
                <a:solidFill>
                  <a:schemeClr val="tx1"/>
                </a:solidFill>
              </a:rPr>
              <a:t>组合穿透后主要持有计算机、电子、基础化工、医药生物、食品饮料，增持电子、银行、医药生物，减持石油石化、建筑装饰、机械设备，正贡献主要来自于计算机、电子、医药生物，负贡献主要来自于银行、基础化工、家用电器。</a:t>
            </a:r>
            <a:endParaRPr lang="en-US" altLang="zh-CN" sz="1300" b="0" dirty="0">
              <a:solidFill>
                <a:schemeClr val="tx1"/>
              </a:solidFill>
            </a:endParaRPr>
          </a:p>
        </p:txBody>
      </p:sp>
      <p:sp>
        <p:nvSpPr>
          <p:cNvPr id="6" name="标题 5"/>
          <p:cNvSpPr>
            <a:spLocks noGrp="1"/>
          </p:cNvSpPr>
          <p:nvPr>
            <p:ph type="title"/>
          </p:nvPr>
        </p:nvSpPr>
        <p:spPr>
          <a:xfrm>
            <a:off x="669925" y="0"/>
            <a:ext cx="10848975" cy="1028700"/>
          </a:xfrm>
        </p:spPr>
        <p:txBody>
          <a:bodyPr/>
          <a:lstStyle/>
          <a:p>
            <a:r>
              <a:rPr lang="zh-CN" altLang="en-US" dirty="0"/>
              <a:t>组合权益投资回顾</a:t>
            </a:r>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13</a:t>
            </a:fld>
            <a:endParaRPr lang="zh-CN" altLang="en-US" dirty="0"/>
          </a:p>
        </p:txBody>
      </p:sp>
      <p:sp>
        <p:nvSpPr>
          <p:cNvPr id="5" name="矩形 4">
            <a:extLst>
              <a:ext uri="{FF2B5EF4-FFF2-40B4-BE49-F238E27FC236}">
                <a16:creationId xmlns:a16="http://schemas.microsoft.com/office/drawing/2014/main" id="{8D39358B-8CAF-28AC-CAB3-41F024F0DFFE}"/>
              </a:ext>
            </a:extLst>
          </p:cNvPr>
          <p:cNvSpPr/>
          <p:nvPr/>
        </p:nvSpPr>
        <p:spPr>
          <a:xfrm>
            <a:off x="8600502" y="6504474"/>
            <a:ext cx="2845651" cy="253916"/>
          </a:xfrm>
          <a:prstGeom prst="rect">
            <a:avLst/>
          </a:prstGeom>
        </p:spPr>
        <p:txBody>
          <a:bodyPr wrap="none">
            <a:spAutoFit/>
          </a:bodyPr>
          <a:lstStyle/>
          <a:p>
            <a:r>
              <a:rPr lang="zh-CN" altLang="en-US" sz="1050" dirty="0">
                <a:solidFill>
                  <a:schemeClr val="tx2"/>
                </a:solidFill>
                <a:latin typeface="微软雅黑" panose="020B0503020204020204" pitchFamily="34" charset="-122"/>
                <a:ea typeface="微软雅黑" panose="020B0503020204020204" pitchFamily="34" charset="-122"/>
              </a:rPr>
              <a:t>时间区间：2023年1月1日-2023年3月31日</a:t>
            </a:r>
          </a:p>
        </p:txBody>
      </p:sp>
      <p:sp>
        <p:nvSpPr>
          <p:cNvPr id="12" name="矩形 11"/>
          <p:cNvSpPr/>
          <p:nvPr/>
        </p:nvSpPr>
        <p:spPr>
          <a:xfrm>
            <a:off x="8684859" y="3764113"/>
            <a:ext cx="2763429" cy="261610"/>
          </a:xfrm>
          <a:prstGeom prst="rect">
            <a:avLst/>
          </a:prstGeom>
        </p:spPr>
        <p:txBody>
          <a:bodyPr wrap="square">
            <a:spAutoFit/>
          </a:bodyPr>
          <a:lstStyle/>
          <a:p>
            <a:pPr algn="ctr"/>
            <a:r>
              <a:rPr lang="zh-CN" altLang="en-US" sz="1100" dirty="0">
                <a:latin typeface="微软雅黑" panose="020B0503020204020204" pitchFamily="34" charset="-122"/>
                <a:ea typeface="微软雅黑" panose="020B0503020204020204" pitchFamily="34" charset="-122"/>
              </a:rPr>
              <a:t>图：组合权益资产持仓结构（相对占比）</a:t>
            </a:r>
          </a:p>
        </p:txBody>
      </p:sp>
      <p:graphicFrame>
        <p:nvGraphicFramePr>
          <p:cNvPr id="17" name="图表 16"/>
          <p:cNvGraphicFramePr/>
          <p:nvPr>
            <p:extLst>
              <p:ext uri="{D42A27DB-BD31-4B8C-83A1-F6EECF244321}">
                <p14:modId xmlns:p14="http://schemas.microsoft.com/office/powerpoint/2010/main" val="709631782"/>
              </p:ext>
            </p:extLst>
          </p:nvPr>
        </p:nvGraphicFramePr>
        <p:xfrm>
          <a:off x="7871253" y="4024911"/>
          <a:ext cx="1950719" cy="24754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图表 19"/>
          <p:cNvGraphicFramePr/>
          <p:nvPr>
            <p:extLst>
              <p:ext uri="{D42A27DB-BD31-4B8C-83A1-F6EECF244321}">
                <p14:modId xmlns:p14="http://schemas.microsoft.com/office/powerpoint/2010/main" val="3136085707"/>
              </p:ext>
            </p:extLst>
          </p:nvPr>
        </p:nvGraphicFramePr>
        <p:xfrm>
          <a:off x="669925" y="3830039"/>
          <a:ext cx="6956728" cy="261110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1" name="图表 20"/>
          <p:cNvGraphicFramePr/>
          <p:nvPr/>
        </p:nvGraphicFramePr>
        <p:xfrm>
          <a:off x="10066573" y="4024911"/>
          <a:ext cx="1950719" cy="247544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5" name="图表 14"/>
          <p:cNvGraphicFramePr/>
          <p:nvPr>
            <p:extLst>
              <p:ext uri="{D42A27DB-BD31-4B8C-83A1-F6EECF244321}">
                <p14:modId xmlns:p14="http://schemas.microsoft.com/office/powerpoint/2010/main" val="888574906"/>
              </p:ext>
            </p:extLst>
          </p:nvPr>
        </p:nvGraphicFramePr>
        <p:xfrm>
          <a:off x="7626653" y="1116996"/>
          <a:ext cx="4228796" cy="2680396"/>
        </p:xfrm>
        <a:graphic>
          <a:graphicData uri="http://schemas.openxmlformats.org/drawingml/2006/chart">
            <c:chart xmlns:c="http://schemas.openxmlformats.org/drawingml/2006/chart" xmlns:r="http://schemas.openxmlformats.org/officeDocument/2006/relationships" r:id="rId6"/>
          </a:graphicData>
        </a:graphic>
      </p:graphicFrame>
      <p:sp>
        <p:nvSpPr>
          <p:cNvPr id="11" name="矩形 10">
            <a:extLst>
              <a:ext uri="{FF2B5EF4-FFF2-40B4-BE49-F238E27FC236}">
                <a16:creationId xmlns:a16="http://schemas.microsoft.com/office/drawing/2014/main" id="{8D39358B-8CAF-28AC-CAB3-41F024F0DFFE}"/>
              </a:ext>
            </a:extLst>
          </p:cNvPr>
          <p:cNvSpPr/>
          <p:nvPr/>
        </p:nvSpPr>
        <p:spPr>
          <a:xfrm>
            <a:off x="1456365" y="6471156"/>
            <a:ext cx="2069797" cy="253916"/>
          </a:xfrm>
          <a:prstGeom prst="rect">
            <a:avLst/>
          </a:prstGeom>
        </p:spPr>
        <p:txBody>
          <a:bodyPr wrap="none">
            <a:spAutoFit/>
          </a:bodyPr>
          <a:lstStyle/>
          <a:p>
            <a:r>
              <a:rPr lang="zh-CN" altLang="en-US" sz="1050" dirty="0">
                <a:solidFill>
                  <a:schemeClr val="tx2"/>
                </a:solidFill>
                <a:latin typeface="微软雅黑" panose="020B0503020204020204" pitchFamily="34" charset="-122"/>
                <a:ea typeface="微软雅黑" panose="020B0503020204020204" pitchFamily="34" charset="-122"/>
              </a:rPr>
              <a:t>备注：仓位为占资产净值比例。</a:t>
            </a:r>
          </a:p>
        </p:txBody>
      </p:sp>
    </p:spTree>
    <p:custDataLst>
      <p:tags r:id="rId1"/>
    </p:custDataLst>
    <p:extLst>
      <p:ext uri="{BB962C8B-B14F-4D97-AF65-F5344CB8AC3E}">
        <p14:creationId xmlns:p14="http://schemas.microsoft.com/office/powerpoint/2010/main" val="4089494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p:txBody>
          <a:bodyPr/>
          <a:lstStyle/>
          <a:p>
            <a:fld id="{7F65B630-C7FF-41C0-9923-C5E5E29EED81}" type="slidenum">
              <a:rPr lang="en-US" altLang="zh-CN" smtClean="0"/>
              <a:pPr/>
              <a:t>14</a:t>
            </a:fld>
            <a:endParaRPr lang="zh-CN" altLang="en-US" dirty="0"/>
          </a:p>
        </p:txBody>
      </p:sp>
      <p:sp>
        <p:nvSpPr>
          <p:cNvPr id="6" name="标题 5"/>
          <p:cNvSpPr>
            <a:spLocks noGrp="1"/>
          </p:cNvSpPr>
          <p:nvPr>
            <p:ph type="title"/>
          </p:nvPr>
        </p:nvSpPr>
        <p:spPr/>
        <p:txBody>
          <a:bodyPr/>
          <a:lstStyle/>
          <a:p>
            <a:r>
              <a:rPr lang="zh-CN" altLang="en-US" dirty="0"/>
              <a:t>得失分析</a:t>
            </a:r>
            <a:endParaRPr lang="zh-CN" altLang="en-US" dirty="0">
              <a:solidFill>
                <a:srgbClr val="FF0000"/>
              </a:solidFill>
            </a:endParaRPr>
          </a:p>
        </p:txBody>
      </p:sp>
      <p:grpSp>
        <p:nvGrpSpPr>
          <p:cNvPr id="9" name="Group 16">
            <a:extLst>
              <a:ext uri="{FF2B5EF4-FFF2-40B4-BE49-F238E27FC236}">
                <a16:creationId xmlns:a16="http://schemas.microsoft.com/office/drawing/2014/main" id="{526A0EA4-BBB5-4EDD-9691-40FE0E663F67}"/>
              </a:ext>
            </a:extLst>
          </p:cNvPr>
          <p:cNvGrpSpPr/>
          <p:nvPr/>
        </p:nvGrpSpPr>
        <p:grpSpPr>
          <a:xfrm>
            <a:off x="683790" y="1562911"/>
            <a:ext cx="10821243" cy="4747098"/>
            <a:chOff x="0" y="1439863"/>
            <a:chExt cx="12192000" cy="4498103"/>
          </a:xfrm>
        </p:grpSpPr>
        <p:sp>
          <p:nvSpPr>
            <p:cNvPr id="10" name="iṥḷíḑe">
              <a:extLst>
                <a:ext uri="{FF2B5EF4-FFF2-40B4-BE49-F238E27FC236}">
                  <a16:creationId xmlns:a16="http://schemas.microsoft.com/office/drawing/2014/main" id="{E976B127-249A-44AC-BDEF-076CEA0B3531}"/>
                </a:ext>
              </a:extLst>
            </p:cNvPr>
            <p:cNvSpPr/>
            <p:nvPr/>
          </p:nvSpPr>
          <p:spPr>
            <a:xfrm>
              <a:off x="0" y="4653136"/>
              <a:ext cx="12192000" cy="1284830"/>
            </a:xfrm>
            <a:prstGeom prst="trapezoid">
              <a:avLst>
                <a:gd name="adj" fmla="val 110363"/>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450"/>
                </a:spcAft>
                <a:buClrTx/>
                <a:buSzTx/>
                <a:buFontTx/>
                <a:buNone/>
                <a:tabLst/>
                <a:defRPr/>
              </a:pPr>
              <a:endParaRPr kumimoji="0" sz="1200" b="0" i="0" u="none" strike="noStrike" kern="1200" cap="none" spc="0" normalizeH="0" baseline="0" noProof="0" dirty="0">
                <a:ln>
                  <a:noFill/>
                </a:ln>
                <a:solidFill>
                  <a:srgbClr val="FFFFFF"/>
                </a:solidFill>
                <a:effectLst/>
                <a:uLnTx/>
                <a:uFillTx/>
                <a:latin typeface="Arial"/>
                <a:ea typeface="微软雅黑"/>
                <a:cs typeface="+mn-cs"/>
              </a:endParaRPr>
            </a:p>
          </p:txBody>
        </p:sp>
        <p:grpSp>
          <p:nvGrpSpPr>
            <p:cNvPr id="11" name="组合 10">
              <a:extLst>
                <a:ext uri="{FF2B5EF4-FFF2-40B4-BE49-F238E27FC236}">
                  <a16:creationId xmlns:a16="http://schemas.microsoft.com/office/drawing/2014/main" id="{D4BD0E93-6775-475C-9977-7B3B5EC32BA1}"/>
                </a:ext>
              </a:extLst>
            </p:cNvPr>
            <p:cNvGrpSpPr/>
            <p:nvPr/>
          </p:nvGrpSpPr>
          <p:grpSpPr>
            <a:xfrm>
              <a:off x="1352826" y="1439863"/>
              <a:ext cx="9067610" cy="3883108"/>
              <a:chOff x="1352826" y="1058060"/>
              <a:chExt cx="9067610" cy="3883108"/>
            </a:xfrm>
          </p:grpSpPr>
          <p:sp>
            <p:nvSpPr>
              <p:cNvPr id="12" name="íṡľîḍé">
                <a:extLst>
                  <a:ext uri="{FF2B5EF4-FFF2-40B4-BE49-F238E27FC236}">
                    <a16:creationId xmlns:a16="http://schemas.microsoft.com/office/drawing/2014/main" id="{1D5504C2-A9BF-4BD3-8AD4-2B851226174E}"/>
                  </a:ext>
                </a:extLst>
              </p:cNvPr>
              <p:cNvSpPr/>
              <p:nvPr/>
            </p:nvSpPr>
            <p:spPr>
              <a:xfrm>
                <a:off x="6227549" y="1058060"/>
                <a:ext cx="4192887" cy="3883108"/>
              </a:xfrm>
              <a:prstGeom prst="snip1Rect">
                <a:avLst>
                  <a:gd name="adj" fmla="val 29383"/>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45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微软雅黑"/>
                  <a:cs typeface="+mn-cs"/>
                </a:endParaRPr>
              </a:p>
            </p:txBody>
          </p:sp>
          <p:sp>
            <p:nvSpPr>
              <p:cNvPr id="13" name="ïŝḷíḍê">
                <a:extLst>
                  <a:ext uri="{FF2B5EF4-FFF2-40B4-BE49-F238E27FC236}">
                    <a16:creationId xmlns:a16="http://schemas.microsoft.com/office/drawing/2014/main" id="{DB11B45A-39DE-46ED-84DA-3C8D1C7DDCC8}"/>
                  </a:ext>
                </a:extLst>
              </p:cNvPr>
              <p:cNvSpPr/>
              <p:nvPr/>
            </p:nvSpPr>
            <p:spPr>
              <a:xfrm>
                <a:off x="1356783" y="1058060"/>
                <a:ext cx="4192887" cy="3883108"/>
              </a:xfrm>
              <a:prstGeom prst="snip1Rect">
                <a:avLst>
                  <a:gd name="adj" fmla="val 29383"/>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45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微软雅黑"/>
                  <a:cs typeface="+mn-cs"/>
                </a:endParaRPr>
              </a:p>
            </p:txBody>
          </p:sp>
          <p:sp>
            <p:nvSpPr>
              <p:cNvPr id="14" name="ïṧ1íďê">
                <a:extLst>
                  <a:ext uri="{FF2B5EF4-FFF2-40B4-BE49-F238E27FC236}">
                    <a16:creationId xmlns:a16="http://schemas.microsoft.com/office/drawing/2014/main" id="{139E7E3A-ACBF-4764-9F75-8DBE2265F2EA}"/>
                  </a:ext>
                </a:extLst>
              </p:cNvPr>
              <p:cNvSpPr/>
              <p:nvPr/>
            </p:nvSpPr>
            <p:spPr>
              <a:xfrm>
                <a:off x="1352826" y="1955549"/>
                <a:ext cx="4196842" cy="2918600"/>
              </a:xfrm>
              <a:prstGeom prst="snip2SameRect">
                <a:avLst>
                  <a:gd name="adj1" fmla="val 0"/>
                  <a:gd name="adj2" fmla="val 0"/>
                </a:avLst>
              </a:prstGeom>
              <a:ln>
                <a:noFill/>
              </a:ln>
            </p:spPr>
            <p:txBody>
              <a:bodyPr wrap="square" lIns="68580" tIns="34290" rIns="68580" bIns="3429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just">
                  <a:lnSpc>
                    <a:spcPct val="140000"/>
                  </a:lnSpc>
                  <a:spcAft>
                    <a:spcPts val="450"/>
                  </a:spcAft>
                  <a:buFont typeface="Wingdings" panose="05000000000000000000" pitchFamily="2" charset="2"/>
                  <a:buChar char="l"/>
                  <a:defRPr/>
                </a:pPr>
                <a:r>
                  <a:rPr lang="zh-CN" altLang="en-US" sz="1400" dirty="0">
                    <a:solidFill>
                      <a:srgbClr val="000000"/>
                    </a:solidFill>
                  </a:rPr>
                  <a:t>得失：</a:t>
                </a:r>
                <a:endParaRPr lang="en-US" altLang="zh-CN" sz="1400" dirty="0">
                  <a:solidFill>
                    <a:srgbClr val="000000"/>
                  </a:solidFill>
                </a:endParaRPr>
              </a:p>
              <a:p>
                <a:pPr algn="just">
                  <a:lnSpc>
                    <a:spcPct val="140000"/>
                  </a:lnSpc>
                  <a:spcAft>
                    <a:spcPts val="450"/>
                  </a:spcAft>
                  <a:defRPr/>
                </a:pPr>
                <a:r>
                  <a:rPr lang="zh-CN" altLang="en-US" sz="1400" dirty="0">
                    <a:solidFill>
                      <a:srgbClr val="000000"/>
                    </a:solidFill>
                  </a:rPr>
                  <a:t>无</a:t>
                </a:r>
                <a:endParaRPr lang="en-US" altLang="zh-CN" sz="1400" dirty="0">
                  <a:solidFill>
                    <a:srgbClr val="000000"/>
                  </a:solidFill>
                </a:endParaRPr>
              </a:p>
            </p:txBody>
          </p:sp>
          <p:sp>
            <p:nvSpPr>
              <p:cNvPr id="15" name="íṣ1iḑé">
                <a:extLst>
                  <a:ext uri="{FF2B5EF4-FFF2-40B4-BE49-F238E27FC236}">
                    <a16:creationId xmlns:a16="http://schemas.microsoft.com/office/drawing/2014/main" id="{DBFD4931-B67B-49FB-B18F-076E9FF5DA70}"/>
                  </a:ext>
                </a:extLst>
              </p:cNvPr>
              <p:cNvSpPr txBox="1"/>
              <p:nvPr/>
            </p:nvSpPr>
            <p:spPr bwMode="auto">
              <a:xfrm>
                <a:off x="1356784" y="1490341"/>
                <a:ext cx="4192884" cy="516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ct val="0"/>
                  </a:spcBef>
                  <a:spcAft>
                    <a:spcPts val="45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Arial"/>
                    <a:ea typeface="微软雅黑"/>
                    <a:cs typeface="+mn-cs"/>
                  </a:rPr>
                  <a:t>固收</a:t>
                </a:r>
                <a:endParaRPr kumimoji="0" lang="en-US" altLang="zh-CN" sz="1400" b="1"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18" name="íś1îḓè">
                <a:extLst>
                  <a:ext uri="{FF2B5EF4-FFF2-40B4-BE49-F238E27FC236}">
                    <a16:creationId xmlns:a16="http://schemas.microsoft.com/office/drawing/2014/main" id="{16B3606A-1866-4A9F-B763-E245797E51AA}"/>
                  </a:ext>
                </a:extLst>
              </p:cNvPr>
              <p:cNvSpPr/>
              <p:nvPr/>
            </p:nvSpPr>
            <p:spPr bwMode="auto">
              <a:xfrm>
                <a:off x="4452032" y="1058060"/>
                <a:ext cx="1097641" cy="897489"/>
              </a:xfrm>
              <a:custGeom>
                <a:avLst/>
                <a:gdLst>
                  <a:gd name="T0" fmla="*/ 608 w 608"/>
                  <a:gd name="T1" fmla="*/ 0 h 608"/>
                  <a:gd name="T2" fmla="*/ 0 w 608"/>
                  <a:gd name="T3" fmla="*/ 0 h 608"/>
                  <a:gd name="T4" fmla="*/ 608 w 608"/>
                  <a:gd name="T5" fmla="*/ 608 h 608"/>
                  <a:gd name="T6" fmla="*/ 608 w 608"/>
                  <a:gd name="T7" fmla="*/ 0 h 608"/>
                </a:gdLst>
                <a:ahLst/>
                <a:cxnLst>
                  <a:cxn ang="0">
                    <a:pos x="T0" y="T1"/>
                  </a:cxn>
                  <a:cxn ang="0">
                    <a:pos x="T2" y="T3"/>
                  </a:cxn>
                  <a:cxn ang="0">
                    <a:pos x="T4" y="T5"/>
                  </a:cxn>
                  <a:cxn ang="0">
                    <a:pos x="T6" y="T7"/>
                  </a:cxn>
                </a:cxnLst>
                <a:rect l="0" t="0" r="r" b="b"/>
                <a:pathLst>
                  <a:path w="608" h="608">
                    <a:moveTo>
                      <a:pt x="608" y="0"/>
                    </a:moveTo>
                    <a:lnTo>
                      <a:pt x="0" y="0"/>
                    </a:lnTo>
                    <a:lnTo>
                      <a:pt x="608" y="608"/>
                    </a:lnTo>
                    <a:lnTo>
                      <a:pt x="608" y="0"/>
                    </a:lnTo>
                    <a:close/>
                  </a:path>
                </a:pathLst>
              </a:custGeom>
              <a:solidFill>
                <a:schemeClr val="accent1"/>
              </a:solidFill>
              <a:ln w="3175">
                <a:solidFill>
                  <a:schemeClr val="accent1"/>
                </a:solidFill>
                <a:prstDash val="solid"/>
                <a:round/>
                <a:headEnd/>
                <a:tailEnd/>
              </a:ln>
              <a:effectLst/>
            </p:spPr>
            <p:txBody>
              <a:bodyPr vert="horz" wrap="square" lIns="91440" tIns="45720" rIns="91440" bIns="45720" anchor="t" anchorCtr="0" compatLnSpc="1">
                <a:prstTxWarp prst="textNoShape">
                  <a:avLst/>
                </a:prstTxWarp>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20000"/>
                  </a:lnSpc>
                  <a:spcBef>
                    <a:spcPts val="0"/>
                  </a:spcBef>
                  <a:spcAft>
                    <a:spcPts val="450"/>
                  </a:spcAft>
                  <a:buClrTx/>
                  <a:buSzTx/>
                  <a:buFontTx/>
                  <a:buNone/>
                  <a:tabLst/>
                  <a:defRPr/>
                </a:pPr>
                <a:r>
                  <a:rPr kumimoji="0" lang="en-US" altLang="ko-KR" sz="1500" b="1" i="0" u="none" strike="noStrike" kern="1200" cap="none" spc="0" normalizeH="0" baseline="0" noProof="0" dirty="0">
                    <a:ln>
                      <a:noFill/>
                    </a:ln>
                    <a:solidFill>
                      <a:srgbClr val="FFFFFF"/>
                    </a:solidFill>
                    <a:effectLst/>
                    <a:uLnTx/>
                    <a:uFillTx/>
                    <a:latin typeface="Arial"/>
                    <a:ea typeface="微软雅黑"/>
                    <a:cs typeface="+mn-cs"/>
                  </a:rPr>
                  <a:t>1</a:t>
                </a:r>
              </a:p>
            </p:txBody>
          </p:sp>
          <p:sp>
            <p:nvSpPr>
              <p:cNvPr id="19" name="iśľiďé">
                <a:extLst>
                  <a:ext uri="{FF2B5EF4-FFF2-40B4-BE49-F238E27FC236}">
                    <a16:creationId xmlns:a16="http://schemas.microsoft.com/office/drawing/2014/main" id="{BDEB7DA7-16D8-4158-8C83-75FE21D0CEBA}"/>
                  </a:ext>
                </a:extLst>
              </p:cNvPr>
              <p:cNvSpPr/>
              <p:nvPr/>
            </p:nvSpPr>
            <p:spPr>
              <a:xfrm>
                <a:off x="6223596" y="2022569"/>
                <a:ext cx="3966255" cy="2851580"/>
              </a:xfrm>
              <a:prstGeom prst="snip2SameRect">
                <a:avLst>
                  <a:gd name="adj1" fmla="val 0"/>
                  <a:gd name="adj2" fmla="val 0"/>
                </a:avLst>
              </a:prstGeom>
              <a:ln>
                <a:noFill/>
              </a:ln>
            </p:spPr>
            <p:txBody>
              <a:bodyPr wrap="square" lIns="68580" tIns="34290" rIns="68580" bIns="3429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lgn="just">
                  <a:lnSpc>
                    <a:spcPct val="120000"/>
                  </a:lnSpc>
                  <a:spcAft>
                    <a:spcPts val="450"/>
                  </a:spcAft>
                  <a:buFont typeface="Wingdings" panose="05000000000000000000" pitchFamily="2" charset="2"/>
                  <a:buChar char="l"/>
                  <a:defRPr/>
                </a:pPr>
                <a:r>
                  <a:rPr lang="zh-CN" altLang="en-US" sz="1400" dirty="0">
                    <a:solidFill>
                      <a:srgbClr val="000000"/>
                    </a:solidFill>
                  </a:rPr>
                  <a:t>得失：</a:t>
                </a:r>
                <a:endParaRPr lang="en-US" altLang="zh-CN" sz="1400" dirty="0">
                  <a:solidFill>
                    <a:srgbClr val="000000"/>
                  </a:solidFill>
                </a:endParaRPr>
              </a:p>
              <a:p>
                <a:pPr lvl="0" algn="just">
                  <a:lnSpc>
                    <a:spcPct val="120000"/>
                  </a:lnSpc>
                  <a:spcAft>
                    <a:spcPts val="450"/>
                  </a:spcAft>
                  <a:defRPr/>
                </a:pPr>
                <a:r>
                  <a:rPr lang="zh-CN" altLang="en-US" sz="1400" dirty="0">
                    <a:solidFill>
                      <a:srgbClr val="000000"/>
                    </a:solidFill>
                  </a:rPr>
                  <a:t>无</a:t>
                </a:r>
                <a:endParaRPr lang="en-US" altLang="zh-CN" sz="1400" dirty="0">
                  <a:solidFill>
                    <a:srgbClr val="000000"/>
                  </a:solidFill>
                </a:endParaRPr>
              </a:p>
            </p:txBody>
          </p:sp>
          <p:sp>
            <p:nvSpPr>
              <p:cNvPr id="20" name="işlïḓe">
                <a:extLst>
                  <a:ext uri="{FF2B5EF4-FFF2-40B4-BE49-F238E27FC236}">
                    <a16:creationId xmlns:a16="http://schemas.microsoft.com/office/drawing/2014/main" id="{ED3F0A37-B842-4A72-AD01-D82EE0062BA5}"/>
                  </a:ext>
                </a:extLst>
              </p:cNvPr>
              <p:cNvSpPr txBox="1"/>
              <p:nvPr/>
            </p:nvSpPr>
            <p:spPr bwMode="auto">
              <a:xfrm>
                <a:off x="6223595" y="1490341"/>
                <a:ext cx="4192885" cy="516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ct val="0"/>
                  </a:spcBef>
                  <a:spcAft>
                    <a:spcPts val="450"/>
                  </a:spcAft>
                  <a:buClrTx/>
                  <a:buSzTx/>
                  <a:buFontTx/>
                  <a:buNone/>
                  <a:tabLst/>
                  <a:defRPr/>
                </a:pPr>
                <a:r>
                  <a:rPr lang="zh-CN" altLang="en-US" sz="1400" b="1" dirty="0">
                    <a:solidFill>
                      <a:srgbClr val="000000"/>
                    </a:solidFill>
                    <a:latin typeface="Arial"/>
                    <a:ea typeface="微软雅黑"/>
                  </a:rPr>
                  <a:t>权益</a:t>
                </a:r>
                <a:endParaRPr kumimoji="0" lang="en-US" altLang="zh-CN" sz="1400" b="1"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22" name="íś1îḓè">
                <a:extLst>
                  <a:ext uri="{FF2B5EF4-FFF2-40B4-BE49-F238E27FC236}">
                    <a16:creationId xmlns:a16="http://schemas.microsoft.com/office/drawing/2014/main" id="{94066FDE-3D62-4990-BEFF-1EAA1C0583E7}"/>
                  </a:ext>
                </a:extLst>
              </p:cNvPr>
              <p:cNvSpPr/>
              <p:nvPr/>
            </p:nvSpPr>
            <p:spPr bwMode="auto">
              <a:xfrm>
                <a:off x="9336686" y="1058060"/>
                <a:ext cx="1083750" cy="897489"/>
              </a:xfrm>
              <a:custGeom>
                <a:avLst/>
                <a:gdLst>
                  <a:gd name="T0" fmla="*/ 608 w 608"/>
                  <a:gd name="T1" fmla="*/ 0 h 608"/>
                  <a:gd name="T2" fmla="*/ 0 w 608"/>
                  <a:gd name="T3" fmla="*/ 0 h 608"/>
                  <a:gd name="T4" fmla="*/ 608 w 608"/>
                  <a:gd name="T5" fmla="*/ 608 h 608"/>
                  <a:gd name="T6" fmla="*/ 608 w 608"/>
                  <a:gd name="T7" fmla="*/ 0 h 608"/>
                </a:gdLst>
                <a:ahLst/>
                <a:cxnLst>
                  <a:cxn ang="0">
                    <a:pos x="T0" y="T1"/>
                  </a:cxn>
                  <a:cxn ang="0">
                    <a:pos x="T2" y="T3"/>
                  </a:cxn>
                  <a:cxn ang="0">
                    <a:pos x="T4" y="T5"/>
                  </a:cxn>
                  <a:cxn ang="0">
                    <a:pos x="T6" y="T7"/>
                  </a:cxn>
                </a:cxnLst>
                <a:rect l="0" t="0" r="r" b="b"/>
                <a:pathLst>
                  <a:path w="608" h="608">
                    <a:moveTo>
                      <a:pt x="608" y="0"/>
                    </a:moveTo>
                    <a:lnTo>
                      <a:pt x="0" y="0"/>
                    </a:lnTo>
                    <a:lnTo>
                      <a:pt x="608" y="608"/>
                    </a:lnTo>
                    <a:lnTo>
                      <a:pt x="608" y="0"/>
                    </a:lnTo>
                    <a:close/>
                  </a:path>
                </a:pathLst>
              </a:custGeom>
              <a:solidFill>
                <a:schemeClr val="accent2"/>
              </a:solidFill>
              <a:ln w="3175">
                <a:solidFill>
                  <a:schemeClr val="accent2"/>
                </a:solidFill>
                <a:prstDash val="solid"/>
                <a:round/>
                <a:headEnd/>
                <a:tailEnd/>
              </a:ln>
              <a:effectLst/>
            </p:spPr>
            <p:txBody>
              <a:bodyPr vert="horz" wrap="square" lIns="91440" tIns="45720" rIns="91440" bIns="45720" anchor="t" anchorCtr="0" compatLnSpc="1">
                <a:prstTxWarp prst="textNoShape">
                  <a:avLst/>
                </a:prstTxWarp>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20000"/>
                  </a:lnSpc>
                  <a:spcBef>
                    <a:spcPts val="0"/>
                  </a:spcBef>
                  <a:spcAft>
                    <a:spcPts val="450"/>
                  </a:spcAft>
                  <a:buClrTx/>
                  <a:buSzTx/>
                  <a:buFontTx/>
                  <a:buNone/>
                  <a:tabLst/>
                  <a:defRPr/>
                </a:pPr>
                <a:r>
                  <a:rPr kumimoji="0" lang="en-US" altLang="zh-CN" sz="1500" b="1" i="0" u="none" strike="noStrike" kern="1200" cap="none" spc="0" normalizeH="0" baseline="0" noProof="0" dirty="0">
                    <a:ln>
                      <a:noFill/>
                    </a:ln>
                    <a:solidFill>
                      <a:srgbClr val="FFFFFF"/>
                    </a:solidFill>
                    <a:effectLst/>
                    <a:uLnTx/>
                    <a:uFillTx/>
                    <a:latin typeface="Arial"/>
                    <a:ea typeface="微软雅黑"/>
                    <a:cs typeface="+mn-cs"/>
                  </a:rPr>
                  <a:t>2</a:t>
                </a:r>
                <a:endParaRPr kumimoji="0" lang="en-US" altLang="ko-KR" sz="1500" b="1" i="0" u="none" strike="noStrike" kern="1200" cap="none" spc="0" normalizeH="0" baseline="0" noProof="0" dirty="0">
                  <a:ln>
                    <a:noFill/>
                  </a:ln>
                  <a:solidFill>
                    <a:srgbClr val="FFFFFF"/>
                  </a:solidFill>
                  <a:effectLst/>
                  <a:uLnTx/>
                  <a:uFillTx/>
                  <a:latin typeface="Arial"/>
                  <a:ea typeface="微软雅黑"/>
                  <a:cs typeface="+mn-cs"/>
                </a:endParaRPr>
              </a:p>
            </p:txBody>
          </p:sp>
        </p:grpSp>
      </p:grpSp>
    </p:spTree>
    <p:extLst>
      <p:ext uri="{BB962C8B-B14F-4D97-AF65-F5344CB8AC3E}">
        <p14:creationId xmlns:p14="http://schemas.microsoft.com/office/powerpoint/2010/main" val="636220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占位符 16"/>
          <p:cNvSpPr>
            <a:spLocks noGrp="1"/>
          </p:cNvSpPr>
          <p:nvPr>
            <p:ph type="body" sz="quarter" idx="18"/>
          </p:nvPr>
        </p:nvSpPr>
        <p:spPr>
          <a:xfrm>
            <a:off x="2417763" y="2143148"/>
            <a:ext cx="1211262" cy="939754"/>
          </a:xfrm>
        </p:spPr>
        <p:txBody>
          <a:bodyPr/>
          <a:lstStyle/>
          <a:p>
            <a:pPr lvl="0"/>
            <a:r>
              <a:rPr lang="en-US" altLang="zh-CN" dirty="0"/>
              <a:t>03</a:t>
            </a:r>
            <a:endParaRPr lang="zh-CN" altLang="en-US" dirty="0"/>
          </a:p>
        </p:txBody>
      </p:sp>
      <p:sp>
        <p:nvSpPr>
          <p:cNvPr id="11" name="标题 10"/>
          <p:cNvSpPr>
            <a:spLocks noGrp="1"/>
          </p:cNvSpPr>
          <p:nvPr>
            <p:ph type="title"/>
          </p:nvPr>
        </p:nvSpPr>
        <p:spPr/>
        <p:txBody>
          <a:bodyPr>
            <a:normAutofit/>
          </a:bodyPr>
          <a:lstStyle/>
          <a:p>
            <a:r>
              <a:rPr lang="zh-CN" altLang="en-US" sz="2400" dirty="0"/>
              <a:t>市场研判及组合操作策略</a:t>
            </a:r>
          </a:p>
        </p:txBody>
      </p:sp>
      <p:sp>
        <p:nvSpPr>
          <p:cNvPr id="3" name="灯片编号占位符 2"/>
          <p:cNvSpPr>
            <a:spLocks noGrp="1"/>
          </p:cNvSpPr>
          <p:nvPr>
            <p:ph type="sldNum" sz="quarter" idx="4"/>
          </p:nvPr>
        </p:nvSpPr>
        <p:spPr/>
        <p:txBody>
          <a:bodyPr/>
          <a:lstStyle/>
          <a:p>
            <a:fld id="{7F65B630-C7FF-41C0-9923-C5E5E29EED81}" type="slidenum">
              <a:rPr lang="de-DE" smtClean="0"/>
              <a:t>15</a:t>
            </a:fld>
            <a:endParaRPr lang="de-DE" dirty="0"/>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固收投资策略——张倩</a:t>
            </a:r>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16</a:t>
            </a:fld>
            <a:endParaRPr lang="zh-CN" altLang="en-US" dirty="0"/>
          </a:p>
        </p:txBody>
      </p:sp>
      <p:sp>
        <p:nvSpPr>
          <p:cNvPr id="25" name="矩形 24"/>
          <p:cNvSpPr/>
          <p:nvPr/>
        </p:nvSpPr>
        <p:spPr>
          <a:xfrm>
            <a:off x="669925" y="1189569"/>
            <a:ext cx="10848975" cy="815608"/>
          </a:xfrm>
          <a:prstGeom prst="rect">
            <a:avLst/>
          </a:prstGeom>
        </p:spPr>
        <p:txBody>
          <a:bodyPr wrap="square">
            <a:spAutoFit/>
          </a:bodyPr>
          <a:lstStyle/>
          <a:p>
            <a:pPr marL="285750" lvl="1" indent="-285750" algn="just">
              <a:lnSpc>
                <a:spcPct val="150000"/>
              </a:lnSpc>
              <a:spcBef>
                <a:spcPts val="600"/>
              </a:spcBef>
              <a:buClr>
                <a:srgbClr val="9E0116"/>
              </a:buClr>
              <a:buFont typeface="Wingdings" panose="05000000000000000000" pitchFamily="2" charset="2"/>
              <a:buChar char="l"/>
              <a:defRPr/>
            </a:pPr>
            <a:r>
              <a:rPr kumimoji="0" lang="zh-CN" altLang="en-US"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rPr>
              <a:t>市场观点：</a:t>
            </a:r>
            <a:endParaRPr kumimoji="0" lang="en-US" altLang="zh-CN"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endParaRPr>
          </a:p>
          <a:p>
            <a:pPr marL="0" lvl="1">
              <a:lnSpc>
                <a:spcPct val="150000"/>
              </a:lnSpc>
              <a:spcBef>
                <a:spcPts val="600"/>
              </a:spcBef>
              <a:buClr>
                <a:srgbClr val="9E0116"/>
              </a:buClr>
              <a:defRPr sz="1400">
                <a:latin typeface="微软雅黑 (正文)"/>
              </a:defRPr>
            </a:pPr>
            <a:r>
              <a:rPr dirty="0"/>
              <a:t>    展望7月，市场预计仍处于震荡偏弱行情。6月份PMI超季节性回升，但结构仍然分化明显。资金面可能较前期有一定收紧。虽然央行6月末隔夜逆回购利率定价低于市场预期，但月初的大幅净回笼再次带动资金面的收紧。短期看，10年国债1.7较难突破，中枢回到1.75附近。且三季度供给较二季度可能有较明显的增加，期限利差继续维持。</a:t>
            </a:r>
            <a:endParaRPr kumimoji="0" lang="en-US" altLang="zh-CN" sz="140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ea"/>
            </a:endParaRPr>
          </a:p>
        </p:txBody>
      </p:sp>
      <p:grpSp>
        <p:nvGrpSpPr>
          <p:cNvPr id="26" name="组合 25">
            <a:extLst>
              <a:ext uri="{FF2B5EF4-FFF2-40B4-BE49-F238E27FC236}">
                <a16:creationId xmlns:a16="http://schemas.microsoft.com/office/drawing/2014/main" id="{5A77B798-320E-4B92-8158-498AFEE38982}"/>
              </a:ext>
            </a:extLst>
          </p:cNvPr>
          <p:cNvGrpSpPr/>
          <p:nvPr/>
        </p:nvGrpSpPr>
        <p:grpSpPr>
          <a:xfrm>
            <a:off x="660399" y="3486010"/>
            <a:ext cx="10858500" cy="2922170"/>
            <a:chOff x="660400" y="3631589"/>
            <a:chExt cx="10858500" cy="2588475"/>
          </a:xfrm>
        </p:grpSpPr>
        <p:sp>
          <p:nvSpPr>
            <p:cNvPr id="27" name="文本框 28">
              <a:extLst>
                <a:ext uri="{FF2B5EF4-FFF2-40B4-BE49-F238E27FC236}">
                  <a16:creationId xmlns:a16="http://schemas.microsoft.com/office/drawing/2014/main" id="{D99B7B79-EBFD-4F51-ACF3-4DF868FF8257}"/>
                </a:ext>
              </a:extLst>
            </p:cNvPr>
            <p:cNvSpPr txBox="1">
              <a:spLocks/>
            </p:cNvSpPr>
            <p:nvPr/>
          </p:nvSpPr>
          <p:spPr>
            <a:xfrm>
              <a:off x="902108" y="4724843"/>
              <a:ext cx="2875740" cy="1112292"/>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30000"/>
                </a:lnSpc>
                <a:defRPr sz="1400">
                  <a:latin typeface="微软雅黑 (正文)"/>
                </a:defRPr>
              </a:pPr>
              <a:r>
                <a:t> </a:t>
              </a:r>
              <a:endParaRPr lang="zh-CN" altLang="en-US" sz="1400" dirty="0">
                <a:solidFill>
                  <a:srgbClr val="000000"/>
                </a:solidFill>
              </a:endParaRPr>
            </a:p>
          </p:txBody>
        </p:sp>
        <p:sp>
          <p:nvSpPr>
            <p:cNvPr id="28" name="文本框 29">
              <a:extLst>
                <a:ext uri="{FF2B5EF4-FFF2-40B4-BE49-F238E27FC236}">
                  <a16:creationId xmlns:a16="http://schemas.microsoft.com/office/drawing/2014/main" id="{F17427F2-7FE3-403E-919D-C11E7207006F}"/>
                </a:ext>
              </a:extLst>
            </p:cNvPr>
            <p:cNvSpPr txBox="1"/>
            <p:nvPr/>
          </p:nvSpPr>
          <p:spPr>
            <a:xfrm>
              <a:off x="902108" y="4414501"/>
              <a:ext cx="2875740" cy="293607"/>
            </a:xfrm>
            <a:prstGeom prst="rect">
              <a:avLst/>
            </a:prstGeom>
            <a:noFill/>
          </p:spPr>
          <p:txBody>
            <a:bodyPr wrap="square"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spcAft>
                  <a:spcPts val="600"/>
                </a:spcAft>
                <a:defRPr sz="1400">
                  <a:latin typeface="微软雅黑 (正文)"/>
                </a:defRPr>
              </a:pPr>
              <a:r>
                <a:t> </a:t>
              </a:r>
              <a:endParaRPr lang="en-US" altLang="zh-CN" sz="1400" b="1" dirty="0">
                <a:solidFill>
                  <a:schemeClr val="accent2"/>
                </a:solidFill>
              </a:endParaRPr>
            </a:p>
          </p:txBody>
        </p:sp>
        <p:sp>
          <p:nvSpPr>
            <p:cNvPr id="29" name="圆角矩形 8">
              <a:extLst>
                <a:ext uri="{FF2B5EF4-FFF2-40B4-BE49-F238E27FC236}">
                  <a16:creationId xmlns:a16="http://schemas.microsoft.com/office/drawing/2014/main" id="{B4B0D98A-9313-4D50-BF00-BF1E00965A0A}"/>
                </a:ext>
              </a:extLst>
            </p:cNvPr>
            <p:cNvSpPr>
              <a:spLocks/>
            </p:cNvSpPr>
            <p:nvPr/>
          </p:nvSpPr>
          <p:spPr>
            <a:xfrm>
              <a:off x="660400" y="3991589"/>
              <a:ext cx="3359156" cy="2228475"/>
            </a:xfrm>
            <a:prstGeom prst="roundRect">
              <a:avLst>
                <a:gd name="adj" fmla="val 4500"/>
              </a:avLst>
            </a:prstGeom>
            <a:noFill/>
            <a:ln w="6350" cap="rnd">
              <a:solidFill>
                <a:schemeClr val="accent4"/>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3765">
                <a:lnSpc>
                  <a:spcPct val="120000"/>
                </a:lnSpc>
                <a:spcAft>
                  <a:spcPts val="600"/>
                </a:spcAft>
              </a:pPr>
              <a:endParaRPr lang="zh-CN" altLang="en-US" sz="20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30" name="椭圆 29">
              <a:extLst>
                <a:ext uri="{FF2B5EF4-FFF2-40B4-BE49-F238E27FC236}">
                  <a16:creationId xmlns:a16="http://schemas.microsoft.com/office/drawing/2014/main" id="{08283FF4-2EBE-47E7-85A2-C55748F4A034}"/>
                </a:ext>
              </a:extLst>
            </p:cNvPr>
            <p:cNvSpPr>
              <a:spLocks noChangeAspect="1"/>
            </p:cNvSpPr>
            <p:nvPr/>
          </p:nvSpPr>
          <p:spPr>
            <a:xfrm>
              <a:off x="1979978" y="3631589"/>
              <a:ext cx="720000" cy="640828"/>
            </a:xfrm>
            <a:prstGeom prst="ellipse">
              <a:avLst/>
            </a:prstGeom>
            <a:solidFill>
              <a:schemeClr val="accent2"/>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600"/>
                </a:spcAft>
              </a:pPr>
              <a:endParaRPr lang="zh-CN" altLang="en-US"/>
            </a:p>
          </p:txBody>
        </p:sp>
        <p:sp>
          <p:nvSpPr>
            <p:cNvPr id="31" name="išlíde">
              <a:extLst>
                <a:ext uri="{FF2B5EF4-FFF2-40B4-BE49-F238E27FC236}">
                  <a16:creationId xmlns:a16="http://schemas.microsoft.com/office/drawing/2014/main" id="{41A3ED75-EE52-400D-83D7-082E64DF6BD3}"/>
                </a:ext>
              </a:extLst>
            </p:cNvPr>
            <p:cNvSpPr/>
            <p:nvPr/>
          </p:nvSpPr>
          <p:spPr>
            <a:xfrm>
              <a:off x="2206730" y="3865341"/>
              <a:ext cx="266496" cy="239529"/>
            </a:xfrm>
            <a:custGeom>
              <a:avLst/>
              <a:gdLst>
                <a:gd name="connsiteX0" fmla="*/ 175624 w 601711"/>
                <a:gd name="connsiteY0" fmla="*/ 342313 h 607639"/>
                <a:gd name="connsiteX1" fmla="*/ 192950 w 601711"/>
                <a:gd name="connsiteY1" fmla="*/ 359711 h 607639"/>
                <a:gd name="connsiteX2" fmla="*/ 192950 w 601711"/>
                <a:gd name="connsiteY2" fmla="*/ 360540 h 607639"/>
                <a:gd name="connsiteX3" fmla="*/ 205575 w 601711"/>
                <a:gd name="connsiteY3" fmla="*/ 362841 h 607639"/>
                <a:gd name="connsiteX4" fmla="*/ 219307 w 601711"/>
                <a:gd name="connsiteY4" fmla="*/ 386223 h 607639"/>
                <a:gd name="connsiteX5" fmla="*/ 210275 w 601711"/>
                <a:gd name="connsiteY5" fmla="*/ 398374 h 607639"/>
                <a:gd name="connsiteX6" fmla="*/ 195899 w 601711"/>
                <a:gd name="connsiteY6" fmla="*/ 399939 h 607639"/>
                <a:gd name="connsiteX7" fmla="*/ 179771 w 601711"/>
                <a:gd name="connsiteY7" fmla="*/ 397546 h 607639"/>
                <a:gd name="connsiteX8" fmla="*/ 170094 w 601711"/>
                <a:gd name="connsiteY8" fmla="*/ 401320 h 607639"/>
                <a:gd name="connsiteX9" fmla="*/ 189355 w 601711"/>
                <a:gd name="connsiteY9" fmla="*/ 411538 h 607639"/>
                <a:gd name="connsiteX10" fmla="*/ 227785 w 601711"/>
                <a:gd name="connsiteY10" fmla="*/ 456092 h 607639"/>
                <a:gd name="connsiteX11" fmla="*/ 191936 w 601711"/>
                <a:gd name="connsiteY11" fmla="*/ 499266 h 607639"/>
                <a:gd name="connsiteX12" fmla="*/ 191936 w 601711"/>
                <a:gd name="connsiteY12" fmla="*/ 503869 h 607639"/>
                <a:gd name="connsiteX13" fmla="*/ 174610 w 601711"/>
                <a:gd name="connsiteY13" fmla="*/ 521267 h 607639"/>
                <a:gd name="connsiteX14" fmla="*/ 157192 w 601711"/>
                <a:gd name="connsiteY14" fmla="*/ 503869 h 607639"/>
                <a:gd name="connsiteX15" fmla="*/ 157192 w 601711"/>
                <a:gd name="connsiteY15" fmla="*/ 501567 h 607639"/>
                <a:gd name="connsiteX16" fmla="*/ 138853 w 601711"/>
                <a:gd name="connsiteY16" fmla="*/ 497701 h 607639"/>
                <a:gd name="connsiteX17" fmla="*/ 125767 w 601711"/>
                <a:gd name="connsiteY17" fmla="*/ 474227 h 607639"/>
                <a:gd name="connsiteX18" fmla="*/ 135259 w 601711"/>
                <a:gd name="connsiteY18" fmla="*/ 461248 h 607639"/>
                <a:gd name="connsiteX19" fmla="*/ 149728 w 601711"/>
                <a:gd name="connsiteY19" fmla="*/ 460143 h 607639"/>
                <a:gd name="connsiteX20" fmla="*/ 170002 w 601711"/>
                <a:gd name="connsiteY20" fmla="*/ 463825 h 607639"/>
                <a:gd name="connsiteX21" fmla="*/ 181706 w 601711"/>
                <a:gd name="connsiteY21" fmla="*/ 458946 h 607639"/>
                <a:gd name="connsiteX22" fmla="*/ 165579 w 601711"/>
                <a:gd name="connsiteY22" fmla="*/ 448544 h 607639"/>
                <a:gd name="connsiteX23" fmla="*/ 124200 w 601711"/>
                <a:gd name="connsiteY23" fmla="*/ 404726 h 607639"/>
                <a:gd name="connsiteX24" fmla="*/ 158206 w 601711"/>
                <a:gd name="connsiteY24" fmla="*/ 363025 h 607639"/>
                <a:gd name="connsiteX25" fmla="*/ 158206 w 601711"/>
                <a:gd name="connsiteY25" fmla="*/ 359711 h 607639"/>
                <a:gd name="connsiteX26" fmla="*/ 175624 w 601711"/>
                <a:gd name="connsiteY26" fmla="*/ 342313 h 607639"/>
                <a:gd name="connsiteX27" fmla="*/ 175980 w 601711"/>
                <a:gd name="connsiteY27" fmla="*/ 316286 h 607639"/>
                <a:gd name="connsiteX28" fmla="*/ 60288 w 601711"/>
                <a:gd name="connsiteY28" fmla="*/ 431815 h 607639"/>
                <a:gd name="connsiteX29" fmla="*/ 175980 w 601711"/>
                <a:gd name="connsiteY29" fmla="*/ 547343 h 607639"/>
                <a:gd name="connsiteX30" fmla="*/ 291671 w 601711"/>
                <a:gd name="connsiteY30" fmla="*/ 431815 h 607639"/>
                <a:gd name="connsiteX31" fmla="*/ 175980 w 601711"/>
                <a:gd name="connsiteY31" fmla="*/ 316286 h 607639"/>
                <a:gd name="connsiteX32" fmla="*/ 175980 w 601711"/>
                <a:gd name="connsiteY32" fmla="*/ 256082 h 607639"/>
                <a:gd name="connsiteX33" fmla="*/ 352051 w 601711"/>
                <a:gd name="connsiteY33" fmla="*/ 431815 h 607639"/>
                <a:gd name="connsiteX34" fmla="*/ 175980 w 601711"/>
                <a:gd name="connsiteY34" fmla="*/ 607639 h 607639"/>
                <a:gd name="connsiteX35" fmla="*/ 0 w 601711"/>
                <a:gd name="connsiteY35" fmla="*/ 431815 h 607639"/>
                <a:gd name="connsiteX36" fmla="*/ 175980 w 601711"/>
                <a:gd name="connsiteY36" fmla="*/ 256082 h 607639"/>
                <a:gd name="connsiteX37" fmla="*/ 224697 w 601711"/>
                <a:gd name="connsiteY37" fmla="*/ 186030 h 607639"/>
                <a:gd name="connsiteX38" fmla="*/ 382969 w 601711"/>
                <a:gd name="connsiteY38" fmla="*/ 232699 h 607639"/>
                <a:gd name="connsiteX39" fmla="*/ 541241 w 601711"/>
                <a:gd name="connsiteY39" fmla="*/ 186030 h 607639"/>
                <a:gd name="connsiteX40" fmla="*/ 382969 w 601711"/>
                <a:gd name="connsiteY40" fmla="*/ 212632 h 607639"/>
                <a:gd name="connsiteX41" fmla="*/ 224697 w 601711"/>
                <a:gd name="connsiteY41" fmla="*/ 186030 h 607639"/>
                <a:gd name="connsiteX42" fmla="*/ 382969 w 601711"/>
                <a:gd name="connsiteY42" fmla="*/ 60292 h 607639"/>
                <a:gd name="connsiteX43" fmla="*/ 224513 w 601711"/>
                <a:gd name="connsiteY43" fmla="*/ 106316 h 607639"/>
                <a:gd name="connsiteX44" fmla="*/ 382969 w 601711"/>
                <a:gd name="connsiteY44" fmla="*/ 152341 h 607639"/>
                <a:gd name="connsiteX45" fmla="*/ 541334 w 601711"/>
                <a:gd name="connsiteY45" fmla="*/ 106316 h 607639"/>
                <a:gd name="connsiteX46" fmla="*/ 382969 w 601711"/>
                <a:gd name="connsiteY46" fmla="*/ 60292 h 607639"/>
                <a:gd name="connsiteX47" fmla="*/ 382969 w 601711"/>
                <a:gd name="connsiteY47" fmla="*/ 0 h 607639"/>
                <a:gd name="connsiteX48" fmla="*/ 601711 w 601711"/>
                <a:gd name="connsiteY48" fmla="*/ 106316 h 607639"/>
                <a:gd name="connsiteX49" fmla="*/ 590281 w 601711"/>
                <a:gd name="connsiteY49" fmla="*/ 146357 h 607639"/>
                <a:gd name="connsiteX50" fmla="*/ 601711 w 601711"/>
                <a:gd name="connsiteY50" fmla="*/ 186675 h 607639"/>
                <a:gd name="connsiteX51" fmla="*/ 590373 w 601711"/>
                <a:gd name="connsiteY51" fmla="*/ 226716 h 607639"/>
                <a:gd name="connsiteX52" fmla="*/ 601711 w 601711"/>
                <a:gd name="connsiteY52" fmla="*/ 267033 h 607639"/>
                <a:gd name="connsiteX53" fmla="*/ 590281 w 601711"/>
                <a:gd name="connsiteY53" fmla="*/ 307074 h 607639"/>
                <a:gd name="connsiteX54" fmla="*/ 601711 w 601711"/>
                <a:gd name="connsiteY54" fmla="*/ 347392 h 607639"/>
                <a:gd name="connsiteX55" fmla="*/ 391173 w 601711"/>
                <a:gd name="connsiteY55" fmla="*/ 453524 h 607639"/>
                <a:gd name="connsiteX56" fmla="*/ 392279 w 601711"/>
                <a:gd name="connsiteY56" fmla="*/ 431801 h 607639"/>
                <a:gd name="connsiteX57" fmla="*/ 388684 w 601711"/>
                <a:gd name="connsiteY57" fmla="*/ 393324 h 607639"/>
                <a:gd name="connsiteX58" fmla="*/ 541057 w 601711"/>
                <a:gd name="connsiteY58" fmla="*/ 346840 h 607639"/>
                <a:gd name="connsiteX59" fmla="*/ 383983 w 601711"/>
                <a:gd name="connsiteY59" fmla="*/ 373258 h 607639"/>
                <a:gd name="connsiteX60" fmla="*/ 355961 w 601711"/>
                <a:gd name="connsiteY60" fmla="*/ 312321 h 607639"/>
                <a:gd name="connsiteX61" fmla="*/ 382969 w 601711"/>
                <a:gd name="connsiteY61" fmla="*/ 313058 h 607639"/>
                <a:gd name="connsiteX62" fmla="*/ 541241 w 601711"/>
                <a:gd name="connsiteY62" fmla="*/ 266389 h 607639"/>
                <a:gd name="connsiteX63" fmla="*/ 382969 w 601711"/>
                <a:gd name="connsiteY63" fmla="*/ 292991 h 607639"/>
                <a:gd name="connsiteX64" fmla="*/ 339922 w 601711"/>
                <a:gd name="connsiteY64" fmla="*/ 291334 h 607639"/>
                <a:gd name="connsiteX65" fmla="*/ 176026 w 601711"/>
                <a:gd name="connsiteY65" fmla="*/ 215854 h 607639"/>
                <a:gd name="connsiteX66" fmla="*/ 170219 w 601711"/>
                <a:gd name="connsiteY66" fmla="*/ 216130 h 607639"/>
                <a:gd name="connsiteX67" fmla="*/ 164135 w 601711"/>
                <a:gd name="connsiteY67" fmla="*/ 186675 h 607639"/>
                <a:gd name="connsiteX68" fmla="*/ 175566 w 601711"/>
                <a:gd name="connsiteY68" fmla="*/ 146357 h 607639"/>
                <a:gd name="connsiteX69" fmla="*/ 164135 w 601711"/>
                <a:gd name="connsiteY69" fmla="*/ 106316 h 607639"/>
                <a:gd name="connsiteX70" fmla="*/ 382969 w 601711"/>
                <a:gd name="connsiteY70" fmla="*/ 0 h 60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1711" h="607639">
                  <a:moveTo>
                    <a:pt x="175624" y="342313"/>
                  </a:moveTo>
                  <a:cubicBezTo>
                    <a:pt x="185208" y="342313"/>
                    <a:pt x="192950" y="350138"/>
                    <a:pt x="192950" y="359711"/>
                  </a:cubicBezTo>
                  <a:lnTo>
                    <a:pt x="192950" y="360540"/>
                  </a:lnTo>
                  <a:cubicBezTo>
                    <a:pt x="197465" y="361092"/>
                    <a:pt x="201612" y="361829"/>
                    <a:pt x="205575" y="362841"/>
                  </a:cubicBezTo>
                  <a:cubicBezTo>
                    <a:pt x="215713" y="365511"/>
                    <a:pt x="221887" y="376005"/>
                    <a:pt x="219307" y="386223"/>
                  </a:cubicBezTo>
                  <a:cubicBezTo>
                    <a:pt x="217832" y="391838"/>
                    <a:pt x="214607" y="395981"/>
                    <a:pt x="210275" y="398374"/>
                  </a:cubicBezTo>
                  <a:cubicBezTo>
                    <a:pt x="205944" y="400860"/>
                    <a:pt x="200691" y="401412"/>
                    <a:pt x="195899" y="399939"/>
                  </a:cubicBezTo>
                  <a:cubicBezTo>
                    <a:pt x="190738" y="398374"/>
                    <a:pt x="185393" y="397546"/>
                    <a:pt x="179771" y="397546"/>
                  </a:cubicBezTo>
                  <a:cubicBezTo>
                    <a:pt x="178204" y="397546"/>
                    <a:pt x="170094" y="397730"/>
                    <a:pt x="170094" y="401320"/>
                  </a:cubicBezTo>
                  <a:cubicBezTo>
                    <a:pt x="170094" y="402425"/>
                    <a:pt x="172583" y="405186"/>
                    <a:pt x="189355" y="411538"/>
                  </a:cubicBezTo>
                  <a:cubicBezTo>
                    <a:pt x="215897" y="420836"/>
                    <a:pt x="227785" y="434644"/>
                    <a:pt x="227785" y="456092"/>
                  </a:cubicBezTo>
                  <a:cubicBezTo>
                    <a:pt x="227785" y="476805"/>
                    <a:pt x="213869" y="493282"/>
                    <a:pt x="191936" y="499266"/>
                  </a:cubicBezTo>
                  <a:lnTo>
                    <a:pt x="191936" y="503869"/>
                  </a:lnTo>
                  <a:cubicBezTo>
                    <a:pt x="191936" y="513442"/>
                    <a:pt x="184195" y="521267"/>
                    <a:pt x="174610" y="521267"/>
                  </a:cubicBezTo>
                  <a:cubicBezTo>
                    <a:pt x="165026" y="521267"/>
                    <a:pt x="157192" y="513442"/>
                    <a:pt x="157192" y="503869"/>
                  </a:cubicBezTo>
                  <a:lnTo>
                    <a:pt x="157192" y="501567"/>
                  </a:lnTo>
                  <a:cubicBezTo>
                    <a:pt x="150833" y="500831"/>
                    <a:pt x="144567" y="499542"/>
                    <a:pt x="138853" y="497701"/>
                  </a:cubicBezTo>
                  <a:cubicBezTo>
                    <a:pt x="128992" y="494479"/>
                    <a:pt x="123278" y="484261"/>
                    <a:pt x="125767" y="474227"/>
                  </a:cubicBezTo>
                  <a:cubicBezTo>
                    <a:pt x="127425" y="467783"/>
                    <a:pt x="130743" y="463549"/>
                    <a:pt x="135259" y="461248"/>
                  </a:cubicBezTo>
                  <a:cubicBezTo>
                    <a:pt x="139590" y="458854"/>
                    <a:pt x="145028" y="458486"/>
                    <a:pt x="149728" y="460143"/>
                  </a:cubicBezTo>
                  <a:cubicBezTo>
                    <a:pt x="156547" y="462628"/>
                    <a:pt x="163275" y="463825"/>
                    <a:pt x="170002" y="463825"/>
                  </a:cubicBezTo>
                  <a:cubicBezTo>
                    <a:pt x="174334" y="463825"/>
                    <a:pt x="181706" y="462812"/>
                    <a:pt x="181706" y="458946"/>
                  </a:cubicBezTo>
                  <a:cubicBezTo>
                    <a:pt x="181706" y="457473"/>
                    <a:pt x="181706" y="454067"/>
                    <a:pt x="165579" y="448544"/>
                  </a:cubicBezTo>
                  <a:cubicBezTo>
                    <a:pt x="147792" y="442653"/>
                    <a:pt x="124200" y="431606"/>
                    <a:pt x="124200" y="404726"/>
                  </a:cubicBezTo>
                  <a:cubicBezTo>
                    <a:pt x="124200" y="384750"/>
                    <a:pt x="137102" y="369285"/>
                    <a:pt x="158206" y="363025"/>
                  </a:cubicBezTo>
                  <a:lnTo>
                    <a:pt x="158206" y="359711"/>
                  </a:lnTo>
                  <a:cubicBezTo>
                    <a:pt x="158206" y="350138"/>
                    <a:pt x="165947" y="342313"/>
                    <a:pt x="175624" y="342313"/>
                  </a:cubicBezTo>
                  <a:close/>
                  <a:moveTo>
                    <a:pt x="175980" y="316286"/>
                  </a:moveTo>
                  <a:cubicBezTo>
                    <a:pt x="112188" y="316286"/>
                    <a:pt x="60288" y="368113"/>
                    <a:pt x="60288" y="431815"/>
                  </a:cubicBezTo>
                  <a:cubicBezTo>
                    <a:pt x="60288" y="495516"/>
                    <a:pt x="112188" y="547343"/>
                    <a:pt x="175980" y="547343"/>
                  </a:cubicBezTo>
                  <a:cubicBezTo>
                    <a:pt x="239771" y="547343"/>
                    <a:pt x="291671" y="495516"/>
                    <a:pt x="291671" y="431815"/>
                  </a:cubicBezTo>
                  <a:cubicBezTo>
                    <a:pt x="291671" y="368113"/>
                    <a:pt x="239771" y="316286"/>
                    <a:pt x="175980" y="316286"/>
                  </a:cubicBezTo>
                  <a:close/>
                  <a:moveTo>
                    <a:pt x="175980" y="256082"/>
                  </a:moveTo>
                  <a:cubicBezTo>
                    <a:pt x="273049" y="256082"/>
                    <a:pt x="352051" y="334881"/>
                    <a:pt x="352051" y="431815"/>
                  </a:cubicBezTo>
                  <a:cubicBezTo>
                    <a:pt x="352051" y="528748"/>
                    <a:pt x="273049" y="607639"/>
                    <a:pt x="175980" y="607639"/>
                  </a:cubicBezTo>
                  <a:cubicBezTo>
                    <a:pt x="78909" y="607639"/>
                    <a:pt x="0" y="528748"/>
                    <a:pt x="0" y="431815"/>
                  </a:cubicBezTo>
                  <a:cubicBezTo>
                    <a:pt x="0" y="334881"/>
                    <a:pt x="78909" y="256082"/>
                    <a:pt x="175980" y="256082"/>
                  </a:cubicBezTo>
                  <a:close/>
                  <a:moveTo>
                    <a:pt x="224697" y="186030"/>
                  </a:moveTo>
                  <a:cubicBezTo>
                    <a:pt x="223222" y="194683"/>
                    <a:pt x="264611" y="232699"/>
                    <a:pt x="382969" y="232699"/>
                  </a:cubicBezTo>
                  <a:cubicBezTo>
                    <a:pt x="483445" y="232699"/>
                    <a:pt x="541426" y="202599"/>
                    <a:pt x="541241" y="186030"/>
                  </a:cubicBezTo>
                  <a:cubicBezTo>
                    <a:pt x="494599" y="206373"/>
                    <a:pt x="421777" y="212632"/>
                    <a:pt x="382969" y="212632"/>
                  </a:cubicBezTo>
                  <a:cubicBezTo>
                    <a:pt x="344070" y="212632"/>
                    <a:pt x="250600" y="199746"/>
                    <a:pt x="224697" y="186030"/>
                  </a:cubicBezTo>
                  <a:close/>
                  <a:moveTo>
                    <a:pt x="382969" y="60292"/>
                  </a:moveTo>
                  <a:cubicBezTo>
                    <a:pt x="295399" y="60292"/>
                    <a:pt x="224513" y="80911"/>
                    <a:pt x="224513" y="106316"/>
                  </a:cubicBezTo>
                  <a:cubicBezTo>
                    <a:pt x="224513" y="131722"/>
                    <a:pt x="295399" y="152341"/>
                    <a:pt x="382969" y="152341"/>
                  </a:cubicBezTo>
                  <a:cubicBezTo>
                    <a:pt x="470448" y="152341"/>
                    <a:pt x="541334" y="131722"/>
                    <a:pt x="541334" y="106316"/>
                  </a:cubicBezTo>
                  <a:cubicBezTo>
                    <a:pt x="541334" y="80911"/>
                    <a:pt x="470448" y="60292"/>
                    <a:pt x="382969" y="60292"/>
                  </a:cubicBezTo>
                  <a:close/>
                  <a:moveTo>
                    <a:pt x="382969" y="0"/>
                  </a:moveTo>
                  <a:cubicBezTo>
                    <a:pt x="448693" y="0"/>
                    <a:pt x="601711" y="10309"/>
                    <a:pt x="601711" y="106316"/>
                  </a:cubicBezTo>
                  <a:cubicBezTo>
                    <a:pt x="601711" y="121872"/>
                    <a:pt x="597379" y="135035"/>
                    <a:pt x="590281" y="146357"/>
                  </a:cubicBezTo>
                  <a:cubicBezTo>
                    <a:pt x="597471" y="157771"/>
                    <a:pt x="601711" y="171026"/>
                    <a:pt x="601711" y="186675"/>
                  </a:cubicBezTo>
                  <a:cubicBezTo>
                    <a:pt x="601711" y="202231"/>
                    <a:pt x="597379" y="215302"/>
                    <a:pt x="590373" y="226716"/>
                  </a:cubicBezTo>
                  <a:cubicBezTo>
                    <a:pt x="597471" y="238038"/>
                    <a:pt x="601711" y="251385"/>
                    <a:pt x="601711" y="267033"/>
                  </a:cubicBezTo>
                  <a:cubicBezTo>
                    <a:pt x="601711" y="282589"/>
                    <a:pt x="597379" y="295660"/>
                    <a:pt x="590281" y="307074"/>
                  </a:cubicBezTo>
                  <a:cubicBezTo>
                    <a:pt x="597471" y="318488"/>
                    <a:pt x="601711" y="331743"/>
                    <a:pt x="601711" y="347392"/>
                  </a:cubicBezTo>
                  <a:cubicBezTo>
                    <a:pt x="601711" y="439533"/>
                    <a:pt x="460584" y="452696"/>
                    <a:pt x="391173" y="453524"/>
                  </a:cubicBezTo>
                  <a:cubicBezTo>
                    <a:pt x="391911" y="446436"/>
                    <a:pt x="392279" y="439164"/>
                    <a:pt x="392279" y="431801"/>
                  </a:cubicBezTo>
                  <a:cubicBezTo>
                    <a:pt x="392279" y="418638"/>
                    <a:pt x="390897" y="405843"/>
                    <a:pt x="388684" y="393324"/>
                  </a:cubicBezTo>
                  <a:cubicBezTo>
                    <a:pt x="473305" y="392404"/>
                    <a:pt x="540873" y="371601"/>
                    <a:pt x="541057" y="346840"/>
                  </a:cubicBezTo>
                  <a:cubicBezTo>
                    <a:pt x="491280" y="369300"/>
                    <a:pt x="423067" y="373258"/>
                    <a:pt x="383983" y="373258"/>
                  </a:cubicBezTo>
                  <a:cubicBezTo>
                    <a:pt x="377807" y="351350"/>
                    <a:pt x="368405" y="330823"/>
                    <a:pt x="355961" y="312321"/>
                  </a:cubicBezTo>
                  <a:cubicBezTo>
                    <a:pt x="364810" y="312781"/>
                    <a:pt x="373751" y="313058"/>
                    <a:pt x="382969" y="313058"/>
                  </a:cubicBezTo>
                  <a:cubicBezTo>
                    <a:pt x="470448" y="313058"/>
                    <a:pt x="541241" y="291794"/>
                    <a:pt x="541241" y="266389"/>
                  </a:cubicBezTo>
                  <a:cubicBezTo>
                    <a:pt x="491004" y="289217"/>
                    <a:pt x="421777" y="292991"/>
                    <a:pt x="382969" y="292991"/>
                  </a:cubicBezTo>
                  <a:cubicBezTo>
                    <a:pt x="371078" y="292991"/>
                    <a:pt x="356145" y="292531"/>
                    <a:pt x="339922" y="291334"/>
                  </a:cubicBezTo>
                  <a:cubicBezTo>
                    <a:pt x="300284" y="245218"/>
                    <a:pt x="241566" y="215854"/>
                    <a:pt x="176026" y="215854"/>
                  </a:cubicBezTo>
                  <a:cubicBezTo>
                    <a:pt x="174091" y="215854"/>
                    <a:pt x="172155" y="216130"/>
                    <a:pt x="170219" y="216130"/>
                  </a:cubicBezTo>
                  <a:cubicBezTo>
                    <a:pt x="166440" y="207386"/>
                    <a:pt x="164135" y="197629"/>
                    <a:pt x="164135" y="186675"/>
                  </a:cubicBezTo>
                  <a:cubicBezTo>
                    <a:pt x="164135" y="171026"/>
                    <a:pt x="168376" y="157771"/>
                    <a:pt x="175566" y="146357"/>
                  </a:cubicBezTo>
                  <a:cubicBezTo>
                    <a:pt x="168560" y="135035"/>
                    <a:pt x="164135" y="121872"/>
                    <a:pt x="164135" y="106316"/>
                  </a:cubicBezTo>
                  <a:cubicBezTo>
                    <a:pt x="164135" y="10309"/>
                    <a:pt x="317153" y="0"/>
                    <a:pt x="382969" y="0"/>
                  </a:cubicBezTo>
                  <a:close/>
                </a:path>
              </a:pathLst>
            </a:custGeom>
            <a:solidFill>
              <a:schemeClr val="bg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spcAft>
                  <a:spcPts val="600"/>
                </a:spcAft>
              </a:pPr>
              <a:endParaRPr/>
            </a:p>
          </p:txBody>
        </p:sp>
        <p:sp>
          <p:nvSpPr>
            <p:cNvPr id="32" name="文本框 28">
              <a:extLst>
                <a:ext uri="{FF2B5EF4-FFF2-40B4-BE49-F238E27FC236}">
                  <a16:creationId xmlns:a16="http://schemas.microsoft.com/office/drawing/2014/main" id="{FE6AF8BF-636E-4404-9274-4860EFC5FE1B}"/>
                </a:ext>
              </a:extLst>
            </p:cNvPr>
            <p:cNvSpPr txBox="1">
              <a:spLocks/>
            </p:cNvSpPr>
            <p:nvPr/>
          </p:nvSpPr>
          <p:spPr>
            <a:xfrm>
              <a:off x="4733652" y="4724843"/>
              <a:ext cx="2875740" cy="1112292"/>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30000"/>
                </a:lnSpc>
                <a:defRPr sz="1400">
                  <a:latin typeface="微软雅黑 (正文)"/>
                </a:defRPr>
              </a:pPr>
              <a:r>
                <a:t> </a:t>
              </a:r>
              <a:endParaRPr lang="zh-CN" altLang="zh-CN" sz="1400" dirty="0">
                <a:solidFill>
                  <a:srgbClr val="000000"/>
                </a:solidFill>
              </a:endParaRPr>
            </a:p>
          </p:txBody>
        </p:sp>
        <p:sp>
          <p:nvSpPr>
            <p:cNvPr id="33" name="文本框 29">
              <a:extLst>
                <a:ext uri="{FF2B5EF4-FFF2-40B4-BE49-F238E27FC236}">
                  <a16:creationId xmlns:a16="http://schemas.microsoft.com/office/drawing/2014/main" id="{BD1E60A2-3209-4913-A1B3-99F44FD8DD34}"/>
                </a:ext>
              </a:extLst>
            </p:cNvPr>
            <p:cNvSpPr txBox="1"/>
            <p:nvPr/>
          </p:nvSpPr>
          <p:spPr>
            <a:xfrm>
              <a:off x="4733653" y="4414501"/>
              <a:ext cx="2711995" cy="293607"/>
            </a:xfrm>
            <a:prstGeom prst="rect">
              <a:avLst/>
            </a:prstGeom>
            <a:noFill/>
          </p:spPr>
          <p:txBody>
            <a:bodyPr wrap="square"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spcAft>
                  <a:spcPts val="600"/>
                </a:spcAft>
                <a:defRPr sz="1400">
                  <a:latin typeface="微软雅黑 (正文)"/>
                </a:defRPr>
              </a:pPr>
              <a:r>
                <a:t> </a:t>
              </a:r>
              <a:endParaRPr lang="en-US" altLang="zh-CN" sz="1400" b="1" dirty="0">
                <a:solidFill>
                  <a:schemeClr val="accent3"/>
                </a:solidFill>
              </a:endParaRPr>
            </a:p>
          </p:txBody>
        </p:sp>
        <p:sp>
          <p:nvSpPr>
            <p:cNvPr id="34" name="圆角矩形 8">
              <a:extLst>
                <a:ext uri="{FF2B5EF4-FFF2-40B4-BE49-F238E27FC236}">
                  <a16:creationId xmlns:a16="http://schemas.microsoft.com/office/drawing/2014/main" id="{F5706D5B-4044-4C46-AC84-0AD52F564928}"/>
                </a:ext>
              </a:extLst>
            </p:cNvPr>
            <p:cNvSpPr>
              <a:spLocks/>
            </p:cNvSpPr>
            <p:nvPr/>
          </p:nvSpPr>
          <p:spPr>
            <a:xfrm>
              <a:off x="4410072" y="3991589"/>
              <a:ext cx="3359156" cy="2228475"/>
            </a:xfrm>
            <a:prstGeom prst="roundRect">
              <a:avLst>
                <a:gd name="adj" fmla="val 4500"/>
              </a:avLst>
            </a:prstGeom>
            <a:noFill/>
            <a:ln w="6350" cap="rnd">
              <a:solidFill>
                <a:schemeClr val="accent4"/>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3765">
                <a:lnSpc>
                  <a:spcPct val="120000"/>
                </a:lnSpc>
                <a:spcAft>
                  <a:spcPts val="600"/>
                </a:spcAft>
              </a:pPr>
              <a:endParaRPr lang="zh-CN" altLang="en-US" sz="20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35" name="椭圆 34">
              <a:extLst>
                <a:ext uri="{FF2B5EF4-FFF2-40B4-BE49-F238E27FC236}">
                  <a16:creationId xmlns:a16="http://schemas.microsoft.com/office/drawing/2014/main" id="{54D73025-1C0F-4F23-BA02-BD478DC5C9D1}"/>
                </a:ext>
              </a:extLst>
            </p:cNvPr>
            <p:cNvSpPr>
              <a:spLocks noChangeAspect="1"/>
            </p:cNvSpPr>
            <p:nvPr/>
          </p:nvSpPr>
          <p:spPr>
            <a:xfrm>
              <a:off x="5729650" y="3631589"/>
              <a:ext cx="720000" cy="640828"/>
            </a:xfrm>
            <a:prstGeom prst="ellipse">
              <a:avLst/>
            </a:prstGeom>
            <a:solidFill>
              <a:schemeClr val="accent3"/>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600"/>
                </a:spcAft>
              </a:pPr>
              <a:endParaRPr lang="zh-CN" altLang="en-US"/>
            </a:p>
          </p:txBody>
        </p:sp>
        <p:grpSp>
          <p:nvGrpSpPr>
            <p:cNvPr id="36" name="组合 35">
              <a:extLst>
                <a:ext uri="{FF2B5EF4-FFF2-40B4-BE49-F238E27FC236}">
                  <a16:creationId xmlns:a16="http://schemas.microsoft.com/office/drawing/2014/main" id="{9B1E95C5-D129-4A1D-99F0-63483505FDC5}"/>
                </a:ext>
              </a:extLst>
            </p:cNvPr>
            <p:cNvGrpSpPr/>
            <p:nvPr/>
          </p:nvGrpSpPr>
          <p:grpSpPr>
            <a:xfrm>
              <a:off x="8159744" y="3651294"/>
              <a:ext cx="3359156" cy="2568770"/>
              <a:chOff x="8725384" y="3651294"/>
              <a:chExt cx="3359156" cy="2568770"/>
            </a:xfrm>
          </p:grpSpPr>
          <p:sp>
            <p:nvSpPr>
              <p:cNvPr id="38" name="文本框 28">
                <a:extLst>
                  <a:ext uri="{FF2B5EF4-FFF2-40B4-BE49-F238E27FC236}">
                    <a16:creationId xmlns:a16="http://schemas.microsoft.com/office/drawing/2014/main" id="{5D97D215-828A-465B-980E-5C3BD795A2A4}"/>
                  </a:ext>
                </a:extLst>
              </p:cNvPr>
              <p:cNvSpPr txBox="1">
                <a:spLocks/>
              </p:cNvSpPr>
              <p:nvPr/>
            </p:nvSpPr>
            <p:spPr>
              <a:xfrm>
                <a:off x="8994656" y="4690521"/>
                <a:ext cx="3053664" cy="1112292"/>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30000"/>
                  </a:lnSpc>
                  <a:defRPr sz="1400">
                    <a:latin typeface="微软雅黑 (正文)"/>
                  </a:defRPr>
                </a:pPr>
                <a:r>
                  <a:t> </a:t>
                </a:r>
                <a:endParaRPr lang="zh-CN" altLang="en-US" sz="1400" dirty="0">
                  <a:solidFill>
                    <a:srgbClr val="000000"/>
                  </a:solidFill>
                </a:endParaRPr>
              </a:p>
            </p:txBody>
          </p:sp>
          <p:sp>
            <p:nvSpPr>
              <p:cNvPr id="39" name="文本框 38">
                <a:extLst>
                  <a:ext uri="{FF2B5EF4-FFF2-40B4-BE49-F238E27FC236}">
                    <a16:creationId xmlns:a16="http://schemas.microsoft.com/office/drawing/2014/main" id="{3C4873B6-47EF-4FAB-B9C4-4966F573DD9D}"/>
                  </a:ext>
                </a:extLst>
              </p:cNvPr>
              <p:cNvSpPr txBox="1"/>
              <p:nvPr/>
            </p:nvSpPr>
            <p:spPr>
              <a:xfrm>
                <a:off x="9030876" y="4414501"/>
                <a:ext cx="2748172" cy="293607"/>
              </a:xfrm>
              <a:prstGeom prst="rect">
                <a:avLst/>
              </a:prstGeom>
              <a:noFill/>
            </p:spPr>
            <p:txBody>
              <a:bodyPr wrap="square"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spcAft>
                    <a:spcPts val="600"/>
                  </a:spcAft>
                  <a:defRPr sz="1400">
                    <a:latin typeface="微软雅黑 (正文)"/>
                  </a:defRPr>
                </a:pPr>
                <a:r>
                  <a:t> </a:t>
                </a:r>
                <a:endParaRPr lang="en-US" altLang="zh-CN" sz="1400" b="1" dirty="0">
                  <a:solidFill>
                    <a:schemeClr val="accent5"/>
                  </a:solidFill>
                </a:endParaRPr>
              </a:p>
            </p:txBody>
          </p:sp>
          <p:sp>
            <p:nvSpPr>
              <p:cNvPr id="40" name="圆角矩形 8">
                <a:extLst>
                  <a:ext uri="{FF2B5EF4-FFF2-40B4-BE49-F238E27FC236}">
                    <a16:creationId xmlns:a16="http://schemas.microsoft.com/office/drawing/2014/main" id="{D9102D00-365A-4AA5-8F8A-94703AD7AFD2}"/>
                  </a:ext>
                </a:extLst>
              </p:cNvPr>
              <p:cNvSpPr>
                <a:spLocks/>
              </p:cNvSpPr>
              <p:nvPr/>
            </p:nvSpPr>
            <p:spPr>
              <a:xfrm>
                <a:off x="8725384" y="3991589"/>
                <a:ext cx="3359156" cy="2228475"/>
              </a:xfrm>
              <a:prstGeom prst="roundRect">
                <a:avLst>
                  <a:gd name="adj" fmla="val 4500"/>
                </a:avLst>
              </a:prstGeom>
              <a:noFill/>
              <a:ln w="6350" cap="rnd">
                <a:solidFill>
                  <a:schemeClr val="accent4"/>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3765">
                  <a:lnSpc>
                    <a:spcPct val="120000"/>
                  </a:lnSpc>
                  <a:spcAft>
                    <a:spcPts val="600"/>
                  </a:spcAft>
                </a:pPr>
                <a:endParaRPr lang="zh-CN" altLang="en-US" sz="20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1" name="组合 40">
                <a:extLst>
                  <a:ext uri="{FF2B5EF4-FFF2-40B4-BE49-F238E27FC236}">
                    <a16:creationId xmlns:a16="http://schemas.microsoft.com/office/drawing/2014/main" id="{191F8366-DDDF-4009-8F5D-88A514BBC788}"/>
                  </a:ext>
                </a:extLst>
              </p:cNvPr>
              <p:cNvGrpSpPr/>
              <p:nvPr/>
            </p:nvGrpSpPr>
            <p:grpSpPr>
              <a:xfrm>
                <a:off x="10044962" y="3651294"/>
                <a:ext cx="720000" cy="621123"/>
                <a:chOff x="10044962" y="3651294"/>
                <a:chExt cx="720000" cy="621123"/>
              </a:xfrm>
            </p:grpSpPr>
            <p:sp>
              <p:nvSpPr>
                <p:cNvPr id="42" name="椭圆 41">
                  <a:extLst>
                    <a:ext uri="{FF2B5EF4-FFF2-40B4-BE49-F238E27FC236}">
                      <a16:creationId xmlns:a16="http://schemas.microsoft.com/office/drawing/2014/main" id="{720DBE35-4BF0-4460-9531-59939C52152E}"/>
                    </a:ext>
                  </a:extLst>
                </p:cNvPr>
                <p:cNvSpPr>
                  <a:spLocks noChangeAspect="1"/>
                </p:cNvSpPr>
                <p:nvPr/>
              </p:nvSpPr>
              <p:spPr>
                <a:xfrm>
                  <a:off x="10044962" y="3651294"/>
                  <a:ext cx="720000" cy="621123"/>
                </a:xfrm>
                <a:prstGeom prst="ellipse">
                  <a:avLst/>
                </a:prstGeom>
                <a:solidFill>
                  <a:schemeClr val="accent5"/>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600"/>
                    </a:spcAft>
                  </a:pPr>
                  <a:endParaRPr lang="zh-CN" altLang="en-US"/>
                </a:p>
              </p:txBody>
            </p:sp>
            <p:sp>
              <p:nvSpPr>
                <p:cNvPr id="43" name="图形 30">
                  <a:extLst>
                    <a:ext uri="{FF2B5EF4-FFF2-40B4-BE49-F238E27FC236}">
                      <a16:creationId xmlns:a16="http://schemas.microsoft.com/office/drawing/2014/main" id="{5BE931C4-381E-40C2-9FCB-F3C371EBA44D}"/>
                    </a:ext>
                  </a:extLst>
                </p:cNvPr>
                <p:cNvSpPr/>
                <p:nvPr/>
              </p:nvSpPr>
              <p:spPr>
                <a:xfrm>
                  <a:off x="10288436" y="3892456"/>
                  <a:ext cx="233052" cy="180945"/>
                </a:xfrm>
                <a:custGeom>
                  <a:avLst/>
                  <a:gdLst>
                    <a:gd name="connsiteX0" fmla="*/ 1527730 w 1587251"/>
                    <a:gd name="connsiteY0" fmla="*/ 833307 h 1428526"/>
                    <a:gd name="connsiteX1" fmla="*/ 1587252 w 1587251"/>
                    <a:gd name="connsiteY1" fmla="*/ 833307 h 1428526"/>
                    <a:gd name="connsiteX2" fmla="*/ 1587252 w 1587251"/>
                    <a:gd name="connsiteY2" fmla="*/ 1249961 h 1428526"/>
                    <a:gd name="connsiteX3" fmla="*/ 1408686 w 1587251"/>
                    <a:gd name="connsiteY3" fmla="*/ 1428527 h 1428526"/>
                    <a:gd name="connsiteX4" fmla="*/ 178566 w 1587251"/>
                    <a:gd name="connsiteY4" fmla="*/ 1428527 h 1428526"/>
                    <a:gd name="connsiteX5" fmla="*/ 0 w 1587251"/>
                    <a:gd name="connsiteY5" fmla="*/ 1249961 h 1428526"/>
                    <a:gd name="connsiteX6" fmla="*/ 0 w 1587251"/>
                    <a:gd name="connsiteY6" fmla="*/ 813467 h 1428526"/>
                    <a:gd name="connsiteX7" fmla="*/ 59522 w 1587251"/>
                    <a:gd name="connsiteY7" fmla="*/ 813467 h 1428526"/>
                    <a:gd name="connsiteX8" fmla="*/ 158725 w 1587251"/>
                    <a:gd name="connsiteY8" fmla="*/ 714263 h 1428526"/>
                    <a:gd name="connsiteX9" fmla="*/ 59522 w 1587251"/>
                    <a:gd name="connsiteY9" fmla="*/ 615060 h 1428526"/>
                    <a:gd name="connsiteX10" fmla="*/ 0 w 1587251"/>
                    <a:gd name="connsiteY10" fmla="*/ 615060 h 1428526"/>
                    <a:gd name="connsiteX11" fmla="*/ 0 w 1587251"/>
                    <a:gd name="connsiteY11" fmla="*/ 178566 h 1428526"/>
                    <a:gd name="connsiteX12" fmla="*/ 178566 w 1587251"/>
                    <a:gd name="connsiteY12" fmla="*/ 0 h 1428526"/>
                    <a:gd name="connsiteX13" fmla="*/ 1408686 w 1587251"/>
                    <a:gd name="connsiteY13" fmla="*/ 0 h 1428526"/>
                    <a:gd name="connsiteX14" fmla="*/ 1587252 w 1587251"/>
                    <a:gd name="connsiteY14" fmla="*/ 178566 h 1428526"/>
                    <a:gd name="connsiteX15" fmla="*/ 1587252 w 1587251"/>
                    <a:gd name="connsiteY15" fmla="*/ 634901 h 1428526"/>
                    <a:gd name="connsiteX16" fmla="*/ 1527730 w 1587251"/>
                    <a:gd name="connsiteY16" fmla="*/ 634901 h 1428526"/>
                    <a:gd name="connsiteX17" fmla="*/ 1428527 w 1587251"/>
                    <a:gd name="connsiteY17" fmla="*/ 734104 h 1428526"/>
                    <a:gd name="connsiteX18" fmla="*/ 1527730 w 1587251"/>
                    <a:gd name="connsiteY18" fmla="*/ 833307 h 1428526"/>
                    <a:gd name="connsiteX19" fmla="*/ 1309483 w 1587251"/>
                    <a:gd name="connsiteY19" fmla="*/ 734104 h 1428526"/>
                    <a:gd name="connsiteX20" fmla="*/ 1468208 w 1587251"/>
                    <a:gd name="connsiteY20" fmla="*/ 524072 h 1428526"/>
                    <a:gd name="connsiteX21" fmla="*/ 1468208 w 1587251"/>
                    <a:gd name="connsiteY21" fmla="*/ 178566 h 1428526"/>
                    <a:gd name="connsiteX22" fmla="*/ 1408686 w 1587251"/>
                    <a:gd name="connsiteY22" fmla="*/ 119044 h 1428526"/>
                    <a:gd name="connsiteX23" fmla="*/ 178566 w 1587251"/>
                    <a:gd name="connsiteY23" fmla="*/ 119044 h 1428526"/>
                    <a:gd name="connsiteX24" fmla="*/ 119044 w 1587251"/>
                    <a:gd name="connsiteY24" fmla="*/ 178566 h 1428526"/>
                    <a:gd name="connsiteX25" fmla="*/ 119044 w 1587251"/>
                    <a:gd name="connsiteY25" fmla="*/ 504232 h 1428526"/>
                    <a:gd name="connsiteX26" fmla="*/ 277769 w 1587251"/>
                    <a:gd name="connsiteY26" fmla="*/ 714263 h 1428526"/>
                    <a:gd name="connsiteX27" fmla="*/ 119044 w 1587251"/>
                    <a:gd name="connsiteY27" fmla="*/ 924295 h 1428526"/>
                    <a:gd name="connsiteX28" fmla="*/ 119044 w 1587251"/>
                    <a:gd name="connsiteY28" fmla="*/ 1249961 h 1428526"/>
                    <a:gd name="connsiteX29" fmla="*/ 178566 w 1587251"/>
                    <a:gd name="connsiteY29" fmla="*/ 1309483 h 1428526"/>
                    <a:gd name="connsiteX30" fmla="*/ 1408686 w 1587251"/>
                    <a:gd name="connsiteY30" fmla="*/ 1309483 h 1428526"/>
                    <a:gd name="connsiteX31" fmla="*/ 1468208 w 1587251"/>
                    <a:gd name="connsiteY31" fmla="*/ 1249961 h 1428526"/>
                    <a:gd name="connsiteX32" fmla="*/ 1468208 w 1587251"/>
                    <a:gd name="connsiteY32" fmla="*/ 944136 h 1428526"/>
                    <a:gd name="connsiteX33" fmla="*/ 1309483 w 1587251"/>
                    <a:gd name="connsiteY33" fmla="*/ 734104 h 1428526"/>
                    <a:gd name="connsiteX34" fmla="*/ 773785 w 1587251"/>
                    <a:gd name="connsiteY34" fmla="*/ 917485 h 1428526"/>
                    <a:gd name="connsiteX35" fmla="*/ 654741 w 1587251"/>
                    <a:gd name="connsiteY35" fmla="*/ 798441 h 1428526"/>
                    <a:gd name="connsiteX36" fmla="*/ 518264 w 1587251"/>
                    <a:gd name="connsiteY36" fmla="*/ 934916 h 1428526"/>
                    <a:gd name="connsiteX37" fmla="*/ 434087 w 1587251"/>
                    <a:gd name="connsiteY37" fmla="*/ 850741 h 1428526"/>
                    <a:gd name="connsiteX38" fmla="*/ 654741 w 1587251"/>
                    <a:gd name="connsiteY38" fmla="*/ 630086 h 1428526"/>
                    <a:gd name="connsiteX39" fmla="*/ 773785 w 1587251"/>
                    <a:gd name="connsiteY39" fmla="*/ 749130 h 1428526"/>
                    <a:gd name="connsiteX40" fmla="*/ 888015 w 1587251"/>
                    <a:gd name="connsiteY40" fmla="*/ 634901 h 1428526"/>
                    <a:gd name="connsiteX41" fmla="*/ 833307 w 1587251"/>
                    <a:gd name="connsiteY41" fmla="*/ 634901 h 1428526"/>
                    <a:gd name="connsiteX42" fmla="*/ 833307 w 1587251"/>
                    <a:gd name="connsiteY42" fmla="*/ 515857 h 1428526"/>
                    <a:gd name="connsiteX43" fmla="*/ 1175413 w 1587251"/>
                    <a:gd name="connsiteY43" fmla="*/ 515857 h 1428526"/>
                    <a:gd name="connsiteX44" fmla="*/ 773785 w 1587251"/>
                    <a:gd name="connsiteY44" fmla="*/ 917485 h 142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587251" h="1428526">
                      <a:moveTo>
                        <a:pt x="1527730" y="833307"/>
                      </a:moveTo>
                      <a:lnTo>
                        <a:pt x="1587252" y="833307"/>
                      </a:lnTo>
                      <a:lnTo>
                        <a:pt x="1587252" y="1249961"/>
                      </a:lnTo>
                      <a:cubicBezTo>
                        <a:pt x="1587252" y="1348580"/>
                        <a:pt x="1507305" y="1428527"/>
                        <a:pt x="1408686" y="1428527"/>
                      </a:cubicBezTo>
                      <a:lnTo>
                        <a:pt x="178566" y="1428527"/>
                      </a:lnTo>
                      <a:cubicBezTo>
                        <a:pt x="79947" y="1428527"/>
                        <a:pt x="0" y="1348580"/>
                        <a:pt x="0" y="1249961"/>
                      </a:cubicBezTo>
                      <a:lnTo>
                        <a:pt x="0" y="813467"/>
                      </a:lnTo>
                      <a:lnTo>
                        <a:pt x="59522" y="813467"/>
                      </a:lnTo>
                      <a:cubicBezTo>
                        <a:pt x="114309" y="813467"/>
                        <a:pt x="158725" y="769053"/>
                        <a:pt x="158725" y="714263"/>
                      </a:cubicBezTo>
                      <a:cubicBezTo>
                        <a:pt x="158725" y="659476"/>
                        <a:pt x="114311" y="615060"/>
                        <a:pt x="59522" y="615060"/>
                      </a:cubicBezTo>
                      <a:lnTo>
                        <a:pt x="0" y="615060"/>
                      </a:lnTo>
                      <a:lnTo>
                        <a:pt x="0" y="178566"/>
                      </a:lnTo>
                      <a:cubicBezTo>
                        <a:pt x="0" y="79947"/>
                        <a:pt x="79947" y="0"/>
                        <a:pt x="178566" y="0"/>
                      </a:cubicBezTo>
                      <a:lnTo>
                        <a:pt x="1408686" y="0"/>
                      </a:lnTo>
                      <a:cubicBezTo>
                        <a:pt x="1507305" y="0"/>
                        <a:pt x="1587252" y="79947"/>
                        <a:pt x="1587252" y="178566"/>
                      </a:cubicBezTo>
                      <a:lnTo>
                        <a:pt x="1587252" y="634901"/>
                      </a:lnTo>
                      <a:lnTo>
                        <a:pt x="1527730" y="634901"/>
                      </a:lnTo>
                      <a:cubicBezTo>
                        <a:pt x="1472943" y="634901"/>
                        <a:pt x="1428527" y="679315"/>
                        <a:pt x="1428527" y="734104"/>
                      </a:cubicBezTo>
                      <a:cubicBezTo>
                        <a:pt x="1428527" y="788891"/>
                        <a:pt x="1472941" y="833307"/>
                        <a:pt x="1527730" y="833307"/>
                      </a:cubicBezTo>
                      <a:close/>
                      <a:moveTo>
                        <a:pt x="1309483" y="734104"/>
                      </a:moveTo>
                      <a:cubicBezTo>
                        <a:pt x="1309483" y="634203"/>
                        <a:pt x="1376604" y="549981"/>
                        <a:pt x="1468208" y="524072"/>
                      </a:cubicBezTo>
                      <a:lnTo>
                        <a:pt x="1468208" y="178566"/>
                      </a:lnTo>
                      <a:cubicBezTo>
                        <a:pt x="1468208" y="145693"/>
                        <a:pt x="1441559" y="119044"/>
                        <a:pt x="1408686" y="119044"/>
                      </a:cubicBezTo>
                      <a:lnTo>
                        <a:pt x="178566" y="119044"/>
                      </a:lnTo>
                      <a:cubicBezTo>
                        <a:pt x="145693" y="119044"/>
                        <a:pt x="119044" y="145693"/>
                        <a:pt x="119044" y="178566"/>
                      </a:cubicBezTo>
                      <a:lnTo>
                        <a:pt x="119044" y="504232"/>
                      </a:lnTo>
                      <a:cubicBezTo>
                        <a:pt x="210648" y="530141"/>
                        <a:pt x="277769" y="614364"/>
                        <a:pt x="277769" y="714263"/>
                      </a:cubicBezTo>
                      <a:cubicBezTo>
                        <a:pt x="277769" y="814164"/>
                        <a:pt x="210648" y="898386"/>
                        <a:pt x="119044" y="924295"/>
                      </a:cubicBezTo>
                      <a:lnTo>
                        <a:pt x="119044" y="1249961"/>
                      </a:lnTo>
                      <a:cubicBezTo>
                        <a:pt x="119044" y="1282833"/>
                        <a:pt x="145693" y="1309483"/>
                        <a:pt x="178566" y="1309483"/>
                      </a:cubicBezTo>
                      <a:lnTo>
                        <a:pt x="1408686" y="1309483"/>
                      </a:lnTo>
                      <a:cubicBezTo>
                        <a:pt x="1441559" y="1309483"/>
                        <a:pt x="1468208" y="1282833"/>
                        <a:pt x="1468208" y="1249961"/>
                      </a:cubicBezTo>
                      <a:lnTo>
                        <a:pt x="1468208" y="944136"/>
                      </a:lnTo>
                      <a:cubicBezTo>
                        <a:pt x="1376604" y="918227"/>
                        <a:pt x="1309483" y="834003"/>
                        <a:pt x="1309483" y="734104"/>
                      </a:cubicBezTo>
                      <a:close/>
                      <a:moveTo>
                        <a:pt x="773785" y="917485"/>
                      </a:moveTo>
                      <a:lnTo>
                        <a:pt x="654741" y="798441"/>
                      </a:lnTo>
                      <a:lnTo>
                        <a:pt x="518264" y="934916"/>
                      </a:lnTo>
                      <a:lnTo>
                        <a:pt x="434087" y="850741"/>
                      </a:lnTo>
                      <a:lnTo>
                        <a:pt x="654741" y="630086"/>
                      </a:lnTo>
                      <a:lnTo>
                        <a:pt x="773785" y="749130"/>
                      </a:lnTo>
                      <a:lnTo>
                        <a:pt x="888015" y="634901"/>
                      </a:lnTo>
                      <a:lnTo>
                        <a:pt x="833307" y="634901"/>
                      </a:lnTo>
                      <a:lnTo>
                        <a:pt x="833307" y="515857"/>
                      </a:lnTo>
                      <a:lnTo>
                        <a:pt x="1175413" y="515857"/>
                      </a:lnTo>
                      <a:lnTo>
                        <a:pt x="773785" y="917485"/>
                      </a:lnTo>
                      <a:close/>
                    </a:path>
                  </a:pathLst>
                </a:custGeom>
                <a:solidFill>
                  <a:schemeClr val="bg1"/>
                </a:solidFill>
                <a:ln w="1860" cap="flat">
                  <a:noFill/>
                  <a:prstDash val="solid"/>
                  <a:miter/>
                </a:ln>
              </p:spPr>
              <p:txBody>
                <a:bodyPr rtlCol="0" anchor="ctr"/>
                <a:lstStyle/>
                <a:p>
                  <a:endParaRPr lang="zh-CN" altLang="en-US"/>
                </a:p>
              </p:txBody>
            </p:sp>
          </p:grpSp>
        </p:grpSp>
        <p:sp>
          <p:nvSpPr>
            <p:cNvPr id="37" name="图形 32">
              <a:extLst>
                <a:ext uri="{FF2B5EF4-FFF2-40B4-BE49-F238E27FC236}">
                  <a16:creationId xmlns:a16="http://schemas.microsoft.com/office/drawing/2014/main" id="{8DDC3213-3D91-4819-8B53-303F607D31C8}"/>
                </a:ext>
              </a:extLst>
            </p:cNvPr>
            <p:cNvSpPr/>
            <p:nvPr/>
          </p:nvSpPr>
          <p:spPr>
            <a:xfrm>
              <a:off x="5952011" y="3875057"/>
              <a:ext cx="275279" cy="207437"/>
            </a:xfrm>
            <a:custGeom>
              <a:avLst/>
              <a:gdLst>
                <a:gd name="connsiteX0" fmla="*/ 1635919 w 1643099"/>
                <a:gd name="connsiteY0" fmla="*/ 435531 h 1391126"/>
                <a:gd name="connsiteX1" fmla="*/ 1379458 w 1643099"/>
                <a:gd name="connsiteY1" fmla="*/ 22503 h 1391126"/>
                <a:gd name="connsiteX2" fmla="*/ 1353741 w 1643099"/>
                <a:gd name="connsiteY2" fmla="*/ 3810 h 1391126"/>
                <a:gd name="connsiteX3" fmla="*/ 1341001 w 1643099"/>
                <a:gd name="connsiteY3" fmla="*/ 476 h 1391126"/>
                <a:gd name="connsiteX4" fmla="*/ 1338977 w 1643099"/>
                <a:gd name="connsiteY4" fmla="*/ 0 h 1391126"/>
                <a:gd name="connsiteX5" fmla="*/ 306348 w 1643099"/>
                <a:gd name="connsiteY5" fmla="*/ 0 h 1391126"/>
                <a:gd name="connsiteX6" fmla="*/ 304086 w 1643099"/>
                <a:gd name="connsiteY6" fmla="*/ 595 h 1391126"/>
                <a:gd name="connsiteX7" fmla="*/ 286464 w 1643099"/>
                <a:gd name="connsiteY7" fmla="*/ 5120 h 1391126"/>
                <a:gd name="connsiteX8" fmla="*/ 282654 w 1643099"/>
                <a:gd name="connsiteY8" fmla="*/ 6548 h 1391126"/>
                <a:gd name="connsiteX9" fmla="*/ 281702 w 1643099"/>
                <a:gd name="connsiteY9" fmla="*/ 6906 h 1391126"/>
                <a:gd name="connsiteX10" fmla="*/ 267057 w 1643099"/>
                <a:gd name="connsiteY10" fmla="*/ 21431 h 1391126"/>
                <a:gd name="connsiteX11" fmla="*/ 265986 w 1643099"/>
                <a:gd name="connsiteY11" fmla="*/ 22384 h 1391126"/>
                <a:gd name="connsiteX12" fmla="*/ 7263 w 1643099"/>
                <a:gd name="connsiteY12" fmla="*/ 435293 h 1391126"/>
                <a:gd name="connsiteX13" fmla="*/ 6667 w 1643099"/>
                <a:gd name="connsiteY13" fmla="*/ 437674 h 1391126"/>
                <a:gd name="connsiteX14" fmla="*/ 0 w 1643099"/>
                <a:gd name="connsiteY14" fmla="*/ 460653 h 1391126"/>
                <a:gd name="connsiteX15" fmla="*/ 476 w 1643099"/>
                <a:gd name="connsiteY15" fmla="*/ 463153 h 1391126"/>
                <a:gd name="connsiteX16" fmla="*/ 1310 w 1643099"/>
                <a:gd name="connsiteY16" fmla="*/ 467439 h 1391126"/>
                <a:gd name="connsiteX17" fmla="*/ 10954 w 1643099"/>
                <a:gd name="connsiteY17" fmla="*/ 489823 h 1391126"/>
                <a:gd name="connsiteX18" fmla="*/ 11906 w 1643099"/>
                <a:gd name="connsiteY18" fmla="*/ 492085 h 1391126"/>
                <a:gd name="connsiteX19" fmla="*/ 790337 w 1643099"/>
                <a:gd name="connsiteY19" fmla="*/ 1374934 h 1391126"/>
                <a:gd name="connsiteX20" fmla="*/ 826056 w 1643099"/>
                <a:gd name="connsiteY20" fmla="*/ 1391126 h 1391126"/>
                <a:gd name="connsiteX21" fmla="*/ 826175 w 1643099"/>
                <a:gd name="connsiteY21" fmla="*/ 1391126 h 1391126"/>
                <a:gd name="connsiteX22" fmla="*/ 862013 w 1643099"/>
                <a:gd name="connsiteY22" fmla="*/ 1374696 h 1391126"/>
                <a:gd name="connsiteX23" fmla="*/ 1631394 w 1643099"/>
                <a:gd name="connsiteY23" fmla="*/ 491847 h 1391126"/>
                <a:gd name="connsiteX24" fmla="*/ 1635919 w 1643099"/>
                <a:gd name="connsiteY24" fmla="*/ 435531 h 1391126"/>
                <a:gd name="connsiteX25" fmla="*/ 305753 w 1643099"/>
                <a:gd name="connsiteY25" fmla="*/ 138232 h 1391126"/>
                <a:gd name="connsiteX26" fmla="*/ 472678 w 1643099"/>
                <a:gd name="connsiteY26" fmla="*/ 413028 h 1391126"/>
                <a:gd name="connsiteX27" fmla="*/ 133707 w 1643099"/>
                <a:gd name="connsiteY27" fmla="*/ 413028 h 1391126"/>
                <a:gd name="connsiteX28" fmla="*/ 305753 w 1643099"/>
                <a:gd name="connsiteY28" fmla="*/ 138232 h 1391126"/>
                <a:gd name="connsiteX29" fmla="*/ 1022866 w 1643099"/>
                <a:gd name="connsiteY29" fmla="*/ 508278 h 1391126"/>
                <a:gd name="connsiteX30" fmla="*/ 821888 w 1643099"/>
                <a:gd name="connsiteY30" fmla="*/ 1180505 h 1391126"/>
                <a:gd name="connsiteX31" fmla="*/ 620911 w 1643099"/>
                <a:gd name="connsiteY31" fmla="*/ 508278 h 1391126"/>
                <a:gd name="connsiteX32" fmla="*/ 1022866 w 1643099"/>
                <a:gd name="connsiteY32" fmla="*/ 508278 h 1391126"/>
                <a:gd name="connsiteX33" fmla="*/ 648533 w 1643099"/>
                <a:gd name="connsiteY33" fmla="*/ 413028 h 1391126"/>
                <a:gd name="connsiteX34" fmla="*/ 821888 w 1643099"/>
                <a:gd name="connsiteY34" fmla="*/ 113943 h 1391126"/>
                <a:gd name="connsiteX35" fmla="*/ 995243 w 1643099"/>
                <a:gd name="connsiteY35" fmla="*/ 413028 h 1391126"/>
                <a:gd name="connsiteX36" fmla="*/ 648533 w 1643099"/>
                <a:gd name="connsiteY36" fmla="*/ 413028 h 1391126"/>
                <a:gd name="connsiteX37" fmla="*/ 921187 w 1643099"/>
                <a:gd name="connsiteY37" fmla="*/ 95250 h 1391126"/>
                <a:gd name="connsiteX38" fmla="*/ 1252776 w 1643099"/>
                <a:gd name="connsiteY38" fmla="*/ 95250 h 1391126"/>
                <a:gd name="connsiteX39" fmla="*/ 1082993 w 1643099"/>
                <a:gd name="connsiteY39" fmla="*/ 374571 h 1391126"/>
                <a:gd name="connsiteX40" fmla="*/ 921187 w 1643099"/>
                <a:gd name="connsiteY40" fmla="*/ 95250 h 1391126"/>
                <a:gd name="connsiteX41" fmla="*/ 560784 w 1643099"/>
                <a:gd name="connsiteY41" fmla="*/ 374571 h 1391126"/>
                <a:gd name="connsiteX42" fmla="*/ 391001 w 1643099"/>
                <a:gd name="connsiteY42" fmla="*/ 95250 h 1391126"/>
                <a:gd name="connsiteX43" fmla="*/ 722590 w 1643099"/>
                <a:gd name="connsiteY43" fmla="*/ 95250 h 1391126"/>
                <a:gd name="connsiteX44" fmla="*/ 560784 w 1643099"/>
                <a:gd name="connsiteY44" fmla="*/ 374571 h 1391126"/>
                <a:gd name="connsiteX45" fmla="*/ 521494 w 1643099"/>
                <a:gd name="connsiteY45" fmla="*/ 508278 h 1391126"/>
                <a:gd name="connsiteX46" fmla="*/ 710446 w 1643099"/>
                <a:gd name="connsiteY46" fmla="*/ 1140500 h 1391126"/>
                <a:gd name="connsiteX47" fmla="*/ 152995 w 1643099"/>
                <a:gd name="connsiteY47" fmla="*/ 508278 h 1391126"/>
                <a:gd name="connsiteX48" fmla="*/ 521494 w 1643099"/>
                <a:gd name="connsiteY48" fmla="*/ 508278 h 1391126"/>
                <a:gd name="connsiteX49" fmla="*/ 1122283 w 1643099"/>
                <a:gd name="connsiteY49" fmla="*/ 508278 h 1391126"/>
                <a:gd name="connsiteX50" fmla="*/ 1490782 w 1643099"/>
                <a:gd name="connsiteY50" fmla="*/ 508278 h 1391126"/>
                <a:gd name="connsiteX51" fmla="*/ 929878 w 1643099"/>
                <a:gd name="connsiteY51" fmla="*/ 1151811 h 1391126"/>
                <a:gd name="connsiteX52" fmla="*/ 1122283 w 1643099"/>
                <a:gd name="connsiteY52" fmla="*/ 508278 h 1391126"/>
                <a:gd name="connsiteX53" fmla="*/ 1171218 w 1643099"/>
                <a:gd name="connsiteY53" fmla="*/ 413028 h 1391126"/>
                <a:gd name="connsiteX54" fmla="*/ 1338620 w 1643099"/>
                <a:gd name="connsiteY54" fmla="*/ 137398 h 1391126"/>
                <a:gd name="connsiteX55" fmla="*/ 1509832 w 1643099"/>
                <a:gd name="connsiteY55" fmla="*/ 413028 h 1391126"/>
                <a:gd name="connsiteX56" fmla="*/ 1171218 w 1643099"/>
                <a:gd name="connsiteY56" fmla="*/ 413028 h 1391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643099" h="1391126">
                  <a:moveTo>
                    <a:pt x="1635919" y="435531"/>
                  </a:moveTo>
                  <a:lnTo>
                    <a:pt x="1379458" y="22503"/>
                  </a:lnTo>
                  <a:cubicBezTo>
                    <a:pt x="1373505" y="12978"/>
                    <a:pt x="1363980" y="7382"/>
                    <a:pt x="1353741" y="3810"/>
                  </a:cubicBezTo>
                  <a:cubicBezTo>
                    <a:pt x="1349574" y="2262"/>
                    <a:pt x="1345406" y="833"/>
                    <a:pt x="1341001" y="476"/>
                  </a:cubicBezTo>
                  <a:cubicBezTo>
                    <a:pt x="1340168" y="476"/>
                    <a:pt x="1339691" y="0"/>
                    <a:pt x="1338977" y="0"/>
                  </a:cubicBezTo>
                  <a:lnTo>
                    <a:pt x="306348" y="0"/>
                  </a:lnTo>
                  <a:cubicBezTo>
                    <a:pt x="305633" y="0"/>
                    <a:pt x="304919" y="476"/>
                    <a:pt x="304086" y="595"/>
                  </a:cubicBezTo>
                  <a:cubicBezTo>
                    <a:pt x="298013" y="833"/>
                    <a:pt x="292179" y="2381"/>
                    <a:pt x="286464" y="5120"/>
                  </a:cubicBezTo>
                  <a:cubicBezTo>
                    <a:pt x="285274" y="5715"/>
                    <a:pt x="283845" y="5834"/>
                    <a:pt x="282654" y="6548"/>
                  </a:cubicBezTo>
                  <a:cubicBezTo>
                    <a:pt x="282416" y="6787"/>
                    <a:pt x="282059" y="6667"/>
                    <a:pt x="281702" y="6906"/>
                  </a:cubicBezTo>
                  <a:cubicBezTo>
                    <a:pt x="275511" y="10716"/>
                    <a:pt x="270748" y="15716"/>
                    <a:pt x="267057" y="21431"/>
                  </a:cubicBezTo>
                  <a:cubicBezTo>
                    <a:pt x="266700" y="21788"/>
                    <a:pt x="266224" y="21908"/>
                    <a:pt x="265986" y="22384"/>
                  </a:cubicBezTo>
                  <a:lnTo>
                    <a:pt x="7263" y="435293"/>
                  </a:lnTo>
                  <a:cubicBezTo>
                    <a:pt x="6787" y="436126"/>
                    <a:pt x="7144" y="436959"/>
                    <a:pt x="6667" y="437674"/>
                  </a:cubicBezTo>
                  <a:cubicBezTo>
                    <a:pt x="2857" y="444579"/>
                    <a:pt x="0" y="452080"/>
                    <a:pt x="0" y="460653"/>
                  </a:cubicBezTo>
                  <a:cubicBezTo>
                    <a:pt x="0" y="461486"/>
                    <a:pt x="476" y="462320"/>
                    <a:pt x="476" y="463153"/>
                  </a:cubicBezTo>
                  <a:cubicBezTo>
                    <a:pt x="476" y="464701"/>
                    <a:pt x="1072" y="465892"/>
                    <a:pt x="1310" y="467439"/>
                  </a:cubicBezTo>
                  <a:cubicBezTo>
                    <a:pt x="2619" y="475774"/>
                    <a:pt x="5834" y="483394"/>
                    <a:pt x="10954" y="489823"/>
                  </a:cubicBezTo>
                  <a:cubicBezTo>
                    <a:pt x="11430" y="490538"/>
                    <a:pt x="11311" y="491371"/>
                    <a:pt x="11906" y="492085"/>
                  </a:cubicBezTo>
                  <a:lnTo>
                    <a:pt x="790337" y="1374934"/>
                  </a:lnTo>
                  <a:cubicBezTo>
                    <a:pt x="799386" y="1385173"/>
                    <a:pt x="812363" y="1391126"/>
                    <a:pt x="826056" y="1391126"/>
                  </a:cubicBezTo>
                  <a:cubicBezTo>
                    <a:pt x="826056" y="1391126"/>
                    <a:pt x="826175" y="1391126"/>
                    <a:pt x="826175" y="1391126"/>
                  </a:cubicBezTo>
                  <a:cubicBezTo>
                    <a:pt x="839867" y="1391007"/>
                    <a:pt x="852964" y="1385173"/>
                    <a:pt x="862013" y="1374696"/>
                  </a:cubicBezTo>
                  <a:lnTo>
                    <a:pt x="1631394" y="491847"/>
                  </a:lnTo>
                  <a:cubicBezTo>
                    <a:pt x="1645087" y="476131"/>
                    <a:pt x="1646992" y="453271"/>
                    <a:pt x="1635919" y="435531"/>
                  </a:cubicBezTo>
                  <a:close/>
                  <a:moveTo>
                    <a:pt x="305753" y="138232"/>
                  </a:moveTo>
                  <a:lnTo>
                    <a:pt x="472678" y="413028"/>
                  </a:lnTo>
                  <a:lnTo>
                    <a:pt x="133707" y="413028"/>
                  </a:lnTo>
                  <a:lnTo>
                    <a:pt x="305753" y="138232"/>
                  </a:lnTo>
                  <a:close/>
                  <a:moveTo>
                    <a:pt x="1022866" y="508278"/>
                  </a:moveTo>
                  <a:lnTo>
                    <a:pt x="821888" y="1180505"/>
                  </a:lnTo>
                  <a:lnTo>
                    <a:pt x="620911" y="508278"/>
                  </a:lnTo>
                  <a:lnTo>
                    <a:pt x="1022866" y="508278"/>
                  </a:lnTo>
                  <a:close/>
                  <a:moveTo>
                    <a:pt x="648533" y="413028"/>
                  </a:moveTo>
                  <a:lnTo>
                    <a:pt x="821888" y="113943"/>
                  </a:lnTo>
                  <a:lnTo>
                    <a:pt x="995243" y="413028"/>
                  </a:lnTo>
                  <a:lnTo>
                    <a:pt x="648533" y="413028"/>
                  </a:lnTo>
                  <a:close/>
                  <a:moveTo>
                    <a:pt x="921187" y="95250"/>
                  </a:moveTo>
                  <a:lnTo>
                    <a:pt x="1252776" y="95250"/>
                  </a:lnTo>
                  <a:lnTo>
                    <a:pt x="1082993" y="374571"/>
                  </a:lnTo>
                  <a:lnTo>
                    <a:pt x="921187" y="95250"/>
                  </a:lnTo>
                  <a:close/>
                  <a:moveTo>
                    <a:pt x="560784" y="374571"/>
                  </a:moveTo>
                  <a:lnTo>
                    <a:pt x="391001" y="95250"/>
                  </a:lnTo>
                  <a:lnTo>
                    <a:pt x="722590" y="95250"/>
                  </a:lnTo>
                  <a:lnTo>
                    <a:pt x="560784" y="374571"/>
                  </a:lnTo>
                  <a:close/>
                  <a:moveTo>
                    <a:pt x="521494" y="508278"/>
                  </a:moveTo>
                  <a:lnTo>
                    <a:pt x="710446" y="1140500"/>
                  </a:lnTo>
                  <a:lnTo>
                    <a:pt x="152995" y="508278"/>
                  </a:lnTo>
                  <a:lnTo>
                    <a:pt x="521494" y="508278"/>
                  </a:lnTo>
                  <a:close/>
                  <a:moveTo>
                    <a:pt x="1122283" y="508278"/>
                  </a:moveTo>
                  <a:lnTo>
                    <a:pt x="1490782" y="508278"/>
                  </a:lnTo>
                  <a:lnTo>
                    <a:pt x="929878" y="1151811"/>
                  </a:lnTo>
                  <a:lnTo>
                    <a:pt x="1122283" y="508278"/>
                  </a:lnTo>
                  <a:close/>
                  <a:moveTo>
                    <a:pt x="1171218" y="413028"/>
                  </a:moveTo>
                  <a:lnTo>
                    <a:pt x="1338620" y="137398"/>
                  </a:lnTo>
                  <a:lnTo>
                    <a:pt x="1509832" y="413028"/>
                  </a:lnTo>
                  <a:lnTo>
                    <a:pt x="1171218" y="413028"/>
                  </a:lnTo>
                  <a:close/>
                </a:path>
              </a:pathLst>
            </a:custGeom>
            <a:solidFill>
              <a:schemeClr val="bg1"/>
            </a:solidFill>
            <a:ln w="1860" cap="flat">
              <a:noFill/>
              <a:prstDash val="solid"/>
              <a:miter/>
            </a:ln>
          </p:spPr>
          <p:txBody>
            <a:bodyPr rtlCol="0" anchor="ctr"/>
            <a:lstStyle/>
            <a:p>
              <a:endParaRPr lang="zh-CN" altLang="en-US"/>
            </a:p>
          </p:txBody>
        </p:sp>
      </p:grpSp>
      <p:sp>
        <p:nvSpPr>
          <p:cNvPr id="23" name="矩形 22"/>
          <p:cNvSpPr/>
          <p:nvPr/>
        </p:nvSpPr>
        <p:spPr>
          <a:xfrm>
            <a:off x="633704" y="2687200"/>
            <a:ext cx="10848975" cy="777521"/>
          </a:xfrm>
          <a:prstGeom prst="rect">
            <a:avLst/>
          </a:prstGeom>
        </p:spPr>
        <p:txBody>
          <a:bodyPr wrap="square">
            <a:spAutoFit/>
          </a:bodyPr>
          <a:lstStyle/>
          <a:p>
            <a:pPr marL="285750" lvl="1" indent="-285750" algn="just">
              <a:lnSpc>
                <a:spcPct val="150000"/>
              </a:lnSpc>
              <a:spcBef>
                <a:spcPts val="600"/>
              </a:spcBef>
              <a:buClr>
                <a:srgbClr val="9E0116"/>
              </a:buClr>
              <a:buFont typeface="Wingdings" panose="05000000000000000000" pitchFamily="2" charset="2"/>
              <a:buChar char="l"/>
              <a:defRPr/>
            </a:pPr>
            <a:r>
              <a:rPr kumimoji="0" lang="zh-CN" altLang="en-US"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rPr>
              <a:t>投资策略</a:t>
            </a:r>
            <a:r>
              <a:rPr lang="zh-CN" altLang="en-US" sz="1400" b="1" dirty="0">
                <a:solidFill>
                  <a:srgbClr val="000000"/>
                </a:solidFill>
                <a:latin typeface="微软雅黑" panose="020B0503020204020204" charset="-122"/>
                <a:cs typeface="+mn-ea"/>
                <a:sym typeface="+mn-lt"/>
              </a:rPr>
              <a:t>：</a:t>
            </a:r>
            <a:endParaRPr lang="en-US" altLang="zh-CN" sz="1400" b="1" dirty="0">
              <a:solidFill>
                <a:srgbClr val="000000"/>
              </a:solidFill>
              <a:latin typeface="微软雅黑" panose="020B0503020204020204" charset="-122"/>
              <a:cs typeface="+mn-ea"/>
              <a:sym typeface="+mn-lt"/>
            </a:endParaRPr>
          </a:p>
          <a:p>
            <a:pPr marL="0" lvl="1" algn="just">
              <a:lnSpc>
                <a:spcPct val="150000"/>
              </a:lnSpc>
              <a:spcBef>
                <a:spcPts val="600"/>
              </a:spcBef>
              <a:buClr>
                <a:srgbClr val="9E0116"/>
              </a:buClr>
              <a:defRPr sz="1400">
                <a:latin typeface="微软雅黑 (正文)"/>
              </a:defRPr>
            </a:pPr>
            <a:r>
              <a:rPr dirty="0"/>
              <a:t>    </a:t>
            </a:r>
            <a:r>
              <a:rPr dirty="0" err="1"/>
              <a:t>短端品种偏谨慎，长端品种视供给情况进行波段操作。转债部分部分低价品种适当布局</a:t>
            </a:r>
            <a:r>
              <a:rPr dirty="0"/>
              <a:t>。</a:t>
            </a:r>
            <a:endParaRPr kumimoji="0" lang="en-US" altLang="zh-CN" sz="140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权益投资策略——胡松</a:t>
            </a:r>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t>17</a:t>
            </a:fld>
            <a:endParaRPr lang="zh-CN" altLang="en-US" dirty="0"/>
          </a:p>
        </p:txBody>
      </p:sp>
      <p:sp>
        <p:nvSpPr>
          <p:cNvPr id="25" name="矩形 24"/>
          <p:cNvSpPr/>
          <p:nvPr/>
        </p:nvSpPr>
        <p:spPr>
          <a:xfrm>
            <a:off x="669925" y="1189569"/>
            <a:ext cx="10848975" cy="1098378"/>
          </a:xfrm>
          <a:prstGeom prst="rect">
            <a:avLst/>
          </a:prstGeom>
        </p:spPr>
        <p:txBody>
          <a:bodyPr wrap="square">
            <a:spAutoFit/>
          </a:bodyPr>
          <a:lstStyle/>
          <a:p>
            <a:pPr marL="285750" lvl="1" indent="-285750" algn="just">
              <a:lnSpc>
                <a:spcPct val="150000"/>
              </a:lnSpc>
              <a:spcBef>
                <a:spcPts val="600"/>
              </a:spcBef>
              <a:buClr>
                <a:srgbClr val="9E0116"/>
              </a:buClr>
              <a:buFont typeface="Wingdings" panose="05000000000000000000" pitchFamily="2" charset="2"/>
              <a:buChar char="l"/>
              <a:defRPr/>
            </a:pPr>
            <a:r>
              <a:rPr kumimoji="0" lang="zh-CN" altLang="en-US"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rPr>
              <a:t>市场观点：</a:t>
            </a:r>
            <a:endParaRPr kumimoji="0" lang="en-US" altLang="zh-CN"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endParaRPr>
          </a:p>
          <a:p>
            <a:pPr marL="0" lvl="1">
              <a:lnSpc>
                <a:spcPct val="150000"/>
              </a:lnSpc>
              <a:spcBef>
                <a:spcPts val="600"/>
              </a:spcBef>
              <a:buClr>
                <a:srgbClr val="9E0116"/>
              </a:buClr>
              <a:defRPr sz="1400">
                <a:latin typeface="微软雅黑 (正文)"/>
              </a:defRPr>
            </a:pPr>
            <a:r>
              <a:rPr dirty="0"/>
              <a:t>    展望国内，经济复苏仍处于早期，且经济K型分化特征进一步加大，虽然AI新经济继续高举高打，但传统经济却陷入滞胀隐忧。一方面，美伊冲突导致上游价格快速上涨，成本飙升下制造业投资、生产、居民消费均出现不同程度的回落。</a:t>
            </a:r>
            <a:endParaRPr kumimoji="0" lang="en-US" altLang="zh-CN" sz="140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ea"/>
            </a:endParaRPr>
          </a:p>
        </p:txBody>
      </p:sp>
      <p:grpSp>
        <p:nvGrpSpPr>
          <p:cNvPr id="26" name="组合 25">
            <a:extLst>
              <a:ext uri="{FF2B5EF4-FFF2-40B4-BE49-F238E27FC236}">
                <a16:creationId xmlns:a16="http://schemas.microsoft.com/office/drawing/2014/main" id="{5A77B798-320E-4B92-8158-498AFEE38982}"/>
              </a:ext>
            </a:extLst>
          </p:cNvPr>
          <p:cNvGrpSpPr/>
          <p:nvPr/>
        </p:nvGrpSpPr>
        <p:grpSpPr>
          <a:xfrm>
            <a:off x="660399" y="3429000"/>
            <a:ext cx="10858500" cy="2979180"/>
            <a:chOff x="660400" y="3631589"/>
            <a:chExt cx="10858500" cy="2588475"/>
          </a:xfrm>
        </p:grpSpPr>
        <p:sp>
          <p:nvSpPr>
            <p:cNvPr id="27" name="文本框 28">
              <a:extLst>
                <a:ext uri="{FF2B5EF4-FFF2-40B4-BE49-F238E27FC236}">
                  <a16:creationId xmlns:a16="http://schemas.microsoft.com/office/drawing/2014/main" id="{D99B7B79-EBFD-4F51-ACF3-4DF868FF8257}"/>
                </a:ext>
              </a:extLst>
            </p:cNvPr>
            <p:cNvSpPr txBox="1">
              <a:spLocks/>
            </p:cNvSpPr>
            <p:nvPr/>
          </p:nvSpPr>
          <p:spPr>
            <a:xfrm>
              <a:off x="902108" y="4724843"/>
              <a:ext cx="2875740" cy="1112292"/>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30000"/>
                </a:lnSpc>
                <a:defRPr sz="1400">
                  <a:latin typeface="微软雅黑 (正文)"/>
                </a:defRPr>
              </a:pPr>
              <a:r>
                <a:rPr dirty="0" err="1"/>
                <a:t>分散配置光模块</a:t>
              </a:r>
              <a:r>
                <a:rPr dirty="0"/>
                <a:t>/PCB/</a:t>
              </a:r>
              <a:r>
                <a:rPr dirty="0" err="1"/>
                <a:t>服务器</a:t>
              </a:r>
              <a:r>
                <a:rPr dirty="0"/>
                <a:t>/</a:t>
              </a:r>
              <a:r>
                <a:rPr dirty="0" err="1"/>
                <a:t>燃气轮机等龙头，降低高估值二三线敞口，耐心等布局点</a:t>
              </a:r>
              <a:r>
                <a:rPr dirty="0"/>
                <a:t>。</a:t>
              </a:r>
              <a:endParaRPr lang="zh-CN" altLang="en-US" sz="1400" dirty="0">
                <a:solidFill>
                  <a:srgbClr val="000000"/>
                </a:solidFill>
              </a:endParaRPr>
            </a:p>
          </p:txBody>
        </p:sp>
        <p:sp>
          <p:nvSpPr>
            <p:cNvPr id="28" name="文本框 29">
              <a:extLst>
                <a:ext uri="{FF2B5EF4-FFF2-40B4-BE49-F238E27FC236}">
                  <a16:creationId xmlns:a16="http://schemas.microsoft.com/office/drawing/2014/main" id="{F17427F2-7FE3-403E-919D-C11E7207006F}"/>
                </a:ext>
              </a:extLst>
            </p:cNvPr>
            <p:cNvSpPr txBox="1"/>
            <p:nvPr/>
          </p:nvSpPr>
          <p:spPr>
            <a:xfrm>
              <a:off x="902108" y="4414501"/>
              <a:ext cx="2875740" cy="293607"/>
            </a:xfrm>
            <a:prstGeom prst="rect">
              <a:avLst/>
            </a:prstGeom>
            <a:noFill/>
          </p:spPr>
          <p:txBody>
            <a:bodyPr wrap="square"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spcAft>
                  <a:spcPts val="600"/>
                </a:spcAft>
                <a:defRPr sz="1400">
                  <a:latin typeface="微软雅黑 (正文)"/>
                </a:defRPr>
              </a:pPr>
              <a:r>
                <a:t>AI板块</a:t>
              </a:r>
              <a:endParaRPr lang="en-US" altLang="zh-CN" sz="1400" b="1" dirty="0">
                <a:solidFill>
                  <a:schemeClr val="accent2"/>
                </a:solidFill>
              </a:endParaRPr>
            </a:p>
          </p:txBody>
        </p:sp>
        <p:sp>
          <p:nvSpPr>
            <p:cNvPr id="29" name="圆角矩形 8">
              <a:extLst>
                <a:ext uri="{FF2B5EF4-FFF2-40B4-BE49-F238E27FC236}">
                  <a16:creationId xmlns:a16="http://schemas.microsoft.com/office/drawing/2014/main" id="{B4B0D98A-9313-4D50-BF00-BF1E00965A0A}"/>
                </a:ext>
              </a:extLst>
            </p:cNvPr>
            <p:cNvSpPr>
              <a:spLocks/>
            </p:cNvSpPr>
            <p:nvPr/>
          </p:nvSpPr>
          <p:spPr>
            <a:xfrm>
              <a:off x="660400" y="3991589"/>
              <a:ext cx="3359156" cy="2228475"/>
            </a:xfrm>
            <a:prstGeom prst="roundRect">
              <a:avLst>
                <a:gd name="adj" fmla="val 4500"/>
              </a:avLst>
            </a:prstGeom>
            <a:noFill/>
            <a:ln w="6350" cap="rnd">
              <a:solidFill>
                <a:schemeClr val="accent4"/>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3765">
                <a:lnSpc>
                  <a:spcPct val="120000"/>
                </a:lnSpc>
                <a:spcAft>
                  <a:spcPts val="600"/>
                </a:spcAft>
              </a:pPr>
              <a:endParaRPr lang="zh-CN" altLang="en-US" sz="20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30" name="椭圆 29">
              <a:extLst>
                <a:ext uri="{FF2B5EF4-FFF2-40B4-BE49-F238E27FC236}">
                  <a16:creationId xmlns:a16="http://schemas.microsoft.com/office/drawing/2014/main" id="{08283FF4-2EBE-47E7-85A2-C55748F4A034}"/>
                </a:ext>
              </a:extLst>
            </p:cNvPr>
            <p:cNvSpPr>
              <a:spLocks noChangeAspect="1"/>
            </p:cNvSpPr>
            <p:nvPr/>
          </p:nvSpPr>
          <p:spPr>
            <a:xfrm>
              <a:off x="1979978" y="3631589"/>
              <a:ext cx="720000" cy="640828"/>
            </a:xfrm>
            <a:prstGeom prst="ellipse">
              <a:avLst/>
            </a:prstGeom>
            <a:solidFill>
              <a:schemeClr val="accent2"/>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600"/>
                </a:spcAft>
              </a:pPr>
              <a:endParaRPr lang="zh-CN" altLang="en-US"/>
            </a:p>
          </p:txBody>
        </p:sp>
        <p:sp>
          <p:nvSpPr>
            <p:cNvPr id="31" name="išlíde">
              <a:extLst>
                <a:ext uri="{FF2B5EF4-FFF2-40B4-BE49-F238E27FC236}">
                  <a16:creationId xmlns:a16="http://schemas.microsoft.com/office/drawing/2014/main" id="{41A3ED75-EE52-400D-83D7-082E64DF6BD3}"/>
                </a:ext>
              </a:extLst>
            </p:cNvPr>
            <p:cNvSpPr/>
            <p:nvPr/>
          </p:nvSpPr>
          <p:spPr>
            <a:xfrm>
              <a:off x="2206730" y="3865341"/>
              <a:ext cx="266496" cy="239529"/>
            </a:xfrm>
            <a:custGeom>
              <a:avLst/>
              <a:gdLst>
                <a:gd name="connsiteX0" fmla="*/ 175624 w 601711"/>
                <a:gd name="connsiteY0" fmla="*/ 342313 h 607639"/>
                <a:gd name="connsiteX1" fmla="*/ 192950 w 601711"/>
                <a:gd name="connsiteY1" fmla="*/ 359711 h 607639"/>
                <a:gd name="connsiteX2" fmla="*/ 192950 w 601711"/>
                <a:gd name="connsiteY2" fmla="*/ 360540 h 607639"/>
                <a:gd name="connsiteX3" fmla="*/ 205575 w 601711"/>
                <a:gd name="connsiteY3" fmla="*/ 362841 h 607639"/>
                <a:gd name="connsiteX4" fmla="*/ 219307 w 601711"/>
                <a:gd name="connsiteY4" fmla="*/ 386223 h 607639"/>
                <a:gd name="connsiteX5" fmla="*/ 210275 w 601711"/>
                <a:gd name="connsiteY5" fmla="*/ 398374 h 607639"/>
                <a:gd name="connsiteX6" fmla="*/ 195899 w 601711"/>
                <a:gd name="connsiteY6" fmla="*/ 399939 h 607639"/>
                <a:gd name="connsiteX7" fmla="*/ 179771 w 601711"/>
                <a:gd name="connsiteY7" fmla="*/ 397546 h 607639"/>
                <a:gd name="connsiteX8" fmla="*/ 170094 w 601711"/>
                <a:gd name="connsiteY8" fmla="*/ 401320 h 607639"/>
                <a:gd name="connsiteX9" fmla="*/ 189355 w 601711"/>
                <a:gd name="connsiteY9" fmla="*/ 411538 h 607639"/>
                <a:gd name="connsiteX10" fmla="*/ 227785 w 601711"/>
                <a:gd name="connsiteY10" fmla="*/ 456092 h 607639"/>
                <a:gd name="connsiteX11" fmla="*/ 191936 w 601711"/>
                <a:gd name="connsiteY11" fmla="*/ 499266 h 607639"/>
                <a:gd name="connsiteX12" fmla="*/ 191936 w 601711"/>
                <a:gd name="connsiteY12" fmla="*/ 503869 h 607639"/>
                <a:gd name="connsiteX13" fmla="*/ 174610 w 601711"/>
                <a:gd name="connsiteY13" fmla="*/ 521267 h 607639"/>
                <a:gd name="connsiteX14" fmla="*/ 157192 w 601711"/>
                <a:gd name="connsiteY14" fmla="*/ 503869 h 607639"/>
                <a:gd name="connsiteX15" fmla="*/ 157192 w 601711"/>
                <a:gd name="connsiteY15" fmla="*/ 501567 h 607639"/>
                <a:gd name="connsiteX16" fmla="*/ 138853 w 601711"/>
                <a:gd name="connsiteY16" fmla="*/ 497701 h 607639"/>
                <a:gd name="connsiteX17" fmla="*/ 125767 w 601711"/>
                <a:gd name="connsiteY17" fmla="*/ 474227 h 607639"/>
                <a:gd name="connsiteX18" fmla="*/ 135259 w 601711"/>
                <a:gd name="connsiteY18" fmla="*/ 461248 h 607639"/>
                <a:gd name="connsiteX19" fmla="*/ 149728 w 601711"/>
                <a:gd name="connsiteY19" fmla="*/ 460143 h 607639"/>
                <a:gd name="connsiteX20" fmla="*/ 170002 w 601711"/>
                <a:gd name="connsiteY20" fmla="*/ 463825 h 607639"/>
                <a:gd name="connsiteX21" fmla="*/ 181706 w 601711"/>
                <a:gd name="connsiteY21" fmla="*/ 458946 h 607639"/>
                <a:gd name="connsiteX22" fmla="*/ 165579 w 601711"/>
                <a:gd name="connsiteY22" fmla="*/ 448544 h 607639"/>
                <a:gd name="connsiteX23" fmla="*/ 124200 w 601711"/>
                <a:gd name="connsiteY23" fmla="*/ 404726 h 607639"/>
                <a:gd name="connsiteX24" fmla="*/ 158206 w 601711"/>
                <a:gd name="connsiteY24" fmla="*/ 363025 h 607639"/>
                <a:gd name="connsiteX25" fmla="*/ 158206 w 601711"/>
                <a:gd name="connsiteY25" fmla="*/ 359711 h 607639"/>
                <a:gd name="connsiteX26" fmla="*/ 175624 w 601711"/>
                <a:gd name="connsiteY26" fmla="*/ 342313 h 607639"/>
                <a:gd name="connsiteX27" fmla="*/ 175980 w 601711"/>
                <a:gd name="connsiteY27" fmla="*/ 316286 h 607639"/>
                <a:gd name="connsiteX28" fmla="*/ 60288 w 601711"/>
                <a:gd name="connsiteY28" fmla="*/ 431815 h 607639"/>
                <a:gd name="connsiteX29" fmla="*/ 175980 w 601711"/>
                <a:gd name="connsiteY29" fmla="*/ 547343 h 607639"/>
                <a:gd name="connsiteX30" fmla="*/ 291671 w 601711"/>
                <a:gd name="connsiteY30" fmla="*/ 431815 h 607639"/>
                <a:gd name="connsiteX31" fmla="*/ 175980 w 601711"/>
                <a:gd name="connsiteY31" fmla="*/ 316286 h 607639"/>
                <a:gd name="connsiteX32" fmla="*/ 175980 w 601711"/>
                <a:gd name="connsiteY32" fmla="*/ 256082 h 607639"/>
                <a:gd name="connsiteX33" fmla="*/ 352051 w 601711"/>
                <a:gd name="connsiteY33" fmla="*/ 431815 h 607639"/>
                <a:gd name="connsiteX34" fmla="*/ 175980 w 601711"/>
                <a:gd name="connsiteY34" fmla="*/ 607639 h 607639"/>
                <a:gd name="connsiteX35" fmla="*/ 0 w 601711"/>
                <a:gd name="connsiteY35" fmla="*/ 431815 h 607639"/>
                <a:gd name="connsiteX36" fmla="*/ 175980 w 601711"/>
                <a:gd name="connsiteY36" fmla="*/ 256082 h 607639"/>
                <a:gd name="connsiteX37" fmla="*/ 224697 w 601711"/>
                <a:gd name="connsiteY37" fmla="*/ 186030 h 607639"/>
                <a:gd name="connsiteX38" fmla="*/ 382969 w 601711"/>
                <a:gd name="connsiteY38" fmla="*/ 232699 h 607639"/>
                <a:gd name="connsiteX39" fmla="*/ 541241 w 601711"/>
                <a:gd name="connsiteY39" fmla="*/ 186030 h 607639"/>
                <a:gd name="connsiteX40" fmla="*/ 382969 w 601711"/>
                <a:gd name="connsiteY40" fmla="*/ 212632 h 607639"/>
                <a:gd name="connsiteX41" fmla="*/ 224697 w 601711"/>
                <a:gd name="connsiteY41" fmla="*/ 186030 h 607639"/>
                <a:gd name="connsiteX42" fmla="*/ 382969 w 601711"/>
                <a:gd name="connsiteY42" fmla="*/ 60292 h 607639"/>
                <a:gd name="connsiteX43" fmla="*/ 224513 w 601711"/>
                <a:gd name="connsiteY43" fmla="*/ 106316 h 607639"/>
                <a:gd name="connsiteX44" fmla="*/ 382969 w 601711"/>
                <a:gd name="connsiteY44" fmla="*/ 152341 h 607639"/>
                <a:gd name="connsiteX45" fmla="*/ 541334 w 601711"/>
                <a:gd name="connsiteY45" fmla="*/ 106316 h 607639"/>
                <a:gd name="connsiteX46" fmla="*/ 382969 w 601711"/>
                <a:gd name="connsiteY46" fmla="*/ 60292 h 607639"/>
                <a:gd name="connsiteX47" fmla="*/ 382969 w 601711"/>
                <a:gd name="connsiteY47" fmla="*/ 0 h 607639"/>
                <a:gd name="connsiteX48" fmla="*/ 601711 w 601711"/>
                <a:gd name="connsiteY48" fmla="*/ 106316 h 607639"/>
                <a:gd name="connsiteX49" fmla="*/ 590281 w 601711"/>
                <a:gd name="connsiteY49" fmla="*/ 146357 h 607639"/>
                <a:gd name="connsiteX50" fmla="*/ 601711 w 601711"/>
                <a:gd name="connsiteY50" fmla="*/ 186675 h 607639"/>
                <a:gd name="connsiteX51" fmla="*/ 590373 w 601711"/>
                <a:gd name="connsiteY51" fmla="*/ 226716 h 607639"/>
                <a:gd name="connsiteX52" fmla="*/ 601711 w 601711"/>
                <a:gd name="connsiteY52" fmla="*/ 267033 h 607639"/>
                <a:gd name="connsiteX53" fmla="*/ 590281 w 601711"/>
                <a:gd name="connsiteY53" fmla="*/ 307074 h 607639"/>
                <a:gd name="connsiteX54" fmla="*/ 601711 w 601711"/>
                <a:gd name="connsiteY54" fmla="*/ 347392 h 607639"/>
                <a:gd name="connsiteX55" fmla="*/ 391173 w 601711"/>
                <a:gd name="connsiteY55" fmla="*/ 453524 h 607639"/>
                <a:gd name="connsiteX56" fmla="*/ 392279 w 601711"/>
                <a:gd name="connsiteY56" fmla="*/ 431801 h 607639"/>
                <a:gd name="connsiteX57" fmla="*/ 388684 w 601711"/>
                <a:gd name="connsiteY57" fmla="*/ 393324 h 607639"/>
                <a:gd name="connsiteX58" fmla="*/ 541057 w 601711"/>
                <a:gd name="connsiteY58" fmla="*/ 346840 h 607639"/>
                <a:gd name="connsiteX59" fmla="*/ 383983 w 601711"/>
                <a:gd name="connsiteY59" fmla="*/ 373258 h 607639"/>
                <a:gd name="connsiteX60" fmla="*/ 355961 w 601711"/>
                <a:gd name="connsiteY60" fmla="*/ 312321 h 607639"/>
                <a:gd name="connsiteX61" fmla="*/ 382969 w 601711"/>
                <a:gd name="connsiteY61" fmla="*/ 313058 h 607639"/>
                <a:gd name="connsiteX62" fmla="*/ 541241 w 601711"/>
                <a:gd name="connsiteY62" fmla="*/ 266389 h 607639"/>
                <a:gd name="connsiteX63" fmla="*/ 382969 w 601711"/>
                <a:gd name="connsiteY63" fmla="*/ 292991 h 607639"/>
                <a:gd name="connsiteX64" fmla="*/ 339922 w 601711"/>
                <a:gd name="connsiteY64" fmla="*/ 291334 h 607639"/>
                <a:gd name="connsiteX65" fmla="*/ 176026 w 601711"/>
                <a:gd name="connsiteY65" fmla="*/ 215854 h 607639"/>
                <a:gd name="connsiteX66" fmla="*/ 170219 w 601711"/>
                <a:gd name="connsiteY66" fmla="*/ 216130 h 607639"/>
                <a:gd name="connsiteX67" fmla="*/ 164135 w 601711"/>
                <a:gd name="connsiteY67" fmla="*/ 186675 h 607639"/>
                <a:gd name="connsiteX68" fmla="*/ 175566 w 601711"/>
                <a:gd name="connsiteY68" fmla="*/ 146357 h 607639"/>
                <a:gd name="connsiteX69" fmla="*/ 164135 w 601711"/>
                <a:gd name="connsiteY69" fmla="*/ 106316 h 607639"/>
                <a:gd name="connsiteX70" fmla="*/ 382969 w 601711"/>
                <a:gd name="connsiteY70" fmla="*/ 0 h 60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1711" h="607639">
                  <a:moveTo>
                    <a:pt x="175624" y="342313"/>
                  </a:moveTo>
                  <a:cubicBezTo>
                    <a:pt x="185208" y="342313"/>
                    <a:pt x="192950" y="350138"/>
                    <a:pt x="192950" y="359711"/>
                  </a:cubicBezTo>
                  <a:lnTo>
                    <a:pt x="192950" y="360540"/>
                  </a:lnTo>
                  <a:cubicBezTo>
                    <a:pt x="197465" y="361092"/>
                    <a:pt x="201612" y="361829"/>
                    <a:pt x="205575" y="362841"/>
                  </a:cubicBezTo>
                  <a:cubicBezTo>
                    <a:pt x="215713" y="365511"/>
                    <a:pt x="221887" y="376005"/>
                    <a:pt x="219307" y="386223"/>
                  </a:cubicBezTo>
                  <a:cubicBezTo>
                    <a:pt x="217832" y="391838"/>
                    <a:pt x="214607" y="395981"/>
                    <a:pt x="210275" y="398374"/>
                  </a:cubicBezTo>
                  <a:cubicBezTo>
                    <a:pt x="205944" y="400860"/>
                    <a:pt x="200691" y="401412"/>
                    <a:pt x="195899" y="399939"/>
                  </a:cubicBezTo>
                  <a:cubicBezTo>
                    <a:pt x="190738" y="398374"/>
                    <a:pt x="185393" y="397546"/>
                    <a:pt x="179771" y="397546"/>
                  </a:cubicBezTo>
                  <a:cubicBezTo>
                    <a:pt x="178204" y="397546"/>
                    <a:pt x="170094" y="397730"/>
                    <a:pt x="170094" y="401320"/>
                  </a:cubicBezTo>
                  <a:cubicBezTo>
                    <a:pt x="170094" y="402425"/>
                    <a:pt x="172583" y="405186"/>
                    <a:pt x="189355" y="411538"/>
                  </a:cubicBezTo>
                  <a:cubicBezTo>
                    <a:pt x="215897" y="420836"/>
                    <a:pt x="227785" y="434644"/>
                    <a:pt x="227785" y="456092"/>
                  </a:cubicBezTo>
                  <a:cubicBezTo>
                    <a:pt x="227785" y="476805"/>
                    <a:pt x="213869" y="493282"/>
                    <a:pt x="191936" y="499266"/>
                  </a:cubicBezTo>
                  <a:lnTo>
                    <a:pt x="191936" y="503869"/>
                  </a:lnTo>
                  <a:cubicBezTo>
                    <a:pt x="191936" y="513442"/>
                    <a:pt x="184195" y="521267"/>
                    <a:pt x="174610" y="521267"/>
                  </a:cubicBezTo>
                  <a:cubicBezTo>
                    <a:pt x="165026" y="521267"/>
                    <a:pt x="157192" y="513442"/>
                    <a:pt x="157192" y="503869"/>
                  </a:cubicBezTo>
                  <a:lnTo>
                    <a:pt x="157192" y="501567"/>
                  </a:lnTo>
                  <a:cubicBezTo>
                    <a:pt x="150833" y="500831"/>
                    <a:pt x="144567" y="499542"/>
                    <a:pt x="138853" y="497701"/>
                  </a:cubicBezTo>
                  <a:cubicBezTo>
                    <a:pt x="128992" y="494479"/>
                    <a:pt x="123278" y="484261"/>
                    <a:pt x="125767" y="474227"/>
                  </a:cubicBezTo>
                  <a:cubicBezTo>
                    <a:pt x="127425" y="467783"/>
                    <a:pt x="130743" y="463549"/>
                    <a:pt x="135259" y="461248"/>
                  </a:cubicBezTo>
                  <a:cubicBezTo>
                    <a:pt x="139590" y="458854"/>
                    <a:pt x="145028" y="458486"/>
                    <a:pt x="149728" y="460143"/>
                  </a:cubicBezTo>
                  <a:cubicBezTo>
                    <a:pt x="156547" y="462628"/>
                    <a:pt x="163275" y="463825"/>
                    <a:pt x="170002" y="463825"/>
                  </a:cubicBezTo>
                  <a:cubicBezTo>
                    <a:pt x="174334" y="463825"/>
                    <a:pt x="181706" y="462812"/>
                    <a:pt x="181706" y="458946"/>
                  </a:cubicBezTo>
                  <a:cubicBezTo>
                    <a:pt x="181706" y="457473"/>
                    <a:pt x="181706" y="454067"/>
                    <a:pt x="165579" y="448544"/>
                  </a:cubicBezTo>
                  <a:cubicBezTo>
                    <a:pt x="147792" y="442653"/>
                    <a:pt x="124200" y="431606"/>
                    <a:pt x="124200" y="404726"/>
                  </a:cubicBezTo>
                  <a:cubicBezTo>
                    <a:pt x="124200" y="384750"/>
                    <a:pt x="137102" y="369285"/>
                    <a:pt x="158206" y="363025"/>
                  </a:cubicBezTo>
                  <a:lnTo>
                    <a:pt x="158206" y="359711"/>
                  </a:lnTo>
                  <a:cubicBezTo>
                    <a:pt x="158206" y="350138"/>
                    <a:pt x="165947" y="342313"/>
                    <a:pt x="175624" y="342313"/>
                  </a:cubicBezTo>
                  <a:close/>
                  <a:moveTo>
                    <a:pt x="175980" y="316286"/>
                  </a:moveTo>
                  <a:cubicBezTo>
                    <a:pt x="112188" y="316286"/>
                    <a:pt x="60288" y="368113"/>
                    <a:pt x="60288" y="431815"/>
                  </a:cubicBezTo>
                  <a:cubicBezTo>
                    <a:pt x="60288" y="495516"/>
                    <a:pt x="112188" y="547343"/>
                    <a:pt x="175980" y="547343"/>
                  </a:cubicBezTo>
                  <a:cubicBezTo>
                    <a:pt x="239771" y="547343"/>
                    <a:pt x="291671" y="495516"/>
                    <a:pt x="291671" y="431815"/>
                  </a:cubicBezTo>
                  <a:cubicBezTo>
                    <a:pt x="291671" y="368113"/>
                    <a:pt x="239771" y="316286"/>
                    <a:pt x="175980" y="316286"/>
                  </a:cubicBezTo>
                  <a:close/>
                  <a:moveTo>
                    <a:pt x="175980" y="256082"/>
                  </a:moveTo>
                  <a:cubicBezTo>
                    <a:pt x="273049" y="256082"/>
                    <a:pt x="352051" y="334881"/>
                    <a:pt x="352051" y="431815"/>
                  </a:cubicBezTo>
                  <a:cubicBezTo>
                    <a:pt x="352051" y="528748"/>
                    <a:pt x="273049" y="607639"/>
                    <a:pt x="175980" y="607639"/>
                  </a:cubicBezTo>
                  <a:cubicBezTo>
                    <a:pt x="78909" y="607639"/>
                    <a:pt x="0" y="528748"/>
                    <a:pt x="0" y="431815"/>
                  </a:cubicBezTo>
                  <a:cubicBezTo>
                    <a:pt x="0" y="334881"/>
                    <a:pt x="78909" y="256082"/>
                    <a:pt x="175980" y="256082"/>
                  </a:cubicBezTo>
                  <a:close/>
                  <a:moveTo>
                    <a:pt x="224697" y="186030"/>
                  </a:moveTo>
                  <a:cubicBezTo>
                    <a:pt x="223222" y="194683"/>
                    <a:pt x="264611" y="232699"/>
                    <a:pt x="382969" y="232699"/>
                  </a:cubicBezTo>
                  <a:cubicBezTo>
                    <a:pt x="483445" y="232699"/>
                    <a:pt x="541426" y="202599"/>
                    <a:pt x="541241" y="186030"/>
                  </a:cubicBezTo>
                  <a:cubicBezTo>
                    <a:pt x="494599" y="206373"/>
                    <a:pt x="421777" y="212632"/>
                    <a:pt x="382969" y="212632"/>
                  </a:cubicBezTo>
                  <a:cubicBezTo>
                    <a:pt x="344070" y="212632"/>
                    <a:pt x="250600" y="199746"/>
                    <a:pt x="224697" y="186030"/>
                  </a:cubicBezTo>
                  <a:close/>
                  <a:moveTo>
                    <a:pt x="382969" y="60292"/>
                  </a:moveTo>
                  <a:cubicBezTo>
                    <a:pt x="295399" y="60292"/>
                    <a:pt x="224513" y="80911"/>
                    <a:pt x="224513" y="106316"/>
                  </a:cubicBezTo>
                  <a:cubicBezTo>
                    <a:pt x="224513" y="131722"/>
                    <a:pt x="295399" y="152341"/>
                    <a:pt x="382969" y="152341"/>
                  </a:cubicBezTo>
                  <a:cubicBezTo>
                    <a:pt x="470448" y="152341"/>
                    <a:pt x="541334" y="131722"/>
                    <a:pt x="541334" y="106316"/>
                  </a:cubicBezTo>
                  <a:cubicBezTo>
                    <a:pt x="541334" y="80911"/>
                    <a:pt x="470448" y="60292"/>
                    <a:pt x="382969" y="60292"/>
                  </a:cubicBezTo>
                  <a:close/>
                  <a:moveTo>
                    <a:pt x="382969" y="0"/>
                  </a:moveTo>
                  <a:cubicBezTo>
                    <a:pt x="448693" y="0"/>
                    <a:pt x="601711" y="10309"/>
                    <a:pt x="601711" y="106316"/>
                  </a:cubicBezTo>
                  <a:cubicBezTo>
                    <a:pt x="601711" y="121872"/>
                    <a:pt x="597379" y="135035"/>
                    <a:pt x="590281" y="146357"/>
                  </a:cubicBezTo>
                  <a:cubicBezTo>
                    <a:pt x="597471" y="157771"/>
                    <a:pt x="601711" y="171026"/>
                    <a:pt x="601711" y="186675"/>
                  </a:cubicBezTo>
                  <a:cubicBezTo>
                    <a:pt x="601711" y="202231"/>
                    <a:pt x="597379" y="215302"/>
                    <a:pt x="590373" y="226716"/>
                  </a:cubicBezTo>
                  <a:cubicBezTo>
                    <a:pt x="597471" y="238038"/>
                    <a:pt x="601711" y="251385"/>
                    <a:pt x="601711" y="267033"/>
                  </a:cubicBezTo>
                  <a:cubicBezTo>
                    <a:pt x="601711" y="282589"/>
                    <a:pt x="597379" y="295660"/>
                    <a:pt x="590281" y="307074"/>
                  </a:cubicBezTo>
                  <a:cubicBezTo>
                    <a:pt x="597471" y="318488"/>
                    <a:pt x="601711" y="331743"/>
                    <a:pt x="601711" y="347392"/>
                  </a:cubicBezTo>
                  <a:cubicBezTo>
                    <a:pt x="601711" y="439533"/>
                    <a:pt x="460584" y="452696"/>
                    <a:pt x="391173" y="453524"/>
                  </a:cubicBezTo>
                  <a:cubicBezTo>
                    <a:pt x="391911" y="446436"/>
                    <a:pt x="392279" y="439164"/>
                    <a:pt x="392279" y="431801"/>
                  </a:cubicBezTo>
                  <a:cubicBezTo>
                    <a:pt x="392279" y="418638"/>
                    <a:pt x="390897" y="405843"/>
                    <a:pt x="388684" y="393324"/>
                  </a:cubicBezTo>
                  <a:cubicBezTo>
                    <a:pt x="473305" y="392404"/>
                    <a:pt x="540873" y="371601"/>
                    <a:pt x="541057" y="346840"/>
                  </a:cubicBezTo>
                  <a:cubicBezTo>
                    <a:pt x="491280" y="369300"/>
                    <a:pt x="423067" y="373258"/>
                    <a:pt x="383983" y="373258"/>
                  </a:cubicBezTo>
                  <a:cubicBezTo>
                    <a:pt x="377807" y="351350"/>
                    <a:pt x="368405" y="330823"/>
                    <a:pt x="355961" y="312321"/>
                  </a:cubicBezTo>
                  <a:cubicBezTo>
                    <a:pt x="364810" y="312781"/>
                    <a:pt x="373751" y="313058"/>
                    <a:pt x="382969" y="313058"/>
                  </a:cubicBezTo>
                  <a:cubicBezTo>
                    <a:pt x="470448" y="313058"/>
                    <a:pt x="541241" y="291794"/>
                    <a:pt x="541241" y="266389"/>
                  </a:cubicBezTo>
                  <a:cubicBezTo>
                    <a:pt x="491004" y="289217"/>
                    <a:pt x="421777" y="292991"/>
                    <a:pt x="382969" y="292991"/>
                  </a:cubicBezTo>
                  <a:cubicBezTo>
                    <a:pt x="371078" y="292991"/>
                    <a:pt x="356145" y="292531"/>
                    <a:pt x="339922" y="291334"/>
                  </a:cubicBezTo>
                  <a:cubicBezTo>
                    <a:pt x="300284" y="245218"/>
                    <a:pt x="241566" y="215854"/>
                    <a:pt x="176026" y="215854"/>
                  </a:cubicBezTo>
                  <a:cubicBezTo>
                    <a:pt x="174091" y="215854"/>
                    <a:pt x="172155" y="216130"/>
                    <a:pt x="170219" y="216130"/>
                  </a:cubicBezTo>
                  <a:cubicBezTo>
                    <a:pt x="166440" y="207386"/>
                    <a:pt x="164135" y="197629"/>
                    <a:pt x="164135" y="186675"/>
                  </a:cubicBezTo>
                  <a:cubicBezTo>
                    <a:pt x="164135" y="171026"/>
                    <a:pt x="168376" y="157771"/>
                    <a:pt x="175566" y="146357"/>
                  </a:cubicBezTo>
                  <a:cubicBezTo>
                    <a:pt x="168560" y="135035"/>
                    <a:pt x="164135" y="121872"/>
                    <a:pt x="164135" y="106316"/>
                  </a:cubicBezTo>
                  <a:cubicBezTo>
                    <a:pt x="164135" y="10309"/>
                    <a:pt x="317153" y="0"/>
                    <a:pt x="382969" y="0"/>
                  </a:cubicBezTo>
                  <a:close/>
                </a:path>
              </a:pathLst>
            </a:custGeom>
            <a:solidFill>
              <a:schemeClr val="bg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spcAft>
                  <a:spcPts val="600"/>
                </a:spcAft>
              </a:pPr>
              <a:endParaRPr/>
            </a:p>
          </p:txBody>
        </p:sp>
        <p:sp>
          <p:nvSpPr>
            <p:cNvPr id="32" name="文本框 28">
              <a:extLst>
                <a:ext uri="{FF2B5EF4-FFF2-40B4-BE49-F238E27FC236}">
                  <a16:creationId xmlns:a16="http://schemas.microsoft.com/office/drawing/2014/main" id="{FE6AF8BF-636E-4404-9274-4860EFC5FE1B}"/>
                </a:ext>
              </a:extLst>
            </p:cNvPr>
            <p:cNvSpPr txBox="1">
              <a:spLocks/>
            </p:cNvSpPr>
            <p:nvPr/>
          </p:nvSpPr>
          <p:spPr>
            <a:xfrm>
              <a:off x="4733652" y="4724843"/>
              <a:ext cx="2875740" cy="1112292"/>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30000"/>
                </a:lnSpc>
                <a:defRPr sz="1400">
                  <a:latin typeface="微软雅黑 (正文)"/>
                </a:defRPr>
              </a:pPr>
              <a:r>
                <a:rPr dirty="0" err="1"/>
                <a:t>在市场结构化行情趋于极致的情况下，也建议可以考虑低估值因子的保险、券商以及小仓位的红利来降波</a:t>
              </a:r>
              <a:r>
                <a:rPr dirty="0"/>
                <a:t>。</a:t>
              </a:r>
              <a:endParaRPr lang="zh-CN" altLang="zh-CN" sz="1400" dirty="0">
                <a:solidFill>
                  <a:srgbClr val="000000"/>
                </a:solidFill>
              </a:endParaRPr>
            </a:p>
          </p:txBody>
        </p:sp>
        <p:sp>
          <p:nvSpPr>
            <p:cNvPr id="33" name="文本框 29">
              <a:extLst>
                <a:ext uri="{FF2B5EF4-FFF2-40B4-BE49-F238E27FC236}">
                  <a16:creationId xmlns:a16="http://schemas.microsoft.com/office/drawing/2014/main" id="{BD1E60A2-3209-4913-A1B3-99F44FD8DD34}"/>
                </a:ext>
              </a:extLst>
            </p:cNvPr>
            <p:cNvSpPr txBox="1"/>
            <p:nvPr/>
          </p:nvSpPr>
          <p:spPr>
            <a:xfrm>
              <a:off x="4733653" y="4414501"/>
              <a:ext cx="2711995" cy="293607"/>
            </a:xfrm>
            <a:prstGeom prst="rect">
              <a:avLst/>
            </a:prstGeom>
            <a:noFill/>
          </p:spPr>
          <p:txBody>
            <a:bodyPr wrap="square"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spcAft>
                  <a:spcPts val="600"/>
                </a:spcAft>
                <a:defRPr sz="1400">
                  <a:latin typeface="微软雅黑 (正文)"/>
                </a:defRPr>
              </a:pPr>
              <a:r>
                <a:t>红利</a:t>
              </a:r>
              <a:endParaRPr lang="en-US" altLang="zh-CN" sz="1400" b="1" dirty="0">
                <a:solidFill>
                  <a:schemeClr val="accent3"/>
                </a:solidFill>
              </a:endParaRPr>
            </a:p>
          </p:txBody>
        </p:sp>
        <p:sp>
          <p:nvSpPr>
            <p:cNvPr id="34" name="圆角矩形 8">
              <a:extLst>
                <a:ext uri="{FF2B5EF4-FFF2-40B4-BE49-F238E27FC236}">
                  <a16:creationId xmlns:a16="http://schemas.microsoft.com/office/drawing/2014/main" id="{F5706D5B-4044-4C46-AC84-0AD52F564928}"/>
                </a:ext>
              </a:extLst>
            </p:cNvPr>
            <p:cNvSpPr>
              <a:spLocks/>
            </p:cNvSpPr>
            <p:nvPr/>
          </p:nvSpPr>
          <p:spPr>
            <a:xfrm>
              <a:off x="4410072" y="3991589"/>
              <a:ext cx="3359156" cy="2228475"/>
            </a:xfrm>
            <a:prstGeom prst="roundRect">
              <a:avLst>
                <a:gd name="adj" fmla="val 4500"/>
              </a:avLst>
            </a:prstGeom>
            <a:noFill/>
            <a:ln w="6350" cap="rnd">
              <a:solidFill>
                <a:schemeClr val="accent4"/>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3765">
                <a:lnSpc>
                  <a:spcPct val="120000"/>
                </a:lnSpc>
                <a:spcAft>
                  <a:spcPts val="600"/>
                </a:spcAft>
              </a:pPr>
              <a:endParaRPr lang="zh-CN" altLang="en-US" sz="20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35" name="椭圆 34">
              <a:extLst>
                <a:ext uri="{FF2B5EF4-FFF2-40B4-BE49-F238E27FC236}">
                  <a16:creationId xmlns:a16="http://schemas.microsoft.com/office/drawing/2014/main" id="{54D73025-1C0F-4F23-BA02-BD478DC5C9D1}"/>
                </a:ext>
              </a:extLst>
            </p:cNvPr>
            <p:cNvSpPr>
              <a:spLocks noChangeAspect="1"/>
            </p:cNvSpPr>
            <p:nvPr/>
          </p:nvSpPr>
          <p:spPr>
            <a:xfrm>
              <a:off x="5729650" y="3631589"/>
              <a:ext cx="720000" cy="640828"/>
            </a:xfrm>
            <a:prstGeom prst="ellipse">
              <a:avLst/>
            </a:prstGeom>
            <a:solidFill>
              <a:schemeClr val="accent3"/>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600"/>
                </a:spcAft>
              </a:pPr>
              <a:endParaRPr lang="zh-CN" altLang="en-US"/>
            </a:p>
          </p:txBody>
        </p:sp>
        <p:grpSp>
          <p:nvGrpSpPr>
            <p:cNvPr id="36" name="组合 35">
              <a:extLst>
                <a:ext uri="{FF2B5EF4-FFF2-40B4-BE49-F238E27FC236}">
                  <a16:creationId xmlns:a16="http://schemas.microsoft.com/office/drawing/2014/main" id="{9B1E95C5-D129-4A1D-99F0-63483505FDC5}"/>
                </a:ext>
              </a:extLst>
            </p:cNvPr>
            <p:cNvGrpSpPr/>
            <p:nvPr/>
          </p:nvGrpSpPr>
          <p:grpSpPr>
            <a:xfrm>
              <a:off x="8159744" y="3651294"/>
              <a:ext cx="3359156" cy="2568770"/>
              <a:chOff x="8725384" y="3651294"/>
              <a:chExt cx="3359156" cy="2568770"/>
            </a:xfrm>
          </p:grpSpPr>
          <p:sp>
            <p:nvSpPr>
              <p:cNvPr id="38" name="文本框 28">
                <a:extLst>
                  <a:ext uri="{FF2B5EF4-FFF2-40B4-BE49-F238E27FC236}">
                    <a16:creationId xmlns:a16="http://schemas.microsoft.com/office/drawing/2014/main" id="{5D97D215-828A-465B-980E-5C3BD795A2A4}"/>
                  </a:ext>
                </a:extLst>
              </p:cNvPr>
              <p:cNvSpPr txBox="1">
                <a:spLocks/>
              </p:cNvSpPr>
              <p:nvPr/>
            </p:nvSpPr>
            <p:spPr>
              <a:xfrm>
                <a:off x="8994656" y="4690521"/>
                <a:ext cx="3053664" cy="1112292"/>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30000"/>
                  </a:lnSpc>
                  <a:defRPr sz="1400">
                    <a:latin typeface="微软雅黑 (正文)"/>
                  </a:defRPr>
                </a:pPr>
                <a:r>
                  <a:t>在经济结构性复苏、制造业中上游率先进入新周期的背景下，新能源、有色、化工是后续能够受益于制造业供应链修复的行业。</a:t>
                </a:r>
                <a:endParaRPr lang="zh-CN" altLang="en-US" sz="1400" dirty="0">
                  <a:solidFill>
                    <a:srgbClr val="000000"/>
                  </a:solidFill>
                </a:endParaRPr>
              </a:p>
            </p:txBody>
          </p:sp>
          <p:sp>
            <p:nvSpPr>
              <p:cNvPr id="39" name="文本框 38">
                <a:extLst>
                  <a:ext uri="{FF2B5EF4-FFF2-40B4-BE49-F238E27FC236}">
                    <a16:creationId xmlns:a16="http://schemas.microsoft.com/office/drawing/2014/main" id="{3C4873B6-47EF-4FAB-B9C4-4966F573DD9D}"/>
                  </a:ext>
                </a:extLst>
              </p:cNvPr>
              <p:cNvSpPr txBox="1"/>
              <p:nvPr/>
            </p:nvSpPr>
            <p:spPr>
              <a:xfrm>
                <a:off x="9030876" y="4414501"/>
                <a:ext cx="2748172" cy="293607"/>
              </a:xfrm>
              <a:prstGeom prst="rect">
                <a:avLst/>
              </a:prstGeom>
              <a:noFill/>
            </p:spPr>
            <p:txBody>
              <a:bodyPr wrap="square"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spcAft>
                    <a:spcPts val="600"/>
                  </a:spcAft>
                  <a:defRPr sz="1400">
                    <a:latin typeface="微软雅黑 (正文)"/>
                  </a:defRPr>
                </a:pPr>
                <a:r>
                  <a:t>周期</a:t>
                </a:r>
                <a:endParaRPr lang="en-US" altLang="zh-CN" sz="1400" b="1" dirty="0">
                  <a:solidFill>
                    <a:schemeClr val="accent5"/>
                  </a:solidFill>
                </a:endParaRPr>
              </a:p>
            </p:txBody>
          </p:sp>
          <p:sp>
            <p:nvSpPr>
              <p:cNvPr id="40" name="圆角矩形 8">
                <a:extLst>
                  <a:ext uri="{FF2B5EF4-FFF2-40B4-BE49-F238E27FC236}">
                    <a16:creationId xmlns:a16="http://schemas.microsoft.com/office/drawing/2014/main" id="{D9102D00-365A-4AA5-8F8A-94703AD7AFD2}"/>
                  </a:ext>
                </a:extLst>
              </p:cNvPr>
              <p:cNvSpPr>
                <a:spLocks/>
              </p:cNvSpPr>
              <p:nvPr/>
            </p:nvSpPr>
            <p:spPr>
              <a:xfrm>
                <a:off x="8725384" y="3991589"/>
                <a:ext cx="3359156" cy="2228475"/>
              </a:xfrm>
              <a:prstGeom prst="roundRect">
                <a:avLst>
                  <a:gd name="adj" fmla="val 4500"/>
                </a:avLst>
              </a:prstGeom>
              <a:noFill/>
              <a:ln w="6350" cap="rnd">
                <a:solidFill>
                  <a:schemeClr val="accent4"/>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3765">
                  <a:lnSpc>
                    <a:spcPct val="120000"/>
                  </a:lnSpc>
                  <a:spcAft>
                    <a:spcPts val="600"/>
                  </a:spcAft>
                </a:pPr>
                <a:endParaRPr lang="zh-CN" altLang="en-US" sz="20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1" name="组合 40">
                <a:extLst>
                  <a:ext uri="{FF2B5EF4-FFF2-40B4-BE49-F238E27FC236}">
                    <a16:creationId xmlns:a16="http://schemas.microsoft.com/office/drawing/2014/main" id="{191F8366-DDDF-4009-8F5D-88A514BBC788}"/>
                  </a:ext>
                </a:extLst>
              </p:cNvPr>
              <p:cNvGrpSpPr/>
              <p:nvPr/>
            </p:nvGrpSpPr>
            <p:grpSpPr>
              <a:xfrm>
                <a:off x="10044962" y="3651294"/>
                <a:ext cx="720000" cy="621123"/>
                <a:chOff x="10044962" y="3651294"/>
                <a:chExt cx="720000" cy="621123"/>
              </a:xfrm>
            </p:grpSpPr>
            <p:sp>
              <p:nvSpPr>
                <p:cNvPr id="42" name="椭圆 41">
                  <a:extLst>
                    <a:ext uri="{FF2B5EF4-FFF2-40B4-BE49-F238E27FC236}">
                      <a16:creationId xmlns:a16="http://schemas.microsoft.com/office/drawing/2014/main" id="{720DBE35-4BF0-4460-9531-59939C52152E}"/>
                    </a:ext>
                  </a:extLst>
                </p:cNvPr>
                <p:cNvSpPr>
                  <a:spLocks noChangeAspect="1"/>
                </p:cNvSpPr>
                <p:nvPr/>
              </p:nvSpPr>
              <p:spPr>
                <a:xfrm>
                  <a:off x="10044962" y="3651294"/>
                  <a:ext cx="720000" cy="621123"/>
                </a:xfrm>
                <a:prstGeom prst="ellipse">
                  <a:avLst/>
                </a:prstGeom>
                <a:solidFill>
                  <a:schemeClr val="accent5"/>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600"/>
                    </a:spcAft>
                  </a:pPr>
                  <a:endParaRPr lang="zh-CN" altLang="en-US"/>
                </a:p>
              </p:txBody>
            </p:sp>
            <p:sp>
              <p:nvSpPr>
                <p:cNvPr id="43" name="图形 30">
                  <a:extLst>
                    <a:ext uri="{FF2B5EF4-FFF2-40B4-BE49-F238E27FC236}">
                      <a16:creationId xmlns:a16="http://schemas.microsoft.com/office/drawing/2014/main" id="{5BE931C4-381E-40C2-9FCB-F3C371EBA44D}"/>
                    </a:ext>
                  </a:extLst>
                </p:cNvPr>
                <p:cNvSpPr/>
                <p:nvPr/>
              </p:nvSpPr>
              <p:spPr>
                <a:xfrm>
                  <a:off x="10288436" y="3892456"/>
                  <a:ext cx="233052" cy="180945"/>
                </a:xfrm>
                <a:custGeom>
                  <a:avLst/>
                  <a:gdLst>
                    <a:gd name="connsiteX0" fmla="*/ 1527730 w 1587251"/>
                    <a:gd name="connsiteY0" fmla="*/ 833307 h 1428526"/>
                    <a:gd name="connsiteX1" fmla="*/ 1587252 w 1587251"/>
                    <a:gd name="connsiteY1" fmla="*/ 833307 h 1428526"/>
                    <a:gd name="connsiteX2" fmla="*/ 1587252 w 1587251"/>
                    <a:gd name="connsiteY2" fmla="*/ 1249961 h 1428526"/>
                    <a:gd name="connsiteX3" fmla="*/ 1408686 w 1587251"/>
                    <a:gd name="connsiteY3" fmla="*/ 1428527 h 1428526"/>
                    <a:gd name="connsiteX4" fmla="*/ 178566 w 1587251"/>
                    <a:gd name="connsiteY4" fmla="*/ 1428527 h 1428526"/>
                    <a:gd name="connsiteX5" fmla="*/ 0 w 1587251"/>
                    <a:gd name="connsiteY5" fmla="*/ 1249961 h 1428526"/>
                    <a:gd name="connsiteX6" fmla="*/ 0 w 1587251"/>
                    <a:gd name="connsiteY6" fmla="*/ 813467 h 1428526"/>
                    <a:gd name="connsiteX7" fmla="*/ 59522 w 1587251"/>
                    <a:gd name="connsiteY7" fmla="*/ 813467 h 1428526"/>
                    <a:gd name="connsiteX8" fmla="*/ 158725 w 1587251"/>
                    <a:gd name="connsiteY8" fmla="*/ 714263 h 1428526"/>
                    <a:gd name="connsiteX9" fmla="*/ 59522 w 1587251"/>
                    <a:gd name="connsiteY9" fmla="*/ 615060 h 1428526"/>
                    <a:gd name="connsiteX10" fmla="*/ 0 w 1587251"/>
                    <a:gd name="connsiteY10" fmla="*/ 615060 h 1428526"/>
                    <a:gd name="connsiteX11" fmla="*/ 0 w 1587251"/>
                    <a:gd name="connsiteY11" fmla="*/ 178566 h 1428526"/>
                    <a:gd name="connsiteX12" fmla="*/ 178566 w 1587251"/>
                    <a:gd name="connsiteY12" fmla="*/ 0 h 1428526"/>
                    <a:gd name="connsiteX13" fmla="*/ 1408686 w 1587251"/>
                    <a:gd name="connsiteY13" fmla="*/ 0 h 1428526"/>
                    <a:gd name="connsiteX14" fmla="*/ 1587252 w 1587251"/>
                    <a:gd name="connsiteY14" fmla="*/ 178566 h 1428526"/>
                    <a:gd name="connsiteX15" fmla="*/ 1587252 w 1587251"/>
                    <a:gd name="connsiteY15" fmla="*/ 634901 h 1428526"/>
                    <a:gd name="connsiteX16" fmla="*/ 1527730 w 1587251"/>
                    <a:gd name="connsiteY16" fmla="*/ 634901 h 1428526"/>
                    <a:gd name="connsiteX17" fmla="*/ 1428527 w 1587251"/>
                    <a:gd name="connsiteY17" fmla="*/ 734104 h 1428526"/>
                    <a:gd name="connsiteX18" fmla="*/ 1527730 w 1587251"/>
                    <a:gd name="connsiteY18" fmla="*/ 833307 h 1428526"/>
                    <a:gd name="connsiteX19" fmla="*/ 1309483 w 1587251"/>
                    <a:gd name="connsiteY19" fmla="*/ 734104 h 1428526"/>
                    <a:gd name="connsiteX20" fmla="*/ 1468208 w 1587251"/>
                    <a:gd name="connsiteY20" fmla="*/ 524072 h 1428526"/>
                    <a:gd name="connsiteX21" fmla="*/ 1468208 w 1587251"/>
                    <a:gd name="connsiteY21" fmla="*/ 178566 h 1428526"/>
                    <a:gd name="connsiteX22" fmla="*/ 1408686 w 1587251"/>
                    <a:gd name="connsiteY22" fmla="*/ 119044 h 1428526"/>
                    <a:gd name="connsiteX23" fmla="*/ 178566 w 1587251"/>
                    <a:gd name="connsiteY23" fmla="*/ 119044 h 1428526"/>
                    <a:gd name="connsiteX24" fmla="*/ 119044 w 1587251"/>
                    <a:gd name="connsiteY24" fmla="*/ 178566 h 1428526"/>
                    <a:gd name="connsiteX25" fmla="*/ 119044 w 1587251"/>
                    <a:gd name="connsiteY25" fmla="*/ 504232 h 1428526"/>
                    <a:gd name="connsiteX26" fmla="*/ 277769 w 1587251"/>
                    <a:gd name="connsiteY26" fmla="*/ 714263 h 1428526"/>
                    <a:gd name="connsiteX27" fmla="*/ 119044 w 1587251"/>
                    <a:gd name="connsiteY27" fmla="*/ 924295 h 1428526"/>
                    <a:gd name="connsiteX28" fmla="*/ 119044 w 1587251"/>
                    <a:gd name="connsiteY28" fmla="*/ 1249961 h 1428526"/>
                    <a:gd name="connsiteX29" fmla="*/ 178566 w 1587251"/>
                    <a:gd name="connsiteY29" fmla="*/ 1309483 h 1428526"/>
                    <a:gd name="connsiteX30" fmla="*/ 1408686 w 1587251"/>
                    <a:gd name="connsiteY30" fmla="*/ 1309483 h 1428526"/>
                    <a:gd name="connsiteX31" fmla="*/ 1468208 w 1587251"/>
                    <a:gd name="connsiteY31" fmla="*/ 1249961 h 1428526"/>
                    <a:gd name="connsiteX32" fmla="*/ 1468208 w 1587251"/>
                    <a:gd name="connsiteY32" fmla="*/ 944136 h 1428526"/>
                    <a:gd name="connsiteX33" fmla="*/ 1309483 w 1587251"/>
                    <a:gd name="connsiteY33" fmla="*/ 734104 h 1428526"/>
                    <a:gd name="connsiteX34" fmla="*/ 773785 w 1587251"/>
                    <a:gd name="connsiteY34" fmla="*/ 917485 h 1428526"/>
                    <a:gd name="connsiteX35" fmla="*/ 654741 w 1587251"/>
                    <a:gd name="connsiteY35" fmla="*/ 798441 h 1428526"/>
                    <a:gd name="connsiteX36" fmla="*/ 518264 w 1587251"/>
                    <a:gd name="connsiteY36" fmla="*/ 934916 h 1428526"/>
                    <a:gd name="connsiteX37" fmla="*/ 434087 w 1587251"/>
                    <a:gd name="connsiteY37" fmla="*/ 850741 h 1428526"/>
                    <a:gd name="connsiteX38" fmla="*/ 654741 w 1587251"/>
                    <a:gd name="connsiteY38" fmla="*/ 630086 h 1428526"/>
                    <a:gd name="connsiteX39" fmla="*/ 773785 w 1587251"/>
                    <a:gd name="connsiteY39" fmla="*/ 749130 h 1428526"/>
                    <a:gd name="connsiteX40" fmla="*/ 888015 w 1587251"/>
                    <a:gd name="connsiteY40" fmla="*/ 634901 h 1428526"/>
                    <a:gd name="connsiteX41" fmla="*/ 833307 w 1587251"/>
                    <a:gd name="connsiteY41" fmla="*/ 634901 h 1428526"/>
                    <a:gd name="connsiteX42" fmla="*/ 833307 w 1587251"/>
                    <a:gd name="connsiteY42" fmla="*/ 515857 h 1428526"/>
                    <a:gd name="connsiteX43" fmla="*/ 1175413 w 1587251"/>
                    <a:gd name="connsiteY43" fmla="*/ 515857 h 1428526"/>
                    <a:gd name="connsiteX44" fmla="*/ 773785 w 1587251"/>
                    <a:gd name="connsiteY44" fmla="*/ 917485 h 142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587251" h="1428526">
                      <a:moveTo>
                        <a:pt x="1527730" y="833307"/>
                      </a:moveTo>
                      <a:lnTo>
                        <a:pt x="1587252" y="833307"/>
                      </a:lnTo>
                      <a:lnTo>
                        <a:pt x="1587252" y="1249961"/>
                      </a:lnTo>
                      <a:cubicBezTo>
                        <a:pt x="1587252" y="1348580"/>
                        <a:pt x="1507305" y="1428527"/>
                        <a:pt x="1408686" y="1428527"/>
                      </a:cubicBezTo>
                      <a:lnTo>
                        <a:pt x="178566" y="1428527"/>
                      </a:lnTo>
                      <a:cubicBezTo>
                        <a:pt x="79947" y="1428527"/>
                        <a:pt x="0" y="1348580"/>
                        <a:pt x="0" y="1249961"/>
                      </a:cubicBezTo>
                      <a:lnTo>
                        <a:pt x="0" y="813467"/>
                      </a:lnTo>
                      <a:lnTo>
                        <a:pt x="59522" y="813467"/>
                      </a:lnTo>
                      <a:cubicBezTo>
                        <a:pt x="114309" y="813467"/>
                        <a:pt x="158725" y="769053"/>
                        <a:pt x="158725" y="714263"/>
                      </a:cubicBezTo>
                      <a:cubicBezTo>
                        <a:pt x="158725" y="659476"/>
                        <a:pt x="114311" y="615060"/>
                        <a:pt x="59522" y="615060"/>
                      </a:cubicBezTo>
                      <a:lnTo>
                        <a:pt x="0" y="615060"/>
                      </a:lnTo>
                      <a:lnTo>
                        <a:pt x="0" y="178566"/>
                      </a:lnTo>
                      <a:cubicBezTo>
                        <a:pt x="0" y="79947"/>
                        <a:pt x="79947" y="0"/>
                        <a:pt x="178566" y="0"/>
                      </a:cubicBezTo>
                      <a:lnTo>
                        <a:pt x="1408686" y="0"/>
                      </a:lnTo>
                      <a:cubicBezTo>
                        <a:pt x="1507305" y="0"/>
                        <a:pt x="1587252" y="79947"/>
                        <a:pt x="1587252" y="178566"/>
                      </a:cubicBezTo>
                      <a:lnTo>
                        <a:pt x="1587252" y="634901"/>
                      </a:lnTo>
                      <a:lnTo>
                        <a:pt x="1527730" y="634901"/>
                      </a:lnTo>
                      <a:cubicBezTo>
                        <a:pt x="1472943" y="634901"/>
                        <a:pt x="1428527" y="679315"/>
                        <a:pt x="1428527" y="734104"/>
                      </a:cubicBezTo>
                      <a:cubicBezTo>
                        <a:pt x="1428527" y="788891"/>
                        <a:pt x="1472941" y="833307"/>
                        <a:pt x="1527730" y="833307"/>
                      </a:cubicBezTo>
                      <a:close/>
                      <a:moveTo>
                        <a:pt x="1309483" y="734104"/>
                      </a:moveTo>
                      <a:cubicBezTo>
                        <a:pt x="1309483" y="634203"/>
                        <a:pt x="1376604" y="549981"/>
                        <a:pt x="1468208" y="524072"/>
                      </a:cubicBezTo>
                      <a:lnTo>
                        <a:pt x="1468208" y="178566"/>
                      </a:lnTo>
                      <a:cubicBezTo>
                        <a:pt x="1468208" y="145693"/>
                        <a:pt x="1441559" y="119044"/>
                        <a:pt x="1408686" y="119044"/>
                      </a:cubicBezTo>
                      <a:lnTo>
                        <a:pt x="178566" y="119044"/>
                      </a:lnTo>
                      <a:cubicBezTo>
                        <a:pt x="145693" y="119044"/>
                        <a:pt x="119044" y="145693"/>
                        <a:pt x="119044" y="178566"/>
                      </a:cubicBezTo>
                      <a:lnTo>
                        <a:pt x="119044" y="504232"/>
                      </a:lnTo>
                      <a:cubicBezTo>
                        <a:pt x="210648" y="530141"/>
                        <a:pt x="277769" y="614364"/>
                        <a:pt x="277769" y="714263"/>
                      </a:cubicBezTo>
                      <a:cubicBezTo>
                        <a:pt x="277769" y="814164"/>
                        <a:pt x="210648" y="898386"/>
                        <a:pt x="119044" y="924295"/>
                      </a:cubicBezTo>
                      <a:lnTo>
                        <a:pt x="119044" y="1249961"/>
                      </a:lnTo>
                      <a:cubicBezTo>
                        <a:pt x="119044" y="1282833"/>
                        <a:pt x="145693" y="1309483"/>
                        <a:pt x="178566" y="1309483"/>
                      </a:cubicBezTo>
                      <a:lnTo>
                        <a:pt x="1408686" y="1309483"/>
                      </a:lnTo>
                      <a:cubicBezTo>
                        <a:pt x="1441559" y="1309483"/>
                        <a:pt x="1468208" y="1282833"/>
                        <a:pt x="1468208" y="1249961"/>
                      </a:cubicBezTo>
                      <a:lnTo>
                        <a:pt x="1468208" y="944136"/>
                      </a:lnTo>
                      <a:cubicBezTo>
                        <a:pt x="1376604" y="918227"/>
                        <a:pt x="1309483" y="834003"/>
                        <a:pt x="1309483" y="734104"/>
                      </a:cubicBezTo>
                      <a:close/>
                      <a:moveTo>
                        <a:pt x="773785" y="917485"/>
                      </a:moveTo>
                      <a:lnTo>
                        <a:pt x="654741" y="798441"/>
                      </a:lnTo>
                      <a:lnTo>
                        <a:pt x="518264" y="934916"/>
                      </a:lnTo>
                      <a:lnTo>
                        <a:pt x="434087" y="850741"/>
                      </a:lnTo>
                      <a:lnTo>
                        <a:pt x="654741" y="630086"/>
                      </a:lnTo>
                      <a:lnTo>
                        <a:pt x="773785" y="749130"/>
                      </a:lnTo>
                      <a:lnTo>
                        <a:pt x="888015" y="634901"/>
                      </a:lnTo>
                      <a:lnTo>
                        <a:pt x="833307" y="634901"/>
                      </a:lnTo>
                      <a:lnTo>
                        <a:pt x="833307" y="515857"/>
                      </a:lnTo>
                      <a:lnTo>
                        <a:pt x="1175413" y="515857"/>
                      </a:lnTo>
                      <a:lnTo>
                        <a:pt x="773785" y="917485"/>
                      </a:lnTo>
                      <a:close/>
                    </a:path>
                  </a:pathLst>
                </a:custGeom>
                <a:solidFill>
                  <a:schemeClr val="bg1"/>
                </a:solidFill>
                <a:ln w="1860" cap="flat">
                  <a:noFill/>
                  <a:prstDash val="solid"/>
                  <a:miter/>
                </a:ln>
              </p:spPr>
              <p:txBody>
                <a:bodyPr rtlCol="0" anchor="ctr"/>
                <a:lstStyle/>
                <a:p>
                  <a:endParaRPr lang="zh-CN" altLang="en-US"/>
                </a:p>
              </p:txBody>
            </p:sp>
          </p:grpSp>
        </p:grpSp>
        <p:sp>
          <p:nvSpPr>
            <p:cNvPr id="37" name="图形 32">
              <a:extLst>
                <a:ext uri="{FF2B5EF4-FFF2-40B4-BE49-F238E27FC236}">
                  <a16:creationId xmlns:a16="http://schemas.microsoft.com/office/drawing/2014/main" id="{8DDC3213-3D91-4819-8B53-303F607D31C8}"/>
                </a:ext>
              </a:extLst>
            </p:cNvPr>
            <p:cNvSpPr/>
            <p:nvPr/>
          </p:nvSpPr>
          <p:spPr>
            <a:xfrm>
              <a:off x="5952011" y="3875057"/>
              <a:ext cx="275279" cy="207437"/>
            </a:xfrm>
            <a:custGeom>
              <a:avLst/>
              <a:gdLst>
                <a:gd name="connsiteX0" fmla="*/ 1635919 w 1643099"/>
                <a:gd name="connsiteY0" fmla="*/ 435531 h 1391126"/>
                <a:gd name="connsiteX1" fmla="*/ 1379458 w 1643099"/>
                <a:gd name="connsiteY1" fmla="*/ 22503 h 1391126"/>
                <a:gd name="connsiteX2" fmla="*/ 1353741 w 1643099"/>
                <a:gd name="connsiteY2" fmla="*/ 3810 h 1391126"/>
                <a:gd name="connsiteX3" fmla="*/ 1341001 w 1643099"/>
                <a:gd name="connsiteY3" fmla="*/ 476 h 1391126"/>
                <a:gd name="connsiteX4" fmla="*/ 1338977 w 1643099"/>
                <a:gd name="connsiteY4" fmla="*/ 0 h 1391126"/>
                <a:gd name="connsiteX5" fmla="*/ 306348 w 1643099"/>
                <a:gd name="connsiteY5" fmla="*/ 0 h 1391126"/>
                <a:gd name="connsiteX6" fmla="*/ 304086 w 1643099"/>
                <a:gd name="connsiteY6" fmla="*/ 595 h 1391126"/>
                <a:gd name="connsiteX7" fmla="*/ 286464 w 1643099"/>
                <a:gd name="connsiteY7" fmla="*/ 5120 h 1391126"/>
                <a:gd name="connsiteX8" fmla="*/ 282654 w 1643099"/>
                <a:gd name="connsiteY8" fmla="*/ 6548 h 1391126"/>
                <a:gd name="connsiteX9" fmla="*/ 281702 w 1643099"/>
                <a:gd name="connsiteY9" fmla="*/ 6906 h 1391126"/>
                <a:gd name="connsiteX10" fmla="*/ 267057 w 1643099"/>
                <a:gd name="connsiteY10" fmla="*/ 21431 h 1391126"/>
                <a:gd name="connsiteX11" fmla="*/ 265986 w 1643099"/>
                <a:gd name="connsiteY11" fmla="*/ 22384 h 1391126"/>
                <a:gd name="connsiteX12" fmla="*/ 7263 w 1643099"/>
                <a:gd name="connsiteY12" fmla="*/ 435293 h 1391126"/>
                <a:gd name="connsiteX13" fmla="*/ 6667 w 1643099"/>
                <a:gd name="connsiteY13" fmla="*/ 437674 h 1391126"/>
                <a:gd name="connsiteX14" fmla="*/ 0 w 1643099"/>
                <a:gd name="connsiteY14" fmla="*/ 460653 h 1391126"/>
                <a:gd name="connsiteX15" fmla="*/ 476 w 1643099"/>
                <a:gd name="connsiteY15" fmla="*/ 463153 h 1391126"/>
                <a:gd name="connsiteX16" fmla="*/ 1310 w 1643099"/>
                <a:gd name="connsiteY16" fmla="*/ 467439 h 1391126"/>
                <a:gd name="connsiteX17" fmla="*/ 10954 w 1643099"/>
                <a:gd name="connsiteY17" fmla="*/ 489823 h 1391126"/>
                <a:gd name="connsiteX18" fmla="*/ 11906 w 1643099"/>
                <a:gd name="connsiteY18" fmla="*/ 492085 h 1391126"/>
                <a:gd name="connsiteX19" fmla="*/ 790337 w 1643099"/>
                <a:gd name="connsiteY19" fmla="*/ 1374934 h 1391126"/>
                <a:gd name="connsiteX20" fmla="*/ 826056 w 1643099"/>
                <a:gd name="connsiteY20" fmla="*/ 1391126 h 1391126"/>
                <a:gd name="connsiteX21" fmla="*/ 826175 w 1643099"/>
                <a:gd name="connsiteY21" fmla="*/ 1391126 h 1391126"/>
                <a:gd name="connsiteX22" fmla="*/ 862013 w 1643099"/>
                <a:gd name="connsiteY22" fmla="*/ 1374696 h 1391126"/>
                <a:gd name="connsiteX23" fmla="*/ 1631394 w 1643099"/>
                <a:gd name="connsiteY23" fmla="*/ 491847 h 1391126"/>
                <a:gd name="connsiteX24" fmla="*/ 1635919 w 1643099"/>
                <a:gd name="connsiteY24" fmla="*/ 435531 h 1391126"/>
                <a:gd name="connsiteX25" fmla="*/ 305753 w 1643099"/>
                <a:gd name="connsiteY25" fmla="*/ 138232 h 1391126"/>
                <a:gd name="connsiteX26" fmla="*/ 472678 w 1643099"/>
                <a:gd name="connsiteY26" fmla="*/ 413028 h 1391126"/>
                <a:gd name="connsiteX27" fmla="*/ 133707 w 1643099"/>
                <a:gd name="connsiteY27" fmla="*/ 413028 h 1391126"/>
                <a:gd name="connsiteX28" fmla="*/ 305753 w 1643099"/>
                <a:gd name="connsiteY28" fmla="*/ 138232 h 1391126"/>
                <a:gd name="connsiteX29" fmla="*/ 1022866 w 1643099"/>
                <a:gd name="connsiteY29" fmla="*/ 508278 h 1391126"/>
                <a:gd name="connsiteX30" fmla="*/ 821888 w 1643099"/>
                <a:gd name="connsiteY30" fmla="*/ 1180505 h 1391126"/>
                <a:gd name="connsiteX31" fmla="*/ 620911 w 1643099"/>
                <a:gd name="connsiteY31" fmla="*/ 508278 h 1391126"/>
                <a:gd name="connsiteX32" fmla="*/ 1022866 w 1643099"/>
                <a:gd name="connsiteY32" fmla="*/ 508278 h 1391126"/>
                <a:gd name="connsiteX33" fmla="*/ 648533 w 1643099"/>
                <a:gd name="connsiteY33" fmla="*/ 413028 h 1391126"/>
                <a:gd name="connsiteX34" fmla="*/ 821888 w 1643099"/>
                <a:gd name="connsiteY34" fmla="*/ 113943 h 1391126"/>
                <a:gd name="connsiteX35" fmla="*/ 995243 w 1643099"/>
                <a:gd name="connsiteY35" fmla="*/ 413028 h 1391126"/>
                <a:gd name="connsiteX36" fmla="*/ 648533 w 1643099"/>
                <a:gd name="connsiteY36" fmla="*/ 413028 h 1391126"/>
                <a:gd name="connsiteX37" fmla="*/ 921187 w 1643099"/>
                <a:gd name="connsiteY37" fmla="*/ 95250 h 1391126"/>
                <a:gd name="connsiteX38" fmla="*/ 1252776 w 1643099"/>
                <a:gd name="connsiteY38" fmla="*/ 95250 h 1391126"/>
                <a:gd name="connsiteX39" fmla="*/ 1082993 w 1643099"/>
                <a:gd name="connsiteY39" fmla="*/ 374571 h 1391126"/>
                <a:gd name="connsiteX40" fmla="*/ 921187 w 1643099"/>
                <a:gd name="connsiteY40" fmla="*/ 95250 h 1391126"/>
                <a:gd name="connsiteX41" fmla="*/ 560784 w 1643099"/>
                <a:gd name="connsiteY41" fmla="*/ 374571 h 1391126"/>
                <a:gd name="connsiteX42" fmla="*/ 391001 w 1643099"/>
                <a:gd name="connsiteY42" fmla="*/ 95250 h 1391126"/>
                <a:gd name="connsiteX43" fmla="*/ 722590 w 1643099"/>
                <a:gd name="connsiteY43" fmla="*/ 95250 h 1391126"/>
                <a:gd name="connsiteX44" fmla="*/ 560784 w 1643099"/>
                <a:gd name="connsiteY44" fmla="*/ 374571 h 1391126"/>
                <a:gd name="connsiteX45" fmla="*/ 521494 w 1643099"/>
                <a:gd name="connsiteY45" fmla="*/ 508278 h 1391126"/>
                <a:gd name="connsiteX46" fmla="*/ 710446 w 1643099"/>
                <a:gd name="connsiteY46" fmla="*/ 1140500 h 1391126"/>
                <a:gd name="connsiteX47" fmla="*/ 152995 w 1643099"/>
                <a:gd name="connsiteY47" fmla="*/ 508278 h 1391126"/>
                <a:gd name="connsiteX48" fmla="*/ 521494 w 1643099"/>
                <a:gd name="connsiteY48" fmla="*/ 508278 h 1391126"/>
                <a:gd name="connsiteX49" fmla="*/ 1122283 w 1643099"/>
                <a:gd name="connsiteY49" fmla="*/ 508278 h 1391126"/>
                <a:gd name="connsiteX50" fmla="*/ 1490782 w 1643099"/>
                <a:gd name="connsiteY50" fmla="*/ 508278 h 1391126"/>
                <a:gd name="connsiteX51" fmla="*/ 929878 w 1643099"/>
                <a:gd name="connsiteY51" fmla="*/ 1151811 h 1391126"/>
                <a:gd name="connsiteX52" fmla="*/ 1122283 w 1643099"/>
                <a:gd name="connsiteY52" fmla="*/ 508278 h 1391126"/>
                <a:gd name="connsiteX53" fmla="*/ 1171218 w 1643099"/>
                <a:gd name="connsiteY53" fmla="*/ 413028 h 1391126"/>
                <a:gd name="connsiteX54" fmla="*/ 1338620 w 1643099"/>
                <a:gd name="connsiteY54" fmla="*/ 137398 h 1391126"/>
                <a:gd name="connsiteX55" fmla="*/ 1509832 w 1643099"/>
                <a:gd name="connsiteY55" fmla="*/ 413028 h 1391126"/>
                <a:gd name="connsiteX56" fmla="*/ 1171218 w 1643099"/>
                <a:gd name="connsiteY56" fmla="*/ 413028 h 1391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643099" h="1391126">
                  <a:moveTo>
                    <a:pt x="1635919" y="435531"/>
                  </a:moveTo>
                  <a:lnTo>
                    <a:pt x="1379458" y="22503"/>
                  </a:lnTo>
                  <a:cubicBezTo>
                    <a:pt x="1373505" y="12978"/>
                    <a:pt x="1363980" y="7382"/>
                    <a:pt x="1353741" y="3810"/>
                  </a:cubicBezTo>
                  <a:cubicBezTo>
                    <a:pt x="1349574" y="2262"/>
                    <a:pt x="1345406" y="833"/>
                    <a:pt x="1341001" y="476"/>
                  </a:cubicBezTo>
                  <a:cubicBezTo>
                    <a:pt x="1340168" y="476"/>
                    <a:pt x="1339691" y="0"/>
                    <a:pt x="1338977" y="0"/>
                  </a:cubicBezTo>
                  <a:lnTo>
                    <a:pt x="306348" y="0"/>
                  </a:lnTo>
                  <a:cubicBezTo>
                    <a:pt x="305633" y="0"/>
                    <a:pt x="304919" y="476"/>
                    <a:pt x="304086" y="595"/>
                  </a:cubicBezTo>
                  <a:cubicBezTo>
                    <a:pt x="298013" y="833"/>
                    <a:pt x="292179" y="2381"/>
                    <a:pt x="286464" y="5120"/>
                  </a:cubicBezTo>
                  <a:cubicBezTo>
                    <a:pt x="285274" y="5715"/>
                    <a:pt x="283845" y="5834"/>
                    <a:pt x="282654" y="6548"/>
                  </a:cubicBezTo>
                  <a:cubicBezTo>
                    <a:pt x="282416" y="6787"/>
                    <a:pt x="282059" y="6667"/>
                    <a:pt x="281702" y="6906"/>
                  </a:cubicBezTo>
                  <a:cubicBezTo>
                    <a:pt x="275511" y="10716"/>
                    <a:pt x="270748" y="15716"/>
                    <a:pt x="267057" y="21431"/>
                  </a:cubicBezTo>
                  <a:cubicBezTo>
                    <a:pt x="266700" y="21788"/>
                    <a:pt x="266224" y="21908"/>
                    <a:pt x="265986" y="22384"/>
                  </a:cubicBezTo>
                  <a:lnTo>
                    <a:pt x="7263" y="435293"/>
                  </a:lnTo>
                  <a:cubicBezTo>
                    <a:pt x="6787" y="436126"/>
                    <a:pt x="7144" y="436959"/>
                    <a:pt x="6667" y="437674"/>
                  </a:cubicBezTo>
                  <a:cubicBezTo>
                    <a:pt x="2857" y="444579"/>
                    <a:pt x="0" y="452080"/>
                    <a:pt x="0" y="460653"/>
                  </a:cubicBezTo>
                  <a:cubicBezTo>
                    <a:pt x="0" y="461486"/>
                    <a:pt x="476" y="462320"/>
                    <a:pt x="476" y="463153"/>
                  </a:cubicBezTo>
                  <a:cubicBezTo>
                    <a:pt x="476" y="464701"/>
                    <a:pt x="1072" y="465892"/>
                    <a:pt x="1310" y="467439"/>
                  </a:cubicBezTo>
                  <a:cubicBezTo>
                    <a:pt x="2619" y="475774"/>
                    <a:pt x="5834" y="483394"/>
                    <a:pt x="10954" y="489823"/>
                  </a:cubicBezTo>
                  <a:cubicBezTo>
                    <a:pt x="11430" y="490538"/>
                    <a:pt x="11311" y="491371"/>
                    <a:pt x="11906" y="492085"/>
                  </a:cubicBezTo>
                  <a:lnTo>
                    <a:pt x="790337" y="1374934"/>
                  </a:lnTo>
                  <a:cubicBezTo>
                    <a:pt x="799386" y="1385173"/>
                    <a:pt x="812363" y="1391126"/>
                    <a:pt x="826056" y="1391126"/>
                  </a:cubicBezTo>
                  <a:cubicBezTo>
                    <a:pt x="826056" y="1391126"/>
                    <a:pt x="826175" y="1391126"/>
                    <a:pt x="826175" y="1391126"/>
                  </a:cubicBezTo>
                  <a:cubicBezTo>
                    <a:pt x="839867" y="1391007"/>
                    <a:pt x="852964" y="1385173"/>
                    <a:pt x="862013" y="1374696"/>
                  </a:cubicBezTo>
                  <a:lnTo>
                    <a:pt x="1631394" y="491847"/>
                  </a:lnTo>
                  <a:cubicBezTo>
                    <a:pt x="1645087" y="476131"/>
                    <a:pt x="1646992" y="453271"/>
                    <a:pt x="1635919" y="435531"/>
                  </a:cubicBezTo>
                  <a:close/>
                  <a:moveTo>
                    <a:pt x="305753" y="138232"/>
                  </a:moveTo>
                  <a:lnTo>
                    <a:pt x="472678" y="413028"/>
                  </a:lnTo>
                  <a:lnTo>
                    <a:pt x="133707" y="413028"/>
                  </a:lnTo>
                  <a:lnTo>
                    <a:pt x="305753" y="138232"/>
                  </a:lnTo>
                  <a:close/>
                  <a:moveTo>
                    <a:pt x="1022866" y="508278"/>
                  </a:moveTo>
                  <a:lnTo>
                    <a:pt x="821888" y="1180505"/>
                  </a:lnTo>
                  <a:lnTo>
                    <a:pt x="620911" y="508278"/>
                  </a:lnTo>
                  <a:lnTo>
                    <a:pt x="1022866" y="508278"/>
                  </a:lnTo>
                  <a:close/>
                  <a:moveTo>
                    <a:pt x="648533" y="413028"/>
                  </a:moveTo>
                  <a:lnTo>
                    <a:pt x="821888" y="113943"/>
                  </a:lnTo>
                  <a:lnTo>
                    <a:pt x="995243" y="413028"/>
                  </a:lnTo>
                  <a:lnTo>
                    <a:pt x="648533" y="413028"/>
                  </a:lnTo>
                  <a:close/>
                  <a:moveTo>
                    <a:pt x="921187" y="95250"/>
                  </a:moveTo>
                  <a:lnTo>
                    <a:pt x="1252776" y="95250"/>
                  </a:lnTo>
                  <a:lnTo>
                    <a:pt x="1082993" y="374571"/>
                  </a:lnTo>
                  <a:lnTo>
                    <a:pt x="921187" y="95250"/>
                  </a:lnTo>
                  <a:close/>
                  <a:moveTo>
                    <a:pt x="560784" y="374571"/>
                  </a:moveTo>
                  <a:lnTo>
                    <a:pt x="391001" y="95250"/>
                  </a:lnTo>
                  <a:lnTo>
                    <a:pt x="722590" y="95250"/>
                  </a:lnTo>
                  <a:lnTo>
                    <a:pt x="560784" y="374571"/>
                  </a:lnTo>
                  <a:close/>
                  <a:moveTo>
                    <a:pt x="521494" y="508278"/>
                  </a:moveTo>
                  <a:lnTo>
                    <a:pt x="710446" y="1140500"/>
                  </a:lnTo>
                  <a:lnTo>
                    <a:pt x="152995" y="508278"/>
                  </a:lnTo>
                  <a:lnTo>
                    <a:pt x="521494" y="508278"/>
                  </a:lnTo>
                  <a:close/>
                  <a:moveTo>
                    <a:pt x="1122283" y="508278"/>
                  </a:moveTo>
                  <a:lnTo>
                    <a:pt x="1490782" y="508278"/>
                  </a:lnTo>
                  <a:lnTo>
                    <a:pt x="929878" y="1151811"/>
                  </a:lnTo>
                  <a:lnTo>
                    <a:pt x="1122283" y="508278"/>
                  </a:lnTo>
                  <a:close/>
                  <a:moveTo>
                    <a:pt x="1171218" y="413028"/>
                  </a:moveTo>
                  <a:lnTo>
                    <a:pt x="1338620" y="137398"/>
                  </a:lnTo>
                  <a:lnTo>
                    <a:pt x="1509832" y="413028"/>
                  </a:lnTo>
                  <a:lnTo>
                    <a:pt x="1171218" y="413028"/>
                  </a:lnTo>
                  <a:close/>
                </a:path>
              </a:pathLst>
            </a:custGeom>
            <a:solidFill>
              <a:schemeClr val="bg1"/>
            </a:solidFill>
            <a:ln w="1860" cap="flat">
              <a:noFill/>
              <a:prstDash val="solid"/>
              <a:miter/>
            </a:ln>
          </p:spPr>
          <p:txBody>
            <a:bodyPr rtlCol="0" anchor="ctr"/>
            <a:lstStyle/>
            <a:p>
              <a:endParaRPr lang="zh-CN" altLang="en-US"/>
            </a:p>
          </p:txBody>
        </p:sp>
      </p:grpSp>
      <p:sp>
        <p:nvSpPr>
          <p:cNvPr id="4" name="矩形 3">
            <a:extLst>
              <a:ext uri="{FF2B5EF4-FFF2-40B4-BE49-F238E27FC236}">
                <a16:creationId xmlns:a16="http://schemas.microsoft.com/office/drawing/2014/main" id="{3A0B93F0-A111-0443-976A-FD43A488A5BE}"/>
              </a:ext>
            </a:extLst>
          </p:cNvPr>
          <p:cNvSpPr/>
          <p:nvPr/>
        </p:nvSpPr>
        <p:spPr>
          <a:xfrm>
            <a:off x="671512" y="2301669"/>
            <a:ext cx="10848975" cy="777521"/>
          </a:xfrm>
          <a:prstGeom prst="rect">
            <a:avLst/>
          </a:prstGeom>
        </p:spPr>
        <p:txBody>
          <a:bodyPr wrap="square">
            <a:spAutoFit/>
          </a:bodyPr>
          <a:lstStyle/>
          <a:p>
            <a:pPr marL="285750" lvl="1" indent="-285750" algn="just">
              <a:lnSpc>
                <a:spcPct val="150000"/>
              </a:lnSpc>
              <a:spcBef>
                <a:spcPts val="600"/>
              </a:spcBef>
              <a:buClr>
                <a:srgbClr val="9E0116"/>
              </a:buClr>
              <a:buFont typeface="Wingdings" panose="05000000000000000000" pitchFamily="2" charset="2"/>
              <a:buChar char="l"/>
              <a:defRPr/>
            </a:pPr>
            <a:r>
              <a:rPr kumimoji="0" lang="zh-CN" altLang="en-US"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rPr>
              <a:t>投资策略</a:t>
            </a:r>
            <a:r>
              <a:rPr lang="zh-CN" altLang="en-US" sz="1400" b="1" dirty="0">
                <a:solidFill>
                  <a:srgbClr val="000000"/>
                </a:solidFill>
                <a:latin typeface="微软雅黑" panose="020B0503020204020204" charset="-122"/>
                <a:cs typeface="+mn-ea"/>
                <a:sym typeface="+mn-lt"/>
              </a:rPr>
              <a:t>：</a:t>
            </a:r>
            <a:endParaRPr lang="en-US" altLang="zh-CN" sz="1400" b="1" dirty="0">
              <a:solidFill>
                <a:srgbClr val="000000"/>
              </a:solidFill>
              <a:latin typeface="微软雅黑" panose="020B0503020204020204" charset="-122"/>
              <a:cs typeface="+mn-ea"/>
              <a:sym typeface="+mn-lt"/>
            </a:endParaRPr>
          </a:p>
          <a:p>
            <a:pPr marL="0" lvl="1" algn="just">
              <a:lnSpc>
                <a:spcPct val="150000"/>
              </a:lnSpc>
              <a:spcBef>
                <a:spcPts val="600"/>
              </a:spcBef>
              <a:buClr>
                <a:srgbClr val="9E0116"/>
              </a:buClr>
              <a:defRPr sz="1400">
                <a:latin typeface="微软雅黑 (正文)"/>
              </a:defRPr>
            </a:pPr>
            <a:r>
              <a:rPr dirty="0"/>
              <a:t>    布局方向上，由于当前市场交易结构较为极致，且经济复苏势头震荡，我们继续建议在在结构上主动降波，看好AI硬件、新能源、工业金属、化工、非银。</a:t>
            </a:r>
            <a:endParaRPr kumimoji="0" lang="en-US" altLang="zh-CN" sz="140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endParaRPr>
          </a:p>
        </p:txBody>
      </p:sp>
    </p:spTree>
    <p:custDataLst>
      <p:tags r:id="rId1"/>
    </p:custDataLst>
    <p:extLst>
      <p:ext uri="{BB962C8B-B14F-4D97-AF65-F5344CB8AC3E}">
        <p14:creationId xmlns:p14="http://schemas.microsoft.com/office/powerpoint/2010/main" val="1023368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43000" y="2190750"/>
            <a:ext cx="8896350" cy="707886"/>
          </a:xfrm>
          <a:prstGeom prst="rect">
            <a:avLst/>
          </a:prstGeom>
          <a:noFill/>
        </p:spPr>
        <p:txBody>
          <a:bodyPr wrap="square" rtlCol="0">
            <a:spAutoFit/>
          </a:bodyPr>
          <a:lstStyle/>
          <a:p>
            <a:r>
              <a:rPr lang="zh-CN" altLang="en-US" sz="4000" dirty="0">
                <a:solidFill>
                  <a:srgbClr val="A30117"/>
                </a:solidFill>
              </a:rPr>
              <a:t>谋虑尽善 未来尽美 </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879686"/>
  <p:tag name="ISLIDE.GUIDESSETTING" val="{&quot;Id&quot;:&quot;GuidesStyle_Normal&quot;,&quot;Name&quot;:&quot;正常&quot;,&quot;Kind&quot;:&quot;System&quot;,&quot;OldGuidesSetting&quot;:{&quot;HeaderHeight&quot;:15.0,&quot;FooterHeight&quot;:9.0,&quot;SideMargin&quot;:5.5,&quot;TopMargin&quot;:0.0,&quot;BottomMargin&quot;:0.0,&quot;IntervalMargin&quot;:1.5}}"/>
</p:tagLst>
</file>

<file path=ppt/tags/tag2.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3.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4.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5.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6.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7.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8.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9.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0.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1.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2.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3.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4.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5.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6.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7.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18.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heme/theme1.xml><?xml version="1.0" encoding="utf-8"?>
<a:theme xmlns:a="http://schemas.openxmlformats.org/drawingml/2006/main" name="国泰基金-16x9">
  <a:themeElements>
    <a:clrScheme name="国泰基金-红2">
      <a:dk1>
        <a:srgbClr val="000000"/>
      </a:dk1>
      <a:lt1>
        <a:srgbClr val="FFFFFF"/>
      </a:lt1>
      <a:dk2>
        <a:srgbClr val="6E6E6E"/>
      </a:dk2>
      <a:lt2>
        <a:srgbClr val="F4EDE5"/>
      </a:lt2>
      <a:accent1>
        <a:srgbClr val="9E0116"/>
      </a:accent1>
      <a:accent2>
        <a:srgbClr val="5D070C"/>
      </a:accent2>
      <a:accent3>
        <a:srgbClr val="706F71"/>
      </a:accent3>
      <a:accent4>
        <a:srgbClr val="A7A7A7"/>
      </a:accent4>
      <a:accent5>
        <a:srgbClr val="BF9D5A"/>
      </a:accent5>
      <a:accent6>
        <a:srgbClr val="D8C49B"/>
      </a:accent6>
      <a:hlink>
        <a:srgbClr val="A3B4DC"/>
      </a:hlink>
      <a:folHlink>
        <a:srgbClr val="C9C9CA"/>
      </a:folHlink>
    </a:clrScheme>
    <a:fontScheme name="主题标准">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3390</TotalTime>
  <Words>2483</Words>
  <Application>Microsoft Office PowerPoint</Application>
  <PresentationFormat>宽屏</PresentationFormat>
  <Paragraphs>512</Paragraphs>
  <Slides>18</Slides>
  <Notes>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18</vt:i4>
      </vt:variant>
    </vt:vector>
  </HeadingPairs>
  <TitlesOfParts>
    <vt:vector size="23" baseType="lpstr">
      <vt:lpstr>宋体</vt:lpstr>
      <vt:lpstr>微软雅黑</vt:lpstr>
      <vt:lpstr>Arial</vt:lpstr>
      <vt:lpstr>Wingdings</vt:lpstr>
      <vt:lpstr>国泰基金-16x9</vt:lpstr>
      <vt:lpstr>PowerPoint 演示文稿</vt:lpstr>
      <vt:lpstr>PowerPoint 演示文稿</vt:lpstr>
      <vt:lpstr>组合业绩分析</vt:lpstr>
      <vt:lpstr>组合业绩情况</vt:lpstr>
      <vt:lpstr>组合业绩归因</vt:lpstr>
      <vt:lpstr>组合资产配置情况</vt:lpstr>
      <vt:lpstr>投资操作回顾</vt:lpstr>
      <vt:lpstr>组合今年以来资产配置情况</vt:lpstr>
      <vt:lpstr>固收市场回顾</vt:lpstr>
      <vt:lpstr>固收投资回顾</vt:lpstr>
      <vt:lpstr>固收投资回顾</vt:lpstr>
      <vt:lpstr>权益市场回顾</vt:lpstr>
      <vt:lpstr>组合权益投资回顾</vt:lpstr>
      <vt:lpstr>得失分析</vt:lpstr>
      <vt:lpstr>市场研判及组合操作策略</vt:lpstr>
      <vt:lpstr>固收投资策略——张倩</vt:lpstr>
      <vt:lpstr>权益投资策略——胡松</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夏田儒</dc:creator>
  <cp:lastModifiedBy>jian xiao</cp:lastModifiedBy>
  <cp:revision>488</cp:revision>
  <cp:lastPrinted>2022-06-28T16:00:00Z</cp:lastPrinted>
  <dcterms:created xsi:type="dcterms:W3CDTF">2022-06-28T16:00:00Z</dcterms:created>
  <dcterms:modified xsi:type="dcterms:W3CDTF">2026-07-10T03:32:31Z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85ca73c1-eec4-4a33-8a9a-111dbd304963</vt:lpwstr>
  </property>
  <property fmtid="{D5CDD505-2E9C-101B-9397-08002B2CF9AE}" pid="3" name="ICV">
    <vt:lpwstr>E5F2C678CA0B4FAAB9FAC379F98CEED4</vt:lpwstr>
  </property>
  <property fmtid="{D5CDD505-2E9C-101B-9397-08002B2CF9AE}" pid="4" name="KSOProductBuildVer">
    <vt:lpwstr>2052-11.8.6.11719</vt:lpwstr>
  </property>
</Properties>
</file>