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12.svg" ContentType="image/svg+xml"/>
  <Override PartName="/ppt/media/image17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5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.xml" ContentType="application/vnd.openxmlformats-officedocument.theme+xml"/>
  <Override PartName="/ppt/theme/theme50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  <p:sldMasterId id="2147483692" r:id="rId23"/>
    <p:sldMasterId id="2147483694" r:id="rId24"/>
    <p:sldMasterId id="2147483697" r:id="rId25"/>
    <p:sldMasterId id="2147483699" r:id="rId26"/>
    <p:sldMasterId id="2147483701" r:id="rId27"/>
    <p:sldMasterId id="2147483703" r:id="rId28"/>
    <p:sldMasterId id="2147483705" r:id="rId29"/>
    <p:sldMasterId id="2147483707" r:id="rId30"/>
    <p:sldMasterId id="2147483709" r:id="rId31"/>
    <p:sldMasterId id="2147483711" r:id="rId32"/>
    <p:sldMasterId id="2147483713" r:id="rId33"/>
    <p:sldMasterId id="2147483715" r:id="rId34"/>
    <p:sldMasterId id="2147483717" r:id="rId35"/>
    <p:sldMasterId id="2147483719" r:id="rId36"/>
    <p:sldMasterId id="2147483721" r:id="rId37"/>
    <p:sldMasterId id="2147483723" r:id="rId38"/>
    <p:sldMasterId id="2147483725" r:id="rId39"/>
    <p:sldMasterId id="2147483727" r:id="rId40"/>
    <p:sldMasterId id="2147483729" r:id="rId41"/>
    <p:sldMasterId id="2147483731" r:id="rId42"/>
    <p:sldMasterId id="2147483733" r:id="rId43"/>
    <p:sldMasterId id="2147483735" r:id="rId44"/>
    <p:sldMasterId id="2147483737" r:id="rId45"/>
    <p:sldMasterId id="2147483739" r:id="rId46"/>
    <p:sldMasterId id="2147483741" r:id="rId47"/>
    <p:sldMasterId id="2147483743" r:id="rId48"/>
    <p:sldMasterId id="2147483745" r:id="rId49"/>
    <p:sldMasterId id="2147483747" r:id="rId50"/>
  </p:sldMasterIdLst>
  <p:notesMasterIdLst>
    <p:notesMasterId r:id="rId53"/>
  </p:notesMasterIdLst>
  <p:sldIdLst>
    <p:sldId id="305" r:id="rId51"/>
    <p:sldId id="278" r:id="rId52"/>
    <p:sldId id="307" r:id="rId54"/>
    <p:sldId id="257" r:id="rId55"/>
    <p:sldId id="256" r:id="rId56"/>
    <p:sldId id="258" r:id="rId57"/>
    <p:sldId id="259" r:id="rId58"/>
    <p:sldId id="260" r:id="rId59"/>
    <p:sldId id="261" r:id="rId60"/>
    <p:sldId id="262" r:id="rId61"/>
    <p:sldId id="263" r:id="rId62"/>
    <p:sldId id="264" r:id="rId63"/>
    <p:sldId id="265" r:id="rId64"/>
    <p:sldId id="266" r:id="rId65"/>
    <p:sldId id="267" r:id="rId66"/>
    <p:sldId id="268" r:id="rId67"/>
    <p:sldId id="269" r:id="rId68"/>
    <p:sldId id="270" r:id="rId69"/>
    <p:sldId id="271" r:id="rId70"/>
    <p:sldId id="272" r:id="rId71"/>
    <p:sldId id="273" r:id="rId72"/>
    <p:sldId id="274" r:id="rId73"/>
    <p:sldId id="275" r:id="rId74"/>
    <p:sldId id="276" r:id="rId75"/>
    <p:sldId id="277" r:id="rId76"/>
    <p:sldId id="279" r:id="rId77"/>
    <p:sldId id="280" r:id="rId78"/>
    <p:sldId id="281" r:id="rId79"/>
    <p:sldId id="282" r:id="rId80"/>
    <p:sldId id="283" r:id="rId81"/>
    <p:sldId id="284" r:id="rId82"/>
    <p:sldId id="285" r:id="rId83"/>
    <p:sldId id="286" r:id="rId84"/>
    <p:sldId id="287" r:id="rId85"/>
    <p:sldId id="288" r:id="rId86"/>
    <p:sldId id="289" r:id="rId87"/>
    <p:sldId id="290" r:id="rId88"/>
    <p:sldId id="291" r:id="rId89"/>
    <p:sldId id="292" r:id="rId90"/>
    <p:sldId id="293" r:id="rId91"/>
    <p:sldId id="294" r:id="rId92"/>
    <p:sldId id="295" r:id="rId93"/>
    <p:sldId id="296" r:id="rId94"/>
    <p:sldId id="297" r:id="rId95"/>
    <p:sldId id="298" r:id="rId96"/>
    <p:sldId id="299" r:id="rId97"/>
    <p:sldId id="300" r:id="rId98"/>
    <p:sldId id="301" r:id="rId99"/>
    <p:sldId id="302" r:id="rId100"/>
    <p:sldId id="303" r:id="rId101"/>
    <p:sldId id="304" r:id="rId102"/>
    <p:sldId id="308" r:id="rId10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8" d="100"/>
          <a:sy n="88" d="100"/>
        </p:scale>
        <p:origin x="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48.xml"/><Relationship Id="rId98" Type="http://schemas.openxmlformats.org/officeDocument/2006/relationships/slide" Target="slides/slide47.xml"/><Relationship Id="rId97" Type="http://schemas.openxmlformats.org/officeDocument/2006/relationships/slide" Target="slides/slide46.xml"/><Relationship Id="rId96" Type="http://schemas.openxmlformats.org/officeDocument/2006/relationships/slide" Target="slides/slide45.xml"/><Relationship Id="rId95" Type="http://schemas.openxmlformats.org/officeDocument/2006/relationships/slide" Target="slides/slide44.xml"/><Relationship Id="rId94" Type="http://schemas.openxmlformats.org/officeDocument/2006/relationships/slide" Target="slides/slide43.xml"/><Relationship Id="rId93" Type="http://schemas.openxmlformats.org/officeDocument/2006/relationships/slide" Target="slides/slide42.xml"/><Relationship Id="rId92" Type="http://schemas.openxmlformats.org/officeDocument/2006/relationships/slide" Target="slides/slide41.xml"/><Relationship Id="rId91" Type="http://schemas.openxmlformats.org/officeDocument/2006/relationships/slide" Target="slides/slide40.xml"/><Relationship Id="rId90" Type="http://schemas.openxmlformats.org/officeDocument/2006/relationships/slide" Target="slides/slide39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38.xml"/><Relationship Id="rId88" Type="http://schemas.openxmlformats.org/officeDocument/2006/relationships/slide" Target="slides/slide37.xml"/><Relationship Id="rId87" Type="http://schemas.openxmlformats.org/officeDocument/2006/relationships/slide" Target="slides/slide36.xml"/><Relationship Id="rId86" Type="http://schemas.openxmlformats.org/officeDocument/2006/relationships/slide" Target="slides/slide35.xml"/><Relationship Id="rId85" Type="http://schemas.openxmlformats.org/officeDocument/2006/relationships/slide" Target="slides/slide34.xml"/><Relationship Id="rId84" Type="http://schemas.openxmlformats.org/officeDocument/2006/relationships/slide" Target="slides/slide33.xml"/><Relationship Id="rId83" Type="http://schemas.openxmlformats.org/officeDocument/2006/relationships/slide" Target="slides/slide32.xml"/><Relationship Id="rId82" Type="http://schemas.openxmlformats.org/officeDocument/2006/relationships/slide" Target="slides/slide31.xml"/><Relationship Id="rId81" Type="http://schemas.openxmlformats.org/officeDocument/2006/relationships/slide" Target="slides/slide30.xml"/><Relationship Id="rId80" Type="http://schemas.openxmlformats.org/officeDocument/2006/relationships/slide" Target="slides/slide29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28.xml"/><Relationship Id="rId78" Type="http://schemas.openxmlformats.org/officeDocument/2006/relationships/slide" Target="slides/slide27.xml"/><Relationship Id="rId77" Type="http://schemas.openxmlformats.org/officeDocument/2006/relationships/slide" Target="slides/slide26.xml"/><Relationship Id="rId76" Type="http://schemas.openxmlformats.org/officeDocument/2006/relationships/slide" Target="slides/slide25.xml"/><Relationship Id="rId75" Type="http://schemas.openxmlformats.org/officeDocument/2006/relationships/slide" Target="slides/slide24.xml"/><Relationship Id="rId74" Type="http://schemas.openxmlformats.org/officeDocument/2006/relationships/slide" Target="slides/slide23.xml"/><Relationship Id="rId73" Type="http://schemas.openxmlformats.org/officeDocument/2006/relationships/slide" Target="slides/slide22.xml"/><Relationship Id="rId72" Type="http://schemas.openxmlformats.org/officeDocument/2006/relationships/slide" Target="slides/slide21.xml"/><Relationship Id="rId71" Type="http://schemas.openxmlformats.org/officeDocument/2006/relationships/slide" Target="slides/slide20.xml"/><Relationship Id="rId70" Type="http://schemas.openxmlformats.org/officeDocument/2006/relationships/slide" Target="slides/slide19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18.xml"/><Relationship Id="rId68" Type="http://schemas.openxmlformats.org/officeDocument/2006/relationships/slide" Target="slides/slide17.xml"/><Relationship Id="rId67" Type="http://schemas.openxmlformats.org/officeDocument/2006/relationships/slide" Target="slides/slide16.xml"/><Relationship Id="rId66" Type="http://schemas.openxmlformats.org/officeDocument/2006/relationships/slide" Target="slides/slide15.xml"/><Relationship Id="rId65" Type="http://schemas.openxmlformats.org/officeDocument/2006/relationships/slide" Target="slides/slide14.xml"/><Relationship Id="rId64" Type="http://schemas.openxmlformats.org/officeDocument/2006/relationships/slide" Target="slides/slide13.xml"/><Relationship Id="rId63" Type="http://schemas.openxmlformats.org/officeDocument/2006/relationships/slide" Target="slides/slide12.xml"/><Relationship Id="rId62" Type="http://schemas.openxmlformats.org/officeDocument/2006/relationships/slide" Target="slides/slide11.xml"/><Relationship Id="rId61" Type="http://schemas.openxmlformats.org/officeDocument/2006/relationships/slide" Target="slides/slide10.xml"/><Relationship Id="rId60" Type="http://schemas.openxmlformats.org/officeDocument/2006/relationships/slide" Target="slides/slide9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8.xml"/><Relationship Id="rId58" Type="http://schemas.openxmlformats.org/officeDocument/2006/relationships/slide" Target="slides/slide7.xml"/><Relationship Id="rId57" Type="http://schemas.openxmlformats.org/officeDocument/2006/relationships/slide" Target="slides/slide6.xml"/><Relationship Id="rId56" Type="http://schemas.openxmlformats.org/officeDocument/2006/relationships/slide" Target="slides/slide5.xml"/><Relationship Id="rId55" Type="http://schemas.openxmlformats.org/officeDocument/2006/relationships/slide" Target="slides/slide4.xml"/><Relationship Id="rId54" Type="http://schemas.openxmlformats.org/officeDocument/2006/relationships/slide" Target="slides/slide3.xml"/><Relationship Id="rId53" Type="http://schemas.openxmlformats.org/officeDocument/2006/relationships/notesMaster" Target="notesMasters/notesMaster1.xml"/><Relationship Id="rId52" Type="http://schemas.openxmlformats.org/officeDocument/2006/relationships/slide" Target="slides/slide2.xml"/><Relationship Id="rId51" Type="http://schemas.openxmlformats.org/officeDocument/2006/relationships/slide" Target="slides/slide1.xml"/><Relationship Id="rId50" Type="http://schemas.openxmlformats.org/officeDocument/2006/relationships/slideMaster" Target="slideMasters/slideMaster49.xml"/><Relationship Id="rId5" Type="http://schemas.openxmlformats.org/officeDocument/2006/relationships/slideMaster" Target="slideMasters/slideMaster4.xml"/><Relationship Id="rId49" Type="http://schemas.openxmlformats.org/officeDocument/2006/relationships/slideMaster" Target="slideMasters/slideMaster48.xml"/><Relationship Id="rId48" Type="http://schemas.openxmlformats.org/officeDocument/2006/relationships/slideMaster" Target="slideMasters/slideMaster47.xml"/><Relationship Id="rId47" Type="http://schemas.openxmlformats.org/officeDocument/2006/relationships/slideMaster" Target="slideMasters/slideMaster46.xml"/><Relationship Id="rId46" Type="http://schemas.openxmlformats.org/officeDocument/2006/relationships/slideMaster" Target="slideMasters/slideMaster45.xml"/><Relationship Id="rId45" Type="http://schemas.openxmlformats.org/officeDocument/2006/relationships/slideMaster" Target="slideMasters/slideMaster44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6" Type="http://schemas.openxmlformats.org/officeDocument/2006/relationships/tableStyles" Target="tableStyles.xml"/><Relationship Id="rId105" Type="http://schemas.openxmlformats.org/officeDocument/2006/relationships/viewProps" Target="viewProps.xml"/><Relationship Id="rId104" Type="http://schemas.openxmlformats.org/officeDocument/2006/relationships/presProps" Target="presProps.xml"/><Relationship Id="rId103" Type="http://schemas.openxmlformats.org/officeDocument/2006/relationships/slide" Target="slides/slide52.xml"/><Relationship Id="rId102" Type="http://schemas.openxmlformats.org/officeDocument/2006/relationships/slide" Target="slides/slide51.xml"/><Relationship Id="rId101" Type="http://schemas.openxmlformats.org/officeDocument/2006/relationships/slide" Target="slides/slide50.xml"/><Relationship Id="rId100" Type="http://schemas.openxmlformats.org/officeDocument/2006/relationships/slide" Target="slides/slide49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algn="ctr" rtl="0">
              <a:defRPr lang="zh-CN" sz="1200" b="1" i="0" u="none" strike="noStrike" kern="1200" baseline="0">
                <a:solidFill>
                  <a:srgbClr val="383838"/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title text here-12pt</a:t>
            </a:r>
            <a:endParaRPr lang="zh-CN" altLang="zh-CN" sz="1200" b="1" i="0" u="none" strike="noStrike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0947573933787888"/>
          <c:y val="0.351775699717802"/>
          <c:w val="0.845811744855742"/>
          <c:h val="0.45704307182543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/>
            </a:solidFill>
            <a:ln w="25400">
              <a:noFill/>
            </a:ln>
            <a:effectLst/>
          </c:spPr>
          <c:invertIfNegative val="0"/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  <c:spPr>
              <a:solidFill>
                <a:schemeClr val="accent5"/>
              </a:solidFill>
              <a:ln w="25400">
                <a:noFill/>
              </a:ln>
              <a:effectLst/>
            </c:spPr>
          </c:dPt>
          <c:dLbls>
            <c:delete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50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50</c:v>
                </c:pt>
                <c:pt idx="5">
                  <c:v>70</c:v>
                </c:pt>
                <c:pt idx="6">
                  <c:v>90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5"/>
        <c:axId val="1085892712"/>
        <c:axId val="1085896632"/>
      </c:barChart>
      <c:catAx>
        <c:axId val="1085892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085896632"/>
        <c:crosses val="autoZero"/>
        <c:auto val="1"/>
        <c:lblAlgn val="ctr"/>
        <c:lblOffset val="100"/>
        <c:noMultiLvlLbl val="0"/>
      </c:catAx>
      <c:valAx>
        <c:axId val="1085896632"/>
        <c:scaling>
          <c:orientation val="minMax"/>
          <c:max val="1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085892712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56918818839132"/>
          <c:y val="0.205073055778876"/>
          <c:w val="0.686162362321735"/>
          <c:h val="0.141068446868968"/>
        </c:manualLayout>
      </c:layout>
      <c:overlay val="0"/>
      <c:txPr>
        <a:bodyPr rot="0" spcFirstLastPara="0" vertOverflow="ellipsis" vert="horz" wrap="square" anchor="ctr" anchorCtr="1"/>
        <a:lstStyle/>
        <a:p>
          <a:pPr algn="ctr">
            <a:defRPr lang="en-US" alt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339b08d-1f1b-49b2-b6d9-a8042bbd956f}"/>
      </c:ext>
    </c:extLst>
  </c:chart>
  <c:spPr>
    <a:noFill/>
    <a:ln w="9525">
      <a:solidFill>
        <a:schemeClr val="bg1">
          <a:lumMod val="85000"/>
        </a:schemeClr>
      </a:solidFill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818000-097C-4CBA-879D-475082D66557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4125CECE-33CE-481B-ADE8-43D5BA280085}">
      <dgm:prSet phldrT="[文本]" custT="1"/>
      <dgm:spPr>
        <a:solidFill>
          <a:schemeClr val="accent5"/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endParaRPr lang="en-US" altLang="zh-CN" sz="900" b="1" dirty="0">
            <a:solidFill>
              <a:schemeClr val="bg1"/>
            </a:solidFill>
          </a:endParaRPr>
        </a:p>
      </dgm:t>
    </dgm:pt>
    <dgm:pt modelId="{8D453D68-B78A-41FC-953E-3B17AA01D474}" cxnId="{4A8A1D6D-4357-4ACF-87D4-1546B888C44B}" type="parTrans">
      <dgm:prSet/>
      <dgm:spPr/>
      <dgm:t>
        <a:bodyPr/>
        <a:lstStyle/>
        <a:p>
          <a:endParaRPr lang="zh-CN" altLang="en-US"/>
        </a:p>
      </dgm:t>
    </dgm:pt>
    <dgm:pt modelId="{A2C58DFB-C1C5-44BC-8639-A910588AD60F}" cxnId="{4A8A1D6D-4357-4ACF-87D4-1546B888C44B}" type="sibTrans">
      <dgm:prSet/>
      <dgm:spPr/>
      <dgm:t>
        <a:bodyPr/>
        <a:lstStyle/>
        <a:p>
          <a:endParaRPr lang="zh-CN" altLang="en-US"/>
        </a:p>
      </dgm:t>
    </dgm:pt>
    <dgm:pt modelId="{61491AA7-771B-4317-ABB0-DE6580FF506B}">
      <dgm:prSet phldrT="[文本]" custT="1"/>
      <dgm:spPr>
        <a:solidFill>
          <a:schemeClr val="accent4"/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altLang="en-US" sz="1600" b="1" dirty="0">
              <a:solidFill>
                <a:schemeClr val="bg1"/>
              </a:solidFill>
            </a:rPr>
            <a:t>Text here</a:t>
          </a:r>
          <a:endParaRPr lang="en-US" altLang="zh-CN" sz="1600" b="1" dirty="0">
            <a:solidFill>
              <a:schemeClr val="bg1"/>
            </a:solidFill>
          </a:endParaRP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altLang="en-US" sz="1100" b="1" dirty="0">
              <a:solidFill>
                <a:schemeClr val="bg1"/>
              </a:solidFill>
            </a:rPr>
            <a:t>Supporting text here.</a:t>
          </a:r>
          <a:endParaRPr lang="en-US" altLang="zh-CN" sz="1100" b="1" dirty="0">
            <a:solidFill>
              <a:schemeClr val="bg1"/>
            </a:solidFill>
          </a:endParaRPr>
        </a:p>
      </dgm:t>
    </dgm:pt>
    <dgm:pt modelId="{078EDD79-D8DE-42FD-8EC3-26F437DFCD1B}" cxnId="{94754B37-7BD4-45FB-B4C2-264D559D4221}" type="parTrans">
      <dgm:prSet/>
      <dgm:spPr/>
      <dgm:t>
        <a:bodyPr/>
        <a:lstStyle/>
        <a:p>
          <a:endParaRPr lang="zh-CN" altLang="en-US"/>
        </a:p>
      </dgm:t>
    </dgm:pt>
    <dgm:pt modelId="{59F74733-C1EA-4CAC-A9FE-2E08B2DB2889}" cxnId="{94754B37-7BD4-45FB-B4C2-264D559D4221}" type="sibTrans">
      <dgm:prSet/>
      <dgm:spPr/>
      <dgm:t>
        <a:bodyPr/>
        <a:lstStyle/>
        <a:p>
          <a:endParaRPr lang="zh-CN" altLang="en-US"/>
        </a:p>
      </dgm:t>
    </dgm:pt>
    <dgm:pt modelId="{0928EDAE-BF72-4EA3-B593-C0D6143B3AC0}">
      <dgm:prSet phldrT="[文本]" custT="1"/>
      <dgm:spPr>
        <a:solidFill>
          <a:schemeClr val="accent3"/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altLang="en-US" sz="1600" b="1" dirty="0">
              <a:solidFill>
                <a:schemeClr val="bg1"/>
              </a:solidFill>
            </a:rPr>
            <a:t>Text here-16pt</a:t>
          </a:r>
          <a:endParaRPr lang="en-US" altLang="zh-CN" sz="1600" b="1" dirty="0">
            <a:solidFill>
              <a:schemeClr val="bg1"/>
            </a:solidFill>
          </a:endParaRP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altLang="en-US" sz="1100" b="1" dirty="0">
              <a:solidFill>
                <a:schemeClr val="bg1"/>
              </a:solidFill>
            </a:rPr>
            <a:t>Supporting text here.</a:t>
          </a:r>
          <a:endParaRPr lang="en-US" altLang="zh-CN" sz="1100" b="1" dirty="0">
            <a:solidFill>
              <a:schemeClr val="bg1"/>
            </a:solidFill>
          </a:endParaRPr>
        </a:p>
      </dgm:t>
    </dgm:pt>
    <dgm:pt modelId="{4ABFED63-60D1-4DDF-B9D7-029DF763951A}" cxnId="{C2EB4B73-E145-48FF-9F6C-354E8F6D3293}" type="parTrans">
      <dgm:prSet/>
      <dgm:spPr/>
      <dgm:t>
        <a:bodyPr/>
        <a:lstStyle/>
        <a:p>
          <a:endParaRPr lang="zh-CN" altLang="en-US"/>
        </a:p>
      </dgm:t>
    </dgm:pt>
    <dgm:pt modelId="{58C1137B-3F54-40A0-9D44-FDA6388AD3D7}" cxnId="{C2EB4B73-E145-48FF-9F6C-354E8F6D3293}" type="sibTrans">
      <dgm:prSet/>
      <dgm:spPr/>
      <dgm:t>
        <a:bodyPr/>
        <a:lstStyle/>
        <a:p>
          <a:endParaRPr lang="zh-CN" altLang="en-US"/>
        </a:p>
      </dgm:t>
    </dgm:pt>
    <dgm:pt modelId="{1E8F280F-5A90-424D-82AC-555D5AC34106}" type="pres">
      <dgm:prSet presAssocID="{8B818000-097C-4CBA-879D-475082D66557}" presName="Name0" presStyleCnt="0">
        <dgm:presLayoutVars>
          <dgm:dir/>
          <dgm:animLvl val="lvl"/>
          <dgm:resizeHandles val="exact"/>
        </dgm:presLayoutVars>
      </dgm:prSet>
      <dgm:spPr/>
    </dgm:pt>
    <dgm:pt modelId="{25909B8A-DC01-42C5-83C4-1F420294BCBF}" type="pres">
      <dgm:prSet presAssocID="{4125CECE-33CE-481B-ADE8-43D5BA280085}" presName="Name8" presStyleCnt="0"/>
      <dgm:spPr/>
    </dgm:pt>
    <dgm:pt modelId="{E6907DD1-3C4C-4267-9709-ED334286781D}" type="pres">
      <dgm:prSet presAssocID="{4125CECE-33CE-481B-ADE8-43D5BA280085}" presName="level" presStyleLbl="node1" presStyleIdx="0" presStyleCnt="3">
        <dgm:presLayoutVars>
          <dgm:chMax val="1"/>
          <dgm:bulletEnabled val="1"/>
        </dgm:presLayoutVars>
      </dgm:prSet>
      <dgm:spPr/>
    </dgm:pt>
    <dgm:pt modelId="{B31A0117-F589-4E65-85FA-5E3BD991DB3E}" type="pres">
      <dgm:prSet presAssocID="{4125CECE-33CE-481B-ADE8-43D5BA28008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BCB69E9-CE54-4A46-A4C6-08F271A2EDC1}" type="pres">
      <dgm:prSet presAssocID="{61491AA7-771B-4317-ABB0-DE6580FF506B}" presName="Name8" presStyleCnt="0"/>
      <dgm:spPr/>
    </dgm:pt>
    <dgm:pt modelId="{78F4BB99-52F5-4AE8-8222-8E86C5EA1ECA}" type="pres">
      <dgm:prSet presAssocID="{61491AA7-771B-4317-ABB0-DE6580FF506B}" presName="level" presStyleLbl="node1" presStyleIdx="1" presStyleCnt="3">
        <dgm:presLayoutVars>
          <dgm:chMax val="1"/>
          <dgm:bulletEnabled val="1"/>
        </dgm:presLayoutVars>
      </dgm:prSet>
      <dgm:spPr/>
    </dgm:pt>
    <dgm:pt modelId="{8ABDB797-8016-49C4-B889-5CA14CE0124D}" type="pres">
      <dgm:prSet presAssocID="{61491AA7-771B-4317-ABB0-DE6580FF506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2D2F27-051A-4879-8467-D1797A037750}" type="pres">
      <dgm:prSet presAssocID="{0928EDAE-BF72-4EA3-B593-C0D6143B3AC0}" presName="Name8" presStyleCnt="0"/>
      <dgm:spPr/>
    </dgm:pt>
    <dgm:pt modelId="{3CA75322-2E42-4C59-A6EE-AA2ECC3DE85D}" type="pres">
      <dgm:prSet presAssocID="{0928EDAE-BF72-4EA3-B593-C0D6143B3AC0}" presName="level" presStyleLbl="node1" presStyleIdx="2" presStyleCnt="3" custScaleY="217990" custLinFactNeighborY="-2091">
        <dgm:presLayoutVars>
          <dgm:chMax val="1"/>
          <dgm:bulletEnabled val="1"/>
        </dgm:presLayoutVars>
      </dgm:prSet>
      <dgm:spPr/>
    </dgm:pt>
    <dgm:pt modelId="{711F7FD1-8F2E-479E-8F73-645FCDE0C28B}" type="pres">
      <dgm:prSet presAssocID="{0928EDAE-BF72-4EA3-B593-C0D6143B3AC0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82AFAD03-EC71-4AAE-AD98-B6DF536A25EA}" type="presOf" srcId="{8B818000-097C-4CBA-879D-475082D66557}" destId="{1E8F280F-5A90-424D-82AC-555D5AC34106}" srcOrd="0" destOrd="0" presId="urn:microsoft.com/office/officeart/2005/8/layout/pyramid1"/>
    <dgm:cxn modelId="{2C629820-933B-441E-B955-3ADF96341B48}" type="presOf" srcId="{61491AA7-771B-4317-ABB0-DE6580FF506B}" destId="{8ABDB797-8016-49C4-B889-5CA14CE0124D}" srcOrd="1" destOrd="0" presId="urn:microsoft.com/office/officeart/2005/8/layout/pyramid1"/>
    <dgm:cxn modelId="{94754B37-7BD4-45FB-B4C2-264D559D4221}" srcId="{8B818000-097C-4CBA-879D-475082D66557}" destId="{61491AA7-771B-4317-ABB0-DE6580FF506B}" srcOrd="1" destOrd="0" parTransId="{078EDD79-D8DE-42FD-8EC3-26F437DFCD1B}" sibTransId="{59F74733-C1EA-4CAC-A9FE-2E08B2DB2889}"/>
    <dgm:cxn modelId="{4A8A1D6D-4357-4ACF-87D4-1546B888C44B}" srcId="{8B818000-097C-4CBA-879D-475082D66557}" destId="{4125CECE-33CE-481B-ADE8-43D5BA280085}" srcOrd="0" destOrd="0" parTransId="{8D453D68-B78A-41FC-953E-3B17AA01D474}" sibTransId="{A2C58DFB-C1C5-44BC-8639-A910588AD60F}"/>
    <dgm:cxn modelId="{0301424D-6EF0-4AFF-AF39-A5BE77FC7EA9}" type="presOf" srcId="{4125CECE-33CE-481B-ADE8-43D5BA280085}" destId="{B31A0117-F589-4E65-85FA-5E3BD991DB3E}" srcOrd="1" destOrd="0" presId="urn:microsoft.com/office/officeart/2005/8/layout/pyramid1"/>
    <dgm:cxn modelId="{C2EB4B73-E145-48FF-9F6C-354E8F6D3293}" srcId="{8B818000-097C-4CBA-879D-475082D66557}" destId="{0928EDAE-BF72-4EA3-B593-C0D6143B3AC0}" srcOrd="2" destOrd="0" parTransId="{4ABFED63-60D1-4DDF-B9D7-029DF763951A}" sibTransId="{58C1137B-3F54-40A0-9D44-FDA6388AD3D7}"/>
    <dgm:cxn modelId="{F2F0DAA8-86BB-41E6-A438-76A97BDF58F8}" type="presOf" srcId="{4125CECE-33CE-481B-ADE8-43D5BA280085}" destId="{E6907DD1-3C4C-4267-9709-ED334286781D}" srcOrd="0" destOrd="0" presId="urn:microsoft.com/office/officeart/2005/8/layout/pyramid1"/>
    <dgm:cxn modelId="{AFF8B6B0-A82C-4BBA-A4F6-4CBD36CDD1DB}" type="presOf" srcId="{61491AA7-771B-4317-ABB0-DE6580FF506B}" destId="{78F4BB99-52F5-4AE8-8222-8E86C5EA1ECA}" srcOrd="0" destOrd="0" presId="urn:microsoft.com/office/officeart/2005/8/layout/pyramid1"/>
    <dgm:cxn modelId="{754041C9-AA32-40E9-BD1A-BD41766F7641}" type="presOf" srcId="{0928EDAE-BF72-4EA3-B593-C0D6143B3AC0}" destId="{711F7FD1-8F2E-479E-8F73-645FCDE0C28B}" srcOrd="1" destOrd="0" presId="urn:microsoft.com/office/officeart/2005/8/layout/pyramid1"/>
    <dgm:cxn modelId="{0BD5BDE8-3FC8-409D-AE09-F805E8E68813}" type="presOf" srcId="{0928EDAE-BF72-4EA3-B593-C0D6143B3AC0}" destId="{3CA75322-2E42-4C59-A6EE-AA2ECC3DE85D}" srcOrd="0" destOrd="0" presId="urn:microsoft.com/office/officeart/2005/8/layout/pyramid1"/>
    <dgm:cxn modelId="{F65C0175-D318-46DB-B475-E7BB0744B200}" type="presParOf" srcId="{1E8F280F-5A90-424D-82AC-555D5AC34106}" destId="{25909B8A-DC01-42C5-83C4-1F420294BCBF}" srcOrd="0" destOrd="0" presId="urn:microsoft.com/office/officeart/2005/8/layout/pyramid1"/>
    <dgm:cxn modelId="{EC0386FA-C20A-4B86-9EEB-1F5F6998D365}" type="presParOf" srcId="{25909B8A-DC01-42C5-83C4-1F420294BCBF}" destId="{E6907DD1-3C4C-4267-9709-ED334286781D}" srcOrd="0" destOrd="0" presId="urn:microsoft.com/office/officeart/2005/8/layout/pyramid1"/>
    <dgm:cxn modelId="{DACFB6D1-1B06-41F7-A652-B3445AFFB4A4}" type="presParOf" srcId="{25909B8A-DC01-42C5-83C4-1F420294BCBF}" destId="{B31A0117-F589-4E65-85FA-5E3BD991DB3E}" srcOrd="1" destOrd="0" presId="urn:microsoft.com/office/officeart/2005/8/layout/pyramid1"/>
    <dgm:cxn modelId="{CE0E2C67-CE83-4FE6-9BCB-3A6185785E45}" type="presParOf" srcId="{1E8F280F-5A90-424D-82AC-555D5AC34106}" destId="{1BCB69E9-CE54-4A46-A4C6-08F271A2EDC1}" srcOrd="1" destOrd="0" presId="urn:microsoft.com/office/officeart/2005/8/layout/pyramid1"/>
    <dgm:cxn modelId="{363EF51D-1167-46FC-B43F-4E3B537F4433}" type="presParOf" srcId="{1BCB69E9-CE54-4A46-A4C6-08F271A2EDC1}" destId="{78F4BB99-52F5-4AE8-8222-8E86C5EA1ECA}" srcOrd="0" destOrd="0" presId="urn:microsoft.com/office/officeart/2005/8/layout/pyramid1"/>
    <dgm:cxn modelId="{F44681E1-02B5-4B9F-9F06-5F7F9F44BE1E}" type="presParOf" srcId="{1BCB69E9-CE54-4A46-A4C6-08F271A2EDC1}" destId="{8ABDB797-8016-49C4-B889-5CA14CE0124D}" srcOrd="1" destOrd="0" presId="urn:microsoft.com/office/officeart/2005/8/layout/pyramid1"/>
    <dgm:cxn modelId="{A09C320D-24B9-47B3-A142-678F8465CAAA}" type="presParOf" srcId="{1E8F280F-5A90-424D-82AC-555D5AC34106}" destId="{A82D2F27-051A-4879-8467-D1797A037750}" srcOrd="2" destOrd="0" presId="urn:microsoft.com/office/officeart/2005/8/layout/pyramid1"/>
    <dgm:cxn modelId="{6B62B4A2-A81C-48FD-B2B4-F6D955F610EB}" type="presParOf" srcId="{A82D2F27-051A-4879-8467-D1797A037750}" destId="{3CA75322-2E42-4C59-A6EE-AA2ECC3DE85D}" srcOrd="0" destOrd="0" presId="urn:microsoft.com/office/officeart/2005/8/layout/pyramid1"/>
    <dgm:cxn modelId="{B8F5A31F-9BFC-4558-A1B5-8E0EBDBA7B95}" type="presParOf" srcId="{A82D2F27-051A-4879-8467-D1797A037750}" destId="{711F7FD1-8F2E-479E-8F73-645FCDE0C28B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336433" cy="3335748"/>
        <a:chOff x="0" y="0"/>
        <a:chExt cx="4336433" cy="3335748"/>
      </a:xfrm>
    </dsp:grpSpPr>
    <dsp:sp modelId="{E6907DD1-3C4C-4267-9709-ED334286781D}">
      <dsp:nvSpPr>
        <dsp:cNvPr id="3" name="梯形 2"/>
        <dsp:cNvSpPr/>
      </dsp:nvSpPr>
      <dsp:spPr bwMode="white">
        <a:xfrm>
          <a:off x="1649492" y="0"/>
          <a:ext cx="1037449" cy="798045"/>
        </a:xfrm>
        <a:prstGeom prst="trapezoid">
          <a:avLst>
            <a:gd name="adj" fmla="val 64999"/>
          </a:avLst>
        </a:prstGeom>
        <a:solidFill>
          <a:schemeClr val="accent5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endParaRPr lang="en-US" altLang="zh-CN" sz="900" b="1" dirty="0">
            <a:solidFill>
              <a:schemeClr val="bg1"/>
            </a:solidFill>
          </a:endParaRPr>
        </a:p>
      </dsp:txBody>
      <dsp:txXfrm>
        <a:off x="1649492" y="0"/>
        <a:ext cx="1037449" cy="798045"/>
      </dsp:txXfrm>
    </dsp:sp>
    <dsp:sp modelId="{78F4BB99-52F5-4AE8-8222-8E86C5EA1ECA}">
      <dsp:nvSpPr>
        <dsp:cNvPr id="4" name="梯形 3"/>
        <dsp:cNvSpPr/>
      </dsp:nvSpPr>
      <dsp:spPr bwMode="white">
        <a:xfrm>
          <a:off x="1130768" y="798045"/>
          <a:ext cx="2074898" cy="798045"/>
        </a:xfrm>
        <a:prstGeom prst="trapezoid">
          <a:avLst>
            <a:gd name="adj" fmla="val 64999"/>
          </a:avLst>
        </a:prstGeom>
        <a:solidFill>
          <a:schemeClr val="accent4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0320" tIns="20320" rIns="20320" bIns="203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en-US" sz="1600" b="1" dirty="0">
              <a:solidFill>
                <a:schemeClr val="bg1"/>
              </a:solidFill>
            </a:rPr>
            <a:t>Text here</a:t>
          </a:r>
          <a:endParaRPr lang="en-US" altLang="zh-CN" sz="1600" b="1" dirty="0">
            <a:solidFill>
              <a:schemeClr val="bg1"/>
            </a:solidFill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en-US" sz="1100" b="1" dirty="0">
              <a:solidFill>
                <a:schemeClr val="bg1"/>
              </a:solidFill>
            </a:rPr>
            <a:t>Supporting text here.</a:t>
          </a:r>
          <a:endParaRPr lang="en-US" altLang="zh-CN" sz="1100" b="1" dirty="0">
            <a:solidFill>
              <a:schemeClr val="bg1"/>
            </a:solidFill>
          </a:endParaRPr>
        </a:p>
      </dsp:txBody>
      <dsp:txXfrm>
        <a:off x="1130768" y="798045"/>
        <a:ext cx="2074898" cy="798045"/>
      </dsp:txXfrm>
    </dsp:sp>
    <dsp:sp modelId="{3CA75322-2E42-4C59-A6EE-AA2ECC3DE85D}">
      <dsp:nvSpPr>
        <dsp:cNvPr id="5" name="梯形 4"/>
        <dsp:cNvSpPr/>
      </dsp:nvSpPr>
      <dsp:spPr bwMode="white">
        <a:xfrm>
          <a:off x="0" y="1579403"/>
          <a:ext cx="4336433" cy="1739658"/>
        </a:xfrm>
        <a:prstGeom prst="trapezoid">
          <a:avLst>
            <a:gd name="adj" fmla="val 64999"/>
          </a:avLst>
        </a:prstGeom>
        <a:solidFill>
          <a:schemeClr val="accent3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0320" tIns="20320" rIns="20320" bIns="203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en-US" sz="1600" b="1" dirty="0">
              <a:solidFill>
                <a:schemeClr val="bg1"/>
              </a:solidFill>
            </a:rPr>
            <a:t>Text here-16pt</a:t>
          </a:r>
          <a:endParaRPr lang="en-US" altLang="zh-CN" sz="1600" b="1" dirty="0">
            <a:solidFill>
              <a:schemeClr val="bg1"/>
            </a:solidFill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en-US" sz="1100" b="1" dirty="0">
              <a:solidFill>
                <a:schemeClr val="bg1"/>
              </a:solidFill>
            </a:rPr>
            <a:t>Supporting text here.</a:t>
          </a:r>
          <a:endParaRPr lang="en-US" altLang="zh-CN" sz="1100" b="1" dirty="0">
            <a:solidFill>
              <a:schemeClr val="bg1"/>
            </a:solidFill>
          </a:endParaRPr>
        </a:p>
      </dsp:txBody>
      <dsp:txXfrm>
        <a:off x="0" y="1579403"/>
        <a:ext cx="4336433" cy="17396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pyraLvlNode" val="level"/>
          <dgm:param type="pyraAcctTxNode" val="acctTx"/>
          <dgm:param type="pyraAcctBkgdNode" val="acctBkgd"/>
          <dgm:param type="linDir" val="fromB"/>
          <dgm:param type="txDir" val="fromT"/>
          <dgm:param type="pyraAcctPos" val="aft"/>
          <dgm:param type="pyraAcctTxMar" val="step"/>
        </dgm:alg>
      </dgm:if>
      <dgm:else name="Name3">
        <dgm:alg type="pyra">
          <dgm:param type="pyraLvlNode" val="level"/>
          <dgm:param type="pyraAcctTxNode" val="acctTx"/>
          <dgm:param type="pyraAcctBkgdNode" val="acctBkgd"/>
          <dgm:param type="linDir" val="fromB"/>
          <dgm:param type="txDir" val="fromT"/>
          <dgm:param type="pyraAcctPos" val="bef"/>
          <dgm:param type="pyraAcctTxMar" val="step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F6A2C9-A91D-4AFF-8332-2A2177DAB7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AB3994-0051-4B1F-A139-0AAD0499F27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0ed55ee5-3662-46c9-8742-7b721ee9d52b.source.default.zh-Hans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712fb5be-b0d5-44e4-bef5-abae3a695746.source.default.zh-Hans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1071a952-aa55-479f-b804-0136fe994d71.source.default.zh-Hans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92a20e6b-b362-4570-8886-dba8d0bded20.source.default.zh-Hans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ef6b7181-55de-4ee5-89d3-90c1ceae88c1.source.default.zh-Hans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43c59645-5cbe-405c-80ab-9429276c7fd1.source.default.zh-Hans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D2F9E-D167-4ED3-83EC-AE46EA34BEC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757371ab-9e42-4bc9-b2fa-1313337b1d8b.source.default.zh-Hans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8378c181-a8f3-4158-bd1c-72701654b347.source.default.zh-Hans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D2F9E-D167-4ED3-83EC-AE46EA34BEC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58598d2b-01a7-4590-83ae-d2efd8953682.source.default.zh-Hans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38d08ec3-5700-4e87-bbc0-444fbcac1a3a.source.default.zh-Hans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25afb9bf-57f4-45e5-b0a9-952fceb6c614.source.default.zh-Hans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7a511111-12c7-4fa8-a873-6d0d49253115.source.default.zh-Hans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dcadd721-48c6-4065-afbe-3028f6ec4af7.source.default.zh-Hans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5a48b048-205e-4c36-872c-186354b949c5.source.default.zh-Hans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ff280807-5c05-48c6-b20f-3265114196f4.source.default.zh-Hans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94ef0cf7-4475-45dc-be7e-fcb7aca6e7bd.source.default.zh-Hans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aa27ab8d-4db8-4050-b110-90ca8a65bad2.source.default.zh-Hans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e11a7e05-467f-4fb0-8140-2c244d4f9b5d.source.default.zh-Hans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ca03b90f-42db-4d43-87cc-b43943339bff.source.default.zh-Hans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e15911fd-07dd-4258-bb22-b31b02649535.source.default.zh-Hans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499ad024-73a6-4d6e-aab4-e823c921c89f.source.default.zh-Hans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cbd7d11b-7d09-4a69-a2a6-677d52dac9a1.source.default.zh-Hans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61ae597a-b58d-4bd6-ba02-781c28108ebb.source.default.zh-Hans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7416bc28-e686-45c0-aa4e-951fc590c910.source.default.zh-Hans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5c61edb8-ed3f-4520-986e-1b907b37daec.source.default.zh-Hans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351956bb-e5ce-4059-8a0b-e12b3dce3d29.source.default.zh-Hans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31e40f15-67b3-4ec5-9e22-af96e74580f6.source.default.zh-Hans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adbf6981-5bc5-40cb-ba18-8532bf805b31.source.default.zh-Hans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cbc3f017-b8bd-4dec-a2a7-9f17684eed50.source.default.zh-Hans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D2F9E-D167-4ED3-83EC-AE46EA34BEC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2b537212-7ae3-4617-bd5c-ea006e0eb5c5.source.default.zh-Hans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6c7e7ff3-0527-430d-bbe7-23a20055a7f3.source.default.zh-Hans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e47c5784-6d94-47f1-9c30-275f9f4c6729.source.default.zh-Hans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5467467c-dcdf-42a0-bdfb-7604d45fb940.source.default.zh-Hans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3ad5aa1b-fefe-426d-84ab-38fbc901d249.source.default.zh-Hans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9ee17b11-642d-402a-a624-ae0109d708a9.source.default.zh-Hans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e51336c6-d48b-4a60-bbc2-fae3eb15410e.source.default.zh-Hans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e97ec79c-7bc4-481a-9f89-324fd29a7e99.source.default.zh-Hans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2595bdcf-d483-47f8-ad74-9d63e2b0e091.source.default.zh-Hans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e5a4ce77-b12c-4f98-a1d4-2c61aa0ec533.source.default.zh-Hans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8b0421ca-1f4d-4a27-b7ab-b9339c7fd0f2.source.default.zh-Hans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14cecbd9-7193-44bd-a17d-f20b381a9cb7.source.default.zh-Hans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469c531a-7e9c-4220-817a-ea5b80f7fb42.source.default.zh-Hans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D2F9E-D167-4ED3-83EC-AE46EA34BEC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5195cd3f-4adf-4799-b28b-fbf1e58f4d4c.source.default.zh-Hans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32be63ab-2045-4227-9607-22bbadcf318e.source.default.zh-Hans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265b54f6-8076-4c53-a7b9-af1c2eb5c877.source.default.zh-Hans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b0635d77-2ad5-4a9e-8e3a-2e64e005c13c.source.default.zh-Hans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68835f36-34c8-4c4e-8b81-94e9ca0855af.source.default.zh-Hans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df2cfd3e-a25a-4b1e-9c89-f85e5733e0b4.source.default.zh-Hans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3475ea43-27ac-4fdd-a83b-cd317bf2ee2c.source.default.zh-Hans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image" Target="../media/image10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image" Target="../media/image10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.xml.rels><?xml version="1.0" encoding="UTF-8" standalone="yes"?>
<Relationships xmlns="http://schemas.openxmlformats.org/package/2006/relationships"><Relationship Id="rId7" Type="http://schemas.openxmlformats.org/officeDocument/2006/relationships/image" Target="../media/image8.png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图片 81"/>
          <p:cNvPicPr>
            <a:picLocks noChangeAspect="1"/>
          </p:cNvPicPr>
          <p:nvPr userDrawn="1"/>
        </p:nvPicPr>
        <p:blipFill rotWithShape="1">
          <a:blip r:embed="rId2"/>
          <a:srcRect b="32181"/>
          <a:stretch>
            <a:fillRect/>
          </a:stretch>
        </p:blipFill>
        <p:spPr>
          <a:xfrm>
            <a:off x="8953126" y="4278003"/>
            <a:ext cx="1103472" cy="2579997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3"/>
          <a:srcRect b="51003"/>
          <a:stretch>
            <a:fillRect/>
          </a:stretch>
        </p:blipFill>
        <p:spPr>
          <a:xfrm>
            <a:off x="9758754" y="6141093"/>
            <a:ext cx="2432515" cy="716907"/>
          </a:xfrm>
          <a:custGeom>
            <a:avLst/>
            <a:gdLst>
              <a:gd name="connsiteX0" fmla="*/ 0 w 2432515"/>
              <a:gd name="connsiteY0" fmla="*/ 0 h 716907"/>
              <a:gd name="connsiteX1" fmla="*/ 2432515 w 2432515"/>
              <a:gd name="connsiteY1" fmla="*/ 0 h 716907"/>
              <a:gd name="connsiteX2" fmla="*/ 2432515 w 2432515"/>
              <a:gd name="connsiteY2" fmla="*/ 716907 h 716907"/>
              <a:gd name="connsiteX3" fmla="*/ 0 w 2432515"/>
              <a:gd name="connsiteY3" fmla="*/ 716907 h 716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2515" h="716907">
                <a:moveTo>
                  <a:pt x="0" y="0"/>
                </a:moveTo>
                <a:lnTo>
                  <a:pt x="2432515" y="0"/>
                </a:lnTo>
                <a:lnTo>
                  <a:pt x="2432515" y="716907"/>
                </a:lnTo>
                <a:lnTo>
                  <a:pt x="0" y="716907"/>
                </a:lnTo>
                <a:close/>
              </a:path>
            </a:pathLst>
          </a:custGeom>
        </p:spPr>
      </p:pic>
      <p:pic>
        <p:nvPicPr>
          <p:cNvPr id="43" name="图片 42"/>
          <p:cNvPicPr>
            <a:picLocks noChangeAspect="1"/>
          </p:cNvPicPr>
          <p:nvPr userDrawn="1"/>
        </p:nvPicPr>
        <p:blipFill rotWithShape="1">
          <a:blip r:embed="rId4"/>
          <a:srcRect l="61" t="46981" b="36176"/>
          <a:stretch>
            <a:fillRect/>
          </a:stretch>
        </p:blipFill>
        <p:spPr>
          <a:xfrm>
            <a:off x="0" y="6134078"/>
            <a:ext cx="12191765" cy="723922"/>
          </a:xfrm>
          <a:custGeom>
            <a:avLst/>
            <a:gdLst>
              <a:gd name="connsiteX0" fmla="*/ 0 w 12191765"/>
              <a:gd name="connsiteY0" fmla="*/ 0 h 2743202"/>
              <a:gd name="connsiteX1" fmla="*/ 12191765 w 12191765"/>
              <a:gd name="connsiteY1" fmla="*/ 0 h 2743202"/>
              <a:gd name="connsiteX2" fmla="*/ 12191765 w 12191765"/>
              <a:gd name="connsiteY2" fmla="*/ 2743202 h 2743202"/>
              <a:gd name="connsiteX3" fmla="*/ 0 w 12191765"/>
              <a:gd name="connsiteY3" fmla="*/ 2743202 h 2743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765" h="2743202">
                <a:moveTo>
                  <a:pt x="0" y="0"/>
                </a:moveTo>
                <a:lnTo>
                  <a:pt x="12191765" y="0"/>
                </a:lnTo>
                <a:lnTo>
                  <a:pt x="12191765" y="2743202"/>
                </a:lnTo>
                <a:lnTo>
                  <a:pt x="0" y="2743202"/>
                </a:lnTo>
                <a:close/>
              </a:path>
            </a:pathLst>
          </a:custGeom>
        </p:spPr>
      </p:pic>
      <p:sp>
        <p:nvSpPr>
          <p:cNvPr id="4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10923" y="3232633"/>
            <a:ext cx="8414494" cy="451268"/>
          </a:xfrm>
        </p:spPr>
        <p:txBody>
          <a:bodyPr vert="horz" lIns="91440" tIns="72000" rIns="91440" bIns="4572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indent="0">
              <a:buNone/>
            </a:pPr>
            <a:r>
              <a:rPr lang="zh-CN" altLang="en-US" sz="2400" dirty="0"/>
              <a:t>单击此处添加副标题 </a:t>
            </a:r>
            <a:r>
              <a:rPr lang="en-US" altLang="zh-CN" sz="2400" dirty="0"/>
              <a:t>-24pt</a:t>
            </a:r>
            <a:endParaRPr lang="en-US" altLang="zh-CN" sz="2400" dirty="0"/>
          </a:p>
        </p:txBody>
      </p:sp>
      <p:pic>
        <p:nvPicPr>
          <p:cNvPr id="63" name="图形 62"/>
          <p:cNvPicPr>
            <a:picLocks noChangeAspect="1"/>
          </p:cNvPicPr>
          <p:nvPr userDrawn="1"/>
        </p:nvPicPr>
        <p:blipFill>
          <a:blip r:embed="rId5">
            <a:alphaModFix amt="5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58024" y="4758622"/>
            <a:ext cx="2433975" cy="1464098"/>
          </a:xfrm>
          <a:prstGeom prst="rect">
            <a:avLst/>
          </a:prstGeom>
        </p:spPr>
      </p:pic>
      <p:pic>
        <p:nvPicPr>
          <p:cNvPr id="64" name="图形 63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7619" y="3965767"/>
            <a:ext cx="8964636" cy="2270897"/>
          </a:xfrm>
          <a:prstGeom prst="rect">
            <a:avLst/>
          </a:prstGeom>
        </p:spPr>
      </p:pic>
      <p:sp>
        <p:nvSpPr>
          <p:cNvPr id="65" name="矩形 64"/>
          <p:cNvSpPr/>
          <p:nvPr userDrawn="1"/>
        </p:nvSpPr>
        <p:spPr>
          <a:xfrm>
            <a:off x="835661" y="1670164"/>
            <a:ext cx="72000" cy="198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占位符 5"/>
          <p:cNvSpPr>
            <a:spLocks noGrp="1"/>
          </p:cNvSpPr>
          <p:nvPr>
            <p:ph type="body" sz="quarter" idx="19" hasCustomPrompt="1"/>
          </p:nvPr>
        </p:nvSpPr>
        <p:spPr>
          <a:xfrm>
            <a:off x="1010923" y="1668046"/>
            <a:ext cx="8414494" cy="1478799"/>
          </a:xfrm>
        </p:spPr>
        <p:txBody>
          <a:bodyPr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FontTx/>
              <a:buNone/>
              <a:defRPr lang="zh-CN" altLang="en-US" sz="4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dirty="0"/>
              <a:t>国泰基金管理有限公司</a:t>
            </a:r>
            <a:br>
              <a:rPr lang="zh-CN" altLang="en-US" dirty="0"/>
            </a:br>
            <a:r>
              <a:rPr lang="en-US" altLang="zh-CN" dirty="0"/>
              <a:t>PPT</a:t>
            </a:r>
            <a:r>
              <a:rPr lang="zh-CN" altLang="en-US" dirty="0"/>
              <a:t>应用标准模板</a:t>
            </a:r>
            <a:r>
              <a:rPr lang="en-US" altLang="zh-CN" dirty="0"/>
              <a:t>-44pt</a:t>
            </a:r>
            <a:endParaRPr lang="zh-CN" altLang="en-US" dirty="0"/>
          </a:p>
        </p:txBody>
      </p:sp>
      <p:sp>
        <p:nvSpPr>
          <p:cNvPr id="70" name="矩形 69"/>
          <p:cNvSpPr/>
          <p:nvPr userDrawn="1"/>
        </p:nvSpPr>
        <p:spPr>
          <a:xfrm>
            <a:off x="-7621" y="6177125"/>
            <a:ext cx="12199621" cy="680875"/>
          </a:xfrm>
          <a:prstGeom prst="rect">
            <a:avLst/>
          </a:prstGeom>
          <a:gradFill>
            <a:gsLst>
              <a:gs pos="77000">
                <a:schemeClr val="bg1"/>
              </a:gs>
              <a:gs pos="0">
                <a:schemeClr val="bg1">
                  <a:alpha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/>
          <p:cNvSpPr/>
          <p:nvPr userDrawn="1"/>
        </p:nvSpPr>
        <p:spPr>
          <a:xfrm>
            <a:off x="-3810" y="6134078"/>
            <a:ext cx="12199621" cy="108000"/>
          </a:xfrm>
          <a:prstGeom prst="rect">
            <a:avLst/>
          </a:prstGeom>
          <a:solidFill>
            <a:srgbClr val="BF9D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黑暗中的标志&#10;&#10;描述已自动生成"/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61" y="539192"/>
            <a:ext cx="1744094" cy="4840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1"/>
            <a:ext cx="5424488" cy="6210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 rotWithShape="1">
          <a:blip r:embed="rId2"/>
          <a:srcRect b="32181"/>
          <a:stretch>
            <a:fillRect/>
          </a:stretch>
        </p:blipFill>
        <p:spPr>
          <a:xfrm>
            <a:off x="2422533" y="4278003"/>
            <a:ext cx="1103472" cy="2579997"/>
          </a:xfrm>
          <a:prstGeom prst="rect">
            <a:avLst/>
          </a:prstGeom>
        </p:spPr>
      </p:pic>
      <p:pic>
        <p:nvPicPr>
          <p:cNvPr id="91" name="图片 90"/>
          <p:cNvPicPr>
            <a:picLocks noChangeAspect="1"/>
          </p:cNvPicPr>
          <p:nvPr userDrawn="1"/>
        </p:nvPicPr>
        <p:blipFill rotWithShape="1">
          <a:blip r:embed="rId3"/>
          <a:srcRect l="388" r="31460" b="30866"/>
          <a:stretch>
            <a:fillRect/>
          </a:stretch>
        </p:blipFill>
        <p:spPr>
          <a:xfrm>
            <a:off x="0" y="4114166"/>
            <a:ext cx="2409825" cy="2743834"/>
          </a:xfrm>
          <a:custGeom>
            <a:avLst/>
            <a:gdLst>
              <a:gd name="connsiteX0" fmla="*/ 0 w 3522220"/>
              <a:gd name="connsiteY0" fmla="*/ 0 h 2743834"/>
              <a:gd name="connsiteX1" fmla="*/ 3522220 w 3522220"/>
              <a:gd name="connsiteY1" fmla="*/ 0 h 2743834"/>
              <a:gd name="connsiteX2" fmla="*/ 3522220 w 3522220"/>
              <a:gd name="connsiteY2" fmla="*/ 2743834 h 2743834"/>
              <a:gd name="connsiteX3" fmla="*/ 0 w 3522220"/>
              <a:gd name="connsiteY3" fmla="*/ 2743834 h 2743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2220" h="2743834">
                <a:moveTo>
                  <a:pt x="0" y="0"/>
                </a:moveTo>
                <a:lnTo>
                  <a:pt x="3522220" y="0"/>
                </a:lnTo>
                <a:lnTo>
                  <a:pt x="3522220" y="2743834"/>
                </a:lnTo>
                <a:lnTo>
                  <a:pt x="0" y="2743834"/>
                </a:lnTo>
                <a:close/>
              </a:path>
            </a:pathLst>
          </a:custGeom>
        </p:spPr>
      </p:pic>
      <p:sp>
        <p:nvSpPr>
          <p:cNvPr id="35" name="矩形 34"/>
          <p:cNvSpPr/>
          <p:nvPr userDrawn="1"/>
        </p:nvSpPr>
        <p:spPr>
          <a:xfrm>
            <a:off x="660400" y="0"/>
            <a:ext cx="72000" cy="15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Content Placeholder 2"/>
          <p:cNvSpPr>
            <a:spLocks noGrp="1"/>
          </p:cNvSpPr>
          <p:nvPr>
            <p:ph type="body" sz="quarter" idx="28" hasCustomPrompt="1"/>
          </p:nvPr>
        </p:nvSpPr>
        <p:spPr>
          <a:xfrm>
            <a:off x="5795318" y="2046858"/>
            <a:ext cx="4320000" cy="432000"/>
          </a:xfrm>
        </p:spPr>
        <p:txBody>
          <a:bodyPr vert="horz" lIns="91440" tIns="90000" rIns="91440" bIns="90000" rtlCol="0" anchor="ctr" anchorCtr="0">
            <a:spAutoFit/>
          </a:bodyPr>
          <a:lstStyle>
            <a:lvl1pPr marL="2286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None/>
            </a:pPr>
            <a:r>
              <a:rPr lang="zh-CN" altLang="en-US" dirty="0"/>
              <a:t>点击此处添加目录</a:t>
            </a:r>
            <a:r>
              <a:rPr lang="en-US" altLang="zh-CN" dirty="0"/>
              <a:t>-18pt</a:t>
            </a:r>
            <a:endParaRPr lang="en-US" altLang="zh-CN" dirty="0"/>
          </a:p>
        </p:txBody>
      </p:sp>
      <p:sp>
        <p:nvSpPr>
          <p:cNvPr id="40" name="文本占位符 10"/>
          <p:cNvSpPr>
            <a:spLocks noGrp="1"/>
          </p:cNvSpPr>
          <p:nvPr>
            <p:ph type="body" sz="quarter" idx="29" hasCustomPrompt="1"/>
          </p:nvPr>
        </p:nvSpPr>
        <p:spPr>
          <a:xfrm>
            <a:off x="5148840" y="2046858"/>
            <a:ext cx="540000" cy="432000"/>
          </a:xfrm>
          <a:solidFill>
            <a:schemeClr val="accent1"/>
          </a:solidFill>
        </p:spPr>
        <p:txBody>
          <a:bodyPr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1" name="文本占位符 10"/>
          <p:cNvSpPr>
            <a:spLocks noGrp="1"/>
          </p:cNvSpPr>
          <p:nvPr>
            <p:ph type="body" sz="quarter" idx="30" hasCustomPrompt="1"/>
          </p:nvPr>
        </p:nvSpPr>
        <p:spPr>
          <a:xfrm>
            <a:off x="825232" y="1077944"/>
            <a:ext cx="1381413" cy="535531"/>
          </a:xfrm>
        </p:spPr>
        <p:txBody>
          <a:bodyPr anchor="b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sz="3200" b="1" dirty="0"/>
              <a:t>目 录</a:t>
            </a:r>
            <a:endParaRPr lang="zh-CN" altLang="en-US" sz="3200" b="1" dirty="0"/>
          </a:p>
        </p:txBody>
      </p:sp>
      <p:sp>
        <p:nvSpPr>
          <p:cNvPr id="44" name="文本占位符 4"/>
          <p:cNvSpPr>
            <a:spLocks noGrp="1"/>
          </p:cNvSpPr>
          <p:nvPr>
            <p:ph type="body" sz="quarter" idx="31" hasCustomPrompt="1"/>
          </p:nvPr>
        </p:nvSpPr>
        <p:spPr>
          <a:xfrm>
            <a:off x="1999733" y="1305698"/>
            <a:ext cx="2229367" cy="347957"/>
          </a:xfrm>
        </p:spPr>
        <p:txBody>
          <a:bodyPr vert="horz" wrap="square" lIns="91440" tIns="90000" rIns="91440" bIns="90000" rtlCol="0" anchor="ctr" anchorCtr="0">
            <a:spAutoFit/>
          </a:bodyPr>
          <a:lstStyle>
            <a:lvl1pPr marL="0" indent="0">
              <a:buNone/>
              <a:defRPr lang="en-US" altLang="zh-CN" sz="1200" spc="60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altLang="zh-CN" sz="1200" spc="600" dirty="0">
                <a:solidFill>
                  <a:schemeClr val="bg1">
                    <a:lumMod val="65000"/>
                  </a:schemeClr>
                </a:solidFill>
              </a:rPr>
              <a:t>Contents</a:t>
            </a:r>
            <a:endParaRPr lang="zh-CN" altLang="en-US" sz="1200" spc="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5" name="Conten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795318" y="2777381"/>
            <a:ext cx="4320000" cy="432000"/>
          </a:xfrm>
        </p:spPr>
        <p:txBody>
          <a:bodyPr vert="horz" lIns="91440" tIns="90000" rIns="91440" bIns="90000" rtlCol="0" anchor="ctr" anchorCtr="0">
            <a:spAutoFit/>
          </a:bodyPr>
          <a:lstStyle>
            <a:lvl1pPr marL="2286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None/>
            </a:pPr>
            <a:r>
              <a:rPr lang="zh-CN" altLang="en-US" dirty="0"/>
              <a:t>点击此处添加目录</a:t>
            </a:r>
            <a:r>
              <a:rPr lang="en-US" altLang="zh-CN" dirty="0"/>
              <a:t>-18pt</a:t>
            </a:r>
            <a:endParaRPr lang="en-US" altLang="zh-CN" dirty="0"/>
          </a:p>
        </p:txBody>
      </p:sp>
      <p:sp>
        <p:nvSpPr>
          <p:cNvPr id="48" name="文本占位符 10"/>
          <p:cNvSpPr>
            <a:spLocks noGrp="1"/>
          </p:cNvSpPr>
          <p:nvPr>
            <p:ph type="body" sz="quarter" idx="33" hasCustomPrompt="1"/>
          </p:nvPr>
        </p:nvSpPr>
        <p:spPr>
          <a:xfrm>
            <a:off x="5148840" y="2777381"/>
            <a:ext cx="540000" cy="432000"/>
          </a:xfrm>
          <a:solidFill>
            <a:schemeClr val="accent1"/>
          </a:solidFill>
        </p:spPr>
        <p:txBody>
          <a:bodyPr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49" name="Content Placeholder 2"/>
          <p:cNvSpPr>
            <a:spLocks noGrp="1"/>
          </p:cNvSpPr>
          <p:nvPr>
            <p:ph type="body" sz="quarter" idx="34" hasCustomPrompt="1"/>
          </p:nvPr>
        </p:nvSpPr>
        <p:spPr>
          <a:xfrm>
            <a:off x="5795318" y="3507904"/>
            <a:ext cx="4320000" cy="432000"/>
          </a:xfrm>
        </p:spPr>
        <p:txBody>
          <a:bodyPr vert="horz" lIns="91440" tIns="90000" rIns="91440" bIns="90000" rtlCol="0" anchor="ctr" anchorCtr="0">
            <a:spAutoFit/>
          </a:bodyPr>
          <a:lstStyle>
            <a:lvl1pPr marL="2286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None/>
            </a:pPr>
            <a:r>
              <a:rPr lang="zh-CN" altLang="en-US" dirty="0"/>
              <a:t>点击此处添加目录</a:t>
            </a:r>
            <a:r>
              <a:rPr lang="en-US" altLang="zh-CN" dirty="0"/>
              <a:t>-18pt</a:t>
            </a:r>
            <a:endParaRPr lang="en-US" altLang="zh-CN" dirty="0"/>
          </a:p>
        </p:txBody>
      </p:sp>
      <p:sp>
        <p:nvSpPr>
          <p:cNvPr id="51" name="文本占位符 10"/>
          <p:cNvSpPr>
            <a:spLocks noGrp="1"/>
          </p:cNvSpPr>
          <p:nvPr>
            <p:ph type="body" sz="quarter" idx="35" hasCustomPrompt="1"/>
          </p:nvPr>
        </p:nvSpPr>
        <p:spPr>
          <a:xfrm>
            <a:off x="5148840" y="3507904"/>
            <a:ext cx="540000" cy="432000"/>
          </a:xfrm>
          <a:solidFill>
            <a:schemeClr val="accent1"/>
          </a:solidFill>
        </p:spPr>
        <p:txBody>
          <a:bodyPr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52" name="Content Placeholder 2"/>
          <p:cNvSpPr>
            <a:spLocks noGrp="1"/>
          </p:cNvSpPr>
          <p:nvPr>
            <p:ph type="body" sz="quarter" idx="36" hasCustomPrompt="1"/>
          </p:nvPr>
        </p:nvSpPr>
        <p:spPr>
          <a:xfrm>
            <a:off x="5795318" y="4238427"/>
            <a:ext cx="4320000" cy="432000"/>
          </a:xfrm>
        </p:spPr>
        <p:txBody>
          <a:bodyPr vert="horz" lIns="91440" tIns="90000" rIns="91440" bIns="90000" rtlCol="0" anchor="ctr" anchorCtr="0">
            <a:spAutoFit/>
          </a:bodyPr>
          <a:lstStyle>
            <a:lvl1pPr marL="2286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None/>
            </a:pPr>
            <a:r>
              <a:rPr lang="zh-CN" altLang="en-US" dirty="0"/>
              <a:t>点击此处添加目录</a:t>
            </a:r>
            <a:r>
              <a:rPr lang="en-US" altLang="zh-CN" dirty="0"/>
              <a:t>-18pt</a:t>
            </a:r>
            <a:endParaRPr lang="en-US" altLang="zh-CN" dirty="0"/>
          </a:p>
        </p:txBody>
      </p:sp>
      <p:sp>
        <p:nvSpPr>
          <p:cNvPr id="53" name="文本占位符 10"/>
          <p:cNvSpPr>
            <a:spLocks noGrp="1"/>
          </p:cNvSpPr>
          <p:nvPr>
            <p:ph type="body" sz="quarter" idx="37" hasCustomPrompt="1"/>
          </p:nvPr>
        </p:nvSpPr>
        <p:spPr>
          <a:xfrm>
            <a:off x="5148840" y="4238427"/>
            <a:ext cx="540000" cy="432000"/>
          </a:xfrm>
          <a:solidFill>
            <a:schemeClr val="accent1"/>
          </a:solidFill>
        </p:spPr>
        <p:txBody>
          <a:bodyPr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54" name="Content Placeholder 2"/>
          <p:cNvSpPr>
            <a:spLocks noGrp="1"/>
          </p:cNvSpPr>
          <p:nvPr>
            <p:ph type="body" sz="quarter" idx="38" hasCustomPrompt="1"/>
          </p:nvPr>
        </p:nvSpPr>
        <p:spPr>
          <a:xfrm>
            <a:off x="5795318" y="4968950"/>
            <a:ext cx="4320000" cy="432000"/>
          </a:xfrm>
        </p:spPr>
        <p:txBody>
          <a:bodyPr vert="horz" lIns="91440" tIns="90000" rIns="91440" bIns="90000" rtlCol="0" anchor="ctr" anchorCtr="0">
            <a:spAutoFit/>
          </a:bodyPr>
          <a:lstStyle>
            <a:lvl1pPr marL="2286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None/>
            </a:pPr>
            <a:r>
              <a:rPr lang="zh-CN" altLang="en-US" dirty="0"/>
              <a:t>点击此处添加目录</a:t>
            </a:r>
            <a:r>
              <a:rPr lang="en-US" altLang="zh-CN" dirty="0"/>
              <a:t>-18pt</a:t>
            </a:r>
            <a:endParaRPr lang="en-US" altLang="zh-CN" dirty="0"/>
          </a:p>
        </p:txBody>
      </p:sp>
      <p:sp>
        <p:nvSpPr>
          <p:cNvPr id="55" name="文本占位符 10"/>
          <p:cNvSpPr>
            <a:spLocks noGrp="1"/>
          </p:cNvSpPr>
          <p:nvPr>
            <p:ph type="body" sz="quarter" idx="39" hasCustomPrompt="1"/>
          </p:nvPr>
        </p:nvSpPr>
        <p:spPr>
          <a:xfrm>
            <a:off x="5148840" y="4968950"/>
            <a:ext cx="540000" cy="432000"/>
          </a:xfrm>
          <a:solidFill>
            <a:schemeClr val="accent1"/>
          </a:solidFill>
        </p:spPr>
        <p:txBody>
          <a:bodyPr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05</a:t>
            </a:r>
            <a:endParaRPr lang="zh-CN" altLang="en-US" dirty="0"/>
          </a:p>
        </p:txBody>
      </p:sp>
      <p:pic>
        <p:nvPicPr>
          <p:cNvPr id="86" name="图形 85"/>
          <p:cNvPicPr>
            <a:picLocks noChangeAspect="1"/>
          </p:cNvPicPr>
          <p:nvPr userDrawn="1"/>
        </p:nvPicPr>
        <p:blipFill rotWithShape="1">
          <a:blip r:embed="rId4">
            <a:alphaModFix amt="5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41"/>
          <a:stretch>
            <a:fillRect/>
          </a:stretch>
        </p:blipFill>
        <p:spPr>
          <a:xfrm>
            <a:off x="-3660" y="4758622"/>
            <a:ext cx="2413486" cy="1464098"/>
          </a:xfrm>
          <a:prstGeom prst="rect">
            <a:avLst/>
          </a:prstGeom>
        </p:spPr>
      </p:pic>
      <p:sp>
        <p:nvSpPr>
          <p:cNvPr id="88" name="矩形 87"/>
          <p:cNvSpPr/>
          <p:nvPr userDrawn="1"/>
        </p:nvSpPr>
        <p:spPr>
          <a:xfrm>
            <a:off x="0" y="6210616"/>
            <a:ext cx="12199621" cy="647384"/>
          </a:xfrm>
          <a:prstGeom prst="rect">
            <a:avLst/>
          </a:prstGeom>
          <a:gradFill>
            <a:gsLst>
              <a:gs pos="77000">
                <a:schemeClr val="bg1"/>
              </a:gs>
              <a:gs pos="0">
                <a:schemeClr val="bg1">
                  <a:alpha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 userDrawn="1"/>
        </p:nvSpPr>
        <p:spPr>
          <a:xfrm>
            <a:off x="0" y="6134078"/>
            <a:ext cx="12199621" cy="108000"/>
          </a:xfrm>
          <a:prstGeom prst="rect">
            <a:avLst/>
          </a:prstGeom>
          <a:solidFill>
            <a:srgbClr val="BF9D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F65B630-C7FF-41C0-9923-C5E5E29EED81}" type="slidenum">
              <a:rPr lang="de-DE" smtClean="0"/>
            </a:fld>
            <a:endParaRPr lang="de-DE" dirty="0"/>
          </a:p>
        </p:txBody>
      </p:sp>
      <p:pic>
        <p:nvPicPr>
          <p:cNvPr id="3" name="图片 2" descr="黑暗中的标志&#10;&#10;描述已自动生成"/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928" y="397821"/>
            <a:ext cx="1182485" cy="3282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/>
          <a:srcRect l="80" b="67282"/>
          <a:stretch>
            <a:fillRect/>
          </a:stretch>
        </p:blipFill>
        <p:spPr>
          <a:xfrm>
            <a:off x="0" y="6139918"/>
            <a:ext cx="8650130" cy="718082"/>
          </a:xfrm>
          <a:custGeom>
            <a:avLst/>
            <a:gdLst>
              <a:gd name="connsiteX0" fmla="*/ 0 w 8650130"/>
              <a:gd name="connsiteY0" fmla="*/ 0 h 718082"/>
              <a:gd name="connsiteX1" fmla="*/ 8650130 w 8650130"/>
              <a:gd name="connsiteY1" fmla="*/ 0 h 718082"/>
              <a:gd name="connsiteX2" fmla="*/ 8650130 w 8650130"/>
              <a:gd name="connsiteY2" fmla="*/ 718082 h 718082"/>
              <a:gd name="connsiteX3" fmla="*/ 0 w 8650130"/>
              <a:gd name="connsiteY3" fmla="*/ 718082 h 718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50130" h="718082">
                <a:moveTo>
                  <a:pt x="0" y="0"/>
                </a:moveTo>
                <a:lnTo>
                  <a:pt x="8650130" y="0"/>
                </a:lnTo>
                <a:lnTo>
                  <a:pt x="8650130" y="718082"/>
                </a:lnTo>
                <a:lnTo>
                  <a:pt x="0" y="718082"/>
                </a:lnTo>
                <a:close/>
              </a:path>
            </a:pathLst>
          </a:custGeom>
        </p:spPr>
      </p:pic>
      <p:sp>
        <p:nvSpPr>
          <p:cNvPr id="19" name="矩形 18"/>
          <p:cNvSpPr/>
          <p:nvPr userDrawn="1"/>
        </p:nvSpPr>
        <p:spPr>
          <a:xfrm flipH="1">
            <a:off x="3028950" y="1"/>
            <a:ext cx="9170670" cy="6210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形 21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7619" y="4043333"/>
            <a:ext cx="8658434" cy="2193331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-7621" y="6177125"/>
            <a:ext cx="12199621" cy="680875"/>
          </a:xfrm>
          <a:prstGeom prst="rect">
            <a:avLst/>
          </a:prstGeom>
          <a:gradFill>
            <a:gsLst>
              <a:gs pos="77000">
                <a:schemeClr val="bg1"/>
              </a:gs>
              <a:gs pos="0">
                <a:schemeClr val="bg1">
                  <a:alpha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占位符 5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2339706" y="2264208"/>
            <a:ext cx="1217882" cy="944166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32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28" name="文本占位符 6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639171" y="3126382"/>
            <a:ext cx="6879729" cy="1566923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Font typeface="+mj-ea"/>
              <a:buAutoNum type="circleNumDbPlain"/>
              <a:defRPr lang="en-US" altLang="zh-CN" sz="1400" dirty="0"/>
            </a:lvl1pPr>
          </a:lstStyle>
          <a:p>
            <a:pPr marL="400050" lvl="0" indent="-400050" defTabSz="914400">
              <a:lnSpc>
                <a:spcPct val="120000"/>
              </a:lnSpc>
              <a:buFont typeface="+mj-ea"/>
              <a:buAutoNum type="ea1JpnChsDbPeriod"/>
            </a:pPr>
            <a:r>
              <a:rPr lang="zh-CN" altLang="en-US" dirty="0"/>
              <a:t>单击此处添加章节内容概况</a:t>
            </a:r>
            <a:r>
              <a:rPr lang="en-US" altLang="zh-CN" dirty="0"/>
              <a:t>-14pt</a:t>
            </a:r>
            <a:endParaRPr lang="zh-CN" altLang="en-US" dirty="0"/>
          </a:p>
          <a:p>
            <a:pPr marL="400050" lvl="0" indent="-400050" defTabSz="914400">
              <a:lnSpc>
                <a:spcPct val="120000"/>
              </a:lnSpc>
              <a:buFont typeface="+mj-ea"/>
              <a:buAutoNum type="ea1JpnChsDbPeriod"/>
            </a:pPr>
            <a:r>
              <a:rPr lang="zh-CN" altLang="en-US" dirty="0"/>
              <a:t>单击此处添加章节内容概况</a:t>
            </a:r>
            <a:endParaRPr lang="zh-CN" altLang="en-US" dirty="0"/>
          </a:p>
          <a:p>
            <a:pPr marL="400050" lvl="0" indent="-400050" defTabSz="914400">
              <a:lnSpc>
                <a:spcPct val="120000"/>
              </a:lnSpc>
              <a:buFont typeface="+mj-ea"/>
              <a:buAutoNum type="ea1JpnChsDbPeriod"/>
            </a:pPr>
            <a:r>
              <a:rPr lang="en-US" altLang="zh-CN" dirty="0"/>
              <a:t>……</a:t>
            </a:r>
            <a:endParaRPr lang="en-US" altLang="zh-CN" dirty="0"/>
          </a:p>
          <a:p>
            <a:pPr marL="400050" lvl="0" indent="-400050" defTabSz="914400">
              <a:lnSpc>
                <a:spcPct val="120000"/>
              </a:lnSpc>
              <a:buFont typeface="+mj-ea"/>
              <a:buAutoNum type="ea1JpnChsDbPeriod"/>
            </a:pPr>
            <a:endParaRPr lang="en-US" altLang="zh-CN" dirty="0"/>
          </a:p>
        </p:txBody>
      </p:sp>
      <p:sp>
        <p:nvSpPr>
          <p:cNvPr id="29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4639171" y="1959878"/>
            <a:ext cx="6879729" cy="1028700"/>
          </a:xfrm>
        </p:spPr>
        <p:txBody>
          <a:bodyPr vert="horz" lIns="7200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defRPr lang="zh-CN" altLang="en-US" sz="2000" dirty="0"/>
            </a:lvl1pPr>
          </a:lstStyle>
          <a:p>
            <a:pPr marL="268605" lvl="0" indent="-179705"/>
            <a:r>
              <a:rPr lang="zh-CN" altLang="en-US" dirty="0"/>
              <a:t>单击此处编辑标题样式</a:t>
            </a:r>
            <a:r>
              <a:rPr lang="en-US" altLang="zh-CN" dirty="0"/>
              <a:t>-20pt</a:t>
            </a:r>
            <a:endParaRPr lang="zh-CN" altLang="en-US" dirty="0"/>
          </a:p>
        </p:txBody>
      </p:sp>
      <p:cxnSp>
        <p:nvCxnSpPr>
          <p:cNvPr id="25" name="直接连接符 24"/>
          <p:cNvCxnSpPr/>
          <p:nvPr userDrawn="1"/>
        </p:nvCxnSpPr>
        <p:spPr>
          <a:xfrm>
            <a:off x="3550920" y="2988578"/>
            <a:ext cx="798068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98" name="矩形 4597"/>
          <p:cNvSpPr/>
          <p:nvPr userDrawn="1"/>
        </p:nvSpPr>
        <p:spPr>
          <a:xfrm>
            <a:off x="5868033" y="5463873"/>
            <a:ext cx="2963917" cy="1394127"/>
          </a:xfrm>
          <a:prstGeom prst="rect">
            <a:avLst/>
          </a:prstGeom>
          <a:gradFill>
            <a:gsLst>
              <a:gs pos="57000">
                <a:schemeClr val="bg1"/>
              </a:gs>
              <a:gs pos="54000">
                <a:srgbClr val="F2F2F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-3810" y="6134078"/>
            <a:ext cx="12199621" cy="108000"/>
          </a:xfrm>
          <a:prstGeom prst="rect">
            <a:avLst/>
          </a:prstGeom>
          <a:solidFill>
            <a:srgbClr val="BF9D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F65B630-C7FF-41C0-9923-C5E5E29EED81}" type="slidenum">
              <a:rPr lang="de-DE" smtClean="0"/>
            </a:fld>
            <a:endParaRPr lang="de-DE" dirty="0"/>
          </a:p>
        </p:txBody>
      </p:sp>
      <p:pic>
        <p:nvPicPr>
          <p:cNvPr id="2" name="图片 1" descr="黑暗中的标志&#10;&#10;描述已自动生成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928" y="397821"/>
            <a:ext cx="1182485" cy="3282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0" y="2323598"/>
            <a:ext cx="12192000" cy="4310727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3810" y="6134078"/>
            <a:ext cx="12199621" cy="108000"/>
          </a:xfrm>
          <a:prstGeom prst="rect">
            <a:avLst/>
          </a:prstGeom>
          <a:solidFill>
            <a:srgbClr val="BF9D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0" y="4278003"/>
            <a:ext cx="12275822" cy="2579997"/>
            <a:chOff x="144779" y="4430403"/>
            <a:chExt cx="12275822" cy="2579997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3"/>
            <a:srcRect b="32181"/>
            <a:stretch>
              <a:fillRect/>
            </a:stretch>
          </p:blipFill>
          <p:spPr>
            <a:xfrm>
              <a:off x="9105526" y="4430403"/>
              <a:ext cx="1103472" cy="2579997"/>
            </a:xfrm>
            <a:prstGeom prst="rect">
              <a:avLst/>
            </a:prstGeom>
          </p:spPr>
        </p:pic>
        <p:pic>
          <p:nvPicPr>
            <p:cNvPr id="15" name="图形 14"/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4779" y="4784550"/>
              <a:ext cx="12275822" cy="151584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/>
          </p:nvPicPr>
          <p:blipFill rotWithShape="1">
            <a:blip r:embed="rId6"/>
            <a:srcRect t="56329"/>
            <a:stretch>
              <a:fillRect/>
            </a:stretch>
          </p:blipFill>
          <p:spPr>
            <a:xfrm flipV="1">
              <a:off x="152400" y="6352124"/>
              <a:ext cx="12192000" cy="658276"/>
            </a:xfrm>
            <a:prstGeom prst="rect">
              <a:avLst/>
            </a:prstGeom>
          </p:spPr>
        </p:pic>
        <p:sp>
          <p:nvSpPr>
            <p:cNvPr id="17" name="矩形 16"/>
            <p:cNvSpPr/>
            <p:nvPr userDrawn="1"/>
          </p:nvSpPr>
          <p:spPr>
            <a:xfrm>
              <a:off x="144779" y="6329525"/>
              <a:ext cx="12199621" cy="680875"/>
            </a:xfrm>
            <a:prstGeom prst="rect">
              <a:avLst/>
            </a:prstGeom>
            <a:gradFill>
              <a:gsLst>
                <a:gs pos="77000">
                  <a:schemeClr val="bg1"/>
                </a:gs>
                <a:gs pos="0">
                  <a:schemeClr val="bg1">
                    <a:alpha val="7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48590" y="6286478"/>
              <a:ext cx="12199621" cy="108000"/>
            </a:xfrm>
            <a:prstGeom prst="rect">
              <a:avLst/>
            </a:prstGeom>
            <a:solidFill>
              <a:srgbClr val="BF9D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 userDrawn="1"/>
        </p:nvGrpSpPr>
        <p:grpSpPr>
          <a:xfrm>
            <a:off x="835661" y="3670100"/>
            <a:ext cx="8128344" cy="1295484"/>
            <a:chOff x="835661" y="3670100"/>
            <a:chExt cx="8128344" cy="1295484"/>
          </a:xfrm>
        </p:grpSpPr>
        <p:sp>
          <p:nvSpPr>
            <p:cNvPr id="51" name="文本框 50"/>
            <p:cNvSpPr txBox="1"/>
            <p:nvPr/>
          </p:nvSpPr>
          <p:spPr>
            <a:xfrm>
              <a:off x="6395057" y="3848558"/>
              <a:ext cx="4411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dirty="0"/>
                <a:t>北京</a:t>
              </a:r>
              <a:endParaRPr lang="zh-CN" altLang="en-US" sz="1000" dirty="0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8077064" y="4060065"/>
              <a:ext cx="4411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dirty="0"/>
                <a:t>青岛</a:t>
              </a:r>
              <a:endParaRPr lang="zh-CN" altLang="en-US" sz="1000" dirty="0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8522858" y="4300510"/>
              <a:ext cx="4411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dirty="0"/>
                <a:t>上海</a:t>
              </a:r>
              <a:endParaRPr lang="zh-CN" altLang="en-US" sz="1000" dirty="0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7397304" y="4264863"/>
              <a:ext cx="4411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dirty="0"/>
                <a:t>南京</a:t>
              </a:r>
              <a:endParaRPr lang="zh-CN" altLang="en-US" sz="1000" dirty="0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5098774" y="4689065"/>
              <a:ext cx="4411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dirty="0"/>
                <a:t>广州</a:t>
              </a:r>
              <a:endParaRPr lang="zh-CN" altLang="en-US" sz="1000" dirty="0"/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5544569" y="4719363"/>
              <a:ext cx="4411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dirty="0"/>
                <a:t>深圳</a:t>
              </a:r>
              <a:endParaRPr lang="zh-CN" altLang="en-US" sz="1000" dirty="0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3450610" y="4538071"/>
              <a:ext cx="4411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dirty="0"/>
                <a:t>成都</a:t>
              </a:r>
              <a:endParaRPr lang="zh-CN" altLang="en-US" sz="1000" dirty="0"/>
            </a:p>
          </p:txBody>
        </p:sp>
        <p:sp>
          <p:nvSpPr>
            <p:cNvPr id="58" name="文本框 57"/>
            <p:cNvSpPr txBox="1"/>
            <p:nvPr userDrawn="1"/>
          </p:nvSpPr>
          <p:spPr>
            <a:xfrm>
              <a:off x="835661" y="4502141"/>
              <a:ext cx="69762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dirty="0"/>
                <a:t>乌鲁木齐</a:t>
              </a:r>
              <a:endParaRPr lang="zh-CN" altLang="en-US" sz="1000" dirty="0"/>
            </a:p>
          </p:txBody>
        </p:sp>
        <p:sp>
          <p:nvSpPr>
            <p:cNvPr id="59" name="文本框 58"/>
            <p:cNvSpPr txBox="1"/>
            <p:nvPr userDrawn="1"/>
          </p:nvSpPr>
          <p:spPr>
            <a:xfrm>
              <a:off x="5765143" y="4400605"/>
              <a:ext cx="4411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dirty="0"/>
                <a:t>厦门</a:t>
              </a:r>
              <a:endParaRPr lang="zh-CN" altLang="en-US" sz="1000" dirty="0"/>
            </a:p>
          </p:txBody>
        </p:sp>
        <p:sp>
          <p:nvSpPr>
            <p:cNvPr id="60" name="文本框 59"/>
            <p:cNvSpPr txBox="1"/>
            <p:nvPr userDrawn="1"/>
          </p:nvSpPr>
          <p:spPr>
            <a:xfrm>
              <a:off x="4042755" y="4114763"/>
              <a:ext cx="4411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dirty="0"/>
                <a:t>西安</a:t>
              </a:r>
              <a:endParaRPr lang="zh-CN" altLang="en-US" sz="1000" dirty="0"/>
            </a:p>
          </p:txBody>
        </p:sp>
        <p:sp>
          <p:nvSpPr>
            <p:cNvPr id="61" name="文本框 60"/>
            <p:cNvSpPr txBox="1"/>
            <p:nvPr userDrawn="1"/>
          </p:nvSpPr>
          <p:spPr>
            <a:xfrm>
              <a:off x="4767791" y="3964426"/>
              <a:ext cx="4411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dirty="0"/>
                <a:t>郑州</a:t>
              </a:r>
              <a:endParaRPr lang="zh-CN" altLang="en-US" sz="1000" dirty="0"/>
            </a:p>
          </p:txBody>
        </p:sp>
        <p:sp>
          <p:nvSpPr>
            <p:cNvPr id="62" name="文本框 61"/>
            <p:cNvSpPr txBox="1"/>
            <p:nvPr userDrawn="1"/>
          </p:nvSpPr>
          <p:spPr>
            <a:xfrm>
              <a:off x="7281297" y="3670100"/>
              <a:ext cx="5693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dirty="0"/>
                <a:t>哈尔滨</a:t>
              </a:r>
              <a:endParaRPr lang="zh-CN" altLang="en-US" sz="1000" dirty="0"/>
            </a:p>
          </p:txBody>
        </p:sp>
      </p:grpSp>
      <p:sp>
        <p:nvSpPr>
          <p:cNvPr id="28" name="矩形 27"/>
          <p:cNvSpPr/>
          <p:nvPr userDrawn="1"/>
        </p:nvSpPr>
        <p:spPr>
          <a:xfrm>
            <a:off x="835661" y="1824067"/>
            <a:ext cx="72000" cy="13825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占位符 5"/>
          <p:cNvSpPr>
            <a:spLocks noGrp="1"/>
          </p:cNvSpPr>
          <p:nvPr>
            <p:ph type="body" sz="quarter" idx="19" hasCustomPrompt="1"/>
          </p:nvPr>
        </p:nvSpPr>
        <p:spPr>
          <a:xfrm>
            <a:off x="1010923" y="1849283"/>
            <a:ext cx="8414494" cy="1332167"/>
          </a:xfr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FontTx/>
              <a:buNone/>
              <a:defRPr lang="zh-CN" altLang="en-US" sz="72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r>
              <a:rPr lang="zh-CN" altLang="en-US" sz="6600" dirty="0"/>
              <a:t>感谢聆听</a:t>
            </a:r>
            <a:endParaRPr lang="en-US" altLang="zh-CN" sz="6600" dirty="0"/>
          </a:p>
        </p:txBody>
      </p:sp>
      <p:pic>
        <p:nvPicPr>
          <p:cNvPr id="2" name="图片 1" descr="黑暗中的标志&#10;&#10;描述已自动生成"/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61" y="539192"/>
            <a:ext cx="1744094" cy="48409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4" Type="http://schemas.openxmlformats.org/officeDocument/2006/relationships/theme" Target="../theme/theme5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Masters/_rels/slideMaster6.xml.rels><?xml version="1.0" encoding="UTF-8" standalone="yes"?>
<Relationships xmlns="http://schemas.openxmlformats.org/package/2006/relationships"><Relationship Id="rId4" Type="http://schemas.openxmlformats.org/officeDocument/2006/relationships/theme" Target="../theme/theme6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Masters/_rels/slideMaster7.xml.rels><?xml version="1.0" encoding="UTF-8" standalone="yes"?>
<Relationships xmlns="http://schemas.openxmlformats.org/package/2006/relationships"><Relationship Id="rId4" Type="http://schemas.openxmlformats.org/officeDocument/2006/relationships/theme" Target="../theme/theme7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Masters/_rels/slideMaster9.xml.rels><?xml version="1.0" encoding="UTF-8" standalone="yes"?>
<Relationships xmlns="http://schemas.openxmlformats.org/package/2006/relationships"><Relationship Id="rId4" Type="http://schemas.openxmlformats.org/officeDocument/2006/relationships/theme" Target="../theme/theme9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Masters/_rels/slideMaster10.xml.rels><?xml version="1.0" encoding="UTF-8" standalone="yes"?>
<Relationships xmlns="http://schemas.openxmlformats.org/package/2006/relationships"><Relationship Id="rId4" Type="http://schemas.openxmlformats.org/officeDocument/2006/relationships/theme" Target="../theme/theme10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Masters/_rels/slideMaster1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1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Masters/_rels/slideMaster12.xml.rels><?xml version="1.0" encoding="UTF-8" standalone="yes"?>
<Relationships xmlns="http://schemas.openxmlformats.org/package/2006/relationships"><Relationship Id="rId4" Type="http://schemas.openxmlformats.org/officeDocument/2006/relationships/theme" Target="../theme/theme12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Masters/_rels/slideMaster13.xml.rels><?xml version="1.0" encoding="UTF-8" standalone="yes"?>
<Relationships xmlns="http://schemas.openxmlformats.org/package/2006/relationships"><Relationship Id="rId4" Type="http://schemas.openxmlformats.org/officeDocument/2006/relationships/theme" Target="../theme/theme13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Masters/_rels/slideMaster14.xml.rels><?xml version="1.0" encoding="UTF-8" standalone="yes"?>
<Relationships xmlns="http://schemas.openxmlformats.org/package/2006/relationships"><Relationship Id="rId4" Type="http://schemas.openxmlformats.org/officeDocument/2006/relationships/theme" Target="../theme/theme14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Masters/_rels/slideMaster15.xml.rels><?xml version="1.0" encoding="UTF-8" standalone="yes"?>
<Relationships xmlns="http://schemas.openxmlformats.org/package/2006/relationships"><Relationship Id="rId4" Type="http://schemas.openxmlformats.org/officeDocument/2006/relationships/theme" Target="../theme/theme15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Masters/_rels/slideMaster16.xml.rels><?xml version="1.0" encoding="UTF-8" standalone="yes"?>
<Relationships xmlns="http://schemas.openxmlformats.org/package/2006/relationships"><Relationship Id="rId4" Type="http://schemas.openxmlformats.org/officeDocument/2006/relationships/theme" Target="../theme/theme16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Masters/_rels/slideMaster17.xml.rels><?xml version="1.0" encoding="UTF-8" standalone="yes"?>
<Relationships xmlns="http://schemas.openxmlformats.org/package/2006/relationships"><Relationship Id="rId4" Type="http://schemas.openxmlformats.org/officeDocument/2006/relationships/theme" Target="../theme/theme17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Masters/_rels/slideMaster18.xml.rels><?xml version="1.0" encoding="UTF-8" standalone="yes"?>
<Relationships xmlns="http://schemas.openxmlformats.org/package/2006/relationships"><Relationship Id="rId4" Type="http://schemas.openxmlformats.org/officeDocument/2006/relationships/theme" Target="../theme/theme18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Masters/_rels/slideMaster19.xml.rels><?xml version="1.0" encoding="UTF-8" standalone="yes"?>
<Relationships xmlns="http://schemas.openxmlformats.org/package/2006/relationships"><Relationship Id="rId4" Type="http://schemas.openxmlformats.org/officeDocument/2006/relationships/theme" Target="../theme/theme19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Masters/_rels/slideMaster20.xml.rels><?xml version="1.0" encoding="UTF-8" standalone="yes"?>
<Relationships xmlns="http://schemas.openxmlformats.org/package/2006/relationships"><Relationship Id="rId4" Type="http://schemas.openxmlformats.org/officeDocument/2006/relationships/theme" Target="../theme/theme20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Masters/_rels/slideMaster21.xml.rels><?xml version="1.0" encoding="UTF-8" standalone="yes"?>
<Relationships xmlns="http://schemas.openxmlformats.org/package/2006/relationships"><Relationship Id="rId4" Type="http://schemas.openxmlformats.org/officeDocument/2006/relationships/theme" Target="../theme/theme21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3.xml"/></Relationships>
</file>

<file path=ppt/slideMasters/_rels/slideMaster2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2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Masters/_rels/slideMaster23.xml.rels><?xml version="1.0" encoding="UTF-8" standalone="yes"?>
<Relationships xmlns="http://schemas.openxmlformats.org/package/2006/relationships"><Relationship Id="rId5" Type="http://schemas.openxmlformats.org/officeDocument/2006/relationships/theme" Target="../theme/theme23.xml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_rels/slideMaster24.xml.rels><?xml version="1.0" encoding="UTF-8" standalone="yes"?>
<Relationships xmlns="http://schemas.openxmlformats.org/package/2006/relationships"><Relationship Id="rId4" Type="http://schemas.openxmlformats.org/officeDocument/2006/relationships/theme" Target="../theme/theme24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7.xml"/></Relationships>
</file>

<file path=ppt/slideMasters/_rels/slideMaster25.xml.rels><?xml version="1.0" encoding="UTF-8" standalone="yes"?>
<Relationships xmlns="http://schemas.openxmlformats.org/package/2006/relationships"><Relationship Id="rId4" Type="http://schemas.openxmlformats.org/officeDocument/2006/relationships/theme" Target="../theme/theme25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Masters/_rels/slideMaster26.xml.rels><?xml version="1.0" encoding="UTF-8" standalone="yes"?>
<Relationships xmlns="http://schemas.openxmlformats.org/package/2006/relationships"><Relationship Id="rId4" Type="http://schemas.openxmlformats.org/officeDocument/2006/relationships/theme" Target="../theme/theme26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/Relationships>
</file>

<file path=ppt/slideMasters/_rels/slideMaster27.xml.rels><?xml version="1.0" encoding="UTF-8" standalone="yes"?>
<Relationships xmlns="http://schemas.openxmlformats.org/package/2006/relationships"><Relationship Id="rId4" Type="http://schemas.openxmlformats.org/officeDocument/2006/relationships/theme" Target="../theme/theme27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0.xml"/></Relationships>
</file>

<file path=ppt/slideMasters/_rels/slideMaster28.xml.rels><?xml version="1.0" encoding="UTF-8" standalone="yes"?>
<Relationships xmlns="http://schemas.openxmlformats.org/package/2006/relationships"><Relationship Id="rId4" Type="http://schemas.openxmlformats.org/officeDocument/2006/relationships/theme" Target="../theme/theme28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Masters/_rels/slideMaster29.xml.rels><?xml version="1.0" encoding="UTF-8" standalone="yes"?>
<Relationships xmlns="http://schemas.openxmlformats.org/package/2006/relationships"><Relationship Id="rId4" Type="http://schemas.openxmlformats.org/officeDocument/2006/relationships/theme" Target="../theme/theme29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2.xml"/></Relationships>
</file>

<file path=ppt/slideMasters/_rels/slideMaster30.xml.rels><?xml version="1.0" encoding="UTF-8" standalone="yes"?>
<Relationships xmlns="http://schemas.openxmlformats.org/package/2006/relationships"><Relationship Id="rId4" Type="http://schemas.openxmlformats.org/officeDocument/2006/relationships/theme" Target="../theme/theme30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3.xml"/></Relationships>
</file>

<file path=ppt/slideMasters/_rels/slideMaster31.xml.rels><?xml version="1.0" encoding="UTF-8" standalone="yes"?>
<Relationships xmlns="http://schemas.openxmlformats.org/package/2006/relationships"><Relationship Id="rId4" Type="http://schemas.openxmlformats.org/officeDocument/2006/relationships/theme" Target="../theme/theme31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4.xml"/></Relationships>
</file>

<file path=ppt/slideMasters/_rels/slideMaster32.xml.rels><?xml version="1.0" encoding="UTF-8" standalone="yes"?>
<Relationships xmlns="http://schemas.openxmlformats.org/package/2006/relationships"><Relationship Id="rId4" Type="http://schemas.openxmlformats.org/officeDocument/2006/relationships/theme" Target="../theme/theme32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/Relationships>
</file>

<file path=ppt/slideMasters/_rels/slideMaster3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3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6.xml"/></Relationships>
</file>

<file path=ppt/slideMasters/_rels/slideMaster34.xml.rels><?xml version="1.0" encoding="UTF-8" standalone="yes"?>
<Relationships xmlns="http://schemas.openxmlformats.org/package/2006/relationships"><Relationship Id="rId4" Type="http://schemas.openxmlformats.org/officeDocument/2006/relationships/theme" Target="../theme/theme34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/Relationships>
</file>

<file path=ppt/slideMasters/_rels/slideMaster35.xml.rels><?xml version="1.0" encoding="UTF-8" standalone="yes"?>
<Relationships xmlns="http://schemas.openxmlformats.org/package/2006/relationships"><Relationship Id="rId4" Type="http://schemas.openxmlformats.org/officeDocument/2006/relationships/theme" Target="../theme/theme35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8.xml"/></Relationships>
</file>

<file path=ppt/slideMasters/_rels/slideMaster36.xml.rels><?xml version="1.0" encoding="UTF-8" standalone="yes"?>
<Relationships xmlns="http://schemas.openxmlformats.org/package/2006/relationships"><Relationship Id="rId4" Type="http://schemas.openxmlformats.org/officeDocument/2006/relationships/theme" Target="../theme/theme36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9.xml"/></Relationships>
</file>

<file path=ppt/slideMasters/_rels/slideMaster37.xml.rels><?xml version="1.0" encoding="UTF-8" standalone="yes"?>
<Relationships xmlns="http://schemas.openxmlformats.org/package/2006/relationships"><Relationship Id="rId4" Type="http://schemas.openxmlformats.org/officeDocument/2006/relationships/theme" Target="../theme/theme37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0.xml"/></Relationships>
</file>

<file path=ppt/slideMasters/_rels/slideMaster38.xml.rels><?xml version="1.0" encoding="UTF-8" standalone="yes"?>
<Relationships xmlns="http://schemas.openxmlformats.org/package/2006/relationships"><Relationship Id="rId4" Type="http://schemas.openxmlformats.org/officeDocument/2006/relationships/theme" Target="../theme/theme38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1.xml"/></Relationships>
</file>

<file path=ppt/slideMasters/_rels/slideMaster39.xml.rels><?xml version="1.0" encoding="UTF-8" standalone="yes"?>
<Relationships xmlns="http://schemas.openxmlformats.org/package/2006/relationships"><Relationship Id="rId4" Type="http://schemas.openxmlformats.org/officeDocument/2006/relationships/theme" Target="../theme/theme39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2.xml"/></Relationships>
</file>

<file path=ppt/slideMasters/_rels/slideMaster40.xml.rels><?xml version="1.0" encoding="UTF-8" standalone="yes"?>
<Relationships xmlns="http://schemas.openxmlformats.org/package/2006/relationships"><Relationship Id="rId4" Type="http://schemas.openxmlformats.org/officeDocument/2006/relationships/theme" Target="../theme/theme40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3.xml"/></Relationships>
</file>

<file path=ppt/slideMasters/_rels/slideMaster41.xml.rels><?xml version="1.0" encoding="UTF-8" standalone="yes"?>
<Relationships xmlns="http://schemas.openxmlformats.org/package/2006/relationships"><Relationship Id="rId4" Type="http://schemas.openxmlformats.org/officeDocument/2006/relationships/theme" Target="../theme/theme41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4.xml"/></Relationships>
</file>

<file path=ppt/slideMasters/_rels/slideMaster42.xml.rels><?xml version="1.0" encoding="UTF-8" standalone="yes"?>
<Relationships xmlns="http://schemas.openxmlformats.org/package/2006/relationships"><Relationship Id="rId4" Type="http://schemas.openxmlformats.org/officeDocument/2006/relationships/theme" Target="../theme/theme42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5.xml"/></Relationships>
</file>

<file path=ppt/slideMasters/_rels/slideMaster43.xml.rels><?xml version="1.0" encoding="UTF-8" standalone="yes"?>
<Relationships xmlns="http://schemas.openxmlformats.org/package/2006/relationships"><Relationship Id="rId4" Type="http://schemas.openxmlformats.org/officeDocument/2006/relationships/theme" Target="../theme/theme43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6.xml"/></Relationships>
</file>

<file path=ppt/slideMasters/_rels/slideMaster4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4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7.xml"/></Relationships>
</file>

<file path=ppt/slideMasters/_rels/slideMaster45.xml.rels><?xml version="1.0" encoding="UTF-8" standalone="yes"?>
<Relationships xmlns="http://schemas.openxmlformats.org/package/2006/relationships"><Relationship Id="rId4" Type="http://schemas.openxmlformats.org/officeDocument/2006/relationships/theme" Target="../theme/theme45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8.xml"/></Relationships>
</file>

<file path=ppt/slideMasters/_rels/slideMaster46.xml.rels><?xml version="1.0" encoding="UTF-8" standalone="yes"?>
<Relationships xmlns="http://schemas.openxmlformats.org/package/2006/relationships"><Relationship Id="rId4" Type="http://schemas.openxmlformats.org/officeDocument/2006/relationships/theme" Target="../theme/theme46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9.xml"/></Relationships>
</file>

<file path=ppt/slideMasters/_rels/slideMaster47.xml.rels><?xml version="1.0" encoding="UTF-8" standalone="yes"?>
<Relationships xmlns="http://schemas.openxmlformats.org/package/2006/relationships"><Relationship Id="rId4" Type="http://schemas.openxmlformats.org/officeDocument/2006/relationships/theme" Target="../theme/theme47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0.xml"/></Relationships>
</file>

<file path=ppt/slideMasters/_rels/slideMaster48.xml.rels><?xml version="1.0" encoding="UTF-8" standalone="yes"?>
<Relationships xmlns="http://schemas.openxmlformats.org/package/2006/relationships"><Relationship Id="rId4" Type="http://schemas.openxmlformats.org/officeDocument/2006/relationships/theme" Target="../theme/theme48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1.xml"/></Relationships>
</file>

<file path=ppt/slideMasters/_rels/slideMaster49.xml.rels><?xml version="1.0" encoding="UTF-8" standalone="yes"?>
<Relationships xmlns="http://schemas.openxmlformats.org/package/2006/relationships"><Relationship Id="rId5" Type="http://schemas.openxmlformats.org/officeDocument/2006/relationships/theme" Target="../theme/theme49.xml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498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60392" y="1026000"/>
            <a:ext cx="378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页脚占位符 8"/>
          <p:cNvSpPr>
            <a:spLocks noGrp="1"/>
          </p:cNvSpPr>
          <p:nvPr>
            <p:ph type="ftr" sz="quarter" idx="3"/>
          </p:nvPr>
        </p:nvSpPr>
        <p:spPr>
          <a:xfrm>
            <a:off x="4019549" y="651399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3"/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100" y="6478736"/>
            <a:ext cx="659273" cy="267376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11531608" y="6522424"/>
            <a:ext cx="0" cy="18000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8900" y="6504474"/>
            <a:ext cx="673099" cy="215900"/>
          </a:xfrm>
          <a:prstGeom prst="rect">
            <a:avLst/>
          </a:prstGeom>
          <a:noFill/>
        </p:spPr>
        <p:txBody>
          <a:bodyPr anchor="ctr" anchorCtr="0"/>
          <a:lstStyle>
            <a:lvl1pPr marL="0" algn="l" defTabSz="914400" rtl="0" eaLnBrk="1" latinLnBrk="0" hangingPunct="1">
              <a:defRPr lang="en-US" altLang="zh-CN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C737244-7095-4744-BC42-2D1943DD5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5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svg"/><Relationship Id="rId7" Type="http://schemas.openxmlformats.org/officeDocument/2006/relationships/image" Target="../media/image27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8.xml"/><Relationship Id="rId10" Type="http://schemas.openxmlformats.org/officeDocument/2006/relationships/image" Target="../media/image30.svg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image" Target="../media/image38.svg"/><Relationship Id="rId7" Type="http://schemas.openxmlformats.org/officeDocument/2006/relationships/image" Target="../media/image37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7" Type="http://schemas.openxmlformats.org/officeDocument/2006/relationships/notesSlide" Target="../notesSlides/notesSlide15.xml"/><Relationship Id="rId56" Type="http://schemas.openxmlformats.org/officeDocument/2006/relationships/slideLayout" Target="../slideLayouts/slideLayout15.xml"/><Relationship Id="rId55" Type="http://schemas.openxmlformats.org/officeDocument/2006/relationships/tags" Target="../tags/tag52.xml"/><Relationship Id="rId54" Type="http://schemas.openxmlformats.org/officeDocument/2006/relationships/image" Target="../media/image43.png"/><Relationship Id="rId53" Type="http://schemas.openxmlformats.org/officeDocument/2006/relationships/tags" Target="../tags/tag51.xml"/><Relationship Id="rId52" Type="http://schemas.openxmlformats.org/officeDocument/2006/relationships/tags" Target="../tags/tag50.xml"/><Relationship Id="rId51" Type="http://schemas.openxmlformats.org/officeDocument/2006/relationships/tags" Target="../tags/tag49.xml"/><Relationship Id="rId50" Type="http://schemas.openxmlformats.org/officeDocument/2006/relationships/tags" Target="../tags/tag48.xml"/><Relationship Id="rId5" Type="http://schemas.openxmlformats.org/officeDocument/2006/relationships/tags" Target="../tags/tag5.xml"/><Relationship Id="rId49" Type="http://schemas.openxmlformats.org/officeDocument/2006/relationships/tags" Target="../tags/tag47.xml"/><Relationship Id="rId48" Type="http://schemas.openxmlformats.org/officeDocument/2006/relationships/tags" Target="../tags/tag46.xml"/><Relationship Id="rId47" Type="http://schemas.openxmlformats.org/officeDocument/2006/relationships/tags" Target="../tags/tag45.xml"/><Relationship Id="rId46" Type="http://schemas.openxmlformats.org/officeDocument/2006/relationships/tags" Target="../tags/tag44.xml"/><Relationship Id="rId45" Type="http://schemas.openxmlformats.org/officeDocument/2006/relationships/tags" Target="../tags/tag43.xml"/><Relationship Id="rId44" Type="http://schemas.openxmlformats.org/officeDocument/2006/relationships/tags" Target="../tags/tag42.xml"/><Relationship Id="rId43" Type="http://schemas.openxmlformats.org/officeDocument/2006/relationships/tags" Target="../tags/tag41.xml"/><Relationship Id="rId42" Type="http://schemas.openxmlformats.org/officeDocument/2006/relationships/tags" Target="../tags/tag40.xml"/><Relationship Id="rId41" Type="http://schemas.openxmlformats.org/officeDocument/2006/relationships/image" Target="../media/image42.svg"/><Relationship Id="rId40" Type="http://schemas.openxmlformats.org/officeDocument/2006/relationships/image" Target="../media/image41.png"/><Relationship Id="rId4" Type="http://schemas.openxmlformats.org/officeDocument/2006/relationships/image" Target="../media/image40.svg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image" Target="../media/image39.png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4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5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tags" Target="../tags/tag5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4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chart" Target="../charts/char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31.xml"/><Relationship Id="rId2" Type="http://schemas.openxmlformats.org/officeDocument/2006/relationships/image" Target="../media/image45.svg"/><Relationship Id="rId1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35.xml"/><Relationship Id="rId1" Type="http://schemas.openxmlformats.org/officeDocument/2006/relationships/tags" Target="../tags/tag57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svg"/><Relationship Id="rId8" Type="http://schemas.openxmlformats.org/officeDocument/2006/relationships/image" Target="../media/image27.png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tags" Target="../tags/tag58.xml"/><Relationship Id="rId2" Type="http://schemas.openxmlformats.org/officeDocument/2006/relationships/image" Target="../media/image30.svg"/><Relationship Id="rId11" Type="http://schemas.openxmlformats.org/officeDocument/2006/relationships/notesSlide" Target="../notesSlides/notesSlide34.xml"/><Relationship Id="rId10" Type="http://schemas.openxmlformats.org/officeDocument/2006/relationships/slideLayout" Target="../slideLayouts/slideLayout36.xml"/><Relationship Id="rId1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38.xml"/><Relationship Id="rId1" Type="http://schemas.openxmlformats.org/officeDocument/2006/relationships/tags" Target="../tags/tag5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39.xml"/><Relationship Id="rId1" Type="http://schemas.openxmlformats.org/officeDocument/2006/relationships/tags" Target="../tags/tag60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image" Target="../media/image38.svg"/><Relationship Id="rId7" Type="http://schemas.openxmlformats.org/officeDocument/2006/relationships/image" Target="../media/image37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1" Type="http://schemas.openxmlformats.org/officeDocument/2006/relationships/notesSlide" Target="../notesSlides/notesSlide38.xml"/><Relationship Id="rId10" Type="http://schemas.openxmlformats.org/officeDocument/2006/relationships/slideLayout" Target="../slideLayouts/slideLayout40.xml"/><Relationship Id="rId1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47.xml"/><Relationship Id="rId1" Type="http://schemas.openxmlformats.org/officeDocument/2006/relationships/tags" Target="../tags/tag6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48.xml"/><Relationship Id="rId1" Type="http://schemas.openxmlformats.org/officeDocument/2006/relationships/tags" Target="../tags/tag6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50.xml"/><Relationship Id="rId1" Type="http://schemas.openxmlformats.org/officeDocument/2006/relationships/tags" Target="../tags/tag6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单击此处添加副标题 </a:t>
            </a:r>
            <a:r>
              <a:rPr lang="en-US" altLang="zh-CN" dirty="0"/>
              <a:t>-24pt</a:t>
            </a:r>
            <a:endParaRPr lang="en-US" altLang="zh-CN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国泰基金管理有限公司</a:t>
            </a:r>
            <a:br>
              <a:rPr lang="zh-CN" altLang="en-US" dirty="0"/>
            </a:br>
            <a:r>
              <a:rPr lang="en-US" altLang="zh-CN" dirty="0"/>
              <a:t>PPT</a:t>
            </a:r>
            <a:r>
              <a:rPr lang="zh-CN" altLang="en-US" dirty="0"/>
              <a:t>应用标准模板</a:t>
            </a:r>
            <a:r>
              <a:rPr lang="en-US" altLang="zh-CN" dirty="0"/>
              <a:t>-44pt</a:t>
            </a:r>
            <a:endParaRPr lang="en-US" altLang="zh-CN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3660" y="0"/>
            <a:ext cx="12203281" cy="6858000"/>
            <a:chOff x="-3660" y="0"/>
            <a:chExt cx="12203281" cy="6858000"/>
          </a:xfrm>
        </p:grpSpPr>
        <p:sp>
          <p:nvSpPr>
            <p:cNvPr id="8" name="矩形 7"/>
            <p:cNvSpPr/>
            <p:nvPr/>
          </p:nvSpPr>
          <p:spPr>
            <a:xfrm>
              <a:off x="0" y="1"/>
              <a:ext cx="5424488" cy="62106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1"/>
            <a:srcRect b="32181"/>
            <a:stretch>
              <a:fillRect/>
            </a:stretch>
          </p:blipFill>
          <p:spPr>
            <a:xfrm>
              <a:off x="2422533" y="4278003"/>
              <a:ext cx="1103472" cy="257999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/>
            <a:srcRect l="388" r="31460" b="30866"/>
            <a:stretch>
              <a:fillRect/>
            </a:stretch>
          </p:blipFill>
          <p:spPr>
            <a:xfrm>
              <a:off x="0" y="4114166"/>
              <a:ext cx="2409825" cy="2743834"/>
            </a:xfrm>
            <a:custGeom>
              <a:avLst/>
              <a:gdLst>
                <a:gd name="connsiteX0" fmla="*/ 0 w 3522220"/>
                <a:gd name="connsiteY0" fmla="*/ 0 h 2743834"/>
                <a:gd name="connsiteX1" fmla="*/ 3522220 w 3522220"/>
                <a:gd name="connsiteY1" fmla="*/ 0 h 2743834"/>
                <a:gd name="connsiteX2" fmla="*/ 3522220 w 3522220"/>
                <a:gd name="connsiteY2" fmla="*/ 2743834 h 2743834"/>
                <a:gd name="connsiteX3" fmla="*/ 0 w 3522220"/>
                <a:gd name="connsiteY3" fmla="*/ 2743834 h 274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2220" h="2743834">
                  <a:moveTo>
                    <a:pt x="0" y="0"/>
                  </a:moveTo>
                  <a:lnTo>
                    <a:pt x="3522220" y="0"/>
                  </a:lnTo>
                  <a:lnTo>
                    <a:pt x="3522220" y="2743834"/>
                  </a:lnTo>
                  <a:lnTo>
                    <a:pt x="0" y="2743834"/>
                  </a:lnTo>
                  <a:close/>
                </a:path>
              </a:pathLst>
            </a:custGeom>
          </p:spPr>
        </p:pic>
        <p:sp>
          <p:nvSpPr>
            <p:cNvPr id="11" name="矩形 10"/>
            <p:cNvSpPr/>
            <p:nvPr/>
          </p:nvSpPr>
          <p:spPr>
            <a:xfrm>
              <a:off x="660400" y="0"/>
              <a:ext cx="72000" cy="154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Content Placeholder 2"/>
            <p:cNvSpPr txBox="1"/>
            <p:nvPr/>
          </p:nvSpPr>
          <p:spPr>
            <a:xfrm>
              <a:off x="5795318" y="2046858"/>
              <a:ext cx="4320000" cy="432000"/>
            </a:xfrm>
            <a:prstGeom prst="rect">
              <a:avLst/>
            </a:prstGeom>
          </p:spPr>
          <p:txBody>
            <a:bodyPr vert="horz" lIns="91440" tIns="90000" rIns="91440" bIns="90000" rtlCol="0" anchor="ctr" anchorCtr="0">
              <a:spAutoFit/>
            </a:bodyPr>
            <a:lstStyle>
              <a:lvl1pPr marL="22860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altLang="zh-CN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>
                <a:lnSpc>
                  <a:spcPct val="100000"/>
                </a:lnSpc>
                <a:spcBef>
                  <a:spcPts val="0"/>
                </a:spcBef>
                <a:buFont typeface="+mj-lt"/>
                <a:buNone/>
              </a:pPr>
              <a:r>
                <a:rPr lang="zh-CN" altLang="en-US" dirty="0"/>
                <a:t>点击此处添加目录</a:t>
              </a:r>
              <a:r>
                <a:rPr lang="en-US" altLang="zh-CN" dirty="0"/>
                <a:t>-18pt</a:t>
              </a:r>
              <a:endParaRPr lang="en-US" altLang="zh-CN" dirty="0"/>
            </a:p>
          </p:txBody>
        </p:sp>
        <p:sp>
          <p:nvSpPr>
            <p:cNvPr id="13" name="文本占位符 10"/>
            <p:cNvSpPr txBox="1"/>
            <p:nvPr/>
          </p:nvSpPr>
          <p:spPr>
            <a:xfrm>
              <a:off x="5148840" y="2046858"/>
              <a:ext cx="540000" cy="432000"/>
            </a:xfrm>
            <a:prstGeom prst="rect">
              <a:avLst/>
            </a:prstGeom>
            <a:solidFill>
              <a:schemeClr val="accent1"/>
            </a:solidFill>
          </p:spPr>
          <p:txBody>
            <a:bodyPr anchor="ctr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200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/>
                <a:t>01</a:t>
              </a:r>
              <a:endParaRPr lang="en-US"/>
            </a:p>
          </p:txBody>
        </p:sp>
        <p:sp>
          <p:nvSpPr>
            <p:cNvPr id="14" name="文本占位符 10"/>
            <p:cNvSpPr txBox="1"/>
            <p:nvPr/>
          </p:nvSpPr>
          <p:spPr>
            <a:xfrm>
              <a:off x="825232" y="1077944"/>
              <a:ext cx="1381413" cy="535531"/>
            </a:xfrm>
            <a:prstGeom prst="rect">
              <a:avLst/>
            </a:prstGeom>
          </p:spPr>
          <p:txBody>
            <a:bodyPr anchor="b" anchorCtr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3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目 录</a:t>
              </a:r>
              <a:endParaRPr lang="zh-CN" altLang="en-US"/>
            </a:p>
          </p:txBody>
        </p:sp>
        <p:sp>
          <p:nvSpPr>
            <p:cNvPr id="15" name="文本占位符 4"/>
            <p:cNvSpPr txBox="1"/>
            <p:nvPr/>
          </p:nvSpPr>
          <p:spPr>
            <a:xfrm>
              <a:off x="1999733" y="1305698"/>
              <a:ext cx="2229367" cy="347957"/>
            </a:xfrm>
            <a:prstGeom prst="rect">
              <a:avLst/>
            </a:prstGeom>
          </p:spPr>
          <p:txBody>
            <a:bodyPr vert="horz" wrap="square" lIns="91440" tIns="90000" rIns="91440" bIns="90000" rtlCol="0" anchor="ctr" anchorCtr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altLang="zh-CN" sz="1200" kern="1200" spc="600" dirty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Contents</a:t>
              </a:r>
              <a:endParaRPr lang="en-US" altLang="zh-CN"/>
            </a:p>
          </p:txBody>
        </p:sp>
        <p:sp>
          <p:nvSpPr>
            <p:cNvPr id="16" name="Content Placeholder 2"/>
            <p:cNvSpPr txBox="1"/>
            <p:nvPr/>
          </p:nvSpPr>
          <p:spPr>
            <a:xfrm>
              <a:off x="5795318" y="2777381"/>
              <a:ext cx="4320000" cy="432000"/>
            </a:xfrm>
            <a:prstGeom prst="rect">
              <a:avLst/>
            </a:prstGeom>
          </p:spPr>
          <p:txBody>
            <a:bodyPr vert="horz" lIns="91440" tIns="90000" rIns="91440" bIns="90000" rtlCol="0" anchor="ctr" anchorCtr="0">
              <a:spAutoFit/>
            </a:bodyPr>
            <a:lstStyle>
              <a:lvl1pPr marL="22860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altLang="zh-CN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>
                <a:lnSpc>
                  <a:spcPct val="100000"/>
                </a:lnSpc>
                <a:spcBef>
                  <a:spcPts val="0"/>
                </a:spcBef>
                <a:buFont typeface="+mj-lt"/>
                <a:buNone/>
              </a:pPr>
              <a:r>
                <a:rPr lang="zh-CN" altLang="en-US" dirty="0"/>
                <a:t>点击此处添加目录</a:t>
              </a:r>
              <a:r>
                <a:rPr lang="en-US" altLang="zh-CN" dirty="0"/>
                <a:t>-18pt</a:t>
              </a:r>
              <a:endParaRPr lang="en-US" altLang="zh-CN" dirty="0"/>
            </a:p>
          </p:txBody>
        </p:sp>
        <p:sp>
          <p:nvSpPr>
            <p:cNvPr id="17" name="文本占位符 10"/>
            <p:cNvSpPr txBox="1"/>
            <p:nvPr/>
          </p:nvSpPr>
          <p:spPr>
            <a:xfrm>
              <a:off x="5148840" y="2777381"/>
              <a:ext cx="540000" cy="432000"/>
            </a:xfrm>
            <a:prstGeom prst="rect">
              <a:avLst/>
            </a:prstGeom>
            <a:solidFill>
              <a:schemeClr val="accent1"/>
            </a:solidFill>
          </p:spPr>
          <p:txBody>
            <a:bodyPr anchor="ctr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200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/>
                <a:t>02</a:t>
              </a:r>
              <a:endParaRPr lang="en-US"/>
            </a:p>
          </p:txBody>
        </p:sp>
        <p:sp>
          <p:nvSpPr>
            <p:cNvPr id="18" name="Content Placeholder 2"/>
            <p:cNvSpPr txBox="1"/>
            <p:nvPr/>
          </p:nvSpPr>
          <p:spPr>
            <a:xfrm>
              <a:off x="5795318" y="3507904"/>
              <a:ext cx="4320000" cy="432000"/>
            </a:xfrm>
            <a:prstGeom prst="rect">
              <a:avLst/>
            </a:prstGeom>
          </p:spPr>
          <p:txBody>
            <a:bodyPr vert="horz" lIns="91440" tIns="90000" rIns="91440" bIns="90000" rtlCol="0" anchor="ctr" anchorCtr="0">
              <a:spAutoFit/>
            </a:bodyPr>
            <a:lstStyle>
              <a:lvl1pPr marL="22860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altLang="zh-CN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>
                <a:lnSpc>
                  <a:spcPct val="100000"/>
                </a:lnSpc>
                <a:spcBef>
                  <a:spcPts val="0"/>
                </a:spcBef>
                <a:buFont typeface="+mj-lt"/>
                <a:buNone/>
              </a:pPr>
              <a:r>
                <a:rPr lang="zh-CN" altLang="en-US" dirty="0"/>
                <a:t>点击此处添加目录</a:t>
              </a:r>
              <a:r>
                <a:rPr lang="en-US" altLang="zh-CN" dirty="0"/>
                <a:t>-18pt</a:t>
              </a:r>
              <a:endParaRPr lang="en-US" altLang="zh-CN" dirty="0"/>
            </a:p>
          </p:txBody>
        </p:sp>
        <p:sp>
          <p:nvSpPr>
            <p:cNvPr id="19" name="文本占位符 10"/>
            <p:cNvSpPr txBox="1"/>
            <p:nvPr/>
          </p:nvSpPr>
          <p:spPr>
            <a:xfrm>
              <a:off x="5148840" y="3507904"/>
              <a:ext cx="540000" cy="432000"/>
            </a:xfrm>
            <a:prstGeom prst="rect">
              <a:avLst/>
            </a:prstGeom>
            <a:solidFill>
              <a:schemeClr val="accent1"/>
            </a:solidFill>
          </p:spPr>
          <p:txBody>
            <a:bodyPr anchor="ctr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200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/>
                <a:t>03</a:t>
              </a:r>
              <a:endParaRPr lang="en-US"/>
            </a:p>
          </p:txBody>
        </p:sp>
        <p:sp>
          <p:nvSpPr>
            <p:cNvPr id="20" name="Content Placeholder 2"/>
            <p:cNvSpPr txBox="1"/>
            <p:nvPr/>
          </p:nvSpPr>
          <p:spPr>
            <a:xfrm>
              <a:off x="5795318" y="4238427"/>
              <a:ext cx="4320000" cy="432000"/>
            </a:xfrm>
            <a:prstGeom prst="rect">
              <a:avLst/>
            </a:prstGeom>
          </p:spPr>
          <p:txBody>
            <a:bodyPr vert="horz" lIns="91440" tIns="90000" rIns="91440" bIns="90000" rtlCol="0" anchor="ctr" anchorCtr="0">
              <a:spAutoFit/>
            </a:bodyPr>
            <a:lstStyle>
              <a:lvl1pPr marL="22860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altLang="zh-CN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>
                <a:lnSpc>
                  <a:spcPct val="100000"/>
                </a:lnSpc>
                <a:spcBef>
                  <a:spcPts val="0"/>
                </a:spcBef>
                <a:buFont typeface="+mj-lt"/>
                <a:buNone/>
              </a:pPr>
              <a:r>
                <a:rPr lang="zh-CN" altLang="en-US" dirty="0"/>
                <a:t>点击此处添加目录</a:t>
              </a:r>
              <a:r>
                <a:rPr lang="en-US" altLang="zh-CN" dirty="0"/>
                <a:t>-18pt</a:t>
              </a:r>
              <a:endParaRPr lang="en-US" altLang="zh-CN" dirty="0"/>
            </a:p>
          </p:txBody>
        </p:sp>
        <p:sp>
          <p:nvSpPr>
            <p:cNvPr id="21" name="文本占位符 10"/>
            <p:cNvSpPr txBox="1"/>
            <p:nvPr/>
          </p:nvSpPr>
          <p:spPr>
            <a:xfrm>
              <a:off x="5148840" y="4238427"/>
              <a:ext cx="540000" cy="432000"/>
            </a:xfrm>
            <a:prstGeom prst="rect">
              <a:avLst/>
            </a:prstGeom>
            <a:solidFill>
              <a:schemeClr val="accent1"/>
            </a:solidFill>
          </p:spPr>
          <p:txBody>
            <a:bodyPr anchor="ctr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200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/>
                <a:t>04</a:t>
              </a:r>
              <a:endParaRPr lang="en-US"/>
            </a:p>
          </p:txBody>
        </p:sp>
        <p:sp>
          <p:nvSpPr>
            <p:cNvPr id="22" name="Content Placeholder 2"/>
            <p:cNvSpPr txBox="1"/>
            <p:nvPr/>
          </p:nvSpPr>
          <p:spPr>
            <a:xfrm>
              <a:off x="5795318" y="4968950"/>
              <a:ext cx="4320000" cy="432000"/>
            </a:xfrm>
            <a:prstGeom prst="rect">
              <a:avLst/>
            </a:prstGeom>
          </p:spPr>
          <p:txBody>
            <a:bodyPr vert="horz" lIns="91440" tIns="90000" rIns="91440" bIns="90000" rtlCol="0" anchor="ctr" anchorCtr="0">
              <a:spAutoFit/>
            </a:bodyPr>
            <a:lstStyle>
              <a:lvl1pPr marL="22860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altLang="zh-CN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>
                <a:lnSpc>
                  <a:spcPct val="100000"/>
                </a:lnSpc>
                <a:spcBef>
                  <a:spcPts val="0"/>
                </a:spcBef>
                <a:buFont typeface="+mj-lt"/>
                <a:buNone/>
              </a:pPr>
              <a:r>
                <a:rPr lang="zh-CN" altLang="en-US" dirty="0"/>
                <a:t>点击此处添加目录</a:t>
              </a:r>
              <a:r>
                <a:rPr lang="en-US" altLang="zh-CN" dirty="0"/>
                <a:t>-18pt</a:t>
              </a:r>
              <a:endParaRPr lang="en-US" altLang="zh-CN" dirty="0"/>
            </a:p>
          </p:txBody>
        </p:sp>
        <p:sp>
          <p:nvSpPr>
            <p:cNvPr id="23" name="文本占位符 10"/>
            <p:cNvSpPr txBox="1"/>
            <p:nvPr/>
          </p:nvSpPr>
          <p:spPr>
            <a:xfrm>
              <a:off x="5148840" y="4968950"/>
              <a:ext cx="540000" cy="432000"/>
            </a:xfrm>
            <a:prstGeom prst="rect">
              <a:avLst/>
            </a:prstGeom>
            <a:solidFill>
              <a:schemeClr val="accent1"/>
            </a:solidFill>
          </p:spPr>
          <p:txBody>
            <a:bodyPr anchor="ctr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200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/>
                <a:t>05</a:t>
              </a:r>
              <a:endParaRPr lang="en-US"/>
            </a:p>
          </p:txBody>
        </p:sp>
        <p:pic>
          <p:nvPicPr>
            <p:cNvPr id="24" name="图形 23"/>
            <p:cNvPicPr>
              <a:picLocks noChangeAspect="1"/>
            </p:cNvPicPr>
            <p:nvPr/>
          </p:nvPicPr>
          <p:blipFill rotWithShape="1"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841"/>
            <a:stretch>
              <a:fillRect/>
            </a:stretch>
          </p:blipFill>
          <p:spPr>
            <a:xfrm>
              <a:off x="-3660" y="4758622"/>
              <a:ext cx="2413486" cy="1464098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0" y="6210616"/>
              <a:ext cx="12199621" cy="647384"/>
            </a:xfrm>
            <a:prstGeom prst="rect">
              <a:avLst/>
            </a:prstGeom>
            <a:gradFill>
              <a:gsLst>
                <a:gs pos="77000">
                  <a:schemeClr val="bg1"/>
                </a:gs>
                <a:gs pos="0">
                  <a:schemeClr val="bg1">
                    <a:alpha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0" y="6134078"/>
              <a:ext cx="12199621" cy="108000"/>
            </a:xfrm>
            <a:prstGeom prst="rect">
              <a:avLst/>
            </a:prstGeom>
            <a:solidFill>
              <a:srgbClr val="BF9D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921277" y="397823"/>
              <a:ext cx="1008000" cy="32821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/>
          <p:cNvSpPr>
            <a:spLocks noGrp="1"/>
          </p:cNvSpPr>
          <p:nvPr>
            <p:ph type="body" sz="quarter" idx="18"/>
          </p:nvPr>
        </p:nvSpPr>
        <p:spPr>
          <a:xfrm>
            <a:off x="2417763" y="2143148"/>
            <a:ext cx="1211262" cy="939754"/>
          </a:xfrm>
        </p:spPr>
        <p:txBody>
          <a:bodyPr/>
          <a:lstStyle/>
          <a:p>
            <a:pPr lvl="0"/>
            <a:r>
              <a:rPr lang="en-US" altLang="zh-CN"/>
              <a:t>01</a:t>
            </a:r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单击此处编辑标题样式</a:t>
            </a:r>
            <a:r>
              <a:rPr lang="en-US" altLang="zh-CN" sz="2400" dirty="0"/>
              <a:t>-24pt</a:t>
            </a:r>
            <a:endParaRPr lang="zh-CN" alt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65B630-C7FF-41C0-9923-C5E5E29EED81}" type="slidenum">
              <a:rPr lang="de-DE" smtClean="0"/>
            </a:fld>
            <a:endParaRPr lang="de-DE" dirty="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7621" y="1"/>
            <a:ext cx="12207241" cy="6857999"/>
            <a:chOff x="-7621" y="1"/>
            <a:chExt cx="12207241" cy="6857999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rcRect l="80" b="67282"/>
            <a:stretch>
              <a:fillRect/>
            </a:stretch>
          </p:blipFill>
          <p:spPr>
            <a:xfrm>
              <a:off x="0" y="6139918"/>
              <a:ext cx="8650130" cy="718082"/>
            </a:xfrm>
            <a:custGeom>
              <a:avLst/>
              <a:gdLst>
                <a:gd name="connsiteX0" fmla="*/ 0 w 8650130"/>
                <a:gd name="connsiteY0" fmla="*/ 0 h 718082"/>
                <a:gd name="connsiteX1" fmla="*/ 8650130 w 8650130"/>
                <a:gd name="connsiteY1" fmla="*/ 0 h 718082"/>
                <a:gd name="connsiteX2" fmla="*/ 8650130 w 8650130"/>
                <a:gd name="connsiteY2" fmla="*/ 718082 h 718082"/>
                <a:gd name="connsiteX3" fmla="*/ 0 w 8650130"/>
                <a:gd name="connsiteY3" fmla="*/ 718082 h 718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50130" h="718082">
                  <a:moveTo>
                    <a:pt x="0" y="0"/>
                  </a:moveTo>
                  <a:lnTo>
                    <a:pt x="8650130" y="0"/>
                  </a:lnTo>
                  <a:lnTo>
                    <a:pt x="8650130" y="718082"/>
                  </a:lnTo>
                  <a:lnTo>
                    <a:pt x="0" y="718082"/>
                  </a:lnTo>
                  <a:close/>
                </a:path>
              </a:pathLst>
            </a:custGeom>
          </p:spPr>
        </p:pic>
        <p:sp>
          <p:nvSpPr>
            <p:cNvPr id="6" name="矩形 5"/>
            <p:cNvSpPr/>
            <p:nvPr/>
          </p:nvSpPr>
          <p:spPr>
            <a:xfrm flipH="1">
              <a:off x="3028950" y="1"/>
              <a:ext cx="9170670" cy="62106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形 6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7619" y="4043333"/>
              <a:ext cx="8658434" cy="2193331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-7621" y="6177125"/>
              <a:ext cx="12199621" cy="680875"/>
            </a:xfrm>
            <a:prstGeom prst="rect">
              <a:avLst/>
            </a:prstGeom>
            <a:gradFill>
              <a:gsLst>
                <a:gs pos="77000">
                  <a:schemeClr val="bg1"/>
                </a:gs>
                <a:gs pos="0">
                  <a:schemeClr val="bg1">
                    <a:alpha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占位符 5"/>
            <p:cNvSpPr txBox="1"/>
            <p:nvPr/>
          </p:nvSpPr>
          <p:spPr>
            <a:xfrm>
              <a:off x="2339706" y="2264208"/>
              <a:ext cx="1217882" cy="944166"/>
            </a:xfrm>
            <a:prstGeom prst="rect">
              <a:avLst/>
            </a:prstGeom>
            <a:solidFill>
              <a:schemeClr val="accent1"/>
            </a:solidFill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3200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Tx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Tx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Tx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Tx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/>
                <a:t>01</a:t>
              </a:r>
              <a:endParaRPr lang="en-US"/>
            </a:p>
          </p:txBody>
        </p:sp>
        <p:sp>
          <p:nvSpPr>
            <p:cNvPr id="10" name="文本占位符 6"/>
            <p:cNvSpPr txBox="1"/>
            <p:nvPr/>
          </p:nvSpPr>
          <p:spPr>
            <a:xfrm>
              <a:off x="4639171" y="3126382"/>
              <a:ext cx="6879729" cy="156692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+mj-ea"/>
                <a:buAutoNum type="circleNumDbPlain"/>
                <a:defRPr lang="en-US" altLang="zh-CN" sz="1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00050" indent="-400050" defTabSz="914400">
                <a:lnSpc>
                  <a:spcPct val="120000"/>
                </a:lnSpc>
                <a:buFont typeface="+mj-ea"/>
                <a:buAutoNum type="ea1JpnChsDbPeriod"/>
              </a:pPr>
              <a:r>
                <a:rPr lang="zh-CN" altLang="en-US"/>
                <a:t>单击此处添加章节内容概况</a:t>
              </a:r>
              <a:r>
                <a:rPr lang="en-US" altLang="zh-CN"/>
                <a:t>-14pt</a:t>
              </a:r>
              <a:endParaRPr lang="zh-CN" altLang="en-US"/>
            </a:p>
            <a:p>
              <a:pPr marL="400050" indent="-400050" defTabSz="914400">
                <a:lnSpc>
                  <a:spcPct val="120000"/>
                </a:lnSpc>
                <a:buFont typeface="+mj-ea"/>
                <a:buAutoNum type="ea1JpnChsDbPeriod"/>
              </a:pPr>
              <a:r>
                <a:rPr lang="zh-CN" altLang="en-US"/>
                <a:t>单击此处添加章节内容概况</a:t>
              </a:r>
              <a:endParaRPr lang="zh-CN" altLang="en-US"/>
            </a:p>
            <a:p>
              <a:pPr marL="400050" indent="-400050" defTabSz="914400">
                <a:lnSpc>
                  <a:spcPct val="120000"/>
                </a:lnSpc>
                <a:buFont typeface="+mj-ea"/>
                <a:buAutoNum type="ea1JpnChsDbPeriod"/>
              </a:pPr>
              <a:r>
                <a:rPr lang="en-US" altLang="zh-CN"/>
                <a:t>……</a:t>
              </a:r>
              <a:endParaRPr lang="en-US" altLang="zh-CN"/>
            </a:p>
            <a:p>
              <a:pPr marL="400050" indent="-400050" defTabSz="914400">
                <a:lnSpc>
                  <a:spcPct val="120000"/>
                </a:lnSpc>
                <a:buFont typeface="+mj-ea"/>
                <a:buAutoNum type="ea1JpnChsDbPeriod"/>
              </a:pPr>
              <a:endParaRPr lang="en-US" altLang="zh-CN"/>
            </a:p>
          </p:txBody>
        </p:sp>
        <p:sp>
          <p:nvSpPr>
            <p:cNvPr id="12" name="标题 1"/>
            <p:cNvSpPr txBox="1"/>
            <p:nvPr/>
          </p:nvSpPr>
          <p:spPr>
            <a:xfrm>
              <a:off x="4639171" y="1959878"/>
              <a:ext cx="6879729" cy="1028700"/>
            </a:xfrm>
            <a:prstGeom prst="rect">
              <a:avLst/>
            </a:prstGeom>
          </p:spPr>
          <p:txBody>
            <a:bodyPr vert="horz" lIns="72000" tIns="45720" rIns="91440" bIns="45720" rtlCol="0" anchor="b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lang="zh-CN" altLang="en-US" sz="2000" b="1" kern="1200" dirty="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268605" indent="-179705"/>
              <a:r>
                <a:rPr lang="zh-CN" altLang="en-US"/>
                <a:t>单击此处编辑标题样式</a:t>
              </a:r>
              <a:r>
                <a:rPr lang="en-US" altLang="zh-CN"/>
                <a:t>-20pt</a:t>
              </a:r>
              <a:endParaRPr lang="zh-CN" altLang="en-US"/>
            </a:p>
          </p:txBody>
        </p:sp>
        <p:pic>
          <p:nvPicPr>
            <p:cNvPr id="13" name="图形 12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921277" y="397823"/>
              <a:ext cx="1008000" cy="328213"/>
            </a:xfrm>
            <a:prstGeom prst="rect">
              <a:avLst/>
            </a:prstGeom>
          </p:spPr>
        </p:pic>
        <p:cxnSp>
          <p:nvCxnSpPr>
            <p:cNvPr id="14" name="直接连接符 13"/>
            <p:cNvCxnSpPr/>
            <p:nvPr/>
          </p:nvCxnSpPr>
          <p:spPr>
            <a:xfrm>
              <a:off x="3550920" y="2988578"/>
              <a:ext cx="798068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5868033" y="5463873"/>
              <a:ext cx="2963917" cy="1394127"/>
            </a:xfrm>
            <a:prstGeom prst="rect">
              <a:avLst/>
            </a:prstGeom>
            <a:gradFill>
              <a:gsLst>
                <a:gs pos="57000">
                  <a:schemeClr val="bg1"/>
                </a:gs>
                <a:gs pos="54000">
                  <a:srgbClr val="F2F2F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-3810" y="6134078"/>
              <a:ext cx="12199621" cy="108000"/>
            </a:xfrm>
            <a:prstGeom prst="rect">
              <a:avLst/>
            </a:prstGeom>
            <a:solidFill>
              <a:srgbClr val="BF9D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60088" cy="4701759"/>
            <a:chOff x="660400" y="1266657"/>
            <a:chExt cx="10860088" cy="4701759"/>
          </a:xfrm>
        </p:grpSpPr>
        <p:grpSp>
          <p:nvGrpSpPr>
            <p:cNvPr id="13" name="组合 12"/>
            <p:cNvGrpSpPr/>
            <p:nvPr/>
          </p:nvGrpSpPr>
          <p:grpSpPr>
            <a:xfrm>
              <a:off x="660400" y="1670321"/>
              <a:ext cx="10860088" cy="4298095"/>
              <a:chOff x="660400" y="1670321"/>
              <a:chExt cx="10860088" cy="4298095"/>
            </a:xfrm>
          </p:grpSpPr>
          <p:sp>
            <p:nvSpPr>
              <p:cNvPr id="4" name="i$ḷîďé"/>
              <p:cNvSpPr/>
              <p:nvPr/>
            </p:nvSpPr>
            <p:spPr bwMode="auto">
              <a:xfrm>
                <a:off x="669925" y="2152996"/>
                <a:ext cx="10850563" cy="1702780"/>
              </a:xfrm>
              <a:prstGeom prst="homePlate">
                <a:avLst>
                  <a:gd name="adj" fmla="val 35856"/>
                </a:avLst>
              </a:prstGeom>
              <a:solidFill>
                <a:schemeClr val="bg1">
                  <a:lumMod val="95000"/>
                </a:schemeClr>
              </a:solidFill>
              <a:ln w="25400" algn="ctr">
                <a:noFill/>
                <a:miter lim="800000"/>
              </a:ln>
              <a:effectLst/>
            </p:spPr>
            <p:txBody>
              <a:bodyPr wrap="square" lIns="180000" tIns="180000" rIns="180000" bIns="180000" anchor="t">
                <a:norm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 dirty="0"/>
                  <a:t>Unified fonts make reading more fluent-16pt</a:t>
                </a:r>
                <a:endParaRPr lang="en-US" altLang="zh-CN" sz="1600" dirty="0">
                  <a:solidFill>
                    <a:prstClr val="black"/>
                  </a:solidFill>
                  <a:ea typeface="微软雅黑" panose="020B0503020204020204" charset="-122"/>
                  <a:cs typeface="+mn-ea"/>
                  <a:sym typeface="+mn-lt"/>
                </a:endParaRPr>
              </a:p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200" dirty="0">
                    <a:solidFill>
                      <a:prstClr val="black"/>
                    </a:solidFill>
                    <a:ea typeface="微软雅黑" panose="020B0503020204020204" charset="-122"/>
                    <a:cs typeface="+mn-ea"/>
                    <a:sym typeface="+mn-lt"/>
                  </a:rPr>
                  <a:t>Theme  color makes PPT more convenient to </a:t>
                </a:r>
                <a:r>
                  <a:rPr lang="en-US" altLang="zh-CN" sz="1200" dirty="0" err="1">
                    <a:solidFill>
                      <a:prstClr val="black"/>
                    </a:solidFill>
                    <a:ea typeface="微软雅黑" panose="020B0503020204020204" charset="-122"/>
                    <a:cs typeface="+mn-ea"/>
                    <a:sym typeface="+mn-lt"/>
                  </a:rPr>
                  <a:t>change.Adjust</a:t>
                </a:r>
                <a:r>
                  <a:rPr lang="en-US" altLang="zh-CN" sz="1200" dirty="0">
                    <a:solidFill>
                      <a:prstClr val="black"/>
                    </a:solidFill>
                    <a:ea typeface="微软雅黑" panose="020B0503020204020204" charset="-122"/>
                    <a:cs typeface="+mn-ea"/>
                    <a:sym typeface="+mn-lt"/>
                  </a:rPr>
                  <a:t> the spacing to adapt to Chinese typesetting, use the reference line in PPT . </a:t>
                </a:r>
                <a:endParaRPr lang="en-US" altLang="zh-CN" sz="1200" dirty="0">
                  <a:solidFill>
                    <a:prstClr val="black"/>
                  </a:solidFill>
                  <a:ea typeface="微软雅黑" panose="020B0503020204020204" charset="-122"/>
                  <a:cs typeface="+mn-ea"/>
                  <a:sym typeface="+mn-lt"/>
                </a:endParaRPr>
              </a:p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200" dirty="0">
                    <a:solidFill>
                      <a:prstClr val="black"/>
                    </a:solidFill>
                    <a:ea typeface="微软雅黑" panose="020B0503020204020204" charset="-122"/>
                    <a:cs typeface="+mn-ea"/>
                    <a:sym typeface="+mn-lt"/>
                  </a:rPr>
                  <a:t>Copy paste  fonts. Choose the only option to retain text. </a:t>
                </a:r>
                <a:endParaRPr lang="en-US" altLang="zh-CN" sz="1200" dirty="0">
                  <a:solidFill>
                    <a:prstClr val="black"/>
                  </a:solidFill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5" name="ïŝḻîdê"/>
              <p:cNvSpPr/>
              <p:nvPr/>
            </p:nvSpPr>
            <p:spPr bwMode="gray">
              <a:xfrm>
                <a:off x="901700" y="3560837"/>
                <a:ext cx="3026565" cy="540000"/>
              </a:xfrm>
              <a:prstGeom prst="rect">
                <a:avLst/>
              </a:prstGeom>
              <a:solidFill>
                <a:schemeClr val="accent1"/>
              </a:solidFill>
              <a:ln w="19050" algn="ctr">
                <a:noFill/>
                <a:round/>
              </a:ln>
              <a:effectLst/>
            </p:spPr>
            <p:txBody>
              <a:bodyPr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en-US" sz="1400" b="1" dirty="0">
                    <a:solidFill>
                      <a:schemeClr val="bg1"/>
                    </a:solidFill>
                  </a:rPr>
                  <a:t>Text here-14pt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îṥļîdé"/>
              <p:cNvSpPr/>
              <p:nvPr/>
            </p:nvSpPr>
            <p:spPr bwMode="gray">
              <a:xfrm>
                <a:off x="901700" y="4168416"/>
                <a:ext cx="3026565" cy="1800000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rmAutofit/>
              </a:bodyPr>
              <a:lstStyle/>
              <a:p>
                <a:pPr marL="172720" indent="-17272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Details</a:t>
                </a:r>
                <a:r>
                  <a:rPr lang="en-US" sz="1200" dirty="0">
                    <a:solidFill>
                      <a:schemeClr val="tx1"/>
                    </a:solidFill>
                  </a:rPr>
                  <a:t> 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îşḷîďe"/>
              <p:cNvSpPr/>
              <p:nvPr/>
            </p:nvSpPr>
            <p:spPr bwMode="gray">
              <a:xfrm>
                <a:off x="4322836" y="3560837"/>
                <a:ext cx="3026565" cy="540000"/>
              </a:xfrm>
              <a:prstGeom prst="rect">
                <a:avLst/>
              </a:prstGeom>
              <a:solidFill>
                <a:schemeClr val="accent1"/>
              </a:solidFill>
              <a:ln w="19050" algn="ctr">
                <a:noFill/>
                <a:round/>
              </a:ln>
              <a:effectLst/>
            </p:spPr>
            <p:txBody>
              <a:bodyPr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en-US" sz="1400" b="1" dirty="0">
                    <a:solidFill>
                      <a:schemeClr val="bg1"/>
                    </a:solidFill>
                  </a:rPr>
                  <a:t>Text here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íṡḷïďé"/>
              <p:cNvSpPr/>
              <p:nvPr/>
            </p:nvSpPr>
            <p:spPr bwMode="gray">
              <a:xfrm>
                <a:off x="4322836" y="4168416"/>
                <a:ext cx="3026565" cy="1800000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rmAutofit/>
              </a:bodyPr>
              <a:lstStyle/>
              <a:p>
                <a:pPr marL="172720" indent="-17272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Details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íşļîdê"/>
              <p:cNvSpPr/>
              <p:nvPr/>
            </p:nvSpPr>
            <p:spPr bwMode="gray">
              <a:xfrm>
                <a:off x="7743971" y="3560837"/>
                <a:ext cx="3026565" cy="540000"/>
              </a:xfrm>
              <a:prstGeom prst="rect">
                <a:avLst/>
              </a:prstGeom>
              <a:solidFill>
                <a:schemeClr val="accent1"/>
              </a:solidFill>
              <a:ln w="19050" algn="ctr">
                <a:noFill/>
                <a:round/>
              </a:ln>
              <a:effectLst/>
            </p:spPr>
            <p:txBody>
              <a:bodyPr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en-US" sz="1400" b="1" dirty="0">
                    <a:solidFill>
                      <a:schemeClr val="bg1"/>
                    </a:solidFill>
                  </a:rPr>
                  <a:t>Text here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îśľîdê"/>
              <p:cNvSpPr/>
              <p:nvPr/>
            </p:nvSpPr>
            <p:spPr bwMode="gray">
              <a:xfrm>
                <a:off x="7743971" y="4168416"/>
                <a:ext cx="3026565" cy="1800000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rmAutofit/>
              </a:bodyPr>
              <a:lstStyle/>
              <a:p>
                <a:pPr marL="172720" indent="-17272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Details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660400" y="1670321"/>
                <a:ext cx="10858500" cy="29360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R="0" lvl="0" indent="0" fontAlgn="auto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Pct val="25000"/>
                  <a:buFontTx/>
                  <a:buNone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Theme color makes PPT more convenient to change. Adjust the spacing to adapt to Chinese typesetting, use the reference line in PPT . 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  <p:sp>
          <p:nvSpPr>
            <p:cNvPr id="14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60088" cy="5001359"/>
            <a:chOff x="660400" y="1266657"/>
            <a:chExt cx="10860088" cy="5001359"/>
          </a:xfrm>
        </p:grpSpPr>
        <p:sp>
          <p:nvSpPr>
            <p:cNvPr id="7" name="îṥļíḓe"/>
            <p:cNvSpPr/>
            <p:nvPr/>
          </p:nvSpPr>
          <p:spPr>
            <a:xfrm>
              <a:off x="669925" y="3440824"/>
              <a:ext cx="10850563" cy="842832"/>
            </a:xfrm>
            <a:prstGeom prst="rightArrow">
              <a:avLst>
                <a:gd name="adj1" fmla="val 100000"/>
                <a:gd name="adj2" fmla="val 7142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</a:rPr>
                <a:t>Supporting text here.-16pt</a:t>
              </a:r>
              <a:endParaRPr lang="en-US" altLang="zh-CN" sz="1600" b="1" dirty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直接箭头连接符 17"/>
            <p:cNvCxnSpPr>
              <a:stCxn id="19" idx="6"/>
            </p:cNvCxnSpPr>
            <p:nvPr/>
          </p:nvCxnSpPr>
          <p:spPr>
            <a:xfrm>
              <a:off x="2736094" y="4283662"/>
              <a:ext cx="6865106" cy="0"/>
            </a:xfrm>
            <a:prstGeom prst="straightConnector1">
              <a:avLst/>
            </a:prstGeom>
            <a:ln w="57150"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îṩlíḋé"/>
            <p:cNvSpPr/>
            <p:nvPr/>
          </p:nvSpPr>
          <p:spPr>
            <a:xfrm>
              <a:off x="1359388" y="4557982"/>
              <a:ext cx="2206394" cy="4523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  <a:tabLst>
                  <a:tab pos="227965" algn="l"/>
                </a:tabLst>
                <a:defRPr/>
              </a:pPr>
              <a:r>
                <a:rPr lang="en-US" altLang="zh-CN" sz="1400" b="1" dirty="0"/>
                <a:t>The text-14pt</a:t>
              </a:r>
              <a:endParaRPr lang="zh-CN" altLang="en-US" sz="1400" b="1" dirty="0"/>
            </a:p>
          </p:txBody>
        </p:sp>
        <p:sp>
          <p:nvSpPr>
            <p:cNvPr id="9" name="iṡḷîḑè"/>
            <p:cNvSpPr/>
            <p:nvPr/>
          </p:nvSpPr>
          <p:spPr>
            <a:xfrm>
              <a:off x="1022585" y="5025250"/>
              <a:ext cx="2880000" cy="1242766"/>
            </a:xfrm>
            <a:prstGeom prst="snip2SameRect">
              <a:avLst>
                <a:gd name="adj1" fmla="val 0"/>
                <a:gd name="adj2" fmla="val 0"/>
              </a:avLst>
            </a:prstGeom>
            <a:noFill/>
            <a:ln w="3175">
              <a:gradFill flip="none" rotWithShape="1">
                <a:gsLst>
                  <a:gs pos="0">
                    <a:schemeClr val="accent1">
                      <a:lumMod val="0"/>
                      <a:lumOff val="100000"/>
                      <a:alpha val="0"/>
                    </a:schemeClr>
                  </a:gs>
                  <a:gs pos="100000">
                    <a:schemeClr val="tx2">
                      <a:lumMod val="40000"/>
                      <a:lumOff val="6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180000" rIns="180000" bIns="108000" rtlCol="0" anchor="t">
              <a:normAutofit/>
            </a:bodyPr>
            <a:lstStyle/>
            <a:p>
              <a:pPr marL="171450" indent="-171450">
                <a:lnSpc>
                  <a:spcPct val="12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solidFill>
                    <a:schemeClr val="tx1"/>
                  </a:solidFill>
                </a:rPr>
                <a:t>Copy paste fonts. Choose the only option to retain text…...</a:t>
              </a:r>
              <a:endParaRPr lang="en-US" altLang="zh-CN" sz="12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2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solidFill>
                    <a:schemeClr val="tx1"/>
                  </a:solidFill>
                </a:rPr>
                <a:t>……</a:t>
              </a:r>
              <a:endParaRPr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19" name="îṡ1íḓê"/>
            <p:cNvSpPr/>
            <p:nvPr/>
          </p:nvSpPr>
          <p:spPr>
            <a:xfrm>
              <a:off x="2189077" y="4009342"/>
              <a:ext cx="547017" cy="54864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zh-CN" altLang="en-US" sz="1600" dirty="0"/>
            </a:p>
          </p:txBody>
        </p:sp>
        <p:sp>
          <p:nvSpPr>
            <p:cNvPr id="41" name="îṩlíḋé"/>
            <p:cNvSpPr/>
            <p:nvPr/>
          </p:nvSpPr>
          <p:spPr>
            <a:xfrm>
              <a:off x="4992803" y="4557982"/>
              <a:ext cx="2206394" cy="4523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  <a:tabLst>
                  <a:tab pos="227965" algn="l"/>
                </a:tabLst>
                <a:defRPr/>
              </a:pPr>
              <a:r>
                <a:rPr lang="en-US" altLang="zh-CN" sz="1400" b="1" dirty="0"/>
                <a:t>The text-14pt</a:t>
              </a:r>
              <a:endParaRPr lang="zh-CN" altLang="en-US" sz="1400" b="1" dirty="0"/>
            </a:p>
          </p:txBody>
        </p:sp>
        <p:sp>
          <p:nvSpPr>
            <p:cNvPr id="42" name="iṡḷîḑè"/>
            <p:cNvSpPr/>
            <p:nvPr/>
          </p:nvSpPr>
          <p:spPr>
            <a:xfrm>
              <a:off x="4656000" y="5025250"/>
              <a:ext cx="2880000" cy="1242766"/>
            </a:xfrm>
            <a:prstGeom prst="snip2SameRect">
              <a:avLst>
                <a:gd name="adj1" fmla="val 0"/>
                <a:gd name="adj2" fmla="val 0"/>
              </a:avLst>
            </a:prstGeom>
            <a:noFill/>
            <a:ln w="3175">
              <a:gradFill flip="none" rotWithShape="1">
                <a:gsLst>
                  <a:gs pos="0">
                    <a:schemeClr val="accent1">
                      <a:lumMod val="0"/>
                      <a:lumOff val="100000"/>
                      <a:alpha val="0"/>
                    </a:schemeClr>
                  </a:gs>
                  <a:gs pos="100000">
                    <a:schemeClr val="tx2">
                      <a:lumMod val="40000"/>
                      <a:lumOff val="6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180000" rIns="180000" bIns="108000" rtlCol="0" anchor="t">
              <a:normAutofit/>
            </a:bodyPr>
            <a:lstStyle/>
            <a:p>
              <a:pPr marL="171450" indent="-171450">
                <a:lnSpc>
                  <a:spcPct val="12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solidFill>
                    <a:schemeClr val="tx1"/>
                  </a:solidFill>
                </a:rPr>
                <a:t>Copy paste fonts. Choose the only option to retain text…...</a:t>
              </a:r>
              <a:endParaRPr lang="en-US" altLang="zh-CN" sz="12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2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solidFill>
                    <a:schemeClr val="tx1"/>
                  </a:solidFill>
                </a:rPr>
                <a:t>……</a:t>
              </a:r>
              <a:endParaRPr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43" name="îṡ1íḓê"/>
            <p:cNvSpPr/>
            <p:nvPr/>
          </p:nvSpPr>
          <p:spPr>
            <a:xfrm>
              <a:off x="5822492" y="4009342"/>
              <a:ext cx="547017" cy="54864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zh-CN" altLang="en-US" sz="1600" dirty="0"/>
            </a:p>
          </p:txBody>
        </p:sp>
        <p:sp>
          <p:nvSpPr>
            <p:cNvPr id="45" name="îṩlíḋé"/>
            <p:cNvSpPr/>
            <p:nvPr/>
          </p:nvSpPr>
          <p:spPr>
            <a:xfrm>
              <a:off x="8626218" y="4557982"/>
              <a:ext cx="2206394" cy="4523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  <a:tabLst>
                  <a:tab pos="227965" algn="l"/>
                </a:tabLst>
                <a:defRPr/>
              </a:pPr>
              <a:r>
                <a:rPr lang="en-US" altLang="zh-CN" sz="1400" b="1" dirty="0"/>
                <a:t>The text-14pt</a:t>
              </a:r>
              <a:endParaRPr lang="zh-CN" altLang="en-US" sz="1400" b="1" dirty="0"/>
            </a:p>
          </p:txBody>
        </p:sp>
        <p:sp>
          <p:nvSpPr>
            <p:cNvPr id="46" name="iṡḷîḑè"/>
            <p:cNvSpPr/>
            <p:nvPr/>
          </p:nvSpPr>
          <p:spPr>
            <a:xfrm>
              <a:off x="8289415" y="5025250"/>
              <a:ext cx="2880000" cy="1242766"/>
            </a:xfrm>
            <a:prstGeom prst="snip2SameRect">
              <a:avLst>
                <a:gd name="adj1" fmla="val 0"/>
                <a:gd name="adj2" fmla="val 0"/>
              </a:avLst>
            </a:prstGeom>
            <a:noFill/>
            <a:ln w="3175">
              <a:gradFill flip="none" rotWithShape="1">
                <a:gsLst>
                  <a:gs pos="0">
                    <a:schemeClr val="accent1">
                      <a:lumMod val="0"/>
                      <a:lumOff val="100000"/>
                      <a:alpha val="0"/>
                    </a:schemeClr>
                  </a:gs>
                  <a:gs pos="100000">
                    <a:schemeClr val="tx2">
                      <a:lumMod val="40000"/>
                      <a:lumOff val="6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180000" rIns="180000" bIns="108000" rtlCol="0" anchor="t">
              <a:normAutofit/>
            </a:bodyPr>
            <a:lstStyle/>
            <a:p>
              <a:pPr marL="171450" indent="-171450">
                <a:lnSpc>
                  <a:spcPct val="12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solidFill>
                    <a:schemeClr val="tx1"/>
                  </a:solidFill>
                </a:rPr>
                <a:t>Copy paste fonts. Choose the only option to retain text…...</a:t>
              </a:r>
              <a:endParaRPr lang="en-US" altLang="zh-CN" sz="12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2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solidFill>
                    <a:schemeClr val="tx1"/>
                  </a:solidFill>
                </a:rPr>
                <a:t>……</a:t>
              </a:r>
              <a:endParaRPr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47" name="îṡ1íḓê"/>
            <p:cNvSpPr/>
            <p:nvPr/>
          </p:nvSpPr>
          <p:spPr>
            <a:xfrm>
              <a:off x="9455907" y="4009342"/>
              <a:ext cx="547017" cy="54864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zh-CN" altLang="en-US" sz="1600" dirty="0"/>
            </a:p>
          </p:txBody>
        </p:sp>
        <p:sp>
          <p:nvSpPr>
            <p:cNvPr id="51" name="išlíde"/>
            <p:cNvSpPr/>
            <p:nvPr/>
          </p:nvSpPr>
          <p:spPr>
            <a:xfrm>
              <a:off x="2327817" y="4164274"/>
              <a:ext cx="269537" cy="238776"/>
            </a:xfrm>
            <a:custGeom>
              <a:avLst/>
              <a:gdLst>
                <a:gd name="T0" fmla="*/ 5423 w 6499"/>
                <a:gd name="T1" fmla="*/ 940 h 5766"/>
                <a:gd name="T2" fmla="*/ 6499 w 6499"/>
                <a:gd name="T3" fmla="*/ 7 h 5766"/>
                <a:gd name="T4" fmla="*/ 4987 w 6499"/>
                <a:gd name="T5" fmla="*/ 792 h 5766"/>
                <a:gd name="T6" fmla="*/ 3216 w 6499"/>
                <a:gd name="T7" fmla="*/ 716 h 5766"/>
                <a:gd name="T8" fmla="*/ 1453 w 6499"/>
                <a:gd name="T9" fmla="*/ 667 h 5766"/>
                <a:gd name="T10" fmla="*/ 0 w 6499"/>
                <a:gd name="T11" fmla="*/ 2664 h 5766"/>
                <a:gd name="T12" fmla="*/ 661 w 6499"/>
                <a:gd name="T13" fmla="*/ 3284 h 5766"/>
                <a:gd name="T14" fmla="*/ 448 w 6499"/>
                <a:gd name="T15" fmla="*/ 4071 h 5766"/>
                <a:gd name="T16" fmla="*/ 844 w 6499"/>
                <a:gd name="T17" fmla="*/ 4279 h 5766"/>
                <a:gd name="T18" fmla="*/ 1080 w 6499"/>
                <a:gd name="T19" fmla="*/ 4576 h 5766"/>
                <a:gd name="T20" fmla="*/ 1583 w 6499"/>
                <a:gd name="T21" fmla="*/ 4775 h 5766"/>
                <a:gd name="T22" fmla="*/ 2017 w 6499"/>
                <a:gd name="T23" fmla="*/ 5327 h 5766"/>
                <a:gd name="T24" fmla="*/ 2405 w 6499"/>
                <a:gd name="T25" fmla="*/ 5234 h 5766"/>
                <a:gd name="T26" fmla="*/ 2535 w 6499"/>
                <a:gd name="T27" fmla="*/ 5395 h 5766"/>
                <a:gd name="T28" fmla="*/ 2876 w 6499"/>
                <a:gd name="T29" fmla="*/ 5576 h 5766"/>
                <a:gd name="T30" fmla="*/ 3165 w 6499"/>
                <a:gd name="T31" fmla="*/ 5494 h 5766"/>
                <a:gd name="T32" fmla="*/ 3701 w 6499"/>
                <a:gd name="T33" fmla="*/ 5660 h 5766"/>
                <a:gd name="T34" fmla="*/ 3832 w 6499"/>
                <a:gd name="T35" fmla="*/ 5267 h 5766"/>
                <a:gd name="T36" fmla="*/ 4495 w 6499"/>
                <a:gd name="T37" fmla="*/ 4970 h 5766"/>
                <a:gd name="T38" fmla="*/ 4988 w 6499"/>
                <a:gd name="T39" fmla="*/ 5020 h 5766"/>
                <a:gd name="T40" fmla="*/ 5597 w 6499"/>
                <a:gd name="T41" fmla="*/ 4588 h 5766"/>
                <a:gd name="T42" fmla="*/ 5503 w 6499"/>
                <a:gd name="T43" fmla="*/ 3760 h 5766"/>
                <a:gd name="T44" fmla="*/ 6296 w 6499"/>
                <a:gd name="T45" fmla="*/ 2963 h 5766"/>
                <a:gd name="T46" fmla="*/ 6499 w 6499"/>
                <a:gd name="T47" fmla="*/ 2528 h 5766"/>
                <a:gd name="T48" fmla="*/ 5795 w 6499"/>
                <a:gd name="T49" fmla="*/ 3035 h 5766"/>
                <a:gd name="T50" fmla="*/ 4857 w 6499"/>
                <a:gd name="T51" fmla="*/ 3514 h 5766"/>
                <a:gd name="T52" fmla="*/ 4769 w 6499"/>
                <a:gd name="T53" fmla="*/ 4088 h 5766"/>
                <a:gd name="T54" fmla="*/ 4331 w 6499"/>
                <a:gd name="T55" fmla="*/ 4082 h 5766"/>
                <a:gd name="T56" fmla="*/ 4173 w 6499"/>
                <a:gd name="T57" fmla="*/ 4456 h 5766"/>
                <a:gd name="T58" fmla="*/ 3747 w 6499"/>
                <a:gd name="T59" fmla="*/ 4507 h 5766"/>
                <a:gd name="T60" fmla="*/ 3473 w 6499"/>
                <a:gd name="T61" fmla="*/ 4915 h 5766"/>
                <a:gd name="T62" fmla="*/ 3065 w 6499"/>
                <a:gd name="T63" fmla="*/ 5251 h 5766"/>
                <a:gd name="T64" fmla="*/ 2867 w 6499"/>
                <a:gd name="T65" fmla="*/ 5322 h 5766"/>
                <a:gd name="T66" fmla="*/ 2707 w 6499"/>
                <a:gd name="T67" fmla="*/ 5102 h 5766"/>
                <a:gd name="T68" fmla="*/ 3423 w 6499"/>
                <a:gd name="T69" fmla="*/ 4496 h 5766"/>
                <a:gd name="T70" fmla="*/ 3345 w 6499"/>
                <a:gd name="T71" fmla="*/ 4266 h 5766"/>
                <a:gd name="T72" fmla="*/ 2255 w 6499"/>
                <a:gd name="T73" fmla="*/ 5022 h 5766"/>
                <a:gd name="T74" fmla="*/ 1884 w 6499"/>
                <a:gd name="T75" fmla="*/ 4962 h 5766"/>
                <a:gd name="T76" fmla="*/ 3155 w 6499"/>
                <a:gd name="T77" fmla="*/ 3735 h 5766"/>
                <a:gd name="T78" fmla="*/ 3075 w 6499"/>
                <a:gd name="T79" fmla="*/ 3503 h 5766"/>
                <a:gd name="T80" fmla="*/ 1791 w 6499"/>
                <a:gd name="T81" fmla="*/ 4404 h 5766"/>
                <a:gd name="T82" fmla="*/ 1285 w 6499"/>
                <a:gd name="T83" fmla="*/ 4435 h 5766"/>
                <a:gd name="T84" fmla="*/ 1439 w 6499"/>
                <a:gd name="T85" fmla="*/ 4004 h 5766"/>
                <a:gd name="T86" fmla="*/ 2809 w 6499"/>
                <a:gd name="T87" fmla="*/ 3011 h 5766"/>
                <a:gd name="T88" fmla="*/ 2612 w 6499"/>
                <a:gd name="T89" fmla="*/ 2895 h 5766"/>
                <a:gd name="T90" fmla="*/ 1167 w 6499"/>
                <a:gd name="T91" fmla="*/ 3884 h 5766"/>
                <a:gd name="T92" fmla="*/ 668 w 6499"/>
                <a:gd name="T93" fmla="*/ 3923 h 5766"/>
                <a:gd name="T94" fmla="*/ 3388 w 6499"/>
                <a:gd name="T95" fmla="*/ 1602 h 5766"/>
                <a:gd name="T96" fmla="*/ 4543 w 6499"/>
                <a:gd name="T97" fmla="*/ 2706 h 5766"/>
                <a:gd name="T98" fmla="*/ 4492 w 6499"/>
                <a:gd name="T99" fmla="*/ 1496 h 5766"/>
                <a:gd name="T100" fmla="*/ 4777 w 6499"/>
                <a:gd name="T101" fmla="*/ 1048 h 5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499" h="5766">
                  <a:moveTo>
                    <a:pt x="5048" y="1043"/>
                  </a:moveTo>
                  <a:cubicBezTo>
                    <a:pt x="5180" y="1043"/>
                    <a:pt x="5309" y="1008"/>
                    <a:pt x="5423" y="940"/>
                  </a:cubicBezTo>
                  <a:lnTo>
                    <a:pt x="6499" y="304"/>
                  </a:lnTo>
                  <a:lnTo>
                    <a:pt x="6499" y="7"/>
                  </a:lnTo>
                  <a:lnTo>
                    <a:pt x="5288" y="712"/>
                  </a:lnTo>
                  <a:cubicBezTo>
                    <a:pt x="5196" y="766"/>
                    <a:pt x="5092" y="794"/>
                    <a:pt x="4987" y="792"/>
                  </a:cubicBezTo>
                  <a:lnTo>
                    <a:pt x="3384" y="774"/>
                  </a:lnTo>
                  <a:cubicBezTo>
                    <a:pt x="3304" y="744"/>
                    <a:pt x="3240" y="726"/>
                    <a:pt x="3216" y="716"/>
                  </a:cubicBezTo>
                  <a:cubicBezTo>
                    <a:pt x="2715" y="604"/>
                    <a:pt x="2323" y="648"/>
                    <a:pt x="2056" y="720"/>
                  </a:cubicBezTo>
                  <a:cubicBezTo>
                    <a:pt x="1856" y="774"/>
                    <a:pt x="1643" y="754"/>
                    <a:pt x="1453" y="667"/>
                  </a:cubicBezTo>
                  <a:lnTo>
                    <a:pt x="0" y="0"/>
                  </a:lnTo>
                  <a:lnTo>
                    <a:pt x="0" y="2664"/>
                  </a:lnTo>
                  <a:lnTo>
                    <a:pt x="151" y="2747"/>
                  </a:lnTo>
                  <a:cubicBezTo>
                    <a:pt x="373" y="2868"/>
                    <a:pt x="551" y="3056"/>
                    <a:pt x="661" y="3284"/>
                  </a:cubicBezTo>
                  <a:lnTo>
                    <a:pt x="576" y="3354"/>
                  </a:lnTo>
                  <a:cubicBezTo>
                    <a:pt x="347" y="3520"/>
                    <a:pt x="297" y="3843"/>
                    <a:pt x="448" y="4071"/>
                  </a:cubicBezTo>
                  <a:cubicBezTo>
                    <a:pt x="532" y="4182"/>
                    <a:pt x="651" y="4252"/>
                    <a:pt x="787" y="4276"/>
                  </a:cubicBezTo>
                  <a:cubicBezTo>
                    <a:pt x="803" y="4278"/>
                    <a:pt x="827" y="4279"/>
                    <a:pt x="844" y="4279"/>
                  </a:cubicBezTo>
                  <a:cubicBezTo>
                    <a:pt x="893" y="4282"/>
                    <a:pt x="941" y="4276"/>
                    <a:pt x="983" y="4270"/>
                  </a:cubicBezTo>
                  <a:cubicBezTo>
                    <a:pt x="985" y="4384"/>
                    <a:pt x="1012" y="4483"/>
                    <a:pt x="1080" y="4576"/>
                  </a:cubicBezTo>
                  <a:cubicBezTo>
                    <a:pt x="1171" y="4703"/>
                    <a:pt x="1315" y="4760"/>
                    <a:pt x="1469" y="4768"/>
                  </a:cubicBezTo>
                  <a:cubicBezTo>
                    <a:pt x="1509" y="4771"/>
                    <a:pt x="1551" y="4772"/>
                    <a:pt x="1583" y="4775"/>
                  </a:cubicBezTo>
                  <a:cubicBezTo>
                    <a:pt x="1568" y="4896"/>
                    <a:pt x="1603" y="5020"/>
                    <a:pt x="1679" y="5122"/>
                  </a:cubicBezTo>
                  <a:cubicBezTo>
                    <a:pt x="1763" y="5232"/>
                    <a:pt x="1881" y="5303"/>
                    <a:pt x="2017" y="5327"/>
                  </a:cubicBezTo>
                  <a:cubicBezTo>
                    <a:pt x="2033" y="5328"/>
                    <a:pt x="2057" y="5330"/>
                    <a:pt x="2075" y="5330"/>
                  </a:cubicBezTo>
                  <a:cubicBezTo>
                    <a:pt x="2196" y="5336"/>
                    <a:pt x="2312" y="5302"/>
                    <a:pt x="2405" y="5234"/>
                  </a:cubicBezTo>
                  <a:lnTo>
                    <a:pt x="2456" y="5195"/>
                  </a:lnTo>
                  <a:cubicBezTo>
                    <a:pt x="2468" y="5268"/>
                    <a:pt x="2489" y="5335"/>
                    <a:pt x="2535" y="5395"/>
                  </a:cubicBezTo>
                  <a:cubicBezTo>
                    <a:pt x="2603" y="5488"/>
                    <a:pt x="2705" y="5551"/>
                    <a:pt x="2827" y="5574"/>
                  </a:cubicBezTo>
                  <a:cubicBezTo>
                    <a:pt x="2843" y="5575"/>
                    <a:pt x="2859" y="5575"/>
                    <a:pt x="2876" y="5576"/>
                  </a:cubicBezTo>
                  <a:cubicBezTo>
                    <a:pt x="2973" y="5582"/>
                    <a:pt x="3072" y="5554"/>
                    <a:pt x="3157" y="5494"/>
                  </a:cubicBezTo>
                  <a:lnTo>
                    <a:pt x="3165" y="5494"/>
                  </a:lnTo>
                  <a:lnTo>
                    <a:pt x="3225" y="5578"/>
                  </a:lnTo>
                  <a:cubicBezTo>
                    <a:pt x="3331" y="5730"/>
                    <a:pt x="3549" y="5766"/>
                    <a:pt x="3701" y="5660"/>
                  </a:cubicBezTo>
                  <a:cubicBezTo>
                    <a:pt x="3828" y="5570"/>
                    <a:pt x="3879" y="5392"/>
                    <a:pt x="3821" y="5251"/>
                  </a:cubicBezTo>
                  <a:lnTo>
                    <a:pt x="3832" y="5267"/>
                  </a:lnTo>
                  <a:cubicBezTo>
                    <a:pt x="3932" y="5415"/>
                    <a:pt x="4121" y="5479"/>
                    <a:pt x="4287" y="5411"/>
                  </a:cubicBezTo>
                  <a:cubicBezTo>
                    <a:pt x="4469" y="5336"/>
                    <a:pt x="4543" y="5139"/>
                    <a:pt x="4495" y="4970"/>
                  </a:cubicBezTo>
                  <a:cubicBezTo>
                    <a:pt x="4617" y="5107"/>
                    <a:pt x="4828" y="5134"/>
                    <a:pt x="4980" y="5028"/>
                  </a:cubicBezTo>
                  <a:lnTo>
                    <a:pt x="4988" y="5020"/>
                  </a:lnTo>
                  <a:cubicBezTo>
                    <a:pt x="5140" y="4915"/>
                    <a:pt x="5184" y="4714"/>
                    <a:pt x="5103" y="4554"/>
                  </a:cubicBezTo>
                  <a:cubicBezTo>
                    <a:pt x="5235" y="4675"/>
                    <a:pt x="5445" y="4694"/>
                    <a:pt x="5597" y="4588"/>
                  </a:cubicBezTo>
                  <a:cubicBezTo>
                    <a:pt x="5775" y="4459"/>
                    <a:pt x="5821" y="4210"/>
                    <a:pt x="5692" y="4031"/>
                  </a:cubicBezTo>
                  <a:lnTo>
                    <a:pt x="5503" y="3760"/>
                  </a:lnTo>
                  <a:lnTo>
                    <a:pt x="5915" y="3280"/>
                  </a:lnTo>
                  <a:cubicBezTo>
                    <a:pt x="6023" y="3154"/>
                    <a:pt x="6152" y="3047"/>
                    <a:pt x="6296" y="2963"/>
                  </a:cubicBezTo>
                  <a:lnTo>
                    <a:pt x="6499" y="2846"/>
                  </a:lnTo>
                  <a:lnTo>
                    <a:pt x="6499" y="2528"/>
                  </a:lnTo>
                  <a:lnTo>
                    <a:pt x="6219" y="2687"/>
                  </a:lnTo>
                  <a:cubicBezTo>
                    <a:pt x="6059" y="2778"/>
                    <a:pt x="5915" y="2895"/>
                    <a:pt x="5795" y="3035"/>
                  </a:cubicBezTo>
                  <a:lnTo>
                    <a:pt x="5352" y="3548"/>
                  </a:lnTo>
                  <a:cubicBezTo>
                    <a:pt x="5220" y="3427"/>
                    <a:pt x="5009" y="3408"/>
                    <a:pt x="4857" y="3514"/>
                  </a:cubicBezTo>
                  <a:cubicBezTo>
                    <a:pt x="4680" y="3643"/>
                    <a:pt x="4633" y="3892"/>
                    <a:pt x="4763" y="4071"/>
                  </a:cubicBezTo>
                  <a:lnTo>
                    <a:pt x="4769" y="4088"/>
                  </a:lnTo>
                  <a:lnTo>
                    <a:pt x="4761" y="4088"/>
                  </a:lnTo>
                  <a:cubicBezTo>
                    <a:pt x="4636" y="4000"/>
                    <a:pt x="4465" y="3991"/>
                    <a:pt x="4331" y="4082"/>
                  </a:cubicBezTo>
                  <a:lnTo>
                    <a:pt x="4323" y="4090"/>
                  </a:lnTo>
                  <a:cubicBezTo>
                    <a:pt x="4204" y="4172"/>
                    <a:pt x="4148" y="4316"/>
                    <a:pt x="4173" y="4456"/>
                  </a:cubicBezTo>
                  <a:lnTo>
                    <a:pt x="4131" y="4487"/>
                  </a:lnTo>
                  <a:cubicBezTo>
                    <a:pt x="4012" y="4424"/>
                    <a:pt x="3865" y="4424"/>
                    <a:pt x="3747" y="4507"/>
                  </a:cubicBezTo>
                  <a:cubicBezTo>
                    <a:pt x="3637" y="4583"/>
                    <a:pt x="3581" y="4718"/>
                    <a:pt x="3591" y="4840"/>
                  </a:cubicBezTo>
                  <a:lnTo>
                    <a:pt x="3473" y="4915"/>
                  </a:lnTo>
                  <a:cubicBezTo>
                    <a:pt x="3385" y="4894"/>
                    <a:pt x="3287" y="4914"/>
                    <a:pt x="3211" y="4966"/>
                  </a:cubicBezTo>
                  <a:cubicBezTo>
                    <a:pt x="3117" y="5034"/>
                    <a:pt x="3063" y="5146"/>
                    <a:pt x="3065" y="5251"/>
                  </a:cubicBezTo>
                  <a:lnTo>
                    <a:pt x="3007" y="5288"/>
                  </a:lnTo>
                  <a:cubicBezTo>
                    <a:pt x="2972" y="5319"/>
                    <a:pt x="2915" y="5332"/>
                    <a:pt x="2867" y="5322"/>
                  </a:cubicBezTo>
                  <a:cubicBezTo>
                    <a:pt x="2819" y="5311"/>
                    <a:pt x="2771" y="5284"/>
                    <a:pt x="2740" y="5242"/>
                  </a:cubicBezTo>
                  <a:cubicBezTo>
                    <a:pt x="2709" y="5207"/>
                    <a:pt x="2696" y="5150"/>
                    <a:pt x="2707" y="5102"/>
                  </a:cubicBezTo>
                  <a:cubicBezTo>
                    <a:pt x="2717" y="5054"/>
                    <a:pt x="2744" y="5006"/>
                    <a:pt x="2787" y="4975"/>
                  </a:cubicBezTo>
                  <a:lnTo>
                    <a:pt x="3423" y="4496"/>
                  </a:lnTo>
                  <a:cubicBezTo>
                    <a:pt x="3456" y="4474"/>
                    <a:pt x="3475" y="4442"/>
                    <a:pt x="3476" y="4402"/>
                  </a:cubicBezTo>
                  <a:cubicBezTo>
                    <a:pt x="3480" y="4328"/>
                    <a:pt x="3417" y="4266"/>
                    <a:pt x="3345" y="4266"/>
                  </a:cubicBezTo>
                  <a:cubicBezTo>
                    <a:pt x="3317" y="4266"/>
                    <a:pt x="3295" y="4272"/>
                    <a:pt x="3271" y="4286"/>
                  </a:cubicBezTo>
                  <a:lnTo>
                    <a:pt x="2255" y="5022"/>
                  </a:lnTo>
                  <a:cubicBezTo>
                    <a:pt x="2196" y="5059"/>
                    <a:pt x="2129" y="5080"/>
                    <a:pt x="2057" y="5068"/>
                  </a:cubicBezTo>
                  <a:cubicBezTo>
                    <a:pt x="1985" y="5056"/>
                    <a:pt x="1921" y="5020"/>
                    <a:pt x="1884" y="4962"/>
                  </a:cubicBezTo>
                  <a:cubicBezTo>
                    <a:pt x="1800" y="4851"/>
                    <a:pt x="1825" y="4682"/>
                    <a:pt x="1944" y="4599"/>
                  </a:cubicBezTo>
                  <a:lnTo>
                    <a:pt x="3155" y="3735"/>
                  </a:lnTo>
                  <a:cubicBezTo>
                    <a:pt x="3181" y="3711"/>
                    <a:pt x="3200" y="3678"/>
                    <a:pt x="3200" y="3634"/>
                  </a:cubicBezTo>
                  <a:cubicBezTo>
                    <a:pt x="3201" y="3564"/>
                    <a:pt x="3144" y="3506"/>
                    <a:pt x="3075" y="3503"/>
                  </a:cubicBezTo>
                  <a:cubicBezTo>
                    <a:pt x="3035" y="3502"/>
                    <a:pt x="3003" y="3516"/>
                    <a:pt x="2976" y="3547"/>
                  </a:cubicBezTo>
                  <a:lnTo>
                    <a:pt x="1791" y="4404"/>
                  </a:lnTo>
                  <a:cubicBezTo>
                    <a:pt x="1757" y="4419"/>
                    <a:pt x="1740" y="4443"/>
                    <a:pt x="1715" y="4466"/>
                  </a:cubicBezTo>
                  <a:cubicBezTo>
                    <a:pt x="1572" y="4556"/>
                    <a:pt x="1361" y="4536"/>
                    <a:pt x="1285" y="4435"/>
                  </a:cubicBezTo>
                  <a:cubicBezTo>
                    <a:pt x="1209" y="4326"/>
                    <a:pt x="1225" y="4179"/>
                    <a:pt x="1320" y="4087"/>
                  </a:cubicBezTo>
                  <a:lnTo>
                    <a:pt x="1439" y="4004"/>
                  </a:lnTo>
                  <a:lnTo>
                    <a:pt x="2756" y="3106"/>
                  </a:lnTo>
                  <a:cubicBezTo>
                    <a:pt x="2789" y="3083"/>
                    <a:pt x="2808" y="3051"/>
                    <a:pt x="2809" y="3011"/>
                  </a:cubicBezTo>
                  <a:cubicBezTo>
                    <a:pt x="2812" y="2967"/>
                    <a:pt x="2791" y="2926"/>
                    <a:pt x="2755" y="2900"/>
                  </a:cubicBezTo>
                  <a:cubicBezTo>
                    <a:pt x="2708" y="2867"/>
                    <a:pt x="2661" y="2866"/>
                    <a:pt x="2612" y="2895"/>
                  </a:cubicBezTo>
                  <a:lnTo>
                    <a:pt x="1201" y="3854"/>
                  </a:lnTo>
                  <a:cubicBezTo>
                    <a:pt x="1192" y="3870"/>
                    <a:pt x="1176" y="3876"/>
                    <a:pt x="1167" y="3884"/>
                  </a:cubicBezTo>
                  <a:lnTo>
                    <a:pt x="1031" y="3983"/>
                  </a:lnTo>
                  <a:cubicBezTo>
                    <a:pt x="920" y="4067"/>
                    <a:pt x="751" y="4042"/>
                    <a:pt x="668" y="3923"/>
                  </a:cubicBezTo>
                  <a:cubicBezTo>
                    <a:pt x="584" y="3812"/>
                    <a:pt x="609" y="3643"/>
                    <a:pt x="728" y="3560"/>
                  </a:cubicBezTo>
                  <a:lnTo>
                    <a:pt x="3388" y="1602"/>
                  </a:lnTo>
                  <a:cubicBezTo>
                    <a:pt x="3601" y="1727"/>
                    <a:pt x="3759" y="1979"/>
                    <a:pt x="3759" y="1979"/>
                  </a:cubicBezTo>
                  <a:cubicBezTo>
                    <a:pt x="4020" y="2798"/>
                    <a:pt x="4345" y="2804"/>
                    <a:pt x="4543" y="2706"/>
                  </a:cubicBezTo>
                  <a:cubicBezTo>
                    <a:pt x="4645" y="2655"/>
                    <a:pt x="4692" y="2534"/>
                    <a:pt x="4656" y="2424"/>
                  </a:cubicBezTo>
                  <a:cubicBezTo>
                    <a:pt x="4552" y="2108"/>
                    <a:pt x="4492" y="1496"/>
                    <a:pt x="4492" y="1496"/>
                  </a:cubicBezTo>
                  <a:cubicBezTo>
                    <a:pt x="4419" y="1338"/>
                    <a:pt x="4184" y="1171"/>
                    <a:pt x="3923" y="1035"/>
                  </a:cubicBezTo>
                  <a:lnTo>
                    <a:pt x="4777" y="1048"/>
                  </a:lnTo>
                  <a:lnTo>
                    <a:pt x="5048" y="1043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  <a:spcAft>
                  <a:spcPts val="600"/>
                </a:spcAft>
              </a:pPr>
            </a:p>
          </p:txBody>
        </p:sp>
        <p:sp>
          <p:nvSpPr>
            <p:cNvPr id="52" name="Freeform 213"/>
            <p:cNvSpPr>
              <a:spLocks noEditPoints="1"/>
            </p:cNvSpPr>
            <p:nvPr/>
          </p:nvSpPr>
          <p:spPr bwMode="auto">
            <a:xfrm>
              <a:off x="9588096" y="4157689"/>
              <a:ext cx="282638" cy="251947"/>
            </a:xfrm>
            <a:custGeom>
              <a:avLst/>
              <a:gdLst>
                <a:gd name="T0" fmla="*/ 8330 w 16095"/>
                <a:gd name="T1" fmla="*/ 13155 h 16095"/>
                <a:gd name="T2" fmla="*/ 8153 w 16095"/>
                <a:gd name="T3" fmla="*/ 13120 h 16095"/>
                <a:gd name="T4" fmla="*/ 5125 w 16095"/>
                <a:gd name="T5" fmla="*/ 12104 h 16095"/>
                <a:gd name="T6" fmla="*/ 5125 w 16095"/>
                <a:gd name="T7" fmla="*/ 12104 h 16095"/>
                <a:gd name="T8" fmla="*/ 4694 w 16095"/>
                <a:gd name="T9" fmla="*/ 11707 h 16095"/>
                <a:gd name="T10" fmla="*/ 1577 w 16095"/>
                <a:gd name="T11" fmla="*/ 10451 h 16095"/>
                <a:gd name="T12" fmla="*/ 15800 w 16095"/>
                <a:gd name="T13" fmla="*/ 45 h 16095"/>
                <a:gd name="T14" fmla="*/ 15716 w 16095"/>
                <a:gd name="T15" fmla="*/ 15 h 16095"/>
                <a:gd name="T16" fmla="*/ 15627 w 16095"/>
                <a:gd name="T17" fmla="*/ 1 h 16095"/>
                <a:gd name="T18" fmla="*/ 15537 w 16095"/>
                <a:gd name="T19" fmla="*/ 3 h 16095"/>
                <a:gd name="T20" fmla="*/ 15448 w 16095"/>
                <a:gd name="T21" fmla="*/ 21 h 16095"/>
                <a:gd name="T22" fmla="*/ 15362 w 16095"/>
                <a:gd name="T23" fmla="*/ 55 h 16095"/>
                <a:gd name="T24" fmla="*/ 210 w 16095"/>
                <a:gd name="T25" fmla="*/ 10154 h 16095"/>
                <a:gd name="T26" fmla="*/ 145 w 16095"/>
                <a:gd name="T27" fmla="*/ 10209 h 16095"/>
                <a:gd name="T28" fmla="*/ 91 w 16095"/>
                <a:gd name="T29" fmla="*/ 10275 h 16095"/>
                <a:gd name="T30" fmla="*/ 48 w 16095"/>
                <a:gd name="T31" fmla="*/ 10348 h 16095"/>
                <a:gd name="T32" fmla="*/ 18 w 16095"/>
                <a:gd name="T33" fmla="*/ 10428 h 16095"/>
                <a:gd name="T34" fmla="*/ 3 w 16095"/>
                <a:gd name="T35" fmla="*/ 10511 h 16095"/>
                <a:gd name="T36" fmla="*/ 1 w 16095"/>
                <a:gd name="T37" fmla="*/ 10597 h 16095"/>
                <a:gd name="T38" fmla="*/ 15 w 16095"/>
                <a:gd name="T39" fmla="*/ 10682 h 16095"/>
                <a:gd name="T40" fmla="*/ 42 w 16095"/>
                <a:gd name="T41" fmla="*/ 10764 h 16095"/>
                <a:gd name="T42" fmla="*/ 82 w 16095"/>
                <a:gd name="T43" fmla="*/ 10838 h 16095"/>
                <a:gd name="T44" fmla="*/ 134 w 16095"/>
                <a:gd name="T45" fmla="*/ 10904 h 16095"/>
                <a:gd name="T46" fmla="*/ 197 w 16095"/>
                <a:gd name="T47" fmla="*/ 10961 h 16095"/>
                <a:gd name="T48" fmla="*/ 269 w 16095"/>
                <a:gd name="T49" fmla="*/ 11007 h 16095"/>
                <a:gd name="T50" fmla="*/ 6102 w 16095"/>
                <a:gd name="T51" fmla="*/ 15842 h 16095"/>
                <a:gd name="T52" fmla="*/ 6148 w 16095"/>
                <a:gd name="T53" fmla="*/ 15910 h 16095"/>
                <a:gd name="T54" fmla="*/ 6206 w 16095"/>
                <a:gd name="T55" fmla="*/ 15968 h 16095"/>
                <a:gd name="T56" fmla="*/ 6270 w 16095"/>
                <a:gd name="T57" fmla="*/ 16018 h 16095"/>
                <a:gd name="T58" fmla="*/ 6341 w 16095"/>
                <a:gd name="T59" fmla="*/ 16055 h 16095"/>
                <a:gd name="T60" fmla="*/ 6419 w 16095"/>
                <a:gd name="T61" fmla="*/ 16081 h 16095"/>
                <a:gd name="T62" fmla="*/ 6499 w 16095"/>
                <a:gd name="T63" fmla="*/ 16093 h 16095"/>
                <a:gd name="T64" fmla="*/ 6572 w 16095"/>
                <a:gd name="T65" fmla="*/ 16094 h 16095"/>
                <a:gd name="T66" fmla="*/ 6652 w 16095"/>
                <a:gd name="T67" fmla="*/ 16082 h 16095"/>
                <a:gd name="T68" fmla="*/ 6729 w 16095"/>
                <a:gd name="T69" fmla="*/ 16058 h 16095"/>
                <a:gd name="T70" fmla="*/ 6800 w 16095"/>
                <a:gd name="T71" fmla="*/ 16022 h 16095"/>
                <a:gd name="T72" fmla="*/ 6866 w 16095"/>
                <a:gd name="T73" fmla="*/ 15974 h 16095"/>
                <a:gd name="T74" fmla="*/ 6922 w 16095"/>
                <a:gd name="T75" fmla="*/ 15917 h 16095"/>
                <a:gd name="T76" fmla="*/ 6970 w 16095"/>
                <a:gd name="T77" fmla="*/ 15851 h 16095"/>
                <a:gd name="T78" fmla="*/ 12958 w 16095"/>
                <a:gd name="T79" fmla="*/ 16081 h 16095"/>
                <a:gd name="T80" fmla="*/ 13077 w 16095"/>
                <a:gd name="T81" fmla="*/ 16095 h 16095"/>
                <a:gd name="T82" fmla="*/ 13157 w 16095"/>
                <a:gd name="T83" fmla="*/ 16089 h 16095"/>
                <a:gd name="T84" fmla="*/ 13234 w 16095"/>
                <a:gd name="T85" fmla="*/ 16070 h 16095"/>
                <a:gd name="T86" fmla="*/ 13309 w 16095"/>
                <a:gd name="T87" fmla="*/ 16038 h 16095"/>
                <a:gd name="T88" fmla="*/ 13415 w 16095"/>
                <a:gd name="T89" fmla="*/ 15964 h 16095"/>
                <a:gd name="T90" fmla="*/ 13504 w 16095"/>
                <a:gd name="T91" fmla="*/ 15858 h 16095"/>
                <a:gd name="T92" fmla="*/ 13561 w 16095"/>
                <a:gd name="T93" fmla="*/ 15730 h 16095"/>
                <a:gd name="T94" fmla="*/ 16093 w 16095"/>
                <a:gd name="T95" fmla="*/ 548 h 16095"/>
                <a:gd name="T96" fmla="*/ 16093 w 16095"/>
                <a:gd name="T97" fmla="*/ 457 h 16095"/>
                <a:gd name="T98" fmla="*/ 16076 w 16095"/>
                <a:gd name="T99" fmla="*/ 367 h 16095"/>
                <a:gd name="T100" fmla="*/ 16045 w 16095"/>
                <a:gd name="T101" fmla="*/ 284 h 16095"/>
                <a:gd name="T102" fmla="*/ 15997 w 16095"/>
                <a:gd name="T103" fmla="*/ 206 h 16095"/>
                <a:gd name="T104" fmla="*/ 15938 w 16095"/>
                <a:gd name="T105" fmla="*/ 138 h 16095"/>
                <a:gd name="T106" fmla="*/ 15865 w 16095"/>
                <a:gd name="T107" fmla="*/ 80 h 16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6095" h="16095">
                  <a:moveTo>
                    <a:pt x="12684" y="14892"/>
                  </a:moveTo>
                  <a:lnTo>
                    <a:pt x="8388" y="13174"/>
                  </a:lnTo>
                  <a:lnTo>
                    <a:pt x="8368" y="13167"/>
                  </a:lnTo>
                  <a:lnTo>
                    <a:pt x="8349" y="13161"/>
                  </a:lnTo>
                  <a:lnTo>
                    <a:pt x="8330" y="13155"/>
                  </a:lnTo>
                  <a:lnTo>
                    <a:pt x="8310" y="13149"/>
                  </a:lnTo>
                  <a:lnTo>
                    <a:pt x="8271" y="13140"/>
                  </a:lnTo>
                  <a:lnTo>
                    <a:pt x="8232" y="13132"/>
                  </a:lnTo>
                  <a:lnTo>
                    <a:pt x="8192" y="13125"/>
                  </a:lnTo>
                  <a:lnTo>
                    <a:pt x="8153" y="13120"/>
                  </a:lnTo>
                  <a:lnTo>
                    <a:pt x="8114" y="13117"/>
                  </a:lnTo>
                  <a:lnTo>
                    <a:pt x="8074" y="13114"/>
                  </a:lnTo>
                  <a:lnTo>
                    <a:pt x="14689" y="2860"/>
                  </a:lnTo>
                  <a:lnTo>
                    <a:pt x="12684" y="14892"/>
                  </a:lnTo>
                  <a:close/>
                  <a:moveTo>
                    <a:pt x="5125" y="12104"/>
                  </a:moveTo>
                  <a:lnTo>
                    <a:pt x="5123" y="12102"/>
                  </a:lnTo>
                  <a:lnTo>
                    <a:pt x="5121" y="12099"/>
                  </a:lnTo>
                  <a:lnTo>
                    <a:pt x="14648" y="1902"/>
                  </a:lnTo>
                  <a:lnTo>
                    <a:pt x="6527" y="14558"/>
                  </a:lnTo>
                  <a:lnTo>
                    <a:pt x="5125" y="12104"/>
                  </a:lnTo>
                  <a:close/>
                  <a:moveTo>
                    <a:pt x="1577" y="10451"/>
                  </a:moveTo>
                  <a:lnTo>
                    <a:pt x="13234" y="2679"/>
                  </a:lnTo>
                  <a:lnTo>
                    <a:pt x="4759" y="11751"/>
                  </a:lnTo>
                  <a:lnTo>
                    <a:pt x="4726" y="11729"/>
                  </a:lnTo>
                  <a:lnTo>
                    <a:pt x="4694" y="11707"/>
                  </a:lnTo>
                  <a:lnTo>
                    <a:pt x="4678" y="11697"/>
                  </a:lnTo>
                  <a:lnTo>
                    <a:pt x="4661" y="11687"/>
                  </a:lnTo>
                  <a:lnTo>
                    <a:pt x="4643" y="11677"/>
                  </a:lnTo>
                  <a:lnTo>
                    <a:pt x="4625" y="11669"/>
                  </a:lnTo>
                  <a:lnTo>
                    <a:pt x="1577" y="10451"/>
                  </a:lnTo>
                  <a:close/>
                  <a:moveTo>
                    <a:pt x="15865" y="80"/>
                  </a:moveTo>
                  <a:lnTo>
                    <a:pt x="15850" y="70"/>
                  </a:lnTo>
                  <a:lnTo>
                    <a:pt x="15833" y="61"/>
                  </a:lnTo>
                  <a:lnTo>
                    <a:pt x="15817" y="53"/>
                  </a:lnTo>
                  <a:lnTo>
                    <a:pt x="15800" y="45"/>
                  </a:lnTo>
                  <a:lnTo>
                    <a:pt x="15784" y="38"/>
                  </a:lnTo>
                  <a:lnTo>
                    <a:pt x="15767" y="31"/>
                  </a:lnTo>
                  <a:lnTo>
                    <a:pt x="15750" y="25"/>
                  </a:lnTo>
                  <a:lnTo>
                    <a:pt x="15733" y="20"/>
                  </a:lnTo>
                  <a:lnTo>
                    <a:pt x="15716" y="15"/>
                  </a:lnTo>
                  <a:lnTo>
                    <a:pt x="15698" y="11"/>
                  </a:lnTo>
                  <a:lnTo>
                    <a:pt x="15681" y="8"/>
                  </a:lnTo>
                  <a:lnTo>
                    <a:pt x="15662" y="5"/>
                  </a:lnTo>
                  <a:lnTo>
                    <a:pt x="15645" y="3"/>
                  </a:lnTo>
                  <a:lnTo>
                    <a:pt x="15627" y="1"/>
                  </a:lnTo>
                  <a:lnTo>
                    <a:pt x="15609" y="0"/>
                  </a:lnTo>
                  <a:lnTo>
                    <a:pt x="15592" y="0"/>
                  </a:lnTo>
                  <a:lnTo>
                    <a:pt x="15574" y="0"/>
                  </a:lnTo>
                  <a:lnTo>
                    <a:pt x="15556" y="1"/>
                  </a:lnTo>
                  <a:lnTo>
                    <a:pt x="15537" y="3"/>
                  </a:lnTo>
                  <a:lnTo>
                    <a:pt x="15520" y="5"/>
                  </a:lnTo>
                  <a:lnTo>
                    <a:pt x="15501" y="8"/>
                  </a:lnTo>
                  <a:lnTo>
                    <a:pt x="15483" y="12"/>
                  </a:lnTo>
                  <a:lnTo>
                    <a:pt x="15465" y="16"/>
                  </a:lnTo>
                  <a:lnTo>
                    <a:pt x="15448" y="21"/>
                  </a:lnTo>
                  <a:lnTo>
                    <a:pt x="15430" y="26"/>
                  </a:lnTo>
                  <a:lnTo>
                    <a:pt x="15413" y="32"/>
                  </a:lnTo>
                  <a:lnTo>
                    <a:pt x="15396" y="39"/>
                  </a:lnTo>
                  <a:lnTo>
                    <a:pt x="15379" y="47"/>
                  </a:lnTo>
                  <a:lnTo>
                    <a:pt x="15362" y="55"/>
                  </a:lnTo>
                  <a:lnTo>
                    <a:pt x="15346" y="64"/>
                  </a:lnTo>
                  <a:lnTo>
                    <a:pt x="15329" y="74"/>
                  </a:lnTo>
                  <a:lnTo>
                    <a:pt x="15313" y="84"/>
                  </a:lnTo>
                  <a:lnTo>
                    <a:pt x="224" y="10144"/>
                  </a:lnTo>
                  <a:lnTo>
                    <a:pt x="210" y="10154"/>
                  </a:lnTo>
                  <a:lnTo>
                    <a:pt x="196" y="10164"/>
                  </a:lnTo>
                  <a:lnTo>
                    <a:pt x="182" y="10175"/>
                  </a:lnTo>
                  <a:lnTo>
                    <a:pt x="169" y="10186"/>
                  </a:lnTo>
                  <a:lnTo>
                    <a:pt x="157" y="10197"/>
                  </a:lnTo>
                  <a:lnTo>
                    <a:pt x="145" y="10209"/>
                  </a:lnTo>
                  <a:lnTo>
                    <a:pt x="133" y="10222"/>
                  </a:lnTo>
                  <a:lnTo>
                    <a:pt x="122" y="10234"/>
                  </a:lnTo>
                  <a:lnTo>
                    <a:pt x="111" y="10247"/>
                  </a:lnTo>
                  <a:lnTo>
                    <a:pt x="100" y="10262"/>
                  </a:lnTo>
                  <a:lnTo>
                    <a:pt x="91" y="10275"/>
                  </a:lnTo>
                  <a:lnTo>
                    <a:pt x="80" y="10289"/>
                  </a:lnTo>
                  <a:lnTo>
                    <a:pt x="71" y="10304"/>
                  </a:lnTo>
                  <a:lnTo>
                    <a:pt x="63" y="10318"/>
                  </a:lnTo>
                  <a:lnTo>
                    <a:pt x="55" y="10333"/>
                  </a:lnTo>
                  <a:lnTo>
                    <a:pt x="48" y="10348"/>
                  </a:lnTo>
                  <a:lnTo>
                    <a:pt x="41" y="10363"/>
                  </a:lnTo>
                  <a:lnTo>
                    <a:pt x="34" y="10379"/>
                  </a:lnTo>
                  <a:lnTo>
                    <a:pt x="29" y="10395"/>
                  </a:lnTo>
                  <a:lnTo>
                    <a:pt x="23" y="10411"/>
                  </a:lnTo>
                  <a:lnTo>
                    <a:pt x="18" y="10428"/>
                  </a:lnTo>
                  <a:lnTo>
                    <a:pt x="14" y="10444"/>
                  </a:lnTo>
                  <a:lnTo>
                    <a:pt x="10" y="10460"/>
                  </a:lnTo>
                  <a:lnTo>
                    <a:pt x="7" y="10477"/>
                  </a:lnTo>
                  <a:lnTo>
                    <a:pt x="5" y="10494"/>
                  </a:lnTo>
                  <a:lnTo>
                    <a:pt x="3" y="10511"/>
                  </a:lnTo>
                  <a:lnTo>
                    <a:pt x="1" y="10528"/>
                  </a:lnTo>
                  <a:lnTo>
                    <a:pt x="0" y="10545"/>
                  </a:lnTo>
                  <a:lnTo>
                    <a:pt x="0" y="10562"/>
                  </a:lnTo>
                  <a:lnTo>
                    <a:pt x="0" y="10579"/>
                  </a:lnTo>
                  <a:lnTo>
                    <a:pt x="1" y="10597"/>
                  </a:lnTo>
                  <a:lnTo>
                    <a:pt x="3" y="10614"/>
                  </a:lnTo>
                  <a:lnTo>
                    <a:pt x="5" y="10632"/>
                  </a:lnTo>
                  <a:lnTo>
                    <a:pt x="8" y="10649"/>
                  </a:lnTo>
                  <a:lnTo>
                    <a:pt x="11" y="10666"/>
                  </a:lnTo>
                  <a:lnTo>
                    <a:pt x="15" y="10682"/>
                  </a:lnTo>
                  <a:lnTo>
                    <a:pt x="19" y="10699"/>
                  </a:lnTo>
                  <a:lnTo>
                    <a:pt x="24" y="10715"/>
                  </a:lnTo>
                  <a:lnTo>
                    <a:pt x="29" y="10731"/>
                  </a:lnTo>
                  <a:lnTo>
                    <a:pt x="35" y="10747"/>
                  </a:lnTo>
                  <a:lnTo>
                    <a:pt x="42" y="10764"/>
                  </a:lnTo>
                  <a:lnTo>
                    <a:pt x="49" y="10779"/>
                  </a:lnTo>
                  <a:lnTo>
                    <a:pt x="56" y="10794"/>
                  </a:lnTo>
                  <a:lnTo>
                    <a:pt x="64" y="10809"/>
                  </a:lnTo>
                  <a:lnTo>
                    <a:pt x="73" y="10824"/>
                  </a:lnTo>
                  <a:lnTo>
                    <a:pt x="82" y="10838"/>
                  </a:lnTo>
                  <a:lnTo>
                    <a:pt x="92" y="10852"/>
                  </a:lnTo>
                  <a:lnTo>
                    <a:pt x="102" y="10865"/>
                  </a:lnTo>
                  <a:lnTo>
                    <a:pt x="112" y="10878"/>
                  </a:lnTo>
                  <a:lnTo>
                    <a:pt x="123" y="10891"/>
                  </a:lnTo>
                  <a:lnTo>
                    <a:pt x="134" y="10904"/>
                  </a:lnTo>
                  <a:lnTo>
                    <a:pt x="146" y="10916"/>
                  </a:lnTo>
                  <a:lnTo>
                    <a:pt x="158" y="10929"/>
                  </a:lnTo>
                  <a:lnTo>
                    <a:pt x="171" y="10940"/>
                  </a:lnTo>
                  <a:lnTo>
                    <a:pt x="183" y="10951"/>
                  </a:lnTo>
                  <a:lnTo>
                    <a:pt x="197" y="10961"/>
                  </a:lnTo>
                  <a:lnTo>
                    <a:pt x="210" y="10972"/>
                  </a:lnTo>
                  <a:lnTo>
                    <a:pt x="224" y="10981"/>
                  </a:lnTo>
                  <a:lnTo>
                    <a:pt x="239" y="10990"/>
                  </a:lnTo>
                  <a:lnTo>
                    <a:pt x="253" y="10999"/>
                  </a:lnTo>
                  <a:lnTo>
                    <a:pt x="269" y="11007"/>
                  </a:lnTo>
                  <a:lnTo>
                    <a:pt x="285" y="11015"/>
                  </a:lnTo>
                  <a:lnTo>
                    <a:pt x="300" y="11022"/>
                  </a:lnTo>
                  <a:lnTo>
                    <a:pt x="316" y="11029"/>
                  </a:lnTo>
                  <a:lnTo>
                    <a:pt x="4251" y="12603"/>
                  </a:lnTo>
                  <a:lnTo>
                    <a:pt x="6102" y="15842"/>
                  </a:lnTo>
                  <a:lnTo>
                    <a:pt x="6110" y="15856"/>
                  </a:lnTo>
                  <a:lnTo>
                    <a:pt x="6119" y="15870"/>
                  </a:lnTo>
                  <a:lnTo>
                    <a:pt x="6128" y="15884"/>
                  </a:lnTo>
                  <a:lnTo>
                    <a:pt x="6138" y="15897"/>
                  </a:lnTo>
                  <a:lnTo>
                    <a:pt x="6148" y="15910"/>
                  </a:lnTo>
                  <a:lnTo>
                    <a:pt x="6159" y="15922"/>
                  </a:lnTo>
                  <a:lnTo>
                    <a:pt x="6170" y="15934"/>
                  </a:lnTo>
                  <a:lnTo>
                    <a:pt x="6181" y="15946"/>
                  </a:lnTo>
                  <a:lnTo>
                    <a:pt x="6194" y="15957"/>
                  </a:lnTo>
                  <a:lnTo>
                    <a:pt x="6206" y="15968"/>
                  </a:lnTo>
                  <a:lnTo>
                    <a:pt x="6218" y="15979"/>
                  </a:lnTo>
                  <a:lnTo>
                    <a:pt x="6230" y="15989"/>
                  </a:lnTo>
                  <a:lnTo>
                    <a:pt x="6243" y="15999"/>
                  </a:lnTo>
                  <a:lnTo>
                    <a:pt x="6257" y="16008"/>
                  </a:lnTo>
                  <a:lnTo>
                    <a:pt x="6270" y="16018"/>
                  </a:lnTo>
                  <a:lnTo>
                    <a:pt x="6284" y="16026"/>
                  </a:lnTo>
                  <a:lnTo>
                    <a:pt x="6298" y="16034"/>
                  </a:lnTo>
                  <a:lnTo>
                    <a:pt x="6312" y="16041"/>
                  </a:lnTo>
                  <a:lnTo>
                    <a:pt x="6326" y="16048"/>
                  </a:lnTo>
                  <a:lnTo>
                    <a:pt x="6341" y="16055"/>
                  </a:lnTo>
                  <a:lnTo>
                    <a:pt x="6357" y="16061"/>
                  </a:lnTo>
                  <a:lnTo>
                    <a:pt x="6372" y="16067"/>
                  </a:lnTo>
                  <a:lnTo>
                    <a:pt x="6388" y="16072"/>
                  </a:lnTo>
                  <a:lnTo>
                    <a:pt x="6403" y="16076"/>
                  </a:lnTo>
                  <a:lnTo>
                    <a:pt x="6419" y="16081"/>
                  </a:lnTo>
                  <a:lnTo>
                    <a:pt x="6435" y="16084"/>
                  </a:lnTo>
                  <a:lnTo>
                    <a:pt x="6451" y="16087"/>
                  </a:lnTo>
                  <a:lnTo>
                    <a:pt x="6467" y="16090"/>
                  </a:lnTo>
                  <a:lnTo>
                    <a:pt x="6483" y="16092"/>
                  </a:lnTo>
                  <a:lnTo>
                    <a:pt x="6499" y="16093"/>
                  </a:lnTo>
                  <a:lnTo>
                    <a:pt x="6516" y="16094"/>
                  </a:lnTo>
                  <a:lnTo>
                    <a:pt x="6533" y="16095"/>
                  </a:lnTo>
                  <a:lnTo>
                    <a:pt x="6539" y="16095"/>
                  </a:lnTo>
                  <a:lnTo>
                    <a:pt x="6555" y="16095"/>
                  </a:lnTo>
                  <a:lnTo>
                    <a:pt x="6572" y="16094"/>
                  </a:lnTo>
                  <a:lnTo>
                    <a:pt x="6588" y="16093"/>
                  </a:lnTo>
                  <a:lnTo>
                    <a:pt x="6604" y="16091"/>
                  </a:lnTo>
                  <a:lnTo>
                    <a:pt x="6620" y="16088"/>
                  </a:lnTo>
                  <a:lnTo>
                    <a:pt x="6636" y="16085"/>
                  </a:lnTo>
                  <a:lnTo>
                    <a:pt x="6652" y="16082"/>
                  </a:lnTo>
                  <a:lnTo>
                    <a:pt x="6667" y="16078"/>
                  </a:lnTo>
                  <a:lnTo>
                    <a:pt x="6683" y="16074"/>
                  </a:lnTo>
                  <a:lnTo>
                    <a:pt x="6699" y="16069"/>
                  </a:lnTo>
                  <a:lnTo>
                    <a:pt x="6714" y="16063"/>
                  </a:lnTo>
                  <a:lnTo>
                    <a:pt x="6729" y="16058"/>
                  </a:lnTo>
                  <a:lnTo>
                    <a:pt x="6743" y="16051"/>
                  </a:lnTo>
                  <a:lnTo>
                    <a:pt x="6758" y="16045"/>
                  </a:lnTo>
                  <a:lnTo>
                    <a:pt x="6772" y="16037"/>
                  </a:lnTo>
                  <a:lnTo>
                    <a:pt x="6786" y="16030"/>
                  </a:lnTo>
                  <a:lnTo>
                    <a:pt x="6800" y="16022"/>
                  </a:lnTo>
                  <a:lnTo>
                    <a:pt x="6813" y="16013"/>
                  </a:lnTo>
                  <a:lnTo>
                    <a:pt x="6827" y="16003"/>
                  </a:lnTo>
                  <a:lnTo>
                    <a:pt x="6840" y="15994"/>
                  </a:lnTo>
                  <a:lnTo>
                    <a:pt x="6852" y="15984"/>
                  </a:lnTo>
                  <a:lnTo>
                    <a:pt x="6866" y="15974"/>
                  </a:lnTo>
                  <a:lnTo>
                    <a:pt x="6878" y="15963"/>
                  </a:lnTo>
                  <a:lnTo>
                    <a:pt x="6889" y="15952"/>
                  </a:lnTo>
                  <a:lnTo>
                    <a:pt x="6901" y="15941"/>
                  </a:lnTo>
                  <a:lnTo>
                    <a:pt x="6912" y="15929"/>
                  </a:lnTo>
                  <a:lnTo>
                    <a:pt x="6922" y="15917"/>
                  </a:lnTo>
                  <a:lnTo>
                    <a:pt x="6933" y="15904"/>
                  </a:lnTo>
                  <a:lnTo>
                    <a:pt x="6943" y="15891"/>
                  </a:lnTo>
                  <a:lnTo>
                    <a:pt x="6952" y="15878"/>
                  </a:lnTo>
                  <a:lnTo>
                    <a:pt x="6961" y="15864"/>
                  </a:lnTo>
                  <a:lnTo>
                    <a:pt x="6970" y="15851"/>
                  </a:lnTo>
                  <a:lnTo>
                    <a:pt x="8014" y="14108"/>
                  </a:lnTo>
                  <a:lnTo>
                    <a:pt x="12890" y="16059"/>
                  </a:lnTo>
                  <a:lnTo>
                    <a:pt x="12913" y="16067"/>
                  </a:lnTo>
                  <a:lnTo>
                    <a:pt x="12936" y="16074"/>
                  </a:lnTo>
                  <a:lnTo>
                    <a:pt x="12958" y="16081"/>
                  </a:lnTo>
                  <a:lnTo>
                    <a:pt x="12983" y="16086"/>
                  </a:lnTo>
                  <a:lnTo>
                    <a:pt x="13006" y="16090"/>
                  </a:lnTo>
                  <a:lnTo>
                    <a:pt x="13030" y="16093"/>
                  </a:lnTo>
                  <a:lnTo>
                    <a:pt x="13053" y="16094"/>
                  </a:lnTo>
                  <a:lnTo>
                    <a:pt x="13077" y="16095"/>
                  </a:lnTo>
                  <a:lnTo>
                    <a:pt x="13093" y="16095"/>
                  </a:lnTo>
                  <a:lnTo>
                    <a:pt x="13109" y="16094"/>
                  </a:lnTo>
                  <a:lnTo>
                    <a:pt x="13124" y="16093"/>
                  </a:lnTo>
                  <a:lnTo>
                    <a:pt x="13141" y="16091"/>
                  </a:lnTo>
                  <a:lnTo>
                    <a:pt x="13157" y="16089"/>
                  </a:lnTo>
                  <a:lnTo>
                    <a:pt x="13173" y="16086"/>
                  </a:lnTo>
                  <a:lnTo>
                    <a:pt x="13188" y="16083"/>
                  </a:lnTo>
                  <a:lnTo>
                    <a:pt x="13204" y="16079"/>
                  </a:lnTo>
                  <a:lnTo>
                    <a:pt x="13219" y="16075"/>
                  </a:lnTo>
                  <a:lnTo>
                    <a:pt x="13234" y="16070"/>
                  </a:lnTo>
                  <a:lnTo>
                    <a:pt x="13250" y="16064"/>
                  </a:lnTo>
                  <a:lnTo>
                    <a:pt x="13265" y="16059"/>
                  </a:lnTo>
                  <a:lnTo>
                    <a:pt x="13279" y="16052"/>
                  </a:lnTo>
                  <a:lnTo>
                    <a:pt x="13294" y="16046"/>
                  </a:lnTo>
                  <a:lnTo>
                    <a:pt x="13309" y="16038"/>
                  </a:lnTo>
                  <a:lnTo>
                    <a:pt x="13324" y="16031"/>
                  </a:lnTo>
                  <a:lnTo>
                    <a:pt x="13348" y="16016"/>
                  </a:lnTo>
                  <a:lnTo>
                    <a:pt x="13371" y="15999"/>
                  </a:lnTo>
                  <a:lnTo>
                    <a:pt x="13394" y="15982"/>
                  </a:lnTo>
                  <a:lnTo>
                    <a:pt x="13415" y="15964"/>
                  </a:lnTo>
                  <a:lnTo>
                    <a:pt x="13435" y="15945"/>
                  </a:lnTo>
                  <a:lnTo>
                    <a:pt x="13454" y="15924"/>
                  </a:lnTo>
                  <a:lnTo>
                    <a:pt x="13473" y="15903"/>
                  </a:lnTo>
                  <a:lnTo>
                    <a:pt x="13489" y="15881"/>
                  </a:lnTo>
                  <a:lnTo>
                    <a:pt x="13504" y="15858"/>
                  </a:lnTo>
                  <a:lnTo>
                    <a:pt x="13518" y="15833"/>
                  </a:lnTo>
                  <a:lnTo>
                    <a:pt x="13531" y="15808"/>
                  </a:lnTo>
                  <a:lnTo>
                    <a:pt x="13542" y="15783"/>
                  </a:lnTo>
                  <a:lnTo>
                    <a:pt x="13552" y="15757"/>
                  </a:lnTo>
                  <a:lnTo>
                    <a:pt x="13561" y="15730"/>
                  </a:lnTo>
                  <a:lnTo>
                    <a:pt x="13568" y="15703"/>
                  </a:lnTo>
                  <a:lnTo>
                    <a:pt x="13573" y="15675"/>
                  </a:lnTo>
                  <a:lnTo>
                    <a:pt x="16088" y="585"/>
                  </a:lnTo>
                  <a:lnTo>
                    <a:pt x="16091" y="567"/>
                  </a:lnTo>
                  <a:lnTo>
                    <a:pt x="16093" y="548"/>
                  </a:lnTo>
                  <a:lnTo>
                    <a:pt x="16094" y="530"/>
                  </a:lnTo>
                  <a:lnTo>
                    <a:pt x="16095" y="512"/>
                  </a:lnTo>
                  <a:lnTo>
                    <a:pt x="16095" y="493"/>
                  </a:lnTo>
                  <a:lnTo>
                    <a:pt x="16094" y="475"/>
                  </a:lnTo>
                  <a:lnTo>
                    <a:pt x="16093" y="457"/>
                  </a:lnTo>
                  <a:lnTo>
                    <a:pt x="16091" y="439"/>
                  </a:lnTo>
                  <a:lnTo>
                    <a:pt x="16088" y="420"/>
                  </a:lnTo>
                  <a:lnTo>
                    <a:pt x="16085" y="402"/>
                  </a:lnTo>
                  <a:lnTo>
                    <a:pt x="16081" y="385"/>
                  </a:lnTo>
                  <a:lnTo>
                    <a:pt x="16076" y="367"/>
                  </a:lnTo>
                  <a:lnTo>
                    <a:pt x="16071" y="350"/>
                  </a:lnTo>
                  <a:lnTo>
                    <a:pt x="16066" y="333"/>
                  </a:lnTo>
                  <a:lnTo>
                    <a:pt x="16059" y="317"/>
                  </a:lnTo>
                  <a:lnTo>
                    <a:pt x="16052" y="300"/>
                  </a:lnTo>
                  <a:lnTo>
                    <a:pt x="16045" y="284"/>
                  </a:lnTo>
                  <a:lnTo>
                    <a:pt x="16037" y="268"/>
                  </a:lnTo>
                  <a:lnTo>
                    <a:pt x="16028" y="251"/>
                  </a:lnTo>
                  <a:lnTo>
                    <a:pt x="16019" y="236"/>
                  </a:lnTo>
                  <a:lnTo>
                    <a:pt x="16008" y="221"/>
                  </a:lnTo>
                  <a:lnTo>
                    <a:pt x="15997" y="206"/>
                  </a:lnTo>
                  <a:lnTo>
                    <a:pt x="15987" y="192"/>
                  </a:lnTo>
                  <a:lnTo>
                    <a:pt x="15975" y="178"/>
                  </a:lnTo>
                  <a:lnTo>
                    <a:pt x="15963" y="164"/>
                  </a:lnTo>
                  <a:lnTo>
                    <a:pt x="15951" y="151"/>
                  </a:lnTo>
                  <a:lnTo>
                    <a:pt x="15938" y="138"/>
                  </a:lnTo>
                  <a:lnTo>
                    <a:pt x="15924" y="126"/>
                  </a:lnTo>
                  <a:lnTo>
                    <a:pt x="15910" y="114"/>
                  </a:lnTo>
                  <a:lnTo>
                    <a:pt x="15896" y="102"/>
                  </a:lnTo>
                  <a:lnTo>
                    <a:pt x="15881" y="92"/>
                  </a:lnTo>
                  <a:lnTo>
                    <a:pt x="15865" y="8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55" name="图形 53"/>
            <p:cNvSpPr/>
            <p:nvPr/>
          </p:nvSpPr>
          <p:spPr>
            <a:xfrm>
              <a:off x="5959246" y="4146908"/>
              <a:ext cx="273508" cy="273508"/>
            </a:xfrm>
            <a:custGeom>
              <a:avLst/>
              <a:gdLst>
                <a:gd name="connsiteX0" fmla="*/ 756047 w 1309687"/>
                <a:gd name="connsiteY0" fmla="*/ 0 h 1309687"/>
                <a:gd name="connsiteX1" fmla="*/ 869156 w 1309687"/>
                <a:gd name="connsiteY1" fmla="*/ 119063 h 1309687"/>
                <a:gd name="connsiteX2" fmla="*/ 869156 w 1309687"/>
                <a:gd name="connsiteY2" fmla="*/ 327422 h 1309687"/>
                <a:gd name="connsiteX3" fmla="*/ 756047 w 1309687"/>
                <a:gd name="connsiteY3" fmla="*/ 446484 h 1309687"/>
                <a:gd name="connsiteX4" fmla="*/ 714375 w 1309687"/>
                <a:gd name="connsiteY4" fmla="*/ 446484 h 1309687"/>
                <a:gd name="connsiteX5" fmla="*/ 714375 w 1309687"/>
                <a:gd name="connsiteY5" fmla="*/ 535781 h 1309687"/>
                <a:gd name="connsiteX6" fmla="*/ 970359 w 1309687"/>
                <a:gd name="connsiteY6" fmla="*/ 535781 h 1309687"/>
                <a:gd name="connsiteX7" fmla="*/ 1143000 w 1309687"/>
                <a:gd name="connsiteY7" fmla="*/ 702469 h 1309687"/>
                <a:gd name="connsiteX8" fmla="*/ 1143000 w 1309687"/>
                <a:gd name="connsiteY8" fmla="*/ 857250 h 1309687"/>
                <a:gd name="connsiteX9" fmla="*/ 1196578 w 1309687"/>
                <a:gd name="connsiteY9" fmla="*/ 857250 h 1309687"/>
                <a:gd name="connsiteX10" fmla="*/ 1309688 w 1309687"/>
                <a:gd name="connsiteY10" fmla="*/ 976313 h 1309687"/>
                <a:gd name="connsiteX11" fmla="*/ 1309688 w 1309687"/>
                <a:gd name="connsiteY11" fmla="*/ 1190625 h 1309687"/>
                <a:gd name="connsiteX12" fmla="*/ 1196578 w 1309687"/>
                <a:gd name="connsiteY12" fmla="*/ 1309688 h 1309687"/>
                <a:gd name="connsiteX13" fmla="*/ 988219 w 1309687"/>
                <a:gd name="connsiteY13" fmla="*/ 1309688 h 1309687"/>
                <a:gd name="connsiteX14" fmla="*/ 875109 w 1309687"/>
                <a:gd name="connsiteY14" fmla="*/ 1190625 h 1309687"/>
                <a:gd name="connsiteX15" fmla="*/ 875109 w 1309687"/>
                <a:gd name="connsiteY15" fmla="*/ 982266 h 1309687"/>
                <a:gd name="connsiteX16" fmla="*/ 988219 w 1309687"/>
                <a:gd name="connsiteY16" fmla="*/ 863203 h 1309687"/>
                <a:gd name="connsiteX17" fmla="*/ 1023938 w 1309687"/>
                <a:gd name="connsiteY17" fmla="*/ 863203 h 1309687"/>
                <a:gd name="connsiteX18" fmla="*/ 1023938 w 1309687"/>
                <a:gd name="connsiteY18" fmla="*/ 708422 h 1309687"/>
                <a:gd name="connsiteX19" fmla="*/ 964406 w 1309687"/>
                <a:gd name="connsiteY19" fmla="*/ 654844 h 1309687"/>
                <a:gd name="connsiteX20" fmla="*/ 333375 w 1309687"/>
                <a:gd name="connsiteY20" fmla="*/ 654844 h 1309687"/>
                <a:gd name="connsiteX21" fmla="*/ 279797 w 1309687"/>
                <a:gd name="connsiteY21" fmla="*/ 720328 h 1309687"/>
                <a:gd name="connsiteX22" fmla="*/ 279797 w 1309687"/>
                <a:gd name="connsiteY22" fmla="*/ 863203 h 1309687"/>
                <a:gd name="connsiteX23" fmla="*/ 321469 w 1309687"/>
                <a:gd name="connsiteY23" fmla="*/ 863203 h 1309687"/>
                <a:gd name="connsiteX24" fmla="*/ 434578 w 1309687"/>
                <a:gd name="connsiteY24" fmla="*/ 982266 h 1309687"/>
                <a:gd name="connsiteX25" fmla="*/ 434578 w 1309687"/>
                <a:gd name="connsiteY25" fmla="*/ 1190625 h 1309687"/>
                <a:gd name="connsiteX26" fmla="*/ 321469 w 1309687"/>
                <a:gd name="connsiteY26" fmla="*/ 1309688 h 1309687"/>
                <a:gd name="connsiteX27" fmla="*/ 113109 w 1309687"/>
                <a:gd name="connsiteY27" fmla="*/ 1309688 h 1309687"/>
                <a:gd name="connsiteX28" fmla="*/ 0 w 1309687"/>
                <a:gd name="connsiteY28" fmla="*/ 1190625 h 1309687"/>
                <a:gd name="connsiteX29" fmla="*/ 0 w 1309687"/>
                <a:gd name="connsiteY29" fmla="*/ 982266 h 1309687"/>
                <a:gd name="connsiteX30" fmla="*/ 113109 w 1309687"/>
                <a:gd name="connsiteY30" fmla="*/ 863203 h 1309687"/>
                <a:gd name="connsiteX31" fmla="*/ 160734 w 1309687"/>
                <a:gd name="connsiteY31" fmla="*/ 863203 h 1309687"/>
                <a:gd name="connsiteX32" fmla="*/ 160734 w 1309687"/>
                <a:gd name="connsiteY32" fmla="*/ 726281 h 1309687"/>
                <a:gd name="connsiteX33" fmla="*/ 315516 w 1309687"/>
                <a:gd name="connsiteY33" fmla="*/ 541734 h 1309687"/>
                <a:gd name="connsiteX34" fmla="*/ 595313 w 1309687"/>
                <a:gd name="connsiteY34" fmla="*/ 541734 h 1309687"/>
                <a:gd name="connsiteX35" fmla="*/ 595313 w 1309687"/>
                <a:gd name="connsiteY35" fmla="*/ 452438 h 1309687"/>
                <a:gd name="connsiteX36" fmla="*/ 547688 w 1309687"/>
                <a:gd name="connsiteY36" fmla="*/ 452438 h 1309687"/>
                <a:gd name="connsiteX37" fmla="*/ 434578 w 1309687"/>
                <a:gd name="connsiteY37" fmla="*/ 333375 h 1309687"/>
                <a:gd name="connsiteX38" fmla="*/ 434578 w 1309687"/>
                <a:gd name="connsiteY38" fmla="*/ 119063 h 1309687"/>
                <a:gd name="connsiteX39" fmla="*/ 547688 w 1309687"/>
                <a:gd name="connsiteY39" fmla="*/ 0 h 1309687"/>
                <a:gd name="connsiteX40" fmla="*/ 756047 w 1309687"/>
                <a:gd name="connsiteY40" fmla="*/ 0 h 1309687"/>
                <a:gd name="connsiteX41" fmla="*/ 321469 w 1309687"/>
                <a:gd name="connsiteY41" fmla="*/ 982266 h 1309687"/>
                <a:gd name="connsiteX42" fmla="*/ 113109 w 1309687"/>
                <a:gd name="connsiteY42" fmla="*/ 982266 h 1309687"/>
                <a:gd name="connsiteX43" fmla="*/ 113109 w 1309687"/>
                <a:gd name="connsiteY43" fmla="*/ 1190625 h 1309687"/>
                <a:gd name="connsiteX44" fmla="*/ 321469 w 1309687"/>
                <a:gd name="connsiteY44" fmla="*/ 1190625 h 1309687"/>
                <a:gd name="connsiteX45" fmla="*/ 321469 w 1309687"/>
                <a:gd name="connsiteY45" fmla="*/ 982266 h 1309687"/>
                <a:gd name="connsiteX46" fmla="*/ 1196578 w 1309687"/>
                <a:gd name="connsiteY46" fmla="*/ 982266 h 1309687"/>
                <a:gd name="connsiteX47" fmla="*/ 988219 w 1309687"/>
                <a:gd name="connsiteY47" fmla="*/ 982266 h 1309687"/>
                <a:gd name="connsiteX48" fmla="*/ 988219 w 1309687"/>
                <a:gd name="connsiteY48" fmla="*/ 1190625 h 1309687"/>
                <a:gd name="connsiteX49" fmla="*/ 1196578 w 1309687"/>
                <a:gd name="connsiteY49" fmla="*/ 1190625 h 1309687"/>
                <a:gd name="connsiteX50" fmla="*/ 1196578 w 1309687"/>
                <a:gd name="connsiteY50" fmla="*/ 982266 h 1309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309687" h="1309687">
                  <a:moveTo>
                    <a:pt x="756047" y="0"/>
                  </a:moveTo>
                  <a:cubicBezTo>
                    <a:pt x="821531" y="0"/>
                    <a:pt x="869156" y="53578"/>
                    <a:pt x="869156" y="119063"/>
                  </a:cubicBezTo>
                  <a:lnTo>
                    <a:pt x="869156" y="327422"/>
                  </a:lnTo>
                  <a:cubicBezTo>
                    <a:pt x="869156" y="392906"/>
                    <a:pt x="815578" y="446484"/>
                    <a:pt x="756047" y="446484"/>
                  </a:cubicBezTo>
                  <a:lnTo>
                    <a:pt x="714375" y="446484"/>
                  </a:lnTo>
                  <a:lnTo>
                    <a:pt x="714375" y="535781"/>
                  </a:lnTo>
                  <a:lnTo>
                    <a:pt x="970359" y="535781"/>
                  </a:lnTo>
                  <a:cubicBezTo>
                    <a:pt x="1065609" y="535781"/>
                    <a:pt x="1137047" y="613172"/>
                    <a:pt x="1143000" y="702469"/>
                  </a:cubicBezTo>
                  <a:lnTo>
                    <a:pt x="1143000" y="857250"/>
                  </a:lnTo>
                  <a:lnTo>
                    <a:pt x="1196578" y="857250"/>
                  </a:lnTo>
                  <a:cubicBezTo>
                    <a:pt x="1262063" y="857250"/>
                    <a:pt x="1309688" y="910828"/>
                    <a:pt x="1309688" y="976313"/>
                  </a:cubicBezTo>
                  <a:lnTo>
                    <a:pt x="1309688" y="1190625"/>
                  </a:lnTo>
                  <a:cubicBezTo>
                    <a:pt x="1309688" y="1256109"/>
                    <a:pt x="1256109" y="1309688"/>
                    <a:pt x="1196578" y="1309688"/>
                  </a:cubicBezTo>
                  <a:lnTo>
                    <a:pt x="988219" y="1309688"/>
                  </a:lnTo>
                  <a:cubicBezTo>
                    <a:pt x="922734" y="1309688"/>
                    <a:pt x="875109" y="1256109"/>
                    <a:pt x="875109" y="1190625"/>
                  </a:cubicBezTo>
                  <a:lnTo>
                    <a:pt x="875109" y="982266"/>
                  </a:lnTo>
                  <a:cubicBezTo>
                    <a:pt x="875109" y="916781"/>
                    <a:pt x="928688" y="863203"/>
                    <a:pt x="988219" y="863203"/>
                  </a:cubicBezTo>
                  <a:lnTo>
                    <a:pt x="1023938" y="863203"/>
                  </a:lnTo>
                  <a:lnTo>
                    <a:pt x="1023938" y="708422"/>
                  </a:lnTo>
                  <a:cubicBezTo>
                    <a:pt x="1023938" y="678656"/>
                    <a:pt x="994172" y="654844"/>
                    <a:pt x="964406" y="654844"/>
                  </a:cubicBezTo>
                  <a:lnTo>
                    <a:pt x="333375" y="654844"/>
                  </a:lnTo>
                  <a:cubicBezTo>
                    <a:pt x="303609" y="654844"/>
                    <a:pt x="273844" y="684609"/>
                    <a:pt x="279797" y="720328"/>
                  </a:cubicBezTo>
                  <a:lnTo>
                    <a:pt x="279797" y="863203"/>
                  </a:lnTo>
                  <a:lnTo>
                    <a:pt x="321469" y="863203"/>
                  </a:lnTo>
                  <a:cubicBezTo>
                    <a:pt x="386953" y="863203"/>
                    <a:pt x="434578" y="916781"/>
                    <a:pt x="434578" y="982266"/>
                  </a:cubicBezTo>
                  <a:lnTo>
                    <a:pt x="434578" y="1190625"/>
                  </a:lnTo>
                  <a:cubicBezTo>
                    <a:pt x="434578" y="1256109"/>
                    <a:pt x="381000" y="1309688"/>
                    <a:pt x="321469" y="1309688"/>
                  </a:cubicBezTo>
                  <a:lnTo>
                    <a:pt x="113109" y="1309688"/>
                  </a:lnTo>
                  <a:cubicBezTo>
                    <a:pt x="53578" y="1309688"/>
                    <a:pt x="0" y="1256109"/>
                    <a:pt x="0" y="1190625"/>
                  </a:cubicBezTo>
                  <a:lnTo>
                    <a:pt x="0" y="982266"/>
                  </a:lnTo>
                  <a:cubicBezTo>
                    <a:pt x="0" y="916781"/>
                    <a:pt x="53578" y="863203"/>
                    <a:pt x="113109" y="863203"/>
                  </a:cubicBezTo>
                  <a:lnTo>
                    <a:pt x="160734" y="863203"/>
                  </a:lnTo>
                  <a:lnTo>
                    <a:pt x="160734" y="726281"/>
                  </a:lnTo>
                  <a:cubicBezTo>
                    <a:pt x="154781" y="631031"/>
                    <a:pt x="226219" y="547688"/>
                    <a:pt x="315516" y="541734"/>
                  </a:cubicBezTo>
                  <a:lnTo>
                    <a:pt x="595313" y="541734"/>
                  </a:lnTo>
                  <a:lnTo>
                    <a:pt x="595313" y="452438"/>
                  </a:lnTo>
                  <a:lnTo>
                    <a:pt x="547688" y="452438"/>
                  </a:lnTo>
                  <a:cubicBezTo>
                    <a:pt x="482203" y="452438"/>
                    <a:pt x="434578" y="398859"/>
                    <a:pt x="434578" y="333375"/>
                  </a:cubicBezTo>
                  <a:lnTo>
                    <a:pt x="434578" y="119063"/>
                  </a:lnTo>
                  <a:cubicBezTo>
                    <a:pt x="434578" y="53578"/>
                    <a:pt x="488156" y="0"/>
                    <a:pt x="547688" y="0"/>
                  </a:cubicBezTo>
                  <a:lnTo>
                    <a:pt x="756047" y="0"/>
                  </a:lnTo>
                  <a:close/>
                  <a:moveTo>
                    <a:pt x="321469" y="982266"/>
                  </a:moveTo>
                  <a:lnTo>
                    <a:pt x="113109" y="982266"/>
                  </a:lnTo>
                  <a:lnTo>
                    <a:pt x="113109" y="1190625"/>
                  </a:lnTo>
                  <a:lnTo>
                    <a:pt x="321469" y="1190625"/>
                  </a:lnTo>
                  <a:lnTo>
                    <a:pt x="321469" y="982266"/>
                  </a:lnTo>
                  <a:close/>
                  <a:moveTo>
                    <a:pt x="1196578" y="982266"/>
                  </a:moveTo>
                  <a:lnTo>
                    <a:pt x="988219" y="982266"/>
                  </a:lnTo>
                  <a:lnTo>
                    <a:pt x="988219" y="1190625"/>
                  </a:lnTo>
                  <a:lnTo>
                    <a:pt x="1196578" y="1190625"/>
                  </a:lnTo>
                  <a:lnTo>
                    <a:pt x="1196578" y="982266"/>
                  </a:ln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文本占位符 4"/>
            <p:cNvSpPr txBox="1"/>
            <p:nvPr/>
          </p:nvSpPr>
          <p:spPr>
            <a:xfrm>
              <a:off x="660400" y="1266657"/>
              <a:ext cx="10858500" cy="1333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2720" marR="0" lvl="0" indent="-172720" fontAlgn="auto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Tx/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zh-CN" b="1" dirty="0">
                  <a:solidFill>
                    <a:srgbClr val="9E0116"/>
                  </a:solidFill>
                  <a:latin typeface="微软雅黑" panose="020B0503020204020204" charset="-122"/>
                  <a:ea typeface="微软雅黑" panose="020B0503020204020204" charset="-122"/>
                  <a:sym typeface="+mn-lt"/>
                </a:rPr>
                <a:t>The text-14pt</a:t>
              </a: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9E011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lt"/>
                </a:rPr>
                <a:t>：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9E011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lt"/>
                </a:rPr>
                <a:t> </a:t>
              </a:r>
              <a:r>
                <a:rPr lang="en-US" altLang="zh-CN" sz="1200" b="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Copy paste  fonts. </a:t>
              </a:r>
              <a:r>
                <a:rPr lang="en-US" altLang="zh-CN" sz="1200" dirty="0">
                  <a:latin typeface="Arial" panose="020B0604020202020204" pitchFamily="34" charset="0"/>
                  <a:ea typeface="微软雅黑" panose="020B0503020204020204" charset="-122"/>
                </a:rPr>
                <a:t>Choose</a:t>
              </a:r>
              <a:r>
                <a:rPr lang="zh-CN" altLang="en-US" sz="1200" dirty="0">
                  <a:latin typeface="Arial" panose="020B0604020202020204" pitchFamily="34" charset="0"/>
                  <a:ea typeface="微软雅黑" panose="020B0503020204020204" charset="-122"/>
                </a:rPr>
                <a:t>（重点加粗）</a:t>
              </a:r>
              <a:r>
                <a:rPr lang="zh-CN" altLang="en-US" sz="1200" b="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 </a:t>
              </a:r>
              <a:r>
                <a:rPr lang="en-US" altLang="zh-CN" sz="1200" b="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the only option to retain text. -12pt</a:t>
              </a:r>
              <a:endPara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marL="172720" marR="0" lvl="0" indent="-172720" fontAlgn="auto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Tx/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zh-CN" b="1" dirty="0">
                  <a:solidFill>
                    <a:srgbClr val="9E0116"/>
                  </a:solidFill>
                  <a:latin typeface="微软雅黑" panose="020B0503020204020204" charset="-122"/>
                  <a:ea typeface="微软雅黑" panose="020B0503020204020204" charset="-122"/>
                  <a:sym typeface="+mn-lt"/>
                </a:rPr>
                <a:t>The text-14pt</a:t>
              </a: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9E011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lt"/>
                </a:rPr>
                <a:t>： </a:t>
              </a:r>
              <a:r>
                <a:rPr lang="en-US" altLang="zh-CN" sz="1200" b="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Theme color makes PPT more convenient to change. Adjust the spacing to adapt to Chinese typesetting, use the reference line in PPT </a:t>
              </a:r>
              <a:endPara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marL="172720" marR="0" lvl="0" indent="-172720" fontAlgn="auto">
                <a:lnSpc>
                  <a:spcPct val="120000"/>
                </a:lnSpc>
                <a:spcAft>
                  <a:spcPts val="600"/>
                </a:spcAft>
                <a:buClrTx/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rgbClr val="9E011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lt"/>
                </a:rPr>
                <a:t>The text-14pt</a:t>
              </a: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9E011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lt"/>
                </a:rPr>
                <a:t>： </a:t>
              </a:r>
              <a:r>
                <a:rPr lang="en-US" altLang="zh-CN" sz="1200" b="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Supporting text here.</a:t>
              </a:r>
              <a:endPara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marL="172720" marR="0" lvl="0" indent="-172720" fontAlgn="auto">
                <a:lnSpc>
                  <a:spcPct val="120000"/>
                </a:lnSpc>
                <a:spcAft>
                  <a:spcPts val="600"/>
                </a:spcAft>
                <a:buClrTx/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zh-CN" sz="1400" b="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……</a:t>
              </a:r>
              <a:endParaRPr lang="en-US" altLang="zh-CN" sz="14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05889" y="1294254"/>
            <a:ext cx="10913011" cy="5022656"/>
            <a:chOff x="605889" y="1294254"/>
            <a:chExt cx="10913011" cy="5022656"/>
          </a:xfrm>
        </p:grpSpPr>
        <p:grpSp>
          <p:nvGrpSpPr>
            <p:cNvPr id="2" name="组合 1"/>
            <p:cNvGrpSpPr/>
            <p:nvPr/>
          </p:nvGrpSpPr>
          <p:grpSpPr>
            <a:xfrm>
              <a:off x="669925" y="2689180"/>
              <a:ext cx="10848972" cy="2984506"/>
              <a:chOff x="669925" y="2689180"/>
              <a:chExt cx="10848972" cy="2984506"/>
            </a:xfrm>
          </p:grpSpPr>
          <p:sp>
            <p:nvSpPr>
              <p:cNvPr id="34" name="íslíḍé"/>
              <p:cNvSpPr/>
              <p:nvPr/>
            </p:nvSpPr>
            <p:spPr>
              <a:xfrm>
                <a:off x="669925" y="3321680"/>
                <a:ext cx="2644776" cy="23520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35" name="îṩľíďé"/>
              <p:cNvGrpSpPr/>
              <p:nvPr/>
            </p:nvGrpSpPr>
            <p:grpSpPr>
              <a:xfrm>
                <a:off x="790142" y="4071547"/>
                <a:ext cx="2404343" cy="1492199"/>
                <a:chOff x="2036641" y="3235201"/>
                <a:chExt cx="1845466" cy="1492199"/>
              </a:xfrm>
            </p:grpSpPr>
            <p:sp>
              <p:nvSpPr>
                <p:cNvPr id="39" name="îsḷiḋé"/>
                <p:cNvSpPr/>
                <p:nvPr/>
              </p:nvSpPr>
              <p:spPr bwMode="auto">
                <a:xfrm>
                  <a:off x="2036641" y="3670560"/>
                  <a:ext cx="1845466" cy="10568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171450" indent="-171450">
                    <a:lnSpc>
                      <a:spcPct val="12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Copy paste fonts. Choose the only option to retain text…...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  <a:p>
                  <a:pPr marL="171450" indent="-171450">
                    <a:lnSpc>
                      <a:spcPct val="12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……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íṧľíḋé"/>
                <p:cNvSpPr txBox="1"/>
                <p:nvPr/>
              </p:nvSpPr>
              <p:spPr bwMode="auto">
                <a:xfrm>
                  <a:off x="2036641" y="3235201"/>
                  <a:ext cx="1845466" cy="3875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1400" b="1" dirty="0"/>
                    <a:t>The text-14pt</a:t>
                  </a:r>
                  <a:endParaRPr lang="en-US" altLang="zh-CN" sz="1400" b="1" dirty="0"/>
                </a:p>
              </p:txBody>
            </p:sp>
          </p:grpSp>
          <p:sp>
            <p:nvSpPr>
              <p:cNvPr id="37" name="íṩľïḍé"/>
              <p:cNvSpPr>
                <a:spLocks noChangeAspect="1"/>
              </p:cNvSpPr>
              <p:nvPr/>
            </p:nvSpPr>
            <p:spPr>
              <a:xfrm>
                <a:off x="1362573" y="2689180"/>
                <a:ext cx="1259481" cy="1260000"/>
              </a:xfrm>
              <a:prstGeom prst="ellipse">
                <a:avLst/>
              </a:prstGeom>
              <a:solidFill>
                <a:schemeClr val="accent1"/>
              </a:solidFill>
              <a:ln w="76200">
                <a:solidFill>
                  <a:schemeClr val="bg1"/>
                </a:solidFill>
              </a:ln>
              <a:effectLst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í$ľîḓê"/>
              <p:cNvSpPr/>
              <p:nvPr/>
            </p:nvSpPr>
            <p:spPr>
              <a:xfrm>
                <a:off x="3404657" y="3321680"/>
                <a:ext cx="2644776" cy="23520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8" name="îşlïḍe"/>
              <p:cNvGrpSpPr/>
              <p:nvPr/>
            </p:nvGrpSpPr>
            <p:grpSpPr>
              <a:xfrm>
                <a:off x="3524874" y="4071547"/>
                <a:ext cx="2404345" cy="1492199"/>
                <a:chOff x="2036640" y="3235201"/>
                <a:chExt cx="1845467" cy="1492199"/>
              </a:xfrm>
            </p:grpSpPr>
            <p:sp>
              <p:nvSpPr>
                <p:cNvPr id="32" name="îsḷîďé"/>
                <p:cNvSpPr/>
                <p:nvPr/>
              </p:nvSpPr>
              <p:spPr bwMode="auto">
                <a:xfrm>
                  <a:off x="2036640" y="3670560"/>
                  <a:ext cx="1845466" cy="10568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171450" indent="-171450">
                    <a:lnSpc>
                      <a:spcPct val="12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Copy paste fonts. Choose the only option to retain text…...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  <a:p>
                  <a:pPr marL="171450" indent="-171450">
                    <a:lnSpc>
                      <a:spcPct val="12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……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ïŝḻîḑe"/>
                <p:cNvSpPr txBox="1"/>
                <p:nvPr/>
              </p:nvSpPr>
              <p:spPr bwMode="auto">
                <a:xfrm>
                  <a:off x="2036641" y="3235201"/>
                  <a:ext cx="1845466" cy="3875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1400" b="1" dirty="0"/>
                    <a:t>The text-14pt</a:t>
                  </a:r>
                  <a:endParaRPr lang="en-US" altLang="zh-CN" sz="1400" b="1" dirty="0"/>
                </a:p>
              </p:txBody>
            </p:sp>
          </p:grpSp>
          <p:sp>
            <p:nvSpPr>
              <p:cNvPr id="30" name="iṡḻide"/>
              <p:cNvSpPr>
                <a:spLocks noChangeAspect="1"/>
              </p:cNvSpPr>
              <p:nvPr/>
            </p:nvSpPr>
            <p:spPr>
              <a:xfrm>
                <a:off x="4097305" y="2689180"/>
                <a:ext cx="1259481" cy="1260000"/>
              </a:xfrm>
              <a:prstGeom prst="ellipse">
                <a:avLst/>
              </a:prstGeom>
              <a:solidFill>
                <a:schemeClr val="accent2"/>
              </a:solidFill>
              <a:ln w="76200">
                <a:solidFill>
                  <a:schemeClr val="bg1"/>
                </a:solidFill>
              </a:ln>
              <a:effectLst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iSļîḓê"/>
              <p:cNvSpPr/>
              <p:nvPr/>
            </p:nvSpPr>
            <p:spPr>
              <a:xfrm>
                <a:off x="6139389" y="3321679"/>
                <a:ext cx="2644776" cy="235200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1" name="ísļíḑé"/>
              <p:cNvGrpSpPr/>
              <p:nvPr/>
            </p:nvGrpSpPr>
            <p:grpSpPr>
              <a:xfrm>
                <a:off x="6259606" y="4071547"/>
                <a:ext cx="2404345" cy="1492199"/>
                <a:chOff x="2036640" y="3235201"/>
                <a:chExt cx="1845467" cy="1492199"/>
              </a:xfrm>
            </p:grpSpPr>
            <p:sp>
              <p:nvSpPr>
                <p:cNvPr id="25" name="iš1îḑe"/>
                <p:cNvSpPr/>
                <p:nvPr/>
              </p:nvSpPr>
              <p:spPr bwMode="auto">
                <a:xfrm>
                  <a:off x="2036640" y="3670560"/>
                  <a:ext cx="1845466" cy="10568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171450" indent="-171450">
                    <a:lnSpc>
                      <a:spcPct val="12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Copy paste fonts. Choose the only option to retain text…...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  <a:p>
                  <a:pPr marL="171450" indent="-171450">
                    <a:lnSpc>
                      <a:spcPct val="12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……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ïŝļïdé"/>
                <p:cNvSpPr txBox="1"/>
                <p:nvPr/>
              </p:nvSpPr>
              <p:spPr bwMode="auto">
                <a:xfrm>
                  <a:off x="2036641" y="3235201"/>
                  <a:ext cx="1845466" cy="3875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1400" b="1" dirty="0"/>
                    <a:t>The text-14pt</a:t>
                  </a:r>
                  <a:endParaRPr lang="en-US" altLang="zh-CN" sz="1400" b="1" dirty="0"/>
                </a:p>
              </p:txBody>
            </p:sp>
          </p:grpSp>
          <p:sp>
            <p:nvSpPr>
              <p:cNvPr id="23" name="îṧļíḋe"/>
              <p:cNvSpPr>
                <a:spLocks noChangeAspect="1"/>
              </p:cNvSpPr>
              <p:nvPr/>
            </p:nvSpPr>
            <p:spPr>
              <a:xfrm>
                <a:off x="6832037" y="2689180"/>
                <a:ext cx="1259481" cy="1260000"/>
              </a:xfrm>
              <a:prstGeom prst="ellipse">
                <a:avLst/>
              </a:prstGeom>
              <a:solidFill>
                <a:schemeClr val="accent3"/>
              </a:solidFill>
              <a:ln w="76200">
                <a:solidFill>
                  <a:schemeClr val="bg1"/>
                </a:solidFill>
              </a:ln>
              <a:effectLst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iSlíḑê"/>
              <p:cNvSpPr/>
              <p:nvPr/>
            </p:nvSpPr>
            <p:spPr>
              <a:xfrm>
                <a:off x="8874121" y="3321680"/>
                <a:ext cx="2644776" cy="23520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4" name="íšḻiďê"/>
              <p:cNvGrpSpPr/>
              <p:nvPr/>
            </p:nvGrpSpPr>
            <p:grpSpPr>
              <a:xfrm>
                <a:off x="8994337" y="4071547"/>
                <a:ext cx="2404342" cy="1492199"/>
                <a:chOff x="2036641" y="3235201"/>
                <a:chExt cx="1845466" cy="1492199"/>
              </a:xfrm>
            </p:grpSpPr>
            <p:sp>
              <p:nvSpPr>
                <p:cNvPr id="18" name="isḻïḑé"/>
                <p:cNvSpPr/>
                <p:nvPr/>
              </p:nvSpPr>
              <p:spPr bwMode="auto">
                <a:xfrm>
                  <a:off x="2036641" y="3670560"/>
                  <a:ext cx="1845466" cy="10568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171450" indent="-171450">
                    <a:lnSpc>
                      <a:spcPct val="12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Copy paste fonts. Choose the only option to retain text…...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  <a:p>
                  <a:pPr marL="171450" indent="-171450">
                    <a:lnSpc>
                      <a:spcPct val="12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……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iŝḷïdè"/>
                <p:cNvSpPr txBox="1"/>
                <p:nvPr/>
              </p:nvSpPr>
              <p:spPr bwMode="auto">
                <a:xfrm>
                  <a:off x="2036641" y="3235201"/>
                  <a:ext cx="1845466" cy="3875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1400" b="1" dirty="0"/>
                    <a:t>The text-14pt</a:t>
                  </a:r>
                  <a:endParaRPr lang="en-US" altLang="zh-CN" sz="1400" b="1" dirty="0"/>
                </a:p>
              </p:txBody>
            </p:sp>
          </p:grpSp>
          <p:sp>
            <p:nvSpPr>
              <p:cNvPr id="16" name="îṧ1iďe"/>
              <p:cNvSpPr>
                <a:spLocks noChangeAspect="1"/>
              </p:cNvSpPr>
              <p:nvPr/>
            </p:nvSpPr>
            <p:spPr>
              <a:xfrm>
                <a:off x="9566769" y="2689180"/>
                <a:ext cx="1259481" cy="1260000"/>
              </a:xfrm>
              <a:prstGeom prst="ellipse">
                <a:avLst/>
              </a:prstGeom>
              <a:solidFill>
                <a:schemeClr val="accent4"/>
              </a:solidFill>
              <a:ln w="76200">
                <a:solidFill>
                  <a:schemeClr val="bg1"/>
                </a:solidFill>
              </a:ln>
              <a:effectLst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TextBox 181"/>
              <p:cNvSpPr txBox="1"/>
              <p:nvPr/>
            </p:nvSpPr>
            <p:spPr>
              <a:xfrm>
                <a:off x="1315082" y="3034343"/>
                <a:ext cx="1354463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13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年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TextBox 181"/>
              <p:cNvSpPr txBox="1"/>
              <p:nvPr/>
            </p:nvSpPr>
            <p:spPr>
              <a:xfrm>
                <a:off x="4049814" y="3034343"/>
                <a:ext cx="1354463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923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亿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3" name="TextBox 181"/>
              <p:cNvSpPr txBox="1"/>
              <p:nvPr/>
            </p:nvSpPr>
            <p:spPr>
              <a:xfrm>
                <a:off x="6784546" y="3034343"/>
                <a:ext cx="1354463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126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只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4" name="TextBox 181"/>
              <p:cNvSpPr txBox="1"/>
              <p:nvPr/>
            </p:nvSpPr>
            <p:spPr>
              <a:xfrm>
                <a:off x="9519278" y="3034343"/>
                <a:ext cx="1354463" cy="58477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18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%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5" name="文本框 44"/>
            <p:cNvSpPr txBox="1"/>
            <p:nvPr/>
          </p:nvSpPr>
          <p:spPr>
            <a:xfrm>
              <a:off x="605889" y="6041578"/>
              <a:ext cx="10913011" cy="275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数据来源：在此处添加数据来源</a:t>
              </a:r>
              <a:endParaRPr kumimoji="0" lang="zh-CN" altLang="en-US" sz="900" b="0" i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960586" y="1294254"/>
              <a:ext cx="10558314" cy="890693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marR="0" lvl="0" fontAlgn="auto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Tx/>
                <a:buSzPct val="100000"/>
                <a:defRPr/>
              </a:pPr>
              <a:r>
                <a:rPr lang="en-US" altLang="zh-CN" sz="1200" dirty="0">
                  <a:latin typeface="Arial" panose="020B0604020202020204" pitchFamily="34" charset="0"/>
                  <a:ea typeface="微软雅黑" panose="020B0503020204020204" charset="-122"/>
                </a:rPr>
                <a:t>Copy paste  fonts. </a:t>
              </a:r>
              <a:r>
                <a:rPr lang="en-US" altLang="zh-CN" sz="12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Choose</a:t>
              </a:r>
              <a:r>
                <a:rPr lang="zh-CN" alt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（重点加粗）</a:t>
              </a:r>
              <a:r>
                <a:rPr lang="zh-CN" altLang="en-US" sz="1200" dirty="0">
                  <a:latin typeface="Arial" panose="020B0604020202020204" pitchFamily="34" charset="0"/>
                  <a:ea typeface="微软雅黑" panose="020B0503020204020204" charset="-122"/>
                </a:rPr>
                <a:t> </a:t>
              </a:r>
              <a:r>
                <a:rPr lang="en-US" altLang="zh-CN" sz="1200" dirty="0">
                  <a:latin typeface="Arial" panose="020B0604020202020204" pitchFamily="34" charset="0"/>
                  <a:ea typeface="微软雅黑" panose="020B0503020204020204" charset="-122"/>
                </a:rPr>
                <a:t>the only option to retain text. -12pt</a:t>
              </a:r>
              <a:endParaRPr lang="en-US" altLang="zh-CN" sz="1200" dirty="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marR="0" lvl="0" fontAlgn="auto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Tx/>
                <a:buSzPct val="100000"/>
                <a:defRPr/>
              </a:pPr>
              <a:r>
                <a:rPr lang="en-US" altLang="zh-CN" sz="1200" dirty="0">
                  <a:latin typeface="Arial" panose="020B0604020202020204" pitchFamily="34" charset="0"/>
                  <a:ea typeface="微软雅黑" panose="020B0503020204020204" charset="-122"/>
                </a:rPr>
                <a:t>Theme color makes PPT more convenient to change. Adjust the spacing to adapt to Chinese typesetting, use the reference line in PPT </a:t>
              </a:r>
              <a:endParaRPr lang="en-US" altLang="zh-CN" sz="1200" dirty="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marR="0" lvl="0" fontAlgn="auto">
                <a:lnSpc>
                  <a:spcPct val="120000"/>
                </a:lnSpc>
                <a:spcAft>
                  <a:spcPts val="600"/>
                </a:spcAft>
                <a:buClrTx/>
                <a:buSzPct val="100000"/>
                <a:defRPr/>
              </a:pPr>
              <a:r>
                <a: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……</a:t>
              </a:r>
              <a:endPara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47" name="椭圆 46"/>
            <p:cNvSpPr>
              <a:spLocks noChangeAspect="1"/>
            </p:cNvSpPr>
            <p:nvPr/>
          </p:nvSpPr>
          <p:spPr>
            <a:xfrm>
              <a:off x="780586" y="1351057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1</a:t>
              </a:r>
              <a:endParaRPr lang="zh-CN" altLang="en-US" sz="1200" dirty="0"/>
            </a:p>
          </p:txBody>
        </p:sp>
        <p:sp>
          <p:nvSpPr>
            <p:cNvPr id="48" name="椭圆 47"/>
            <p:cNvSpPr>
              <a:spLocks noChangeAspect="1"/>
            </p:cNvSpPr>
            <p:nvPr/>
          </p:nvSpPr>
          <p:spPr>
            <a:xfrm>
              <a:off x="780586" y="1657598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  <p:sp>
          <p:nvSpPr>
            <p:cNvPr id="49" name="椭圆 48"/>
            <p:cNvSpPr>
              <a:spLocks noChangeAspect="1"/>
            </p:cNvSpPr>
            <p:nvPr/>
          </p:nvSpPr>
          <p:spPr>
            <a:xfrm>
              <a:off x="780586" y="1964140"/>
              <a:ext cx="180000" cy="1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58500" cy="4867443"/>
            <a:chOff x="660400" y="1266657"/>
            <a:chExt cx="10858500" cy="4867443"/>
          </a:xfrm>
        </p:grpSpPr>
        <p:sp>
          <p:nvSpPr>
            <p:cNvPr id="17" name="Rectangle 29"/>
            <p:cNvSpPr/>
            <p:nvPr/>
          </p:nvSpPr>
          <p:spPr>
            <a:xfrm>
              <a:off x="4465320" y="1595207"/>
              <a:ext cx="7053580" cy="4538892"/>
            </a:xfrm>
            <a:prstGeom prst="rec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4465320" y="1595208"/>
              <a:ext cx="6365240" cy="4538892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5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Rectangle 111"/>
            <p:cNvSpPr/>
            <p:nvPr/>
          </p:nvSpPr>
          <p:spPr>
            <a:xfrm>
              <a:off x="669925" y="2288929"/>
              <a:ext cx="2677922" cy="310125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13"/>
            <p:cNvSpPr/>
            <p:nvPr/>
          </p:nvSpPr>
          <p:spPr>
            <a:xfrm>
              <a:off x="855161" y="4867457"/>
              <a:ext cx="2308544" cy="215444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/>
            <a:p>
              <a:r>
                <a:rPr lang="en-US" altLang="zh-CN" sz="1400" b="1" dirty="0">
                  <a:solidFill>
                    <a:schemeClr val="bg1"/>
                  </a:solidFill>
                </a:rPr>
                <a:t>Text here-14pt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Rectangle 115"/>
            <p:cNvSpPr/>
            <p:nvPr/>
          </p:nvSpPr>
          <p:spPr>
            <a:xfrm>
              <a:off x="855161" y="2587901"/>
              <a:ext cx="2308544" cy="1761701"/>
            </a:xfrm>
            <a:prstGeom prst="rect">
              <a:avLst/>
            </a:prstGeom>
          </p:spPr>
          <p:txBody>
            <a:bodyPr wrap="square" lIns="0" tIns="0" rIns="0" bIns="0" anchor="t" anchorCtr="0">
              <a:normAutofit/>
            </a:bodyPr>
            <a:lstStyle/>
            <a:p>
              <a:pPr>
                <a:lnSpc>
                  <a:spcPct val="120000"/>
                </a:lnSpc>
                <a:spcAft>
                  <a:spcPts val="600"/>
                </a:spcAft>
              </a:pPr>
              <a:r>
                <a:rPr lang="en-US" sz="1200" dirty="0">
                  <a:solidFill>
                    <a:schemeClr val="bg1"/>
                  </a:solidFill>
                </a:rPr>
                <a:t>Theme  color makes PPT more convenient to change.</a:t>
              </a:r>
              <a:endParaRPr lang="en-US" sz="1200" dirty="0">
                <a:solidFill>
                  <a:schemeClr val="bg1"/>
                </a:solidFill>
              </a:endParaRPr>
            </a:p>
            <a:p>
              <a:pPr>
                <a:lnSpc>
                  <a:spcPct val="120000"/>
                </a:lnSpc>
                <a:spcAft>
                  <a:spcPts val="600"/>
                </a:spcAft>
              </a:pPr>
              <a:r>
                <a:rPr lang="en-US" sz="1200" dirty="0">
                  <a:solidFill>
                    <a:schemeClr val="bg1"/>
                  </a:solidFill>
                </a:rPr>
                <a:t> Adjust the spacing to adapt to Chinese typesetting, use the reference line in PPT . </a:t>
              </a:r>
              <a:endParaRPr lang="en-US" sz="1200" dirty="0">
                <a:solidFill>
                  <a:schemeClr val="bg1"/>
                </a:solidFill>
              </a:endParaRPr>
            </a:p>
            <a:p>
              <a:pPr>
                <a:lnSpc>
                  <a:spcPct val="120000"/>
                </a:lnSpc>
                <a:spcAft>
                  <a:spcPts val="600"/>
                </a:spcAft>
              </a:pPr>
              <a:r>
                <a:rPr lang="en-US" sz="1200" dirty="0">
                  <a:solidFill>
                    <a:schemeClr val="bg1"/>
                  </a:solidFill>
                </a:rPr>
                <a:t>Theme color makes PPT</a:t>
              </a:r>
              <a:endParaRPr lang="en-US" sz="1200" dirty="0">
                <a:solidFill>
                  <a:schemeClr val="bg1"/>
                </a:solidFill>
              </a:endParaRPr>
            </a:p>
            <a:p>
              <a:pPr>
                <a:lnSpc>
                  <a:spcPct val="120000"/>
                </a:lnSpc>
                <a:spcAft>
                  <a:spcPts val="600"/>
                </a:spcAft>
              </a:pPr>
              <a:r>
                <a:rPr lang="en-US" sz="1200" dirty="0">
                  <a:solidFill>
                    <a:schemeClr val="bg1"/>
                  </a:solidFill>
                </a:rPr>
                <a:t>Supporting text here.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16" name="Straight Connector 117"/>
            <p:cNvCxnSpPr/>
            <p:nvPr/>
          </p:nvCxnSpPr>
          <p:spPr>
            <a:xfrm>
              <a:off x="855161" y="4656886"/>
              <a:ext cx="2308545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60400" y="1266657"/>
            <a:ext cx="10858500" cy="5159786"/>
            <a:chOff x="660400" y="1266657"/>
            <a:chExt cx="10858500" cy="5159786"/>
          </a:xfrm>
        </p:grpSpPr>
        <p:pic>
          <p:nvPicPr>
            <p:cNvPr id="3" name="图形 2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589242" y="2883110"/>
              <a:ext cx="3013516" cy="3013514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>
              <a:off x="669925" y="6210999"/>
              <a:ext cx="1084897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数据来源：在此处添加数据来源</a:t>
              </a:r>
              <a:endParaRPr kumimoji="0" lang="zh-CN" altLang="en-US" sz="800" b="0" i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grpSp>
          <p:nvGrpSpPr>
            <p:cNvPr id="171" name="组合 170"/>
            <p:cNvGrpSpPr/>
            <p:nvPr/>
          </p:nvGrpSpPr>
          <p:grpSpPr>
            <a:xfrm>
              <a:off x="5423537" y="3715190"/>
              <a:ext cx="1344926" cy="1344924"/>
              <a:chOff x="5423537" y="3816900"/>
              <a:chExt cx="1344926" cy="1344924"/>
            </a:xfrm>
          </p:grpSpPr>
          <p:sp>
            <p:nvSpPr>
              <p:cNvPr id="74" name="椭圆 73"/>
              <p:cNvSpPr/>
              <p:nvPr/>
            </p:nvSpPr>
            <p:spPr>
              <a:xfrm>
                <a:off x="5423537" y="3816900"/>
                <a:ext cx="1344926" cy="1344924"/>
              </a:xfrm>
              <a:prstGeom prst="ellipse">
                <a:avLst/>
              </a:prstGeom>
              <a:solidFill>
                <a:schemeClr val="accent1"/>
              </a:solidFill>
              <a:ln w="285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132" name="组合 131"/>
              <p:cNvGrpSpPr/>
              <p:nvPr/>
            </p:nvGrpSpPr>
            <p:grpSpPr>
              <a:xfrm>
                <a:off x="5532120" y="4165117"/>
                <a:ext cx="1127760" cy="776203"/>
                <a:chOff x="1858410" y="4165117"/>
                <a:chExt cx="1127760" cy="776203"/>
              </a:xfrm>
            </p:grpSpPr>
            <p:sp>
              <p:nvSpPr>
                <p:cNvPr id="75" name="任意多边形: 形状 74"/>
                <p:cNvSpPr/>
                <p:nvPr/>
              </p:nvSpPr>
              <p:spPr>
                <a:xfrm>
                  <a:off x="2233779" y="4165117"/>
                  <a:ext cx="377021" cy="377003"/>
                </a:xfrm>
                <a:custGeom>
                  <a:avLst/>
                  <a:gdLst>
                    <a:gd name="connsiteX0" fmla="*/ 524884 w 1202720"/>
                    <a:gd name="connsiteY0" fmla="*/ 477272 h 1202662"/>
                    <a:gd name="connsiteX1" fmla="*/ 400886 w 1202720"/>
                    <a:gd name="connsiteY1" fmla="*/ 601330 h 1202662"/>
                    <a:gd name="connsiteX2" fmla="*/ 400886 w 1202720"/>
                    <a:gd name="connsiteY2" fmla="*/ 825970 h 1202662"/>
                    <a:gd name="connsiteX3" fmla="*/ 473299 w 1202720"/>
                    <a:gd name="connsiteY3" fmla="*/ 840416 h 1202662"/>
                    <a:gd name="connsiteX4" fmla="*/ 496173 w 1202720"/>
                    <a:gd name="connsiteY4" fmla="*/ 866661 h 1202662"/>
                    <a:gd name="connsiteX5" fmla="*/ 513629 w 1202720"/>
                    <a:gd name="connsiteY5" fmla="*/ 1145356 h 1202662"/>
                    <a:gd name="connsiteX6" fmla="*/ 513629 w 1202720"/>
                    <a:gd name="connsiteY6" fmla="*/ 1145416 h 1202662"/>
                    <a:gd name="connsiteX7" fmla="*/ 688911 w 1202720"/>
                    <a:gd name="connsiteY7" fmla="*/ 1145416 h 1202662"/>
                    <a:gd name="connsiteX8" fmla="*/ 706367 w 1202720"/>
                    <a:gd name="connsiteY8" fmla="*/ 866781 h 1202662"/>
                    <a:gd name="connsiteX9" fmla="*/ 729240 w 1202720"/>
                    <a:gd name="connsiteY9" fmla="*/ 840537 h 1202662"/>
                    <a:gd name="connsiteX10" fmla="*/ 801653 w 1202720"/>
                    <a:gd name="connsiteY10" fmla="*/ 826091 h 1202662"/>
                    <a:gd name="connsiteX11" fmla="*/ 801653 w 1202720"/>
                    <a:gd name="connsiteY11" fmla="*/ 601330 h 1202662"/>
                    <a:gd name="connsiteX12" fmla="*/ 677594 w 1202720"/>
                    <a:gd name="connsiteY12" fmla="*/ 477272 h 1202662"/>
                    <a:gd name="connsiteX13" fmla="*/ 143200 w 1202720"/>
                    <a:gd name="connsiteY13" fmla="*/ 419967 h 1202662"/>
                    <a:gd name="connsiteX14" fmla="*/ 295909 w 1202720"/>
                    <a:gd name="connsiteY14" fmla="*/ 419967 h 1202662"/>
                    <a:gd name="connsiteX15" fmla="*/ 402878 w 1202720"/>
                    <a:gd name="connsiteY15" fmla="*/ 468140 h 1202662"/>
                    <a:gd name="connsiteX16" fmla="*/ 403313 w 1202720"/>
                    <a:gd name="connsiteY16" fmla="*/ 468796 h 1202662"/>
                    <a:gd name="connsiteX17" fmla="*/ 454371 w 1202720"/>
                    <a:gd name="connsiteY17" fmla="*/ 434318 h 1202662"/>
                    <a:gd name="connsiteX18" fmla="*/ 524884 w 1202720"/>
                    <a:gd name="connsiteY18" fmla="*/ 419967 h 1202662"/>
                    <a:gd name="connsiteX19" fmla="*/ 677655 w 1202720"/>
                    <a:gd name="connsiteY19" fmla="*/ 419967 h 1202662"/>
                    <a:gd name="connsiteX20" fmla="*/ 748188 w 1202720"/>
                    <a:gd name="connsiteY20" fmla="*/ 434301 h 1202662"/>
                    <a:gd name="connsiteX21" fmla="*/ 799354 w 1202720"/>
                    <a:gd name="connsiteY21" fmla="*/ 468836 h 1202662"/>
                    <a:gd name="connsiteX22" fmla="*/ 799831 w 1202720"/>
                    <a:gd name="connsiteY22" fmla="*/ 468119 h 1202662"/>
                    <a:gd name="connsiteX23" fmla="*/ 906750 w 1202720"/>
                    <a:gd name="connsiteY23" fmla="*/ 419967 h 1202662"/>
                    <a:gd name="connsiteX24" fmla="*/ 1059460 w 1202720"/>
                    <a:gd name="connsiteY24" fmla="*/ 419967 h 1202662"/>
                    <a:gd name="connsiteX25" fmla="*/ 1202720 w 1202720"/>
                    <a:gd name="connsiteY25" fmla="*/ 563167 h 1202662"/>
                    <a:gd name="connsiteX26" fmla="*/ 1202720 w 1202720"/>
                    <a:gd name="connsiteY26" fmla="*/ 715878 h 1202662"/>
                    <a:gd name="connsiteX27" fmla="*/ 1186767 w 1202720"/>
                    <a:gd name="connsiteY27" fmla="*/ 741520 h 1202662"/>
                    <a:gd name="connsiteX28" fmla="*/ 1125130 w 1202720"/>
                    <a:gd name="connsiteY28" fmla="*/ 772278 h 1202662"/>
                    <a:gd name="connsiteX29" fmla="*/ 1107193 w 1202720"/>
                    <a:gd name="connsiteY29" fmla="*/ 1023284 h 1202662"/>
                    <a:gd name="connsiteX30" fmla="*/ 1078601 w 1202720"/>
                    <a:gd name="connsiteY30" fmla="*/ 1049950 h 1202662"/>
                    <a:gd name="connsiteX31" fmla="*/ 868587 w 1202720"/>
                    <a:gd name="connsiteY31" fmla="*/ 1049950 h 1202662"/>
                    <a:gd name="connsiteX32" fmla="*/ 839936 w 1202720"/>
                    <a:gd name="connsiteY32" fmla="*/ 1021297 h 1202662"/>
                    <a:gd name="connsiteX33" fmla="*/ 868587 w 1202720"/>
                    <a:gd name="connsiteY33" fmla="*/ 992645 h 1202662"/>
                    <a:gd name="connsiteX34" fmla="*/ 1051995 w 1202720"/>
                    <a:gd name="connsiteY34" fmla="*/ 992645 h 1202662"/>
                    <a:gd name="connsiteX35" fmla="*/ 1069150 w 1202720"/>
                    <a:gd name="connsiteY35" fmla="*/ 751994 h 1202662"/>
                    <a:gd name="connsiteX36" fmla="*/ 1084922 w 1202720"/>
                    <a:gd name="connsiteY36" fmla="*/ 728397 h 1202662"/>
                    <a:gd name="connsiteX37" fmla="*/ 1145416 w 1202720"/>
                    <a:gd name="connsiteY37" fmla="*/ 698121 h 1202662"/>
                    <a:gd name="connsiteX38" fmla="*/ 1145416 w 1202720"/>
                    <a:gd name="connsiteY38" fmla="*/ 563167 h 1202662"/>
                    <a:gd name="connsiteX39" fmla="*/ 1059460 w 1202720"/>
                    <a:gd name="connsiteY39" fmla="*/ 477272 h 1202662"/>
                    <a:gd name="connsiteX40" fmla="*/ 906750 w 1202720"/>
                    <a:gd name="connsiteY40" fmla="*/ 477272 h 1202662"/>
                    <a:gd name="connsiteX41" fmla="*/ 860860 w 1202720"/>
                    <a:gd name="connsiteY41" fmla="*/ 490650 h 1202662"/>
                    <a:gd name="connsiteX42" fmla="*/ 836286 w 1202720"/>
                    <a:gd name="connsiteY42" fmla="*/ 518397 h 1202662"/>
                    <a:gd name="connsiteX43" fmla="*/ 844647 w 1202720"/>
                    <a:gd name="connsiteY43" fmla="*/ 530792 h 1202662"/>
                    <a:gd name="connsiteX44" fmla="*/ 858956 w 1202720"/>
                    <a:gd name="connsiteY44" fmla="*/ 601330 h 1202662"/>
                    <a:gd name="connsiteX45" fmla="*/ 858956 w 1202720"/>
                    <a:gd name="connsiteY45" fmla="*/ 849506 h 1202662"/>
                    <a:gd name="connsiteX46" fmla="*/ 835963 w 1202720"/>
                    <a:gd name="connsiteY46" fmla="*/ 877556 h 1202662"/>
                    <a:gd name="connsiteX47" fmla="*/ 762105 w 1202720"/>
                    <a:gd name="connsiteY47" fmla="*/ 892303 h 1202662"/>
                    <a:gd name="connsiteX48" fmla="*/ 744469 w 1202720"/>
                    <a:gd name="connsiteY48" fmla="*/ 1175810 h 1202662"/>
                    <a:gd name="connsiteX49" fmla="*/ 715817 w 1202720"/>
                    <a:gd name="connsiteY49" fmla="*/ 1202662 h 1202662"/>
                    <a:gd name="connsiteX50" fmla="*/ 486782 w 1202720"/>
                    <a:gd name="connsiteY50" fmla="*/ 1202662 h 1202662"/>
                    <a:gd name="connsiteX51" fmla="*/ 458130 w 1202720"/>
                    <a:gd name="connsiteY51" fmla="*/ 1175810 h 1202662"/>
                    <a:gd name="connsiteX52" fmla="*/ 440494 w 1202720"/>
                    <a:gd name="connsiteY52" fmla="*/ 892303 h 1202662"/>
                    <a:gd name="connsiteX53" fmla="*/ 366636 w 1202720"/>
                    <a:gd name="connsiteY53" fmla="*/ 877556 h 1202662"/>
                    <a:gd name="connsiteX54" fmla="*/ 343643 w 1202720"/>
                    <a:gd name="connsiteY54" fmla="*/ 849506 h 1202662"/>
                    <a:gd name="connsiteX55" fmla="*/ 343643 w 1202720"/>
                    <a:gd name="connsiteY55" fmla="*/ 601330 h 1202662"/>
                    <a:gd name="connsiteX56" fmla="*/ 357947 w 1202720"/>
                    <a:gd name="connsiteY56" fmla="*/ 530807 h 1202662"/>
                    <a:gd name="connsiteX57" fmla="*/ 366340 w 1202720"/>
                    <a:gd name="connsiteY57" fmla="*/ 518359 h 1202662"/>
                    <a:gd name="connsiteX58" fmla="*/ 341836 w 1202720"/>
                    <a:gd name="connsiteY58" fmla="*/ 490691 h 1202662"/>
                    <a:gd name="connsiteX59" fmla="*/ 295909 w 1202720"/>
                    <a:gd name="connsiteY59" fmla="*/ 477272 h 1202662"/>
                    <a:gd name="connsiteX60" fmla="*/ 143200 w 1202720"/>
                    <a:gd name="connsiteY60" fmla="*/ 477272 h 1202662"/>
                    <a:gd name="connsiteX61" fmla="*/ 57244 w 1202720"/>
                    <a:gd name="connsiteY61" fmla="*/ 563167 h 1202662"/>
                    <a:gd name="connsiteX62" fmla="*/ 57244 w 1202720"/>
                    <a:gd name="connsiteY62" fmla="*/ 698241 h 1202662"/>
                    <a:gd name="connsiteX63" fmla="*/ 117738 w 1202720"/>
                    <a:gd name="connsiteY63" fmla="*/ 728518 h 1202662"/>
                    <a:gd name="connsiteX64" fmla="*/ 133509 w 1202720"/>
                    <a:gd name="connsiteY64" fmla="*/ 752114 h 1202662"/>
                    <a:gd name="connsiteX65" fmla="*/ 150664 w 1202720"/>
                    <a:gd name="connsiteY65" fmla="*/ 992645 h 1202662"/>
                    <a:gd name="connsiteX66" fmla="*/ 334072 w 1202720"/>
                    <a:gd name="connsiteY66" fmla="*/ 992645 h 1202662"/>
                    <a:gd name="connsiteX67" fmla="*/ 362724 w 1202720"/>
                    <a:gd name="connsiteY67" fmla="*/ 1021297 h 1202662"/>
                    <a:gd name="connsiteX68" fmla="*/ 334072 w 1202720"/>
                    <a:gd name="connsiteY68" fmla="*/ 1049950 h 1202662"/>
                    <a:gd name="connsiteX69" fmla="*/ 124058 w 1202720"/>
                    <a:gd name="connsiteY69" fmla="*/ 1049950 h 1202662"/>
                    <a:gd name="connsiteX70" fmla="*/ 95587 w 1202720"/>
                    <a:gd name="connsiteY70" fmla="*/ 1023344 h 1202662"/>
                    <a:gd name="connsiteX71" fmla="*/ 77529 w 1202720"/>
                    <a:gd name="connsiteY71" fmla="*/ 772338 h 1202662"/>
                    <a:gd name="connsiteX72" fmla="*/ 15771 w 1202720"/>
                    <a:gd name="connsiteY72" fmla="*/ 741399 h 1202662"/>
                    <a:gd name="connsiteX73" fmla="*/ 0 w 1202720"/>
                    <a:gd name="connsiteY73" fmla="*/ 715878 h 1202662"/>
                    <a:gd name="connsiteX74" fmla="*/ 0 w 1202720"/>
                    <a:gd name="connsiteY74" fmla="*/ 563167 h 1202662"/>
                    <a:gd name="connsiteX75" fmla="*/ 143200 w 1202720"/>
                    <a:gd name="connsiteY75" fmla="*/ 419967 h 1202662"/>
                    <a:gd name="connsiteX76" fmla="*/ 983105 w 1202720"/>
                    <a:gd name="connsiteY76" fmla="*/ 362718 h 1202662"/>
                    <a:gd name="connsiteX77" fmla="*/ 983135 w 1202720"/>
                    <a:gd name="connsiteY77" fmla="*/ 362724 h 1202662"/>
                    <a:gd name="connsiteX78" fmla="*/ 983074 w 1202720"/>
                    <a:gd name="connsiteY78" fmla="*/ 362724 h 1202662"/>
                    <a:gd name="connsiteX79" fmla="*/ 983135 w 1202720"/>
                    <a:gd name="connsiteY79" fmla="*/ 133629 h 1202662"/>
                    <a:gd name="connsiteX80" fmla="*/ 897239 w 1202720"/>
                    <a:gd name="connsiteY80" fmla="*/ 219524 h 1202662"/>
                    <a:gd name="connsiteX81" fmla="*/ 983135 w 1202720"/>
                    <a:gd name="connsiteY81" fmla="*/ 305420 h 1202662"/>
                    <a:gd name="connsiteX82" fmla="*/ 1069030 w 1202720"/>
                    <a:gd name="connsiteY82" fmla="*/ 219524 h 1202662"/>
                    <a:gd name="connsiteX83" fmla="*/ 983135 w 1202720"/>
                    <a:gd name="connsiteY83" fmla="*/ 133629 h 1202662"/>
                    <a:gd name="connsiteX84" fmla="*/ 219524 w 1202720"/>
                    <a:gd name="connsiteY84" fmla="*/ 133629 h 1202662"/>
                    <a:gd name="connsiteX85" fmla="*/ 133629 w 1202720"/>
                    <a:gd name="connsiteY85" fmla="*/ 219524 h 1202662"/>
                    <a:gd name="connsiteX86" fmla="*/ 219524 w 1202720"/>
                    <a:gd name="connsiteY86" fmla="*/ 305420 h 1202662"/>
                    <a:gd name="connsiteX87" fmla="*/ 305420 w 1202720"/>
                    <a:gd name="connsiteY87" fmla="*/ 219524 h 1202662"/>
                    <a:gd name="connsiteX88" fmla="*/ 219524 w 1202720"/>
                    <a:gd name="connsiteY88" fmla="*/ 133629 h 1202662"/>
                    <a:gd name="connsiteX89" fmla="*/ 983135 w 1202720"/>
                    <a:gd name="connsiteY89" fmla="*/ 76325 h 1202662"/>
                    <a:gd name="connsiteX90" fmla="*/ 1126334 w 1202720"/>
                    <a:gd name="connsiteY90" fmla="*/ 219585 h 1202662"/>
                    <a:gd name="connsiteX91" fmla="*/ 1038809 w 1202720"/>
                    <a:gd name="connsiteY91" fmla="*/ 351478 h 1202662"/>
                    <a:gd name="connsiteX92" fmla="*/ 983105 w 1202720"/>
                    <a:gd name="connsiteY92" fmla="*/ 362718 h 1202662"/>
                    <a:gd name="connsiteX93" fmla="*/ 927406 w 1202720"/>
                    <a:gd name="connsiteY93" fmla="*/ 351455 h 1202662"/>
                    <a:gd name="connsiteX94" fmla="*/ 839936 w 1202720"/>
                    <a:gd name="connsiteY94" fmla="*/ 219524 h 1202662"/>
                    <a:gd name="connsiteX95" fmla="*/ 983135 w 1202720"/>
                    <a:gd name="connsiteY95" fmla="*/ 76325 h 1202662"/>
                    <a:gd name="connsiteX96" fmla="*/ 219585 w 1202720"/>
                    <a:gd name="connsiteY96" fmla="*/ 76325 h 1202662"/>
                    <a:gd name="connsiteX97" fmla="*/ 362724 w 1202720"/>
                    <a:gd name="connsiteY97" fmla="*/ 219585 h 1202662"/>
                    <a:gd name="connsiteX98" fmla="*/ 219524 w 1202720"/>
                    <a:gd name="connsiteY98" fmla="*/ 362724 h 1202662"/>
                    <a:gd name="connsiteX99" fmla="*/ 76325 w 1202720"/>
                    <a:gd name="connsiteY99" fmla="*/ 219524 h 1202662"/>
                    <a:gd name="connsiteX100" fmla="*/ 219585 w 1202720"/>
                    <a:gd name="connsiteY100" fmla="*/ 76325 h 1202662"/>
                    <a:gd name="connsiteX101" fmla="*/ 601330 w 1202720"/>
                    <a:gd name="connsiteY101" fmla="*/ 57183 h 1202662"/>
                    <a:gd name="connsiteX102" fmla="*/ 477272 w 1202720"/>
                    <a:gd name="connsiteY102" fmla="*/ 181301 h 1202662"/>
                    <a:gd name="connsiteX103" fmla="*/ 601330 w 1202720"/>
                    <a:gd name="connsiteY103" fmla="*/ 305360 h 1202662"/>
                    <a:gd name="connsiteX104" fmla="*/ 725388 w 1202720"/>
                    <a:gd name="connsiteY104" fmla="*/ 181301 h 1202662"/>
                    <a:gd name="connsiteX105" fmla="*/ 601330 w 1202720"/>
                    <a:gd name="connsiteY105" fmla="*/ 57183 h 1202662"/>
                    <a:gd name="connsiteX106" fmla="*/ 601330 w 1202720"/>
                    <a:gd name="connsiteY106" fmla="*/ 0 h 1202662"/>
                    <a:gd name="connsiteX107" fmla="*/ 782692 w 1202720"/>
                    <a:gd name="connsiteY107" fmla="*/ 181362 h 1202662"/>
                    <a:gd name="connsiteX108" fmla="*/ 601330 w 1202720"/>
                    <a:gd name="connsiteY108" fmla="*/ 362724 h 1202662"/>
                    <a:gd name="connsiteX109" fmla="*/ 419967 w 1202720"/>
                    <a:gd name="connsiteY109" fmla="*/ 181362 h 1202662"/>
                    <a:gd name="connsiteX110" fmla="*/ 601330 w 1202720"/>
                    <a:gd name="connsiteY110" fmla="*/ 0 h 1202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</a:cxnLst>
                  <a:rect l="l" t="t" r="r" b="b"/>
                  <a:pathLst>
                    <a:path w="1202720" h="1202662">
                      <a:moveTo>
                        <a:pt x="524884" y="477272"/>
                      </a:moveTo>
                      <a:cubicBezTo>
                        <a:pt x="456448" y="477437"/>
                        <a:pt x="401019" y="532893"/>
                        <a:pt x="400886" y="601330"/>
                      </a:cubicBezTo>
                      <a:lnTo>
                        <a:pt x="400886" y="825970"/>
                      </a:lnTo>
                      <a:lnTo>
                        <a:pt x="473299" y="840416"/>
                      </a:lnTo>
                      <a:cubicBezTo>
                        <a:pt x="486017" y="842922"/>
                        <a:pt x="495427" y="853719"/>
                        <a:pt x="496173" y="866661"/>
                      </a:cubicBezTo>
                      <a:lnTo>
                        <a:pt x="513629" y="1145356"/>
                      </a:lnTo>
                      <a:lnTo>
                        <a:pt x="513629" y="1145416"/>
                      </a:lnTo>
                      <a:lnTo>
                        <a:pt x="688911" y="1145416"/>
                      </a:lnTo>
                      <a:lnTo>
                        <a:pt x="706367" y="866781"/>
                      </a:lnTo>
                      <a:cubicBezTo>
                        <a:pt x="707173" y="853865"/>
                        <a:pt x="716555" y="843100"/>
                        <a:pt x="729240" y="840537"/>
                      </a:cubicBezTo>
                      <a:lnTo>
                        <a:pt x="801653" y="826091"/>
                      </a:lnTo>
                      <a:lnTo>
                        <a:pt x="801653" y="601330"/>
                      </a:lnTo>
                      <a:cubicBezTo>
                        <a:pt x="801520" y="532869"/>
                        <a:pt x="746055" y="477403"/>
                        <a:pt x="677594" y="477272"/>
                      </a:cubicBezTo>
                      <a:close/>
                      <a:moveTo>
                        <a:pt x="143200" y="419967"/>
                      </a:moveTo>
                      <a:lnTo>
                        <a:pt x="295909" y="419967"/>
                      </a:lnTo>
                      <a:cubicBezTo>
                        <a:pt x="337127" y="419967"/>
                        <a:pt x="376042" y="438082"/>
                        <a:pt x="402878" y="468140"/>
                      </a:cubicBezTo>
                      <a:lnTo>
                        <a:pt x="403313" y="468796"/>
                      </a:lnTo>
                      <a:lnTo>
                        <a:pt x="454371" y="434318"/>
                      </a:lnTo>
                      <a:cubicBezTo>
                        <a:pt x="476042" y="425124"/>
                        <a:pt x="499869" y="420017"/>
                        <a:pt x="524884" y="419967"/>
                      </a:cubicBezTo>
                      <a:lnTo>
                        <a:pt x="677655" y="419967"/>
                      </a:lnTo>
                      <a:cubicBezTo>
                        <a:pt x="702676" y="420009"/>
                        <a:pt x="726510" y="425109"/>
                        <a:pt x="748188" y="434301"/>
                      </a:cubicBezTo>
                      <a:lnTo>
                        <a:pt x="799354" y="468836"/>
                      </a:lnTo>
                      <a:lnTo>
                        <a:pt x="799831" y="468119"/>
                      </a:lnTo>
                      <a:cubicBezTo>
                        <a:pt x="826618" y="438095"/>
                        <a:pt x="865276" y="420133"/>
                        <a:pt x="906750" y="419967"/>
                      </a:cubicBezTo>
                      <a:lnTo>
                        <a:pt x="1059460" y="419967"/>
                      </a:lnTo>
                      <a:cubicBezTo>
                        <a:pt x="1138556" y="419967"/>
                        <a:pt x="1202685" y="484071"/>
                        <a:pt x="1202720" y="563167"/>
                      </a:cubicBezTo>
                      <a:lnTo>
                        <a:pt x="1202720" y="715878"/>
                      </a:lnTo>
                      <a:cubicBezTo>
                        <a:pt x="1202720" y="726713"/>
                        <a:pt x="1196584" y="736644"/>
                        <a:pt x="1186767" y="741520"/>
                      </a:cubicBezTo>
                      <a:lnTo>
                        <a:pt x="1125130" y="772278"/>
                      </a:lnTo>
                      <a:lnTo>
                        <a:pt x="1107193" y="1023284"/>
                      </a:lnTo>
                      <a:cubicBezTo>
                        <a:pt x="1106093" y="1038277"/>
                        <a:pt x="1093634" y="1049896"/>
                        <a:pt x="1078601" y="1049950"/>
                      </a:cubicBezTo>
                      <a:lnTo>
                        <a:pt x="868587" y="1049950"/>
                      </a:lnTo>
                      <a:cubicBezTo>
                        <a:pt x="852763" y="1049950"/>
                        <a:pt x="839936" y="1037121"/>
                        <a:pt x="839936" y="1021297"/>
                      </a:cubicBezTo>
                      <a:cubicBezTo>
                        <a:pt x="839936" y="1005474"/>
                        <a:pt x="852763" y="992645"/>
                        <a:pt x="868587" y="992645"/>
                      </a:cubicBezTo>
                      <a:lnTo>
                        <a:pt x="1051995" y="992645"/>
                      </a:lnTo>
                      <a:lnTo>
                        <a:pt x="1069150" y="751994"/>
                      </a:lnTo>
                      <a:cubicBezTo>
                        <a:pt x="1069858" y="741890"/>
                        <a:pt x="1075856" y="732914"/>
                        <a:pt x="1084922" y="728397"/>
                      </a:cubicBezTo>
                      <a:lnTo>
                        <a:pt x="1145416" y="698121"/>
                      </a:lnTo>
                      <a:lnTo>
                        <a:pt x="1145416" y="563167"/>
                      </a:lnTo>
                      <a:cubicBezTo>
                        <a:pt x="1145416" y="515795"/>
                        <a:pt x="1106892" y="477272"/>
                        <a:pt x="1059460" y="477272"/>
                      </a:cubicBezTo>
                      <a:lnTo>
                        <a:pt x="906750" y="477272"/>
                      </a:lnTo>
                      <a:cubicBezTo>
                        <a:pt x="890227" y="477272"/>
                        <a:pt x="874366" y="482088"/>
                        <a:pt x="860860" y="490650"/>
                      </a:cubicBezTo>
                      <a:lnTo>
                        <a:pt x="836286" y="518397"/>
                      </a:lnTo>
                      <a:lnTo>
                        <a:pt x="844647" y="530792"/>
                      </a:lnTo>
                      <a:cubicBezTo>
                        <a:pt x="853831" y="552473"/>
                        <a:pt x="858923" y="576309"/>
                        <a:pt x="858956" y="601330"/>
                      </a:cubicBezTo>
                      <a:lnTo>
                        <a:pt x="858956" y="849506"/>
                      </a:lnTo>
                      <a:cubicBezTo>
                        <a:pt x="858956" y="863110"/>
                        <a:pt x="849325" y="874907"/>
                        <a:pt x="835963" y="877556"/>
                      </a:cubicBezTo>
                      <a:lnTo>
                        <a:pt x="762105" y="892303"/>
                      </a:lnTo>
                      <a:lnTo>
                        <a:pt x="744469" y="1175810"/>
                      </a:lnTo>
                      <a:cubicBezTo>
                        <a:pt x="743485" y="1190917"/>
                        <a:pt x="730951" y="1202662"/>
                        <a:pt x="715817" y="1202662"/>
                      </a:cubicBezTo>
                      <a:lnTo>
                        <a:pt x="486782" y="1202662"/>
                      </a:lnTo>
                      <a:cubicBezTo>
                        <a:pt x="471649" y="1202662"/>
                        <a:pt x="459114" y="1190917"/>
                        <a:pt x="458130" y="1175810"/>
                      </a:cubicBezTo>
                      <a:lnTo>
                        <a:pt x="440494" y="892303"/>
                      </a:lnTo>
                      <a:lnTo>
                        <a:pt x="366636" y="877556"/>
                      </a:lnTo>
                      <a:cubicBezTo>
                        <a:pt x="353263" y="874886"/>
                        <a:pt x="343637" y="863143"/>
                        <a:pt x="343643" y="849506"/>
                      </a:cubicBezTo>
                      <a:lnTo>
                        <a:pt x="343643" y="601330"/>
                      </a:lnTo>
                      <a:cubicBezTo>
                        <a:pt x="343676" y="576315"/>
                        <a:pt x="348767" y="552484"/>
                        <a:pt x="357947" y="530807"/>
                      </a:cubicBezTo>
                      <a:lnTo>
                        <a:pt x="366340" y="518359"/>
                      </a:lnTo>
                      <a:lnTo>
                        <a:pt x="341836" y="490691"/>
                      </a:lnTo>
                      <a:cubicBezTo>
                        <a:pt x="328356" y="482144"/>
                        <a:pt x="312508" y="477329"/>
                        <a:pt x="295909" y="477272"/>
                      </a:cubicBezTo>
                      <a:lnTo>
                        <a:pt x="143200" y="477272"/>
                      </a:lnTo>
                      <a:cubicBezTo>
                        <a:pt x="95828" y="477272"/>
                        <a:pt x="57244" y="515795"/>
                        <a:pt x="57244" y="563167"/>
                      </a:cubicBezTo>
                      <a:lnTo>
                        <a:pt x="57244" y="698241"/>
                      </a:lnTo>
                      <a:lnTo>
                        <a:pt x="117738" y="728518"/>
                      </a:lnTo>
                      <a:cubicBezTo>
                        <a:pt x="126767" y="733033"/>
                        <a:pt x="132786" y="742001"/>
                        <a:pt x="133509" y="752114"/>
                      </a:cubicBezTo>
                      <a:lnTo>
                        <a:pt x="150664" y="992645"/>
                      </a:lnTo>
                      <a:lnTo>
                        <a:pt x="334072" y="992645"/>
                      </a:lnTo>
                      <a:cubicBezTo>
                        <a:pt x="349896" y="992645"/>
                        <a:pt x="362724" y="1005474"/>
                        <a:pt x="362724" y="1021297"/>
                      </a:cubicBezTo>
                      <a:cubicBezTo>
                        <a:pt x="362724" y="1037121"/>
                        <a:pt x="349896" y="1049950"/>
                        <a:pt x="334072" y="1049950"/>
                      </a:cubicBezTo>
                      <a:lnTo>
                        <a:pt x="124058" y="1049950"/>
                      </a:lnTo>
                      <a:cubicBezTo>
                        <a:pt x="109046" y="1049952"/>
                        <a:pt x="96600" y="1038321"/>
                        <a:pt x="95587" y="1023344"/>
                      </a:cubicBezTo>
                      <a:lnTo>
                        <a:pt x="77529" y="772338"/>
                      </a:lnTo>
                      <a:lnTo>
                        <a:pt x="15771" y="741399"/>
                      </a:lnTo>
                      <a:cubicBezTo>
                        <a:pt x="6084" y="736587"/>
                        <a:pt x="-29" y="726692"/>
                        <a:pt x="0" y="715878"/>
                      </a:cubicBezTo>
                      <a:lnTo>
                        <a:pt x="0" y="563167"/>
                      </a:lnTo>
                      <a:cubicBezTo>
                        <a:pt x="33" y="484094"/>
                        <a:pt x="64127" y="420001"/>
                        <a:pt x="143200" y="419967"/>
                      </a:cubicBezTo>
                      <a:close/>
                      <a:moveTo>
                        <a:pt x="983105" y="362718"/>
                      </a:moveTo>
                      <a:lnTo>
                        <a:pt x="983135" y="362724"/>
                      </a:lnTo>
                      <a:lnTo>
                        <a:pt x="983074" y="362724"/>
                      </a:lnTo>
                      <a:close/>
                      <a:moveTo>
                        <a:pt x="983135" y="133629"/>
                      </a:moveTo>
                      <a:cubicBezTo>
                        <a:pt x="935763" y="133629"/>
                        <a:pt x="897239" y="172152"/>
                        <a:pt x="897239" y="219524"/>
                      </a:cubicBezTo>
                      <a:cubicBezTo>
                        <a:pt x="897239" y="266897"/>
                        <a:pt x="935763" y="305420"/>
                        <a:pt x="983135" y="305420"/>
                      </a:cubicBezTo>
                      <a:cubicBezTo>
                        <a:pt x="1030507" y="305420"/>
                        <a:pt x="1069030" y="266897"/>
                        <a:pt x="1069030" y="219524"/>
                      </a:cubicBezTo>
                      <a:cubicBezTo>
                        <a:pt x="1069030" y="172152"/>
                        <a:pt x="1030507" y="133629"/>
                        <a:pt x="983135" y="133629"/>
                      </a:cubicBezTo>
                      <a:close/>
                      <a:moveTo>
                        <a:pt x="219524" y="133629"/>
                      </a:moveTo>
                      <a:cubicBezTo>
                        <a:pt x="172153" y="133629"/>
                        <a:pt x="133629" y="172152"/>
                        <a:pt x="133629" y="219524"/>
                      </a:cubicBezTo>
                      <a:cubicBezTo>
                        <a:pt x="133629" y="266897"/>
                        <a:pt x="172153" y="305420"/>
                        <a:pt x="219524" y="305420"/>
                      </a:cubicBezTo>
                      <a:cubicBezTo>
                        <a:pt x="266897" y="305420"/>
                        <a:pt x="305420" y="266897"/>
                        <a:pt x="305420" y="219524"/>
                      </a:cubicBezTo>
                      <a:cubicBezTo>
                        <a:pt x="305420" y="172152"/>
                        <a:pt x="266897" y="133629"/>
                        <a:pt x="219524" y="133629"/>
                      </a:cubicBezTo>
                      <a:close/>
                      <a:moveTo>
                        <a:pt x="983135" y="76325"/>
                      </a:moveTo>
                      <a:cubicBezTo>
                        <a:pt x="1062232" y="76358"/>
                        <a:pt x="1126334" y="140488"/>
                        <a:pt x="1126334" y="219585"/>
                      </a:cubicBezTo>
                      <a:cubicBezTo>
                        <a:pt x="1126285" y="278890"/>
                        <a:pt x="1090205" y="329753"/>
                        <a:pt x="1038809" y="351478"/>
                      </a:cubicBezTo>
                      <a:lnTo>
                        <a:pt x="983105" y="362718"/>
                      </a:lnTo>
                      <a:lnTo>
                        <a:pt x="927406" y="351455"/>
                      </a:lnTo>
                      <a:cubicBezTo>
                        <a:pt x="876019" y="329708"/>
                        <a:pt x="839960" y="278830"/>
                        <a:pt x="839936" y="219524"/>
                      </a:cubicBezTo>
                      <a:cubicBezTo>
                        <a:pt x="839968" y="140451"/>
                        <a:pt x="904061" y="76358"/>
                        <a:pt x="983135" y="76325"/>
                      </a:cubicBezTo>
                      <a:close/>
                      <a:moveTo>
                        <a:pt x="219585" y="76325"/>
                      </a:moveTo>
                      <a:cubicBezTo>
                        <a:pt x="298658" y="76391"/>
                        <a:pt x="362724" y="140511"/>
                        <a:pt x="362724" y="219585"/>
                      </a:cubicBezTo>
                      <a:cubicBezTo>
                        <a:pt x="362658" y="298635"/>
                        <a:pt x="298575" y="362691"/>
                        <a:pt x="219524" y="362724"/>
                      </a:cubicBezTo>
                      <a:cubicBezTo>
                        <a:pt x="140451" y="362691"/>
                        <a:pt x="76358" y="298598"/>
                        <a:pt x="76325" y="219524"/>
                      </a:cubicBezTo>
                      <a:cubicBezTo>
                        <a:pt x="76358" y="140428"/>
                        <a:pt x="140488" y="76325"/>
                        <a:pt x="219585" y="76325"/>
                      </a:cubicBezTo>
                      <a:close/>
                      <a:moveTo>
                        <a:pt x="601330" y="57183"/>
                      </a:moveTo>
                      <a:cubicBezTo>
                        <a:pt x="532846" y="57316"/>
                        <a:pt x="477371" y="112818"/>
                        <a:pt x="477272" y="181301"/>
                      </a:cubicBezTo>
                      <a:cubicBezTo>
                        <a:pt x="477272" y="249682"/>
                        <a:pt x="532950" y="305360"/>
                        <a:pt x="601330" y="305360"/>
                      </a:cubicBezTo>
                      <a:cubicBezTo>
                        <a:pt x="669790" y="305227"/>
                        <a:pt x="725256" y="249763"/>
                        <a:pt x="725388" y="181301"/>
                      </a:cubicBezTo>
                      <a:cubicBezTo>
                        <a:pt x="725289" y="112818"/>
                        <a:pt x="669814" y="57316"/>
                        <a:pt x="601330" y="57183"/>
                      </a:cubicBezTo>
                      <a:close/>
                      <a:moveTo>
                        <a:pt x="601330" y="0"/>
                      </a:moveTo>
                      <a:cubicBezTo>
                        <a:pt x="701438" y="133"/>
                        <a:pt x="782559" y="81254"/>
                        <a:pt x="782692" y="181362"/>
                      </a:cubicBezTo>
                      <a:cubicBezTo>
                        <a:pt x="782559" y="281470"/>
                        <a:pt x="701438" y="362591"/>
                        <a:pt x="601330" y="362724"/>
                      </a:cubicBezTo>
                      <a:cubicBezTo>
                        <a:pt x="501221" y="362591"/>
                        <a:pt x="420100" y="281470"/>
                        <a:pt x="419967" y="181362"/>
                      </a:cubicBezTo>
                      <a:cubicBezTo>
                        <a:pt x="420100" y="81254"/>
                        <a:pt x="501221" y="133"/>
                        <a:pt x="60133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17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" name="文本框 10"/>
                <p:cNvSpPr txBox="1"/>
                <p:nvPr/>
              </p:nvSpPr>
              <p:spPr>
                <a:xfrm>
                  <a:off x="1858410" y="4664321"/>
                  <a:ext cx="112776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algn="ctr"/>
                  <a:r>
                    <a:rPr kumimoji="1" lang="en-US" altLang="zh-CN" sz="12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Text here</a:t>
                  </a:r>
                  <a:endParaRPr kumimoji="1" lang="zh-CN" altLang="en-US" sz="12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18" name="TextBox 181"/>
            <p:cNvSpPr txBox="1"/>
            <p:nvPr/>
          </p:nvSpPr>
          <p:spPr>
            <a:xfrm>
              <a:off x="9239175" y="3033713"/>
              <a:ext cx="1354463" cy="58477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/>
            <a:p>
              <a:pPr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10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年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2" name="TextBox 192"/>
            <p:cNvSpPr txBox="1"/>
            <p:nvPr/>
          </p:nvSpPr>
          <p:spPr>
            <a:xfrm>
              <a:off x="9239175" y="3496054"/>
              <a:ext cx="1583969" cy="515206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Supporting text here</a:t>
              </a:r>
              <a:endPara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……</a:t>
              </a:r>
              <a:endPara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86" name="组合 85"/>
            <p:cNvGrpSpPr/>
            <p:nvPr/>
          </p:nvGrpSpPr>
          <p:grpSpPr>
            <a:xfrm>
              <a:off x="9178281" y="3442474"/>
              <a:ext cx="2181198" cy="238114"/>
              <a:chOff x="637924" y="2501339"/>
              <a:chExt cx="2181198" cy="238114"/>
            </a:xfrm>
          </p:grpSpPr>
          <p:sp>
            <p:nvSpPr>
              <p:cNvPr id="84" name="平行四边形 83"/>
              <p:cNvSpPr/>
              <p:nvPr/>
            </p:nvSpPr>
            <p:spPr>
              <a:xfrm flipV="1">
                <a:off x="637924" y="2501339"/>
                <a:ext cx="1731738" cy="103580"/>
              </a:xfrm>
              <a:prstGeom prst="parallelogram">
                <a:avLst>
                  <a:gd name="adj" fmla="val 46840"/>
                </a:avLst>
              </a:prstGeom>
              <a:gradFill flip="none" rotWithShape="1">
                <a:gsLst>
                  <a:gs pos="4000">
                    <a:schemeClr val="accent5">
                      <a:alpha val="0"/>
                    </a:schemeClr>
                  </a:gs>
                  <a:gs pos="100000">
                    <a:schemeClr val="accent5">
                      <a:alpha val="3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5" name="平行四边形 84"/>
              <p:cNvSpPr/>
              <p:nvPr/>
            </p:nvSpPr>
            <p:spPr>
              <a:xfrm flipV="1">
                <a:off x="1920201" y="2689288"/>
                <a:ext cx="898921" cy="50165"/>
              </a:xfrm>
              <a:prstGeom prst="parallelogram">
                <a:avLst>
                  <a:gd name="adj" fmla="val 46840"/>
                </a:avLst>
              </a:prstGeom>
              <a:gradFill flip="none" rotWithShape="1">
                <a:gsLst>
                  <a:gs pos="4000">
                    <a:schemeClr val="accent5">
                      <a:alpha val="0"/>
                    </a:schemeClr>
                  </a:gs>
                  <a:gs pos="100000">
                    <a:schemeClr val="accent5">
                      <a:alpha val="1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87" name="TextBox 181"/>
            <p:cNvSpPr txBox="1"/>
            <p:nvPr/>
          </p:nvSpPr>
          <p:spPr>
            <a:xfrm>
              <a:off x="1522899" y="3033713"/>
              <a:ext cx="1354463" cy="58477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/>
            <a:p>
              <a:pPr marL="0" marR="0" lvl="0" indent="0" algn="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99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人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8" name="TextBox 192"/>
            <p:cNvSpPr txBox="1"/>
            <p:nvPr/>
          </p:nvSpPr>
          <p:spPr>
            <a:xfrm>
              <a:off x="1293393" y="3496054"/>
              <a:ext cx="1583970" cy="515206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Supporting text here</a:t>
              </a:r>
              <a:endPara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……</a:t>
              </a:r>
              <a:endPara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2946875" y="3055410"/>
              <a:ext cx="737725" cy="737725"/>
              <a:chOff x="2436285" y="3202526"/>
              <a:chExt cx="737725" cy="737725"/>
            </a:xfrm>
          </p:grpSpPr>
          <p:sp>
            <p:nvSpPr>
              <p:cNvPr id="90" name="椭圆 89"/>
              <p:cNvSpPr/>
              <p:nvPr/>
            </p:nvSpPr>
            <p:spPr>
              <a:xfrm>
                <a:off x="2436285" y="3202526"/>
                <a:ext cx="737725" cy="73772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pic>
            <p:nvPicPr>
              <p:cNvPr id="91" name="图形 90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3343740">
                <a:off x="2556605" y="3274133"/>
                <a:ext cx="487608" cy="594510"/>
              </a:xfrm>
              <a:prstGeom prst="rect">
                <a:avLst/>
              </a:prstGeom>
            </p:spPr>
          </p:pic>
          <p:sp>
            <p:nvSpPr>
              <p:cNvPr id="92" name="椭圆 91"/>
              <p:cNvSpPr/>
              <p:nvPr/>
            </p:nvSpPr>
            <p:spPr>
              <a:xfrm rot="19543740">
                <a:off x="2573119" y="3344098"/>
                <a:ext cx="454580" cy="454580"/>
              </a:xfrm>
              <a:prstGeom prst="ellipse">
                <a:avLst/>
              </a:prstGeom>
              <a:solidFill>
                <a:schemeClr val="accent1">
                  <a:alpha val="15000"/>
                </a:schemeClr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93" name="任意多边形: 形状 92"/>
              <p:cNvSpPr/>
              <p:nvPr/>
            </p:nvSpPr>
            <p:spPr>
              <a:xfrm>
                <a:off x="2672960" y="3432330"/>
                <a:ext cx="249411" cy="249395"/>
              </a:xfrm>
              <a:custGeom>
                <a:avLst/>
                <a:gdLst>
                  <a:gd name="connsiteX0" fmla="*/ 153066 w 272098"/>
                  <a:gd name="connsiteY0" fmla="*/ 226730 h 272081"/>
                  <a:gd name="connsiteX1" fmla="*/ 153066 w 272098"/>
                  <a:gd name="connsiteY1" fmla="*/ 260740 h 272081"/>
                  <a:gd name="connsiteX2" fmla="*/ 198412 w 272098"/>
                  <a:gd name="connsiteY2" fmla="*/ 260740 h 272081"/>
                  <a:gd name="connsiteX3" fmla="*/ 198412 w 272098"/>
                  <a:gd name="connsiteY3" fmla="*/ 226730 h 272081"/>
                  <a:gd name="connsiteX4" fmla="*/ 181407 w 272098"/>
                  <a:gd name="connsiteY4" fmla="*/ 226730 h 272081"/>
                  <a:gd name="connsiteX5" fmla="*/ 175739 w 272098"/>
                  <a:gd name="connsiteY5" fmla="*/ 232398 h 272081"/>
                  <a:gd name="connsiteX6" fmla="*/ 170070 w 272098"/>
                  <a:gd name="connsiteY6" fmla="*/ 226730 h 272081"/>
                  <a:gd name="connsiteX7" fmla="*/ 175739 w 272098"/>
                  <a:gd name="connsiteY7" fmla="*/ 204057 h 272081"/>
                  <a:gd name="connsiteX8" fmla="*/ 181407 w 272098"/>
                  <a:gd name="connsiteY8" fmla="*/ 209725 h 272081"/>
                  <a:gd name="connsiteX9" fmla="*/ 181407 w 272098"/>
                  <a:gd name="connsiteY9" fmla="*/ 215394 h 272081"/>
                  <a:gd name="connsiteX10" fmla="*/ 204080 w 272098"/>
                  <a:gd name="connsiteY10" fmla="*/ 215394 h 272081"/>
                  <a:gd name="connsiteX11" fmla="*/ 209748 w 272098"/>
                  <a:gd name="connsiteY11" fmla="*/ 221062 h 272081"/>
                  <a:gd name="connsiteX12" fmla="*/ 209748 w 272098"/>
                  <a:gd name="connsiteY12" fmla="*/ 266408 h 272081"/>
                  <a:gd name="connsiteX13" fmla="*/ 204080 w 272098"/>
                  <a:gd name="connsiteY13" fmla="*/ 272076 h 272081"/>
                  <a:gd name="connsiteX14" fmla="*/ 147397 w 272098"/>
                  <a:gd name="connsiteY14" fmla="*/ 272076 h 272081"/>
                  <a:gd name="connsiteX15" fmla="*/ 141729 w 272098"/>
                  <a:gd name="connsiteY15" fmla="*/ 266408 h 272081"/>
                  <a:gd name="connsiteX16" fmla="*/ 141729 w 272098"/>
                  <a:gd name="connsiteY16" fmla="*/ 221062 h 272081"/>
                  <a:gd name="connsiteX17" fmla="*/ 147397 w 272098"/>
                  <a:gd name="connsiteY17" fmla="*/ 215394 h 272081"/>
                  <a:gd name="connsiteX18" fmla="*/ 170070 w 272098"/>
                  <a:gd name="connsiteY18" fmla="*/ 215394 h 272081"/>
                  <a:gd name="connsiteX19" fmla="*/ 170070 w 272098"/>
                  <a:gd name="connsiteY19" fmla="*/ 209725 h 272081"/>
                  <a:gd name="connsiteX20" fmla="*/ 175739 w 272098"/>
                  <a:gd name="connsiteY20" fmla="*/ 204057 h 272081"/>
                  <a:gd name="connsiteX21" fmla="*/ 82704 w 272098"/>
                  <a:gd name="connsiteY21" fmla="*/ 172835 h 272081"/>
                  <a:gd name="connsiteX22" fmla="*/ 86889 w 272098"/>
                  <a:gd name="connsiteY22" fmla="*/ 176193 h 272081"/>
                  <a:gd name="connsiteX23" fmla="*/ 124271 w 272098"/>
                  <a:gd name="connsiteY23" fmla="*/ 264192 h 272081"/>
                  <a:gd name="connsiteX24" fmla="*/ 121271 w 272098"/>
                  <a:gd name="connsiteY24" fmla="*/ 271627 h 272081"/>
                  <a:gd name="connsiteX25" fmla="*/ 119056 w 272098"/>
                  <a:gd name="connsiteY25" fmla="*/ 272081 h 272081"/>
                  <a:gd name="connsiteX26" fmla="*/ 113837 w 272098"/>
                  <a:gd name="connsiteY26" fmla="*/ 268628 h 272081"/>
                  <a:gd name="connsiteX27" fmla="*/ 79799 w 272098"/>
                  <a:gd name="connsiteY27" fmla="*/ 188507 h 272081"/>
                  <a:gd name="connsiteX28" fmla="*/ 68164 w 272098"/>
                  <a:gd name="connsiteY28" fmla="*/ 200557 h 272081"/>
                  <a:gd name="connsiteX29" fmla="*/ 68042 w 272098"/>
                  <a:gd name="connsiteY29" fmla="*/ 200940 h 272081"/>
                  <a:gd name="connsiteX30" fmla="*/ 68042 w 272098"/>
                  <a:gd name="connsiteY30" fmla="*/ 266408 h 272081"/>
                  <a:gd name="connsiteX31" fmla="*/ 62373 w 272098"/>
                  <a:gd name="connsiteY31" fmla="*/ 272076 h 272081"/>
                  <a:gd name="connsiteX32" fmla="*/ 56705 w 272098"/>
                  <a:gd name="connsiteY32" fmla="*/ 266408 h 272081"/>
                  <a:gd name="connsiteX33" fmla="*/ 56705 w 272098"/>
                  <a:gd name="connsiteY33" fmla="*/ 208488 h 272081"/>
                  <a:gd name="connsiteX34" fmla="*/ 37107 w 272098"/>
                  <a:gd name="connsiteY34" fmla="*/ 218535 h 272081"/>
                  <a:gd name="connsiteX35" fmla="*/ 16224 w 272098"/>
                  <a:gd name="connsiteY35" fmla="*/ 236673 h 272081"/>
                  <a:gd name="connsiteX36" fmla="*/ 11359 w 272098"/>
                  <a:gd name="connsiteY36" fmla="*/ 266219 h 272081"/>
                  <a:gd name="connsiteX37" fmla="*/ 5880 w 272098"/>
                  <a:gd name="connsiteY37" fmla="*/ 272071 h 272081"/>
                  <a:gd name="connsiteX38" fmla="*/ 5691 w 272098"/>
                  <a:gd name="connsiteY38" fmla="*/ 272076 h 272081"/>
                  <a:gd name="connsiteX39" fmla="*/ 27 w 272098"/>
                  <a:gd name="connsiteY39" fmla="*/ 266592 h 272081"/>
                  <a:gd name="connsiteX40" fmla="*/ 6498 w 272098"/>
                  <a:gd name="connsiteY40" fmla="*/ 230840 h 272081"/>
                  <a:gd name="connsiteX41" fmla="*/ 32020 w 272098"/>
                  <a:gd name="connsiteY41" fmla="*/ 208403 h 272081"/>
                  <a:gd name="connsiteX42" fmla="*/ 57645 w 272098"/>
                  <a:gd name="connsiteY42" fmla="*/ 195267 h 272081"/>
                  <a:gd name="connsiteX43" fmla="*/ 58297 w 272098"/>
                  <a:gd name="connsiteY43" fmla="*/ 194450 h 272081"/>
                  <a:gd name="connsiteX44" fmla="*/ 77593 w 272098"/>
                  <a:gd name="connsiteY44" fmla="*/ 174469 h 272081"/>
                  <a:gd name="connsiteX45" fmla="*/ 82704 w 272098"/>
                  <a:gd name="connsiteY45" fmla="*/ 172835 h 272081"/>
                  <a:gd name="connsiteX46" fmla="*/ 189466 w 272098"/>
                  <a:gd name="connsiteY46" fmla="*/ 172830 h 272081"/>
                  <a:gd name="connsiteX47" fmla="*/ 194605 w 272098"/>
                  <a:gd name="connsiteY47" fmla="*/ 174578 h 272081"/>
                  <a:gd name="connsiteX48" fmla="*/ 212876 w 272098"/>
                  <a:gd name="connsiteY48" fmla="*/ 194464 h 272081"/>
                  <a:gd name="connsiteX49" fmla="*/ 240163 w 272098"/>
                  <a:gd name="connsiteY49" fmla="*/ 208450 h 272081"/>
                  <a:gd name="connsiteX50" fmla="*/ 265600 w 272098"/>
                  <a:gd name="connsiteY50" fmla="*/ 230845 h 272081"/>
                  <a:gd name="connsiteX51" fmla="*/ 272071 w 272098"/>
                  <a:gd name="connsiteY51" fmla="*/ 266597 h 272081"/>
                  <a:gd name="connsiteX52" fmla="*/ 266408 w 272098"/>
                  <a:gd name="connsiteY52" fmla="*/ 272076 h 272081"/>
                  <a:gd name="connsiteX53" fmla="*/ 266219 w 272098"/>
                  <a:gd name="connsiteY53" fmla="*/ 272072 h 272081"/>
                  <a:gd name="connsiteX54" fmla="*/ 260739 w 272098"/>
                  <a:gd name="connsiteY54" fmla="*/ 266219 h 272081"/>
                  <a:gd name="connsiteX55" fmla="*/ 255874 w 272098"/>
                  <a:gd name="connsiteY55" fmla="*/ 236673 h 272081"/>
                  <a:gd name="connsiteX56" fmla="*/ 235071 w 272098"/>
                  <a:gd name="connsiteY56" fmla="*/ 218578 h 272081"/>
                  <a:gd name="connsiteX57" fmla="*/ 206801 w 272098"/>
                  <a:gd name="connsiteY57" fmla="*/ 204086 h 272081"/>
                  <a:gd name="connsiteX58" fmla="*/ 205214 w 272098"/>
                  <a:gd name="connsiteY58" fmla="*/ 202881 h 272081"/>
                  <a:gd name="connsiteX59" fmla="*/ 192205 w 272098"/>
                  <a:gd name="connsiteY59" fmla="*/ 188725 h 272081"/>
                  <a:gd name="connsiteX60" fmla="*/ 189560 w 272098"/>
                  <a:gd name="connsiteY60" fmla="*/ 194946 h 272081"/>
                  <a:gd name="connsiteX61" fmla="*/ 182125 w 272098"/>
                  <a:gd name="connsiteY61" fmla="*/ 197945 h 272081"/>
                  <a:gd name="connsiteX62" fmla="*/ 179126 w 272098"/>
                  <a:gd name="connsiteY62" fmla="*/ 190510 h 272081"/>
                  <a:gd name="connsiteX63" fmla="*/ 185210 w 272098"/>
                  <a:gd name="connsiteY63" fmla="*/ 176198 h 272081"/>
                  <a:gd name="connsiteX64" fmla="*/ 189466 w 272098"/>
                  <a:gd name="connsiteY64" fmla="*/ 172830 h 272081"/>
                  <a:gd name="connsiteX65" fmla="*/ 106799 w 272098"/>
                  <a:gd name="connsiteY65" fmla="*/ 34368 h 272081"/>
                  <a:gd name="connsiteX66" fmla="*/ 114040 w 272098"/>
                  <a:gd name="connsiteY66" fmla="*/ 37812 h 272081"/>
                  <a:gd name="connsiteX67" fmla="*/ 124725 w 272098"/>
                  <a:gd name="connsiteY67" fmla="*/ 45346 h 272081"/>
                  <a:gd name="connsiteX68" fmla="*/ 158734 w 272098"/>
                  <a:gd name="connsiteY68" fmla="*/ 45346 h 272081"/>
                  <a:gd name="connsiteX69" fmla="*/ 180104 w 272098"/>
                  <a:gd name="connsiteY69" fmla="*/ 60442 h 272081"/>
                  <a:gd name="connsiteX70" fmla="*/ 176655 w 272098"/>
                  <a:gd name="connsiteY70" fmla="*/ 67679 h 272081"/>
                  <a:gd name="connsiteX71" fmla="*/ 174761 w 272098"/>
                  <a:gd name="connsiteY71" fmla="*/ 68009 h 272081"/>
                  <a:gd name="connsiteX72" fmla="*/ 169419 w 272098"/>
                  <a:gd name="connsiteY72" fmla="*/ 64231 h 272081"/>
                  <a:gd name="connsiteX73" fmla="*/ 158729 w 272098"/>
                  <a:gd name="connsiteY73" fmla="*/ 56687 h 272081"/>
                  <a:gd name="connsiteX74" fmla="*/ 124720 w 272098"/>
                  <a:gd name="connsiteY74" fmla="*/ 56687 h 272081"/>
                  <a:gd name="connsiteX75" fmla="*/ 103355 w 272098"/>
                  <a:gd name="connsiteY75" fmla="*/ 41610 h 272081"/>
                  <a:gd name="connsiteX76" fmla="*/ 106799 w 272098"/>
                  <a:gd name="connsiteY76" fmla="*/ 34368 h 272081"/>
                  <a:gd name="connsiteX77" fmla="*/ 135319 w 272098"/>
                  <a:gd name="connsiteY77" fmla="*/ 0 h 272081"/>
                  <a:gd name="connsiteX78" fmla="*/ 156721 w 272098"/>
                  <a:gd name="connsiteY78" fmla="*/ 71 h 272081"/>
                  <a:gd name="connsiteX79" fmla="*/ 174963 w 272098"/>
                  <a:gd name="connsiteY79" fmla="*/ 66 h 272081"/>
                  <a:gd name="connsiteX80" fmla="*/ 179942 w 272098"/>
                  <a:gd name="connsiteY80" fmla="*/ 1880 h 272081"/>
                  <a:gd name="connsiteX81" fmla="*/ 179540 w 272098"/>
                  <a:gd name="connsiteY81" fmla="*/ 9886 h 272081"/>
                  <a:gd name="connsiteX82" fmla="*/ 156674 w 272098"/>
                  <a:gd name="connsiteY82" fmla="*/ 11407 h 272081"/>
                  <a:gd name="connsiteX83" fmla="*/ 135800 w 272098"/>
                  <a:gd name="connsiteY83" fmla="*/ 11351 h 272081"/>
                  <a:gd name="connsiteX84" fmla="*/ 104153 w 272098"/>
                  <a:gd name="connsiteY84" fmla="*/ 17194 h 272081"/>
                  <a:gd name="connsiteX85" fmla="*/ 75400 w 272098"/>
                  <a:gd name="connsiteY85" fmla="*/ 59422 h 272081"/>
                  <a:gd name="connsiteX86" fmla="*/ 75717 w 272098"/>
                  <a:gd name="connsiteY86" fmla="*/ 64458 h 272081"/>
                  <a:gd name="connsiteX87" fmla="*/ 78301 w 272098"/>
                  <a:gd name="connsiteY87" fmla="*/ 84320 h 272081"/>
                  <a:gd name="connsiteX88" fmla="*/ 75169 w 272098"/>
                  <a:gd name="connsiteY88" fmla="*/ 90158 h 272081"/>
                  <a:gd name="connsiteX89" fmla="*/ 72784 w 272098"/>
                  <a:gd name="connsiteY89" fmla="*/ 90735 h 272081"/>
                  <a:gd name="connsiteX90" fmla="*/ 67493 w 272098"/>
                  <a:gd name="connsiteY90" fmla="*/ 95694 h 272081"/>
                  <a:gd name="connsiteX91" fmla="*/ 67460 w 272098"/>
                  <a:gd name="connsiteY91" fmla="*/ 96455 h 272081"/>
                  <a:gd name="connsiteX92" fmla="*/ 67498 w 272098"/>
                  <a:gd name="connsiteY92" fmla="*/ 97541 h 272081"/>
                  <a:gd name="connsiteX93" fmla="*/ 69194 w 272098"/>
                  <a:gd name="connsiteY93" fmla="*/ 108420 h 272081"/>
                  <a:gd name="connsiteX94" fmla="*/ 73176 w 272098"/>
                  <a:gd name="connsiteY94" fmla="*/ 121551 h 272081"/>
                  <a:gd name="connsiteX95" fmla="*/ 80544 w 272098"/>
                  <a:gd name="connsiteY95" fmla="*/ 124569 h 272081"/>
                  <a:gd name="connsiteX96" fmla="*/ 87238 w 272098"/>
                  <a:gd name="connsiteY96" fmla="*/ 128547 h 272081"/>
                  <a:gd name="connsiteX97" fmla="*/ 89075 w 272098"/>
                  <a:gd name="connsiteY97" fmla="*/ 134999 h 272081"/>
                  <a:gd name="connsiteX98" fmla="*/ 89325 w 272098"/>
                  <a:gd name="connsiteY98" fmla="*/ 135670 h 272081"/>
                  <a:gd name="connsiteX99" fmla="*/ 107011 w 272098"/>
                  <a:gd name="connsiteY99" fmla="*/ 160005 h 272081"/>
                  <a:gd name="connsiteX100" fmla="*/ 135753 w 272098"/>
                  <a:gd name="connsiteY100" fmla="*/ 171767 h 272081"/>
                  <a:gd name="connsiteX101" fmla="*/ 163825 w 272098"/>
                  <a:gd name="connsiteY101" fmla="*/ 160218 h 272081"/>
                  <a:gd name="connsiteX102" fmla="*/ 181789 w 272098"/>
                  <a:gd name="connsiteY102" fmla="*/ 135670 h 272081"/>
                  <a:gd name="connsiteX103" fmla="*/ 182044 w 272098"/>
                  <a:gd name="connsiteY103" fmla="*/ 134975 h 272081"/>
                  <a:gd name="connsiteX104" fmla="*/ 183872 w 272098"/>
                  <a:gd name="connsiteY104" fmla="*/ 128547 h 272081"/>
                  <a:gd name="connsiteX105" fmla="*/ 190688 w 272098"/>
                  <a:gd name="connsiteY105" fmla="*/ 124593 h 272081"/>
                  <a:gd name="connsiteX106" fmla="*/ 197986 w 272098"/>
                  <a:gd name="connsiteY106" fmla="*/ 121428 h 272081"/>
                  <a:gd name="connsiteX107" fmla="*/ 200140 w 272098"/>
                  <a:gd name="connsiteY107" fmla="*/ 115203 h 272081"/>
                  <a:gd name="connsiteX108" fmla="*/ 201892 w 272098"/>
                  <a:gd name="connsiteY108" fmla="*/ 108514 h 272081"/>
                  <a:gd name="connsiteX109" fmla="*/ 203616 w 272098"/>
                  <a:gd name="connsiteY109" fmla="*/ 97513 h 272081"/>
                  <a:gd name="connsiteX110" fmla="*/ 203607 w 272098"/>
                  <a:gd name="connsiteY110" fmla="*/ 95798 h 272081"/>
                  <a:gd name="connsiteX111" fmla="*/ 198321 w 272098"/>
                  <a:gd name="connsiteY111" fmla="*/ 90735 h 272081"/>
                  <a:gd name="connsiteX112" fmla="*/ 195983 w 272098"/>
                  <a:gd name="connsiteY112" fmla="*/ 90177 h 272081"/>
                  <a:gd name="connsiteX113" fmla="*/ 192804 w 272098"/>
                  <a:gd name="connsiteY113" fmla="*/ 84311 h 272081"/>
                  <a:gd name="connsiteX114" fmla="*/ 195388 w 272098"/>
                  <a:gd name="connsiteY114" fmla="*/ 64500 h 272081"/>
                  <a:gd name="connsiteX115" fmla="*/ 195709 w 272098"/>
                  <a:gd name="connsiteY115" fmla="*/ 59413 h 272081"/>
                  <a:gd name="connsiteX116" fmla="*/ 174142 w 272098"/>
                  <a:gd name="connsiteY116" fmla="*/ 30967 h 272081"/>
                  <a:gd name="connsiteX117" fmla="*/ 171147 w 272098"/>
                  <a:gd name="connsiteY117" fmla="*/ 23533 h 272081"/>
                  <a:gd name="connsiteX118" fmla="*/ 178582 w 272098"/>
                  <a:gd name="connsiteY118" fmla="*/ 20538 h 272081"/>
                  <a:gd name="connsiteX119" fmla="*/ 207046 w 272098"/>
                  <a:gd name="connsiteY119" fmla="*/ 59408 h 272081"/>
                  <a:gd name="connsiteX120" fmla="*/ 206639 w 272098"/>
                  <a:gd name="connsiteY120" fmla="*/ 65856 h 272081"/>
                  <a:gd name="connsiteX121" fmla="*/ 204693 w 272098"/>
                  <a:gd name="connsiteY121" fmla="*/ 80877 h 272081"/>
                  <a:gd name="connsiteX122" fmla="*/ 214906 w 272098"/>
                  <a:gd name="connsiteY122" fmla="*/ 94622 h 272081"/>
                  <a:gd name="connsiteX123" fmla="*/ 214943 w 272098"/>
                  <a:gd name="connsiteY123" fmla="*/ 95269 h 272081"/>
                  <a:gd name="connsiteX124" fmla="*/ 214920 w 272098"/>
                  <a:gd name="connsiteY124" fmla="*/ 98070 h 272081"/>
                  <a:gd name="connsiteX125" fmla="*/ 213026 w 272098"/>
                  <a:gd name="connsiteY125" fmla="*/ 110673 h 272081"/>
                  <a:gd name="connsiteX126" fmla="*/ 210976 w 272098"/>
                  <a:gd name="connsiteY126" fmla="*/ 118528 h 272081"/>
                  <a:gd name="connsiteX127" fmla="*/ 208194 w 272098"/>
                  <a:gd name="connsiteY127" fmla="*/ 126369 h 272081"/>
                  <a:gd name="connsiteX128" fmla="*/ 193517 w 272098"/>
                  <a:gd name="connsiteY128" fmla="*/ 136076 h 272081"/>
                  <a:gd name="connsiteX129" fmla="*/ 192733 w 272098"/>
                  <a:gd name="connsiteY129" fmla="*/ 138839 h 272081"/>
                  <a:gd name="connsiteX130" fmla="*/ 192403 w 272098"/>
                  <a:gd name="connsiteY130" fmla="*/ 139713 h 272081"/>
                  <a:gd name="connsiteX131" fmla="*/ 170660 w 272098"/>
                  <a:gd name="connsiteY131" fmla="*/ 169235 h 272081"/>
                  <a:gd name="connsiteX132" fmla="*/ 135749 w 272098"/>
                  <a:gd name="connsiteY132" fmla="*/ 183089 h 272081"/>
                  <a:gd name="connsiteX133" fmla="*/ 100251 w 272098"/>
                  <a:gd name="connsiteY133" fmla="*/ 169093 h 272081"/>
                  <a:gd name="connsiteX134" fmla="*/ 78697 w 272098"/>
                  <a:gd name="connsiteY134" fmla="*/ 139675 h 272081"/>
                  <a:gd name="connsiteX135" fmla="*/ 78381 w 272098"/>
                  <a:gd name="connsiteY135" fmla="*/ 138834 h 272081"/>
                  <a:gd name="connsiteX136" fmla="*/ 77592 w 272098"/>
                  <a:gd name="connsiteY136" fmla="*/ 136062 h 272081"/>
                  <a:gd name="connsiteX137" fmla="*/ 62963 w 272098"/>
                  <a:gd name="connsiteY137" fmla="*/ 126454 h 272081"/>
                  <a:gd name="connsiteX138" fmla="*/ 58084 w 272098"/>
                  <a:gd name="connsiteY138" fmla="*/ 110654 h 272081"/>
                  <a:gd name="connsiteX139" fmla="*/ 56176 w 272098"/>
                  <a:gd name="connsiteY139" fmla="*/ 98250 h 272081"/>
                  <a:gd name="connsiteX140" fmla="*/ 56166 w 272098"/>
                  <a:gd name="connsiteY140" fmla="*/ 97527 h 272081"/>
                  <a:gd name="connsiteX141" fmla="*/ 56171 w 272098"/>
                  <a:gd name="connsiteY141" fmla="*/ 95468 h 272081"/>
                  <a:gd name="connsiteX142" fmla="*/ 56209 w 272098"/>
                  <a:gd name="connsiteY142" fmla="*/ 94613 h 272081"/>
                  <a:gd name="connsiteX143" fmla="*/ 66416 w 272098"/>
                  <a:gd name="connsiteY143" fmla="*/ 80872 h 272081"/>
                  <a:gd name="connsiteX144" fmla="*/ 64465 w 272098"/>
                  <a:gd name="connsiteY144" fmla="*/ 65794 h 272081"/>
                  <a:gd name="connsiteX145" fmla="*/ 64069 w 272098"/>
                  <a:gd name="connsiteY145" fmla="*/ 59403 h 272081"/>
                  <a:gd name="connsiteX146" fmla="*/ 99382 w 272098"/>
                  <a:gd name="connsiteY146" fmla="*/ 6901 h 272081"/>
                  <a:gd name="connsiteX147" fmla="*/ 135319 w 272098"/>
                  <a:gd name="connsiteY147" fmla="*/ 0 h 272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</a:cxnLst>
                <a:rect l="l" t="t" r="r" b="b"/>
                <a:pathLst>
                  <a:path w="272098" h="272081">
                    <a:moveTo>
                      <a:pt x="153066" y="226730"/>
                    </a:moveTo>
                    <a:lnTo>
                      <a:pt x="153066" y="260740"/>
                    </a:lnTo>
                    <a:lnTo>
                      <a:pt x="198412" y="260740"/>
                    </a:lnTo>
                    <a:lnTo>
                      <a:pt x="198412" y="226730"/>
                    </a:lnTo>
                    <a:lnTo>
                      <a:pt x="181407" y="226730"/>
                    </a:lnTo>
                    <a:cubicBezTo>
                      <a:pt x="181407" y="229862"/>
                      <a:pt x="178870" y="232398"/>
                      <a:pt x="175739" y="232398"/>
                    </a:cubicBezTo>
                    <a:cubicBezTo>
                      <a:pt x="172607" y="232398"/>
                      <a:pt x="170070" y="229862"/>
                      <a:pt x="170070" y="226730"/>
                    </a:cubicBezTo>
                    <a:close/>
                    <a:moveTo>
                      <a:pt x="175739" y="204057"/>
                    </a:moveTo>
                    <a:cubicBezTo>
                      <a:pt x="178870" y="204057"/>
                      <a:pt x="181407" y="206594"/>
                      <a:pt x="181407" y="209725"/>
                    </a:cubicBezTo>
                    <a:lnTo>
                      <a:pt x="181407" y="215394"/>
                    </a:lnTo>
                    <a:lnTo>
                      <a:pt x="204080" y="215394"/>
                    </a:lnTo>
                    <a:cubicBezTo>
                      <a:pt x="207212" y="215394"/>
                      <a:pt x="209748" y="217935"/>
                      <a:pt x="209748" y="221062"/>
                    </a:cubicBezTo>
                    <a:lnTo>
                      <a:pt x="209748" y="266408"/>
                    </a:lnTo>
                    <a:cubicBezTo>
                      <a:pt x="209748" y="269540"/>
                      <a:pt x="207212" y="272076"/>
                      <a:pt x="204080" y="272076"/>
                    </a:cubicBezTo>
                    <a:lnTo>
                      <a:pt x="147397" y="272076"/>
                    </a:lnTo>
                    <a:cubicBezTo>
                      <a:pt x="144266" y="272076"/>
                      <a:pt x="141729" y="269540"/>
                      <a:pt x="141729" y="266408"/>
                    </a:cubicBezTo>
                    <a:lnTo>
                      <a:pt x="141729" y="221062"/>
                    </a:lnTo>
                    <a:cubicBezTo>
                      <a:pt x="141729" y="217930"/>
                      <a:pt x="144266" y="215394"/>
                      <a:pt x="147397" y="215394"/>
                    </a:cubicBezTo>
                    <a:lnTo>
                      <a:pt x="170070" y="215394"/>
                    </a:lnTo>
                    <a:lnTo>
                      <a:pt x="170070" y="209725"/>
                    </a:lnTo>
                    <a:cubicBezTo>
                      <a:pt x="170070" y="206594"/>
                      <a:pt x="172607" y="204057"/>
                      <a:pt x="175739" y="204057"/>
                    </a:cubicBezTo>
                    <a:close/>
                    <a:moveTo>
                      <a:pt x="82704" y="172835"/>
                    </a:moveTo>
                    <a:cubicBezTo>
                      <a:pt x="84574" y="173180"/>
                      <a:pt x="86142" y="174446"/>
                      <a:pt x="86889" y="176193"/>
                    </a:cubicBezTo>
                    <a:lnTo>
                      <a:pt x="124271" y="264192"/>
                    </a:lnTo>
                    <a:cubicBezTo>
                      <a:pt x="125494" y="267074"/>
                      <a:pt x="124153" y="270404"/>
                      <a:pt x="121271" y="271627"/>
                    </a:cubicBezTo>
                    <a:cubicBezTo>
                      <a:pt x="120549" y="271934"/>
                      <a:pt x="119793" y="272081"/>
                      <a:pt x="119056" y="272081"/>
                    </a:cubicBezTo>
                    <a:cubicBezTo>
                      <a:pt x="116850" y="272081"/>
                      <a:pt x="114753" y="270786"/>
                      <a:pt x="113837" y="268628"/>
                    </a:cubicBezTo>
                    <a:lnTo>
                      <a:pt x="79799" y="188507"/>
                    </a:lnTo>
                    <a:lnTo>
                      <a:pt x="68164" y="200557"/>
                    </a:lnTo>
                    <a:cubicBezTo>
                      <a:pt x="68127" y="200685"/>
                      <a:pt x="68089" y="200812"/>
                      <a:pt x="68042" y="200940"/>
                    </a:cubicBezTo>
                    <a:lnTo>
                      <a:pt x="68042" y="266408"/>
                    </a:lnTo>
                    <a:cubicBezTo>
                      <a:pt x="68042" y="269539"/>
                      <a:pt x="65505" y="272076"/>
                      <a:pt x="62373" y="272076"/>
                    </a:cubicBezTo>
                    <a:cubicBezTo>
                      <a:pt x="59242" y="272076"/>
                      <a:pt x="56705" y="269539"/>
                      <a:pt x="56705" y="266408"/>
                    </a:cubicBezTo>
                    <a:lnTo>
                      <a:pt x="56705" y="208488"/>
                    </a:lnTo>
                    <a:lnTo>
                      <a:pt x="37107" y="218535"/>
                    </a:lnTo>
                    <a:cubicBezTo>
                      <a:pt x="30178" y="221950"/>
                      <a:pt x="20556" y="229441"/>
                      <a:pt x="16224" y="236673"/>
                    </a:cubicBezTo>
                    <a:cubicBezTo>
                      <a:pt x="13371" y="241430"/>
                      <a:pt x="11061" y="257353"/>
                      <a:pt x="11359" y="266219"/>
                    </a:cubicBezTo>
                    <a:cubicBezTo>
                      <a:pt x="11458" y="269346"/>
                      <a:pt x="9006" y="271967"/>
                      <a:pt x="5880" y="272071"/>
                    </a:cubicBezTo>
                    <a:cubicBezTo>
                      <a:pt x="5818" y="272076"/>
                      <a:pt x="5752" y="272076"/>
                      <a:pt x="5691" y="272076"/>
                    </a:cubicBezTo>
                    <a:cubicBezTo>
                      <a:pt x="2644" y="272076"/>
                      <a:pt x="126" y="269662"/>
                      <a:pt x="27" y="266592"/>
                    </a:cubicBezTo>
                    <a:cubicBezTo>
                      <a:pt x="-256" y="258109"/>
                      <a:pt x="1671" y="238903"/>
                      <a:pt x="6498" y="230840"/>
                    </a:cubicBezTo>
                    <a:cubicBezTo>
                      <a:pt x="12266" y="221223"/>
                      <a:pt x="23768" y="212470"/>
                      <a:pt x="32020" y="208403"/>
                    </a:cubicBezTo>
                    <a:lnTo>
                      <a:pt x="57645" y="195267"/>
                    </a:lnTo>
                    <a:cubicBezTo>
                      <a:pt x="57834" y="194979"/>
                      <a:pt x="58051" y="194705"/>
                      <a:pt x="58297" y="194450"/>
                    </a:cubicBezTo>
                    <a:lnTo>
                      <a:pt x="77593" y="174469"/>
                    </a:lnTo>
                    <a:cubicBezTo>
                      <a:pt x="78910" y="173099"/>
                      <a:pt x="80833" y="172490"/>
                      <a:pt x="82704" y="172835"/>
                    </a:cubicBezTo>
                    <a:close/>
                    <a:moveTo>
                      <a:pt x="189466" y="172830"/>
                    </a:moveTo>
                    <a:cubicBezTo>
                      <a:pt x="191383" y="172504"/>
                      <a:pt x="193306" y="173161"/>
                      <a:pt x="194605" y="174578"/>
                    </a:cubicBezTo>
                    <a:lnTo>
                      <a:pt x="212876" y="194464"/>
                    </a:lnTo>
                    <a:lnTo>
                      <a:pt x="240163" y="208450"/>
                    </a:lnTo>
                    <a:cubicBezTo>
                      <a:pt x="248330" y="212475"/>
                      <a:pt x="259837" y="221227"/>
                      <a:pt x="265600" y="230845"/>
                    </a:cubicBezTo>
                    <a:cubicBezTo>
                      <a:pt x="270432" y="238908"/>
                      <a:pt x="272355" y="258113"/>
                      <a:pt x="272071" y="266597"/>
                    </a:cubicBezTo>
                    <a:cubicBezTo>
                      <a:pt x="271967" y="269658"/>
                      <a:pt x="269454" y="272076"/>
                      <a:pt x="266408" y="272076"/>
                    </a:cubicBezTo>
                    <a:cubicBezTo>
                      <a:pt x="266346" y="272076"/>
                      <a:pt x="266280" y="272076"/>
                      <a:pt x="266219" y="272072"/>
                    </a:cubicBezTo>
                    <a:cubicBezTo>
                      <a:pt x="263087" y="271968"/>
                      <a:pt x="260635" y="269346"/>
                      <a:pt x="260739" y="266219"/>
                    </a:cubicBezTo>
                    <a:cubicBezTo>
                      <a:pt x="261037" y="257353"/>
                      <a:pt x="258727" y="241435"/>
                      <a:pt x="255874" y="236673"/>
                    </a:cubicBezTo>
                    <a:cubicBezTo>
                      <a:pt x="251543" y="229446"/>
                      <a:pt x="241921" y="221955"/>
                      <a:pt x="235071" y="218578"/>
                    </a:cubicBezTo>
                    <a:lnTo>
                      <a:pt x="206801" y="204086"/>
                    </a:lnTo>
                    <a:cubicBezTo>
                      <a:pt x="206206" y="203783"/>
                      <a:pt x="205667" y="203373"/>
                      <a:pt x="205214" y="202881"/>
                    </a:cubicBezTo>
                    <a:lnTo>
                      <a:pt x="192205" y="188725"/>
                    </a:lnTo>
                    <a:lnTo>
                      <a:pt x="189560" y="194946"/>
                    </a:lnTo>
                    <a:cubicBezTo>
                      <a:pt x="188332" y="197827"/>
                      <a:pt x="184997" y="199169"/>
                      <a:pt x="182125" y="197945"/>
                    </a:cubicBezTo>
                    <a:cubicBezTo>
                      <a:pt x="179244" y="196717"/>
                      <a:pt x="177902" y="193392"/>
                      <a:pt x="179126" y="190510"/>
                    </a:cubicBezTo>
                    <a:lnTo>
                      <a:pt x="185210" y="176198"/>
                    </a:lnTo>
                    <a:cubicBezTo>
                      <a:pt x="185965" y="174427"/>
                      <a:pt x="187567" y="173156"/>
                      <a:pt x="189466" y="172830"/>
                    </a:cubicBezTo>
                    <a:close/>
                    <a:moveTo>
                      <a:pt x="106799" y="34368"/>
                    </a:moveTo>
                    <a:cubicBezTo>
                      <a:pt x="109737" y="33329"/>
                      <a:pt x="112987" y="34860"/>
                      <a:pt x="114040" y="37812"/>
                    </a:cubicBezTo>
                    <a:cubicBezTo>
                      <a:pt x="115646" y="42318"/>
                      <a:pt x="119935" y="45346"/>
                      <a:pt x="124725" y="45346"/>
                    </a:cubicBezTo>
                    <a:lnTo>
                      <a:pt x="158734" y="45346"/>
                    </a:lnTo>
                    <a:cubicBezTo>
                      <a:pt x="168318" y="45346"/>
                      <a:pt x="176906" y="51411"/>
                      <a:pt x="180104" y="60442"/>
                    </a:cubicBezTo>
                    <a:cubicBezTo>
                      <a:pt x="181152" y="63395"/>
                      <a:pt x="179608" y="66635"/>
                      <a:pt x="176655" y="67679"/>
                    </a:cubicBezTo>
                    <a:cubicBezTo>
                      <a:pt x="176027" y="67901"/>
                      <a:pt x="175389" y="68009"/>
                      <a:pt x="174761" y="68009"/>
                    </a:cubicBezTo>
                    <a:cubicBezTo>
                      <a:pt x="172428" y="68009"/>
                      <a:pt x="170245" y="66555"/>
                      <a:pt x="169419" y="64231"/>
                    </a:cubicBezTo>
                    <a:cubicBezTo>
                      <a:pt x="167818" y="59720"/>
                      <a:pt x="163524" y="56687"/>
                      <a:pt x="158729" y="56687"/>
                    </a:cubicBezTo>
                    <a:lnTo>
                      <a:pt x="124720" y="56687"/>
                    </a:lnTo>
                    <a:cubicBezTo>
                      <a:pt x="115150" y="56687"/>
                      <a:pt x="106563" y="50627"/>
                      <a:pt x="103355" y="41610"/>
                    </a:cubicBezTo>
                    <a:cubicBezTo>
                      <a:pt x="102306" y="38662"/>
                      <a:pt x="103846" y="35422"/>
                      <a:pt x="106799" y="34368"/>
                    </a:cubicBezTo>
                    <a:close/>
                    <a:moveTo>
                      <a:pt x="135319" y="0"/>
                    </a:moveTo>
                    <a:cubicBezTo>
                      <a:pt x="142909" y="0"/>
                      <a:pt x="150273" y="33"/>
                      <a:pt x="156721" y="71"/>
                    </a:cubicBezTo>
                    <a:cubicBezTo>
                      <a:pt x="164855" y="104"/>
                      <a:pt x="173263" y="142"/>
                      <a:pt x="174963" y="66"/>
                    </a:cubicBezTo>
                    <a:cubicBezTo>
                      <a:pt x="176758" y="-184"/>
                      <a:pt x="178634" y="439"/>
                      <a:pt x="179942" y="1880"/>
                    </a:cubicBezTo>
                    <a:cubicBezTo>
                      <a:pt x="182044" y="4199"/>
                      <a:pt x="181864" y="7784"/>
                      <a:pt x="179540" y="9886"/>
                    </a:cubicBezTo>
                    <a:cubicBezTo>
                      <a:pt x="177769" y="11492"/>
                      <a:pt x="177764" y="11502"/>
                      <a:pt x="156674" y="11407"/>
                    </a:cubicBezTo>
                    <a:cubicBezTo>
                      <a:pt x="150240" y="11379"/>
                      <a:pt x="142891" y="11351"/>
                      <a:pt x="135800" y="11351"/>
                    </a:cubicBezTo>
                    <a:cubicBezTo>
                      <a:pt x="122948" y="11351"/>
                      <a:pt x="111588" y="13481"/>
                      <a:pt x="104153" y="17194"/>
                    </a:cubicBezTo>
                    <a:cubicBezTo>
                      <a:pt x="86572" y="24775"/>
                      <a:pt x="75400" y="41293"/>
                      <a:pt x="75400" y="59422"/>
                    </a:cubicBezTo>
                    <a:cubicBezTo>
                      <a:pt x="75400" y="61146"/>
                      <a:pt x="75504" y="62776"/>
                      <a:pt x="75717" y="64458"/>
                    </a:cubicBezTo>
                    <a:cubicBezTo>
                      <a:pt x="75963" y="66593"/>
                      <a:pt x="77101" y="75312"/>
                      <a:pt x="78301" y="84320"/>
                    </a:cubicBezTo>
                    <a:cubicBezTo>
                      <a:pt x="78622" y="86739"/>
                      <a:pt x="77361" y="89091"/>
                      <a:pt x="75169" y="90158"/>
                    </a:cubicBezTo>
                    <a:cubicBezTo>
                      <a:pt x="74451" y="90508"/>
                      <a:pt x="73620" y="90702"/>
                      <a:pt x="72784" y="90735"/>
                    </a:cubicBezTo>
                    <a:cubicBezTo>
                      <a:pt x="70025" y="91155"/>
                      <a:pt x="67899" y="93144"/>
                      <a:pt x="67493" y="95694"/>
                    </a:cubicBezTo>
                    <a:cubicBezTo>
                      <a:pt x="67489" y="95982"/>
                      <a:pt x="67479" y="96318"/>
                      <a:pt x="67460" y="96455"/>
                    </a:cubicBezTo>
                    <a:cubicBezTo>
                      <a:pt x="67474" y="96634"/>
                      <a:pt x="67498" y="97362"/>
                      <a:pt x="67498" y="97541"/>
                    </a:cubicBezTo>
                    <a:cubicBezTo>
                      <a:pt x="67640" y="99908"/>
                      <a:pt x="68263" y="103876"/>
                      <a:pt x="69194" y="108420"/>
                    </a:cubicBezTo>
                    <a:cubicBezTo>
                      <a:pt x="69817" y="111537"/>
                      <a:pt x="72099" y="119241"/>
                      <a:pt x="73176" y="121551"/>
                    </a:cubicBezTo>
                    <a:cubicBezTo>
                      <a:pt x="74357" y="123922"/>
                      <a:pt x="77224" y="125301"/>
                      <a:pt x="80544" y="124569"/>
                    </a:cubicBezTo>
                    <a:cubicBezTo>
                      <a:pt x="83464" y="123903"/>
                      <a:pt x="86411" y="125656"/>
                      <a:pt x="87238" y="128547"/>
                    </a:cubicBezTo>
                    <a:lnTo>
                      <a:pt x="89075" y="134999"/>
                    </a:lnTo>
                    <a:cubicBezTo>
                      <a:pt x="89174" y="135216"/>
                      <a:pt x="89255" y="135438"/>
                      <a:pt x="89325" y="135670"/>
                    </a:cubicBezTo>
                    <a:cubicBezTo>
                      <a:pt x="92216" y="145320"/>
                      <a:pt x="98494" y="153964"/>
                      <a:pt x="107011" y="160005"/>
                    </a:cubicBezTo>
                    <a:cubicBezTo>
                      <a:pt x="116169" y="167100"/>
                      <a:pt x="127648" y="171767"/>
                      <a:pt x="135753" y="171767"/>
                    </a:cubicBezTo>
                    <a:cubicBezTo>
                      <a:pt x="144383" y="171767"/>
                      <a:pt x="154879" y="167450"/>
                      <a:pt x="163825" y="160218"/>
                    </a:cubicBezTo>
                    <a:cubicBezTo>
                      <a:pt x="172620" y="153959"/>
                      <a:pt x="178903" y="145320"/>
                      <a:pt x="181789" y="135670"/>
                    </a:cubicBezTo>
                    <a:cubicBezTo>
                      <a:pt x="181860" y="135433"/>
                      <a:pt x="181945" y="135197"/>
                      <a:pt x="182044" y="134975"/>
                    </a:cubicBezTo>
                    <a:lnTo>
                      <a:pt x="183872" y="128547"/>
                    </a:lnTo>
                    <a:cubicBezTo>
                      <a:pt x="184708" y="125609"/>
                      <a:pt x="187736" y="123856"/>
                      <a:pt x="190688" y="124593"/>
                    </a:cubicBezTo>
                    <a:cubicBezTo>
                      <a:pt x="193678" y="125339"/>
                      <a:pt x="196720" y="123998"/>
                      <a:pt x="197986" y="121428"/>
                    </a:cubicBezTo>
                    <a:cubicBezTo>
                      <a:pt x="198501" y="120351"/>
                      <a:pt x="199564" y="117002"/>
                      <a:pt x="200140" y="115203"/>
                    </a:cubicBezTo>
                    <a:cubicBezTo>
                      <a:pt x="200971" y="112373"/>
                      <a:pt x="201661" y="109775"/>
                      <a:pt x="201892" y="108514"/>
                    </a:cubicBezTo>
                    <a:cubicBezTo>
                      <a:pt x="202851" y="103786"/>
                      <a:pt x="203460" y="99912"/>
                      <a:pt x="203616" y="97513"/>
                    </a:cubicBezTo>
                    <a:cubicBezTo>
                      <a:pt x="203593" y="97300"/>
                      <a:pt x="203607" y="96016"/>
                      <a:pt x="203607" y="95798"/>
                    </a:cubicBezTo>
                    <a:cubicBezTo>
                      <a:pt x="203338" y="93266"/>
                      <a:pt x="201170" y="91164"/>
                      <a:pt x="198321" y="90735"/>
                    </a:cubicBezTo>
                    <a:cubicBezTo>
                      <a:pt x="197504" y="90702"/>
                      <a:pt x="196687" y="90513"/>
                      <a:pt x="195983" y="90177"/>
                    </a:cubicBezTo>
                    <a:cubicBezTo>
                      <a:pt x="193763" y="89119"/>
                      <a:pt x="192478" y="86748"/>
                      <a:pt x="192804" y="84311"/>
                    </a:cubicBezTo>
                    <a:cubicBezTo>
                      <a:pt x="194009" y="75303"/>
                      <a:pt x="195142" y="66578"/>
                      <a:pt x="195388" y="64500"/>
                    </a:cubicBezTo>
                    <a:cubicBezTo>
                      <a:pt x="195605" y="62771"/>
                      <a:pt x="195709" y="61142"/>
                      <a:pt x="195709" y="59413"/>
                    </a:cubicBezTo>
                    <a:cubicBezTo>
                      <a:pt x="195709" y="46768"/>
                      <a:pt x="184859" y="35531"/>
                      <a:pt x="174142" y="30967"/>
                    </a:cubicBezTo>
                    <a:cubicBezTo>
                      <a:pt x="171260" y="29739"/>
                      <a:pt x="169919" y="26414"/>
                      <a:pt x="171147" y="23533"/>
                    </a:cubicBezTo>
                    <a:cubicBezTo>
                      <a:pt x="172370" y="20651"/>
                      <a:pt x="175700" y="19310"/>
                      <a:pt x="178582" y="20538"/>
                    </a:cubicBezTo>
                    <a:cubicBezTo>
                      <a:pt x="192289" y="26371"/>
                      <a:pt x="207046" y="41024"/>
                      <a:pt x="207046" y="59408"/>
                    </a:cubicBezTo>
                    <a:cubicBezTo>
                      <a:pt x="207046" y="61586"/>
                      <a:pt x="206909" y="63692"/>
                      <a:pt x="206639" y="65856"/>
                    </a:cubicBezTo>
                    <a:cubicBezTo>
                      <a:pt x="206446" y="67533"/>
                      <a:pt x="205643" y="73711"/>
                      <a:pt x="204693" y="80877"/>
                    </a:cubicBezTo>
                    <a:cubicBezTo>
                      <a:pt x="210243" y="83338"/>
                      <a:pt x="214192" y="88458"/>
                      <a:pt x="214906" y="94622"/>
                    </a:cubicBezTo>
                    <a:cubicBezTo>
                      <a:pt x="214934" y="94839"/>
                      <a:pt x="214943" y="95052"/>
                      <a:pt x="214943" y="95269"/>
                    </a:cubicBezTo>
                    <a:cubicBezTo>
                      <a:pt x="215014" y="96053"/>
                      <a:pt x="215019" y="97036"/>
                      <a:pt x="214920" y="98070"/>
                    </a:cubicBezTo>
                    <a:cubicBezTo>
                      <a:pt x="214688" y="101958"/>
                      <a:pt x="213763" y="107054"/>
                      <a:pt x="213026" y="110673"/>
                    </a:cubicBezTo>
                    <a:cubicBezTo>
                      <a:pt x="212619" y="112864"/>
                      <a:pt x="211566" y="116539"/>
                      <a:pt x="210976" y="118528"/>
                    </a:cubicBezTo>
                    <a:cubicBezTo>
                      <a:pt x="209922" y="121853"/>
                      <a:pt x="209006" y="124654"/>
                      <a:pt x="208194" y="126369"/>
                    </a:cubicBezTo>
                    <a:cubicBezTo>
                      <a:pt x="205374" y="132061"/>
                      <a:pt x="199682" y="135651"/>
                      <a:pt x="193517" y="136076"/>
                    </a:cubicBezTo>
                    <a:lnTo>
                      <a:pt x="192733" y="138839"/>
                    </a:lnTo>
                    <a:cubicBezTo>
                      <a:pt x="192644" y="139141"/>
                      <a:pt x="192535" y="139434"/>
                      <a:pt x="192403" y="139713"/>
                    </a:cubicBezTo>
                    <a:cubicBezTo>
                      <a:pt x="188695" y="151446"/>
                      <a:pt x="181000" y="161909"/>
                      <a:pt x="170660" y="169235"/>
                    </a:cubicBezTo>
                    <a:cubicBezTo>
                      <a:pt x="159881" y="177960"/>
                      <a:pt x="147057" y="183089"/>
                      <a:pt x="135749" y="183089"/>
                    </a:cubicBezTo>
                    <a:cubicBezTo>
                      <a:pt x="125154" y="183089"/>
                      <a:pt x="111224" y="177596"/>
                      <a:pt x="100251" y="169093"/>
                    </a:cubicBezTo>
                    <a:cubicBezTo>
                      <a:pt x="90095" y="161895"/>
                      <a:pt x="82405" y="151423"/>
                      <a:pt x="78697" y="139675"/>
                    </a:cubicBezTo>
                    <a:cubicBezTo>
                      <a:pt x="78570" y="139406"/>
                      <a:pt x="78466" y="139127"/>
                      <a:pt x="78381" y="138834"/>
                    </a:cubicBezTo>
                    <a:lnTo>
                      <a:pt x="77592" y="136062"/>
                    </a:lnTo>
                    <a:cubicBezTo>
                      <a:pt x="71357" y="135646"/>
                      <a:pt x="65703" y="131971"/>
                      <a:pt x="62963" y="126454"/>
                    </a:cubicBezTo>
                    <a:cubicBezTo>
                      <a:pt x="61334" y="122963"/>
                      <a:pt x="58788" y="114178"/>
                      <a:pt x="58084" y="110654"/>
                    </a:cubicBezTo>
                    <a:cubicBezTo>
                      <a:pt x="57352" y="107069"/>
                      <a:pt x="56421" y="101991"/>
                      <a:pt x="56176" y="98250"/>
                    </a:cubicBezTo>
                    <a:cubicBezTo>
                      <a:pt x="56171" y="98127"/>
                      <a:pt x="56166" y="97650"/>
                      <a:pt x="56166" y="97527"/>
                    </a:cubicBezTo>
                    <a:cubicBezTo>
                      <a:pt x="56105" y="97093"/>
                      <a:pt x="56100" y="96280"/>
                      <a:pt x="56171" y="95468"/>
                    </a:cubicBezTo>
                    <a:cubicBezTo>
                      <a:pt x="56180" y="95165"/>
                      <a:pt x="56190" y="94764"/>
                      <a:pt x="56209" y="94613"/>
                    </a:cubicBezTo>
                    <a:cubicBezTo>
                      <a:pt x="56922" y="88448"/>
                      <a:pt x="60871" y="83333"/>
                      <a:pt x="66416" y="80872"/>
                    </a:cubicBezTo>
                    <a:cubicBezTo>
                      <a:pt x="65472" y="73706"/>
                      <a:pt x="64664" y="67509"/>
                      <a:pt x="64465" y="65794"/>
                    </a:cubicBezTo>
                    <a:cubicBezTo>
                      <a:pt x="64201" y="63678"/>
                      <a:pt x="64069" y="61567"/>
                      <a:pt x="64069" y="59403"/>
                    </a:cubicBezTo>
                    <a:cubicBezTo>
                      <a:pt x="64069" y="36745"/>
                      <a:pt x="77928" y="16135"/>
                      <a:pt x="99382" y="6901"/>
                    </a:cubicBezTo>
                    <a:cubicBezTo>
                      <a:pt x="108045" y="2565"/>
                      <a:pt x="121247" y="0"/>
                      <a:pt x="1353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6350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5" name="组合 94"/>
            <p:cNvGrpSpPr/>
            <p:nvPr/>
          </p:nvGrpSpPr>
          <p:grpSpPr>
            <a:xfrm flipH="1">
              <a:off x="862445" y="3442474"/>
              <a:ext cx="2181198" cy="238114"/>
              <a:chOff x="637924" y="2501339"/>
              <a:chExt cx="2181198" cy="238114"/>
            </a:xfrm>
          </p:grpSpPr>
          <p:sp>
            <p:nvSpPr>
              <p:cNvPr id="96" name="平行四边形 95"/>
              <p:cNvSpPr/>
              <p:nvPr/>
            </p:nvSpPr>
            <p:spPr>
              <a:xfrm flipV="1">
                <a:off x="637924" y="2501339"/>
                <a:ext cx="1731738" cy="103580"/>
              </a:xfrm>
              <a:prstGeom prst="parallelogram">
                <a:avLst>
                  <a:gd name="adj" fmla="val 46840"/>
                </a:avLst>
              </a:prstGeom>
              <a:gradFill flip="none" rotWithShape="1">
                <a:gsLst>
                  <a:gs pos="4000">
                    <a:schemeClr val="accent5">
                      <a:alpha val="0"/>
                    </a:schemeClr>
                  </a:gs>
                  <a:gs pos="100000">
                    <a:schemeClr val="accent5">
                      <a:alpha val="3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7" name="平行四边形 96"/>
              <p:cNvSpPr/>
              <p:nvPr/>
            </p:nvSpPr>
            <p:spPr>
              <a:xfrm flipV="1">
                <a:off x="1920201" y="2689288"/>
                <a:ext cx="898921" cy="50165"/>
              </a:xfrm>
              <a:prstGeom prst="parallelogram">
                <a:avLst>
                  <a:gd name="adj" fmla="val 46840"/>
                </a:avLst>
              </a:prstGeom>
              <a:gradFill flip="none" rotWithShape="1">
                <a:gsLst>
                  <a:gs pos="4000">
                    <a:schemeClr val="accent5">
                      <a:alpha val="0"/>
                    </a:schemeClr>
                  </a:gs>
                  <a:gs pos="100000">
                    <a:schemeClr val="accent5">
                      <a:alpha val="1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60" name="组合 159"/>
            <p:cNvGrpSpPr/>
            <p:nvPr/>
          </p:nvGrpSpPr>
          <p:grpSpPr>
            <a:xfrm>
              <a:off x="3690985" y="3442474"/>
              <a:ext cx="1357430" cy="319208"/>
              <a:chOff x="3690985" y="3442474"/>
              <a:chExt cx="1357430" cy="319208"/>
            </a:xfrm>
          </p:grpSpPr>
          <p:cxnSp>
            <p:nvCxnSpPr>
              <p:cNvPr id="79" name="直接连接符 78"/>
              <p:cNvCxnSpPr/>
              <p:nvPr/>
            </p:nvCxnSpPr>
            <p:spPr>
              <a:xfrm flipH="1" flipV="1">
                <a:off x="4474184" y="3443824"/>
                <a:ext cx="574231" cy="317858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prstDash val="dash"/>
                <a:head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>
                <a:off x="3690985" y="3442474"/>
                <a:ext cx="788988" cy="0"/>
              </a:xfrm>
              <a:prstGeom prst="line">
                <a:avLst/>
              </a:prstGeom>
              <a:noFill/>
              <a:ln w="6350">
                <a:solidFill>
                  <a:srgbClr val="C00000"/>
                </a:solidFill>
                <a:prstDash val="dash"/>
                <a:head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33" name="弧形 132"/>
            <p:cNvSpPr/>
            <p:nvPr/>
          </p:nvSpPr>
          <p:spPr>
            <a:xfrm flipH="1">
              <a:off x="4882031" y="3182891"/>
              <a:ext cx="2393640" cy="2393636"/>
            </a:xfrm>
            <a:prstGeom prst="arc">
              <a:avLst>
                <a:gd name="adj1" fmla="val 19746585"/>
                <a:gd name="adj2" fmla="val 1781778"/>
              </a:avLst>
            </a:prstGeom>
            <a:noFill/>
            <a:ln w="38100" cap="rnd">
              <a:solidFill>
                <a:srgbClr val="C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37" name="TextBox 181"/>
            <p:cNvSpPr txBox="1"/>
            <p:nvPr/>
          </p:nvSpPr>
          <p:spPr>
            <a:xfrm>
              <a:off x="9239175" y="4842539"/>
              <a:ext cx="1354463" cy="58477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/>
            <a:p>
              <a:pPr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5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年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8" name="TextBox 192"/>
            <p:cNvSpPr txBox="1"/>
            <p:nvPr/>
          </p:nvSpPr>
          <p:spPr>
            <a:xfrm>
              <a:off x="9239175" y="5304880"/>
              <a:ext cx="1583969" cy="515206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Supporting text here</a:t>
              </a:r>
              <a:endPara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……</a:t>
              </a:r>
              <a:endPara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40" name="组合 139"/>
            <p:cNvGrpSpPr/>
            <p:nvPr/>
          </p:nvGrpSpPr>
          <p:grpSpPr>
            <a:xfrm>
              <a:off x="9178281" y="5251300"/>
              <a:ext cx="2181198" cy="238114"/>
              <a:chOff x="637924" y="2501339"/>
              <a:chExt cx="2181198" cy="238114"/>
            </a:xfrm>
          </p:grpSpPr>
          <p:sp>
            <p:nvSpPr>
              <p:cNvPr id="141" name="平行四边形 140"/>
              <p:cNvSpPr/>
              <p:nvPr/>
            </p:nvSpPr>
            <p:spPr>
              <a:xfrm flipV="1">
                <a:off x="637924" y="2501339"/>
                <a:ext cx="1731738" cy="103580"/>
              </a:xfrm>
              <a:prstGeom prst="parallelogram">
                <a:avLst>
                  <a:gd name="adj" fmla="val 46840"/>
                </a:avLst>
              </a:prstGeom>
              <a:gradFill flip="none" rotWithShape="1">
                <a:gsLst>
                  <a:gs pos="4000">
                    <a:schemeClr val="accent5">
                      <a:alpha val="0"/>
                    </a:schemeClr>
                  </a:gs>
                  <a:gs pos="100000">
                    <a:schemeClr val="accent5">
                      <a:alpha val="3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2" name="平行四边形 141"/>
              <p:cNvSpPr/>
              <p:nvPr/>
            </p:nvSpPr>
            <p:spPr>
              <a:xfrm flipV="1">
                <a:off x="1920201" y="2689288"/>
                <a:ext cx="898921" cy="50165"/>
              </a:xfrm>
              <a:prstGeom prst="parallelogram">
                <a:avLst>
                  <a:gd name="adj" fmla="val 46840"/>
                </a:avLst>
              </a:prstGeom>
              <a:gradFill flip="none" rotWithShape="1">
                <a:gsLst>
                  <a:gs pos="4000">
                    <a:schemeClr val="accent5">
                      <a:alpha val="0"/>
                    </a:schemeClr>
                  </a:gs>
                  <a:gs pos="100000">
                    <a:schemeClr val="accent5">
                      <a:alpha val="1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48" name="TextBox 181"/>
            <p:cNvSpPr txBox="1"/>
            <p:nvPr/>
          </p:nvSpPr>
          <p:spPr>
            <a:xfrm>
              <a:off x="1522899" y="4842539"/>
              <a:ext cx="1354463" cy="58477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/>
            <a:p>
              <a:pPr marL="0" marR="0" lvl="0" indent="0" algn="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97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%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9" name="TextBox 192"/>
            <p:cNvSpPr txBox="1"/>
            <p:nvPr/>
          </p:nvSpPr>
          <p:spPr>
            <a:xfrm>
              <a:off x="1293393" y="5304880"/>
              <a:ext cx="1583969" cy="515206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Supporting text here</a:t>
              </a:r>
              <a:endPara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……</a:t>
              </a:r>
              <a:endPara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51" name="组合 150"/>
            <p:cNvGrpSpPr/>
            <p:nvPr/>
          </p:nvGrpSpPr>
          <p:grpSpPr>
            <a:xfrm flipH="1">
              <a:off x="862445" y="5251300"/>
              <a:ext cx="2181198" cy="238114"/>
              <a:chOff x="637924" y="2501339"/>
              <a:chExt cx="2181198" cy="238114"/>
            </a:xfrm>
          </p:grpSpPr>
          <p:sp>
            <p:nvSpPr>
              <p:cNvPr id="152" name="平行四边形 151"/>
              <p:cNvSpPr/>
              <p:nvPr/>
            </p:nvSpPr>
            <p:spPr>
              <a:xfrm flipV="1">
                <a:off x="637924" y="2501339"/>
                <a:ext cx="1731738" cy="103580"/>
              </a:xfrm>
              <a:prstGeom prst="parallelogram">
                <a:avLst>
                  <a:gd name="adj" fmla="val 46840"/>
                </a:avLst>
              </a:prstGeom>
              <a:gradFill flip="none" rotWithShape="1">
                <a:gsLst>
                  <a:gs pos="4000">
                    <a:schemeClr val="accent5">
                      <a:alpha val="0"/>
                    </a:schemeClr>
                  </a:gs>
                  <a:gs pos="100000">
                    <a:schemeClr val="accent5">
                      <a:alpha val="3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3" name="平行四边形 152"/>
              <p:cNvSpPr/>
              <p:nvPr/>
            </p:nvSpPr>
            <p:spPr>
              <a:xfrm flipV="1">
                <a:off x="1920201" y="2689288"/>
                <a:ext cx="898921" cy="50165"/>
              </a:xfrm>
              <a:prstGeom prst="parallelogram">
                <a:avLst>
                  <a:gd name="adj" fmla="val 46840"/>
                </a:avLst>
              </a:prstGeom>
              <a:gradFill flip="none" rotWithShape="1">
                <a:gsLst>
                  <a:gs pos="4000">
                    <a:schemeClr val="accent5">
                      <a:alpha val="0"/>
                    </a:schemeClr>
                  </a:gs>
                  <a:gs pos="100000">
                    <a:schemeClr val="accent5">
                      <a:alpha val="1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61" name="组合 160"/>
            <p:cNvGrpSpPr/>
            <p:nvPr/>
          </p:nvGrpSpPr>
          <p:grpSpPr>
            <a:xfrm flipV="1">
              <a:off x="3690985" y="4971483"/>
              <a:ext cx="1357430" cy="319208"/>
              <a:chOff x="3690985" y="3442474"/>
              <a:chExt cx="1357430" cy="319208"/>
            </a:xfrm>
          </p:grpSpPr>
          <p:cxnSp>
            <p:nvCxnSpPr>
              <p:cNvPr id="162" name="直接连接符 161"/>
              <p:cNvCxnSpPr/>
              <p:nvPr/>
            </p:nvCxnSpPr>
            <p:spPr>
              <a:xfrm flipH="1" flipV="1">
                <a:off x="4474184" y="3443824"/>
                <a:ext cx="574231" cy="317858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prstDash val="dash"/>
                <a:head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>
                <a:off x="3690985" y="3442474"/>
                <a:ext cx="788988" cy="0"/>
              </a:xfrm>
              <a:prstGeom prst="line">
                <a:avLst/>
              </a:prstGeom>
              <a:noFill/>
              <a:ln w="6350">
                <a:solidFill>
                  <a:srgbClr val="C00000"/>
                </a:solidFill>
                <a:prstDash val="dash"/>
                <a:head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64" name="弧形 163"/>
            <p:cNvSpPr/>
            <p:nvPr/>
          </p:nvSpPr>
          <p:spPr>
            <a:xfrm>
              <a:off x="4881876" y="3182891"/>
              <a:ext cx="2393640" cy="2393636"/>
            </a:xfrm>
            <a:prstGeom prst="arc">
              <a:avLst>
                <a:gd name="adj1" fmla="val 19733667"/>
                <a:gd name="adj2" fmla="val 1781778"/>
              </a:avLst>
            </a:prstGeom>
            <a:noFill/>
            <a:ln w="38100" cap="rnd">
              <a:solidFill>
                <a:srgbClr val="C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grpSp>
          <p:nvGrpSpPr>
            <p:cNvPr id="165" name="组合 164"/>
            <p:cNvGrpSpPr/>
            <p:nvPr/>
          </p:nvGrpSpPr>
          <p:grpSpPr>
            <a:xfrm flipH="1">
              <a:off x="7110239" y="3442474"/>
              <a:ext cx="1357430" cy="319208"/>
              <a:chOff x="3690985" y="3442474"/>
              <a:chExt cx="1357430" cy="319208"/>
            </a:xfrm>
          </p:grpSpPr>
          <p:cxnSp>
            <p:nvCxnSpPr>
              <p:cNvPr id="166" name="直接连接符 165"/>
              <p:cNvCxnSpPr/>
              <p:nvPr/>
            </p:nvCxnSpPr>
            <p:spPr>
              <a:xfrm flipH="1" flipV="1">
                <a:off x="4474184" y="3443824"/>
                <a:ext cx="574231" cy="317858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prstDash val="dash"/>
                <a:head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/>
              <p:cNvCxnSpPr/>
              <p:nvPr/>
            </p:nvCxnSpPr>
            <p:spPr>
              <a:xfrm>
                <a:off x="3690985" y="3442474"/>
                <a:ext cx="788988" cy="0"/>
              </a:xfrm>
              <a:prstGeom prst="line">
                <a:avLst/>
              </a:prstGeom>
              <a:noFill/>
              <a:ln w="6350">
                <a:solidFill>
                  <a:srgbClr val="C00000"/>
                </a:solidFill>
                <a:prstDash val="dash"/>
                <a:head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68" name="组合 167"/>
            <p:cNvGrpSpPr/>
            <p:nvPr/>
          </p:nvGrpSpPr>
          <p:grpSpPr>
            <a:xfrm flipH="1" flipV="1">
              <a:off x="7110239" y="4971483"/>
              <a:ext cx="1357430" cy="319208"/>
              <a:chOff x="3690985" y="3442474"/>
              <a:chExt cx="1357430" cy="319208"/>
            </a:xfrm>
          </p:grpSpPr>
          <p:cxnSp>
            <p:nvCxnSpPr>
              <p:cNvPr id="169" name="直接连接符 168"/>
              <p:cNvCxnSpPr/>
              <p:nvPr/>
            </p:nvCxnSpPr>
            <p:spPr>
              <a:xfrm flipH="1" flipV="1">
                <a:off x="4474184" y="3443824"/>
                <a:ext cx="574231" cy="317858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prstDash val="dash"/>
                <a:head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连接符 169"/>
              <p:cNvCxnSpPr/>
              <p:nvPr/>
            </p:nvCxnSpPr>
            <p:spPr>
              <a:xfrm>
                <a:off x="3690985" y="3442474"/>
                <a:ext cx="788988" cy="0"/>
              </a:xfrm>
              <a:prstGeom prst="line">
                <a:avLst/>
              </a:prstGeom>
              <a:noFill/>
              <a:ln w="6350">
                <a:solidFill>
                  <a:srgbClr val="C00000"/>
                </a:solidFill>
                <a:prstDash val="dash"/>
                <a:head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99" name="组合 198"/>
            <p:cNvGrpSpPr/>
            <p:nvPr/>
          </p:nvGrpSpPr>
          <p:grpSpPr>
            <a:xfrm>
              <a:off x="2946875" y="4864236"/>
              <a:ext cx="737725" cy="737725"/>
              <a:chOff x="2946875" y="4864236"/>
              <a:chExt cx="737725" cy="737725"/>
            </a:xfrm>
          </p:grpSpPr>
          <p:sp>
            <p:nvSpPr>
              <p:cNvPr id="154" name="椭圆 153"/>
              <p:cNvSpPr/>
              <p:nvPr/>
            </p:nvSpPr>
            <p:spPr>
              <a:xfrm>
                <a:off x="2946875" y="4864236"/>
                <a:ext cx="737725" cy="73772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pic>
            <p:nvPicPr>
              <p:cNvPr id="155" name="图形 154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3343740">
                <a:off x="3067195" y="4935843"/>
                <a:ext cx="487608" cy="594510"/>
              </a:xfrm>
              <a:prstGeom prst="rect">
                <a:avLst/>
              </a:prstGeom>
            </p:spPr>
          </p:pic>
          <p:sp>
            <p:nvSpPr>
              <p:cNvPr id="156" name="椭圆 155"/>
              <p:cNvSpPr/>
              <p:nvPr/>
            </p:nvSpPr>
            <p:spPr>
              <a:xfrm rot="19543740">
                <a:off x="3083709" y="5005808"/>
                <a:ext cx="454580" cy="454580"/>
              </a:xfrm>
              <a:prstGeom prst="ellipse">
                <a:avLst/>
              </a:prstGeom>
              <a:solidFill>
                <a:schemeClr val="accent5">
                  <a:alpha val="15000"/>
                </a:schemeClr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177" name="任意多边形: 形状 176"/>
              <p:cNvSpPr/>
              <p:nvPr/>
            </p:nvSpPr>
            <p:spPr>
              <a:xfrm>
                <a:off x="3218295" y="5098546"/>
                <a:ext cx="190853" cy="246306"/>
              </a:xfrm>
              <a:custGeom>
                <a:avLst/>
                <a:gdLst>
                  <a:gd name="connsiteX0" fmla="*/ 730249 w 1466890"/>
                  <a:gd name="connsiteY0" fmla="*/ 543719 h 1893094"/>
                  <a:gd name="connsiteX1" fmla="*/ 412751 w 1466890"/>
                  <a:gd name="connsiteY1" fmla="*/ 861218 h 1893094"/>
                  <a:gd name="connsiteX2" fmla="*/ 730249 w 1466890"/>
                  <a:gd name="connsiteY2" fmla="*/ 1178719 h 1893094"/>
                  <a:gd name="connsiteX3" fmla="*/ 1047750 w 1466890"/>
                  <a:gd name="connsiteY3" fmla="*/ 861218 h 1893094"/>
                  <a:gd name="connsiteX4" fmla="*/ 730249 w 1466890"/>
                  <a:gd name="connsiteY4" fmla="*/ 543719 h 1893094"/>
                  <a:gd name="connsiteX5" fmla="*/ 722313 w 1466890"/>
                  <a:gd name="connsiteY5" fmla="*/ 162719 h 1893094"/>
                  <a:gd name="connsiteX6" fmla="*/ 214313 w 1466890"/>
                  <a:gd name="connsiteY6" fmla="*/ 432593 h 1893094"/>
                  <a:gd name="connsiteX7" fmla="*/ 373062 w 1466890"/>
                  <a:gd name="connsiteY7" fmla="*/ 535781 h 1893094"/>
                  <a:gd name="connsiteX8" fmla="*/ 388938 w 1466890"/>
                  <a:gd name="connsiteY8" fmla="*/ 543719 h 1893094"/>
                  <a:gd name="connsiteX9" fmla="*/ 730249 w 1466890"/>
                  <a:gd name="connsiteY9" fmla="*/ 384968 h 1893094"/>
                  <a:gd name="connsiteX10" fmla="*/ 1055688 w 1466890"/>
                  <a:gd name="connsiteY10" fmla="*/ 527843 h 1893094"/>
                  <a:gd name="connsiteX11" fmla="*/ 1222376 w 1466890"/>
                  <a:gd name="connsiteY11" fmla="*/ 432593 h 1893094"/>
                  <a:gd name="connsiteX12" fmla="*/ 726282 w 1466890"/>
                  <a:gd name="connsiteY12" fmla="*/ 0 h 1893094"/>
                  <a:gd name="connsiteX13" fmla="*/ 762000 w 1466890"/>
                  <a:gd name="connsiteY13" fmla="*/ 11906 h 1893094"/>
                  <a:gd name="connsiteX14" fmla="*/ 1371125 w 1466890"/>
                  <a:gd name="connsiteY14" fmla="*/ 338753 h 1893094"/>
                  <a:gd name="connsiteX15" fmla="*/ 1393155 w 1466890"/>
                  <a:gd name="connsiteY15" fmla="*/ 344041 h 1893094"/>
                  <a:gd name="connsiteX16" fmla="*/ 1415852 w 1466890"/>
                  <a:gd name="connsiteY16" fmla="*/ 361156 h 1893094"/>
                  <a:gd name="connsiteX17" fmla="*/ 1426501 w 1466890"/>
                  <a:gd name="connsiteY17" fmla="*/ 377260 h 1893094"/>
                  <a:gd name="connsiteX18" fmla="*/ 1434703 w 1466890"/>
                  <a:gd name="connsiteY18" fmla="*/ 386954 h 1893094"/>
                  <a:gd name="connsiteX19" fmla="*/ 1444624 w 1466890"/>
                  <a:gd name="connsiteY19" fmla="*/ 424657 h 1893094"/>
                  <a:gd name="connsiteX20" fmla="*/ 1436688 w 1466890"/>
                  <a:gd name="connsiteY20" fmla="*/ 454815 h 1893094"/>
                  <a:gd name="connsiteX21" fmla="*/ 1436688 w 1466890"/>
                  <a:gd name="connsiteY21" fmla="*/ 885031 h 1893094"/>
                  <a:gd name="connsiteX22" fmla="*/ 1460500 w 1466890"/>
                  <a:gd name="connsiteY22" fmla="*/ 964406 h 1893094"/>
                  <a:gd name="connsiteX23" fmla="*/ 1357312 w 1466890"/>
                  <a:gd name="connsiteY23" fmla="*/ 1067594 h 1893094"/>
                  <a:gd name="connsiteX24" fmla="*/ 1254124 w 1466890"/>
                  <a:gd name="connsiteY24" fmla="*/ 964406 h 1893094"/>
                  <a:gd name="connsiteX25" fmla="*/ 1293813 w 1466890"/>
                  <a:gd name="connsiteY25" fmla="*/ 885031 h 1893094"/>
                  <a:gd name="connsiteX26" fmla="*/ 1293813 w 1466890"/>
                  <a:gd name="connsiteY26" fmla="*/ 563924 h 1893094"/>
                  <a:gd name="connsiteX27" fmla="*/ 1150938 w 1466890"/>
                  <a:gd name="connsiteY27" fmla="*/ 654844 h 1893094"/>
                  <a:gd name="connsiteX28" fmla="*/ 1190625 w 1466890"/>
                  <a:gd name="connsiteY28" fmla="*/ 853282 h 1893094"/>
                  <a:gd name="connsiteX29" fmla="*/ 1063624 w 1466890"/>
                  <a:gd name="connsiteY29" fmla="*/ 1178719 h 1893094"/>
                  <a:gd name="connsiteX30" fmla="*/ 1452563 w 1466890"/>
                  <a:gd name="connsiteY30" fmla="*/ 1821656 h 1893094"/>
                  <a:gd name="connsiteX31" fmla="*/ 1452563 w 1466890"/>
                  <a:gd name="connsiteY31" fmla="*/ 1893094 h 1893094"/>
                  <a:gd name="connsiteX32" fmla="*/ 0 w 1466890"/>
                  <a:gd name="connsiteY32" fmla="*/ 1893094 h 1893094"/>
                  <a:gd name="connsiteX33" fmla="*/ 0 w 1466890"/>
                  <a:gd name="connsiteY33" fmla="*/ 1829594 h 1893094"/>
                  <a:gd name="connsiteX34" fmla="*/ 317501 w 1466890"/>
                  <a:gd name="connsiteY34" fmla="*/ 1226344 h 1893094"/>
                  <a:gd name="connsiteX35" fmla="*/ 373062 w 1466890"/>
                  <a:gd name="connsiteY35" fmla="*/ 1218406 h 1893094"/>
                  <a:gd name="connsiteX36" fmla="*/ 420687 w 1466890"/>
                  <a:gd name="connsiteY36" fmla="*/ 1250156 h 1893094"/>
                  <a:gd name="connsiteX37" fmla="*/ 396874 w 1466890"/>
                  <a:gd name="connsiteY37" fmla="*/ 1353344 h 1893094"/>
                  <a:gd name="connsiteX38" fmla="*/ 150813 w 1466890"/>
                  <a:gd name="connsiteY38" fmla="*/ 1758157 h 1893094"/>
                  <a:gd name="connsiteX39" fmla="*/ 1301749 w 1466890"/>
                  <a:gd name="connsiteY39" fmla="*/ 1758157 h 1893094"/>
                  <a:gd name="connsiteX40" fmla="*/ 912813 w 1466890"/>
                  <a:gd name="connsiteY40" fmla="*/ 1281907 h 1893094"/>
                  <a:gd name="connsiteX41" fmla="*/ 730249 w 1466890"/>
                  <a:gd name="connsiteY41" fmla="*/ 1321594 h 1893094"/>
                  <a:gd name="connsiteX42" fmla="*/ 269876 w 1466890"/>
                  <a:gd name="connsiteY42" fmla="*/ 861218 h 1893094"/>
                  <a:gd name="connsiteX43" fmla="*/ 309563 w 1466890"/>
                  <a:gd name="connsiteY43" fmla="*/ 662782 h 1893094"/>
                  <a:gd name="connsiteX44" fmla="*/ 285750 w 1466890"/>
                  <a:gd name="connsiteY44" fmla="*/ 646906 h 1893094"/>
                  <a:gd name="connsiteX45" fmla="*/ 31751 w 1466890"/>
                  <a:gd name="connsiteY45" fmla="*/ 480218 h 1893094"/>
                  <a:gd name="connsiteX46" fmla="*/ 0 w 1466890"/>
                  <a:gd name="connsiteY46" fmla="*/ 416719 h 1893094"/>
                  <a:gd name="connsiteX47" fmla="*/ 23813 w 1466890"/>
                  <a:gd name="connsiteY47" fmla="*/ 353219 h 1893094"/>
                  <a:gd name="connsiteX48" fmla="*/ 31751 w 1466890"/>
                  <a:gd name="connsiteY48" fmla="*/ 353219 h 1893094"/>
                  <a:gd name="connsiteX49" fmla="*/ 690563 w 1466890"/>
                  <a:gd name="connsiteY49" fmla="*/ 11906 h 1893094"/>
                  <a:gd name="connsiteX50" fmla="*/ 726282 w 1466890"/>
                  <a:gd name="connsiteY50" fmla="*/ 0 h 1893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466890" h="1893094">
                    <a:moveTo>
                      <a:pt x="730249" y="543719"/>
                    </a:moveTo>
                    <a:cubicBezTo>
                      <a:pt x="555626" y="543719"/>
                      <a:pt x="412751" y="686594"/>
                      <a:pt x="412751" y="861218"/>
                    </a:cubicBezTo>
                    <a:cubicBezTo>
                      <a:pt x="412751" y="1035844"/>
                      <a:pt x="555626" y="1178719"/>
                      <a:pt x="730249" y="1178719"/>
                    </a:cubicBezTo>
                    <a:cubicBezTo>
                      <a:pt x="904875" y="1178719"/>
                      <a:pt x="1047750" y="1035844"/>
                      <a:pt x="1047750" y="861218"/>
                    </a:cubicBezTo>
                    <a:cubicBezTo>
                      <a:pt x="1047750" y="686594"/>
                      <a:pt x="904875" y="543719"/>
                      <a:pt x="730249" y="543719"/>
                    </a:cubicBezTo>
                    <a:close/>
                    <a:moveTo>
                      <a:pt x="722313" y="162719"/>
                    </a:moveTo>
                    <a:lnTo>
                      <a:pt x="214313" y="432593"/>
                    </a:lnTo>
                    <a:lnTo>
                      <a:pt x="373062" y="535781"/>
                    </a:lnTo>
                    <a:cubicBezTo>
                      <a:pt x="381000" y="535781"/>
                      <a:pt x="388938" y="543719"/>
                      <a:pt x="388938" y="543719"/>
                    </a:cubicBezTo>
                    <a:cubicBezTo>
                      <a:pt x="476250" y="440531"/>
                      <a:pt x="595313" y="384968"/>
                      <a:pt x="730249" y="384968"/>
                    </a:cubicBezTo>
                    <a:cubicBezTo>
                      <a:pt x="857250" y="384968"/>
                      <a:pt x="984251" y="440531"/>
                      <a:pt x="1055688" y="527843"/>
                    </a:cubicBezTo>
                    <a:lnTo>
                      <a:pt x="1222376" y="432593"/>
                    </a:lnTo>
                    <a:close/>
                    <a:moveTo>
                      <a:pt x="726282" y="0"/>
                    </a:moveTo>
                    <a:cubicBezTo>
                      <a:pt x="740173" y="0"/>
                      <a:pt x="754063" y="3969"/>
                      <a:pt x="762000" y="11906"/>
                    </a:cubicBezTo>
                    <a:lnTo>
                      <a:pt x="1371125" y="338753"/>
                    </a:lnTo>
                    <a:lnTo>
                      <a:pt x="1393155" y="344041"/>
                    </a:lnTo>
                    <a:cubicBezTo>
                      <a:pt x="1401713" y="348258"/>
                      <a:pt x="1409403" y="354211"/>
                      <a:pt x="1415852" y="361156"/>
                    </a:cubicBezTo>
                    <a:lnTo>
                      <a:pt x="1426501" y="377260"/>
                    </a:lnTo>
                    <a:lnTo>
                      <a:pt x="1434703" y="386954"/>
                    </a:lnTo>
                    <a:cubicBezTo>
                      <a:pt x="1440656" y="396875"/>
                      <a:pt x="1444624" y="408782"/>
                      <a:pt x="1444624" y="424657"/>
                    </a:cubicBezTo>
                    <a:lnTo>
                      <a:pt x="1436688" y="454815"/>
                    </a:lnTo>
                    <a:lnTo>
                      <a:pt x="1436688" y="885031"/>
                    </a:lnTo>
                    <a:cubicBezTo>
                      <a:pt x="1460500" y="908843"/>
                      <a:pt x="1476375" y="932656"/>
                      <a:pt x="1460500" y="964406"/>
                    </a:cubicBezTo>
                    <a:cubicBezTo>
                      <a:pt x="1460500" y="1019969"/>
                      <a:pt x="1412875" y="1067594"/>
                      <a:pt x="1357312" y="1067594"/>
                    </a:cubicBezTo>
                    <a:cubicBezTo>
                      <a:pt x="1301749" y="1067594"/>
                      <a:pt x="1254124" y="1019969"/>
                      <a:pt x="1254124" y="964406"/>
                    </a:cubicBezTo>
                    <a:cubicBezTo>
                      <a:pt x="1254124" y="932656"/>
                      <a:pt x="1270000" y="908843"/>
                      <a:pt x="1293813" y="885031"/>
                    </a:cubicBezTo>
                    <a:lnTo>
                      <a:pt x="1293813" y="563924"/>
                    </a:lnTo>
                    <a:lnTo>
                      <a:pt x="1150938" y="654844"/>
                    </a:lnTo>
                    <a:cubicBezTo>
                      <a:pt x="1174751" y="718343"/>
                      <a:pt x="1190625" y="781844"/>
                      <a:pt x="1190625" y="853282"/>
                    </a:cubicBezTo>
                    <a:cubicBezTo>
                      <a:pt x="1190625" y="972344"/>
                      <a:pt x="1143000" y="1091407"/>
                      <a:pt x="1063624" y="1178719"/>
                    </a:cubicBezTo>
                    <a:cubicBezTo>
                      <a:pt x="1301749" y="1305719"/>
                      <a:pt x="1452563" y="1551781"/>
                      <a:pt x="1452563" y="1821656"/>
                    </a:cubicBezTo>
                    <a:lnTo>
                      <a:pt x="1452563" y="1893094"/>
                    </a:lnTo>
                    <a:lnTo>
                      <a:pt x="0" y="1893094"/>
                    </a:lnTo>
                    <a:lnTo>
                      <a:pt x="0" y="1829594"/>
                    </a:lnTo>
                    <a:cubicBezTo>
                      <a:pt x="0" y="1583531"/>
                      <a:pt x="119063" y="1361281"/>
                      <a:pt x="317501" y="1226344"/>
                    </a:cubicBezTo>
                    <a:cubicBezTo>
                      <a:pt x="333375" y="1218406"/>
                      <a:pt x="357188" y="1218406"/>
                      <a:pt x="373062" y="1218406"/>
                    </a:cubicBezTo>
                    <a:cubicBezTo>
                      <a:pt x="396874" y="1218406"/>
                      <a:pt x="412751" y="1234282"/>
                      <a:pt x="420687" y="1250156"/>
                    </a:cubicBezTo>
                    <a:cubicBezTo>
                      <a:pt x="436563" y="1289843"/>
                      <a:pt x="428625" y="1337468"/>
                      <a:pt x="396874" y="1353344"/>
                    </a:cubicBezTo>
                    <a:cubicBezTo>
                      <a:pt x="261938" y="1448594"/>
                      <a:pt x="166688" y="1599406"/>
                      <a:pt x="150813" y="1758157"/>
                    </a:cubicBezTo>
                    <a:lnTo>
                      <a:pt x="1301749" y="1758157"/>
                    </a:lnTo>
                    <a:cubicBezTo>
                      <a:pt x="1270001" y="1535906"/>
                      <a:pt x="1119188" y="1353344"/>
                      <a:pt x="912813" y="1281907"/>
                    </a:cubicBezTo>
                    <a:cubicBezTo>
                      <a:pt x="857250" y="1305719"/>
                      <a:pt x="793751" y="1321594"/>
                      <a:pt x="730249" y="1321594"/>
                    </a:cubicBezTo>
                    <a:cubicBezTo>
                      <a:pt x="468312" y="1321594"/>
                      <a:pt x="269876" y="1115219"/>
                      <a:pt x="269876" y="861218"/>
                    </a:cubicBezTo>
                    <a:cubicBezTo>
                      <a:pt x="269876" y="797719"/>
                      <a:pt x="285750" y="726281"/>
                      <a:pt x="309563" y="662782"/>
                    </a:cubicBezTo>
                    <a:cubicBezTo>
                      <a:pt x="301624" y="654844"/>
                      <a:pt x="293688" y="654844"/>
                      <a:pt x="285750" y="646906"/>
                    </a:cubicBezTo>
                    <a:lnTo>
                      <a:pt x="31751" y="480218"/>
                    </a:lnTo>
                    <a:cubicBezTo>
                      <a:pt x="15874" y="464344"/>
                      <a:pt x="0" y="448469"/>
                      <a:pt x="0" y="416719"/>
                    </a:cubicBezTo>
                    <a:cubicBezTo>
                      <a:pt x="0" y="384968"/>
                      <a:pt x="15874" y="369094"/>
                      <a:pt x="23813" y="353219"/>
                    </a:cubicBezTo>
                    <a:lnTo>
                      <a:pt x="31751" y="353219"/>
                    </a:lnTo>
                    <a:lnTo>
                      <a:pt x="690563" y="11906"/>
                    </a:lnTo>
                    <a:cubicBezTo>
                      <a:pt x="698500" y="3969"/>
                      <a:pt x="712391" y="0"/>
                      <a:pt x="7262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01" name="组合 200"/>
            <p:cNvGrpSpPr/>
            <p:nvPr/>
          </p:nvGrpSpPr>
          <p:grpSpPr>
            <a:xfrm>
              <a:off x="8488680" y="4864236"/>
              <a:ext cx="737725" cy="737725"/>
              <a:chOff x="8488680" y="4864236"/>
              <a:chExt cx="737725" cy="737725"/>
            </a:xfrm>
          </p:grpSpPr>
          <p:sp>
            <p:nvSpPr>
              <p:cNvPr id="143" name="椭圆 142"/>
              <p:cNvSpPr/>
              <p:nvPr/>
            </p:nvSpPr>
            <p:spPr>
              <a:xfrm>
                <a:off x="8488680" y="4864236"/>
                <a:ext cx="737725" cy="73772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pic>
            <p:nvPicPr>
              <p:cNvPr id="144" name="图形 143"/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3343740">
                <a:off x="8609000" y="4935843"/>
                <a:ext cx="487608" cy="594510"/>
              </a:xfrm>
              <a:prstGeom prst="rect">
                <a:avLst/>
              </a:prstGeom>
            </p:spPr>
          </p:pic>
          <p:sp>
            <p:nvSpPr>
              <p:cNvPr id="145" name="椭圆 144"/>
              <p:cNvSpPr/>
              <p:nvPr/>
            </p:nvSpPr>
            <p:spPr>
              <a:xfrm rot="19543740">
                <a:off x="8625514" y="5005808"/>
                <a:ext cx="454580" cy="454580"/>
              </a:xfrm>
              <a:prstGeom prst="ellipse">
                <a:avLst/>
              </a:prstGeom>
              <a:solidFill>
                <a:schemeClr val="accent4">
                  <a:alpha val="15000"/>
                </a:schemeClr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193" name="任意多边形: 形状 192"/>
              <p:cNvSpPr/>
              <p:nvPr/>
            </p:nvSpPr>
            <p:spPr>
              <a:xfrm>
                <a:off x="8746310" y="5120624"/>
                <a:ext cx="222464" cy="224948"/>
              </a:xfrm>
              <a:custGeom>
                <a:avLst/>
                <a:gdLst>
                  <a:gd name="connsiteX0" fmla="*/ 154395 w 226600"/>
                  <a:gd name="connsiteY0" fmla="*/ 113463 h 229130"/>
                  <a:gd name="connsiteX1" fmla="*/ 155084 w 226600"/>
                  <a:gd name="connsiteY1" fmla="*/ 113463 h 229130"/>
                  <a:gd name="connsiteX2" fmla="*/ 163237 w 226600"/>
                  <a:gd name="connsiteY2" fmla="*/ 122305 h 229130"/>
                  <a:gd name="connsiteX3" fmla="*/ 163237 w 226600"/>
                  <a:gd name="connsiteY3" fmla="*/ 156540 h 229130"/>
                  <a:gd name="connsiteX4" fmla="*/ 177234 w 226600"/>
                  <a:gd name="connsiteY4" fmla="*/ 168719 h 229130"/>
                  <a:gd name="connsiteX5" fmla="*/ 177969 w 226600"/>
                  <a:gd name="connsiteY5" fmla="*/ 181235 h 229130"/>
                  <a:gd name="connsiteX6" fmla="*/ 171344 w 226600"/>
                  <a:gd name="connsiteY6" fmla="*/ 184186 h 229130"/>
                  <a:gd name="connsiteX7" fmla="*/ 165441 w 226600"/>
                  <a:gd name="connsiteY7" fmla="*/ 181982 h 229130"/>
                  <a:gd name="connsiteX8" fmla="*/ 148504 w 226600"/>
                  <a:gd name="connsiteY8" fmla="*/ 167237 h 229130"/>
                  <a:gd name="connsiteX9" fmla="*/ 145553 w 226600"/>
                  <a:gd name="connsiteY9" fmla="*/ 159877 h 229130"/>
                  <a:gd name="connsiteX10" fmla="*/ 145553 w 226600"/>
                  <a:gd name="connsiteY10" fmla="*/ 122305 h 229130"/>
                  <a:gd name="connsiteX11" fmla="*/ 154395 w 226600"/>
                  <a:gd name="connsiteY11" fmla="*/ 113463 h 229130"/>
                  <a:gd name="connsiteX12" fmla="*/ 154396 w 226600"/>
                  <a:gd name="connsiteY12" fmla="*/ 102405 h 229130"/>
                  <a:gd name="connsiteX13" fmla="*/ 99875 w 226600"/>
                  <a:gd name="connsiteY13" fmla="*/ 156926 h 229130"/>
                  <a:gd name="connsiteX14" fmla="*/ 154396 w 226600"/>
                  <a:gd name="connsiteY14" fmla="*/ 211446 h 229130"/>
                  <a:gd name="connsiteX15" fmla="*/ 154661 w 226600"/>
                  <a:gd name="connsiteY15" fmla="*/ 211446 h 229130"/>
                  <a:gd name="connsiteX16" fmla="*/ 208917 w 226600"/>
                  <a:gd name="connsiteY16" fmla="*/ 156926 h 229130"/>
                  <a:gd name="connsiteX17" fmla="*/ 154396 w 226600"/>
                  <a:gd name="connsiteY17" fmla="*/ 102405 h 229130"/>
                  <a:gd name="connsiteX18" fmla="*/ 37596 w 226600"/>
                  <a:gd name="connsiteY18" fmla="*/ 93310 h 229130"/>
                  <a:gd name="connsiteX19" fmla="*/ 67458 w 226600"/>
                  <a:gd name="connsiteY19" fmla="*/ 93310 h 229130"/>
                  <a:gd name="connsiteX20" fmla="*/ 75782 w 226600"/>
                  <a:gd name="connsiteY20" fmla="*/ 100465 h 229130"/>
                  <a:gd name="connsiteX21" fmla="*/ 67458 w 226600"/>
                  <a:gd name="connsiteY21" fmla="*/ 107621 h 229130"/>
                  <a:gd name="connsiteX22" fmla="*/ 37596 w 226600"/>
                  <a:gd name="connsiteY22" fmla="*/ 107621 h 229130"/>
                  <a:gd name="connsiteX23" fmla="*/ 29272 w 226600"/>
                  <a:gd name="connsiteY23" fmla="*/ 100465 h 229130"/>
                  <a:gd name="connsiteX24" fmla="*/ 37596 w 226600"/>
                  <a:gd name="connsiteY24" fmla="*/ 93310 h 229130"/>
                  <a:gd name="connsiteX25" fmla="*/ 154396 w 226600"/>
                  <a:gd name="connsiteY25" fmla="*/ 84721 h 229130"/>
                  <a:gd name="connsiteX26" fmla="*/ 226600 w 226600"/>
                  <a:gd name="connsiteY26" fmla="*/ 156926 h 229130"/>
                  <a:gd name="connsiteX27" fmla="*/ 154396 w 226600"/>
                  <a:gd name="connsiteY27" fmla="*/ 229130 h 229130"/>
                  <a:gd name="connsiteX28" fmla="*/ 82191 w 226600"/>
                  <a:gd name="connsiteY28" fmla="*/ 156926 h 229130"/>
                  <a:gd name="connsiteX29" fmla="*/ 154396 w 226600"/>
                  <a:gd name="connsiteY29" fmla="*/ 84721 h 229130"/>
                  <a:gd name="connsiteX30" fmla="*/ 37596 w 226600"/>
                  <a:gd name="connsiteY30" fmla="*/ 45631 h 229130"/>
                  <a:gd name="connsiteX31" fmla="*/ 97285 w 226600"/>
                  <a:gd name="connsiteY31" fmla="*/ 45631 h 229130"/>
                  <a:gd name="connsiteX32" fmla="*/ 105584 w 226600"/>
                  <a:gd name="connsiteY32" fmla="*/ 52786 h 229130"/>
                  <a:gd name="connsiteX33" fmla="*/ 97261 w 226600"/>
                  <a:gd name="connsiteY33" fmla="*/ 59942 h 229130"/>
                  <a:gd name="connsiteX34" fmla="*/ 37596 w 226600"/>
                  <a:gd name="connsiteY34" fmla="*/ 59942 h 229130"/>
                  <a:gd name="connsiteX35" fmla="*/ 29272 w 226600"/>
                  <a:gd name="connsiteY35" fmla="*/ 52786 h 229130"/>
                  <a:gd name="connsiteX36" fmla="*/ 37596 w 226600"/>
                  <a:gd name="connsiteY36" fmla="*/ 45631 h 229130"/>
                  <a:gd name="connsiteX37" fmla="*/ 28682 w 226600"/>
                  <a:gd name="connsiteY37" fmla="*/ 0 h 229130"/>
                  <a:gd name="connsiteX38" fmla="*/ 127846 w 226600"/>
                  <a:gd name="connsiteY38" fmla="*/ 0 h 229130"/>
                  <a:gd name="connsiteX39" fmla="*/ 154516 w 226600"/>
                  <a:gd name="connsiteY39" fmla="*/ 28682 h 229130"/>
                  <a:gd name="connsiteX40" fmla="*/ 154516 w 226600"/>
                  <a:gd name="connsiteY40" fmla="*/ 51847 h 229130"/>
                  <a:gd name="connsiteX41" fmla="*/ 198147 w 226600"/>
                  <a:gd name="connsiteY41" fmla="*/ 51847 h 229130"/>
                  <a:gd name="connsiteX42" fmla="*/ 198160 w 226600"/>
                  <a:gd name="connsiteY42" fmla="*/ 51847 h 229130"/>
                  <a:gd name="connsiteX43" fmla="*/ 224372 w 226600"/>
                  <a:gd name="connsiteY43" fmla="*/ 78083 h 229130"/>
                  <a:gd name="connsiteX44" fmla="*/ 224372 w 226600"/>
                  <a:gd name="connsiteY44" fmla="*/ 93635 h 229130"/>
                  <a:gd name="connsiteX45" fmla="*/ 217241 w 226600"/>
                  <a:gd name="connsiteY45" fmla="*/ 100766 h 229130"/>
                  <a:gd name="connsiteX46" fmla="*/ 210109 w 226600"/>
                  <a:gd name="connsiteY46" fmla="*/ 93635 h 229130"/>
                  <a:gd name="connsiteX47" fmla="*/ 210109 w 226600"/>
                  <a:gd name="connsiteY47" fmla="*/ 78143 h 229130"/>
                  <a:gd name="connsiteX48" fmla="*/ 200039 w 226600"/>
                  <a:gd name="connsiteY48" fmla="*/ 66844 h 229130"/>
                  <a:gd name="connsiteX49" fmla="*/ 154829 w 226600"/>
                  <a:gd name="connsiteY49" fmla="*/ 66844 h 229130"/>
                  <a:gd name="connsiteX50" fmla="*/ 154829 w 226600"/>
                  <a:gd name="connsiteY50" fmla="*/ 67302 h 229130"/>
                  <a:gd name="connsiteX51" fmla="*/ 154829 w 226600"/>
                  <a:gd name="connsiteY51" fmla="*/ 67326 h 229130"/>
                  <a:gd name="connsiteX52" fmla="*/ 147481 w 226600"/>
                  <a:gd name="connsiteY52" fmla="*/ 74674 h 229130"/>
                  <a:gd name="connsiteX53" fmla="*/ 140121 w 226600"/>
                  <a:gd name="connsiteY53" fmla="*/ 67314 h 229130"/>
                  <a:gd name="connsiteX54" fmla="*/ 140121 w 226600"/>
                  <a:gd name="connsiteY54" fmla="*/ 26285 h 229130"/>
                  <a:gd name="connsiteX55" fmla="*/ 127894 w 226600"/>
                  <a:gd name="connsiteY55" fmla="*/ 14010 h 229130"/>
                  <a:gd name="connsiteX56" fmla="*/ 26249 w 226600"/>
                  <a:gd name="connsiteY56" fmla="*/ 14010 h 229130"/>
                  <a:gd name="connsiteX57" fmla="*/ 14010 w 226600"/>
                  <a:gd name="connsiteY57" fmla="*/ 26285 h 229130"/>
                  <a:gd name="connsiteX58" fmla="*/ 14010 w 226600"/>
                  <a:gd name="connsiteY58" fmla="*/ 205483 h 229130"/>
                  <a:gd name="connsiteX59" fmla="*/ 38957 w 226600"/>
                  <a:gd name="connsiteY59" fmla="*/ 205483 h 229130"/>
                  <a:gd name="connsiteX60" fmla="*/ 38957 w 226600"/>
                  <a:gd name="connsiteY60" fmla="*/ 169706 h 229130"/>
                  <a:gd name="connsiteX61" fmla="*/ 59171 w 226600"/>
                  <a:gd name="connsiteY61" fmla="*/ 149384 h 229130"/>
                  <a:gd name="connsiteX62" fmla="*/ 66904 w 226600"/>
                  <a:gd name="connsiteY62" fmla="*/ 149384 h 229130"/>
                  <a:gd name="connsiteX63" fmla="*/ 66965 w 226600"/>
                  <a:gd name="connsiteY63" fmla="*/ 149384 h 229130"/>
                  <a:gd name="connsiteX64" fmla="*/ 73939 w 226600"/>
                  <a:gd name="connsiteY64" fmla="*/ 156455 h 229130"/>
                  <a:gd name="connsiteX65" fmla="*/ 66904 w 226600"/>
                  <a:gd name="connsiteY65" fmla="*/ 163466 h 229130"/>
                  <a:gd name="connsiteX66" fmla="*/ 56304 w 226600"/>
                  <a:gd name="connsiteY66" fmla="*/ 163466 h 229130"/>
                  <a:gd name="connsiteX67" fmla="*/ 52582 w 226600"/>
                  <a:gd name="connsiteY67" fmla="*/ 166791 h 229130"/>
                  <a:gd name="connsiteX68" fmla="*/ 52582 w 226600"/>
                  <a:gd name="connsiteY68" fmla="*/ 205507 h 229130"/>
                  <a:gd name="connsiteX69" fmla="*/ 66941 w 226600"/>
                  <a:gd name="connsiteY69" fmla="*/ 205507 h 229130"/>
                  <a:gd name="connsiteX70" fmla="*/ 66953 w 226600"/>
                  <a:gd name="connsiteY70" fmla="*/ 205507 h 229130"/>
                  <a:gd name="connsiteX71" fmla="*/ 73939 w 226600"/>
                  <a:gd name="connsiteY71" fmla="*/ 212518 h 229130"/>
                  <a:gd name="connsiteX72" fmla="*/ 66941 w 226600"/>
                  <a:gd name="connsiteY72" fmla="*/ 219517 h 229130"/>
                  <a:gd name="connsiteX73" fmla="*/ 0 w 226600"/>
                  <a:gd name="connsiteY73" fmla="*/ 219517 h 229130"/>
                  <a:gd name="connsiteX74" fmla="*/ 0 w 226600"/>
                  <a:gd name="connsiteY74" fmla="*/ 28682 h 229130"/>
                  <a:gd name="connsiteX75" fmla="*/ 28682 w 226600"/>
                  <a:gd name="connsiteY75" fmla="*/ 0 h 229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226600" h="229130">
                    <a:moveTo>
                      <a:pt x="154395" y="113463"/>
                    </a:moveTo>
                    <a:cubicBezTo>
                      <a:pt x="154624" y="113453"/>
                      <a:pt x="154854" y="113453"/>
                      <a:pt x="155084" y="113463"/>
                    </a:cubicBezTo>
                    <a:cubicBezTo>
                      <a:pt x="159776" y="113653"/>
                      <a:pt x="163427" y="117612"/>
                      <a:pt x="163237" y="122305"/>
                    </a:cubicBezTo>
                    <a:lnTo>
                      <a:pt x="163237" y="156540"/>
                    </a:lnTo>
                    <a:lnTo>
                      <a:pt x="177234" y="168719"/>
                    </a:lnTo>
                    <a:cubicBezTo>
                      <a:pt x="180921" y="171658"/>
                      <a:pt x="180921" y="177561"/>
                      <a:pt x="177969" y="181235"/>
                    </a:cubicBezTo>
                    <a:cubicBezTo>
                      <a:pt x="175765" y="182716"/>
                      <a:pt x="173548" y="184186"/>
                      <a:pt x="171344" y="184186"/>
                    </a:cubicBezTo>
                    <a:cubicBezTo>
                      <a:pt x="169166" y="184242"/>
                      <a:pt x="167051" y="183451"/>
                      <a:pt x="165441" y="181982"/>
                    </a:cubicBezTo>
                    <a:lnTo>
                      <a:pt x="148504" y="167237"/>
                    </a:lnTo>
                    <a:cubicBezTo>
                      <a:pt x="146673" y="165215"/>
                      <a:pt x="145626" y="162604"/>
                      <a:pt x="145553" y="159877"/>
                    </a:cubicBezTo>
                    <a:lnTo>
                      <a:pt x="145553" y="122305"/>
                    </a:lnTo>
                    <a:cubicBezTo>
                      <a:pt x="145618" y="117449"/>
                      <a:pt x="149539" y="113528"/>
                      <a:pt x="154395" y="113463"/>
                    </a:cubicBezTo>
                    <a:close/>
                    <a:moveTo>
                      <a:pt x="154396" y="102405"/>
                    </a:moveTo>
                    <a:cubicBezTo>
                      <a:pt x="124285" y="102405"/>
                      <a:pt x="99875" y="126815"/>
                      <a:pt x="99875" y="156926"/>
                    </a:cubicBezTo>
                    <a:cubicBezTo>
                      <a:pt x="99875" y="187036"/>
                      <a:pt x="124285" y="211446"/>
                      <a:pt x="154396" y="211446"/>
                    </a:cubicBezTo>
                    <a:cubicBezTo>
                      <a:pt x="154484" y="211446"/>
                      <a:pt x="154573" y="211446"/>
                      <a:pt x="154661" y="211446"/>
                    </a:cubicBezTo>
                    <a:cubicBezTo>
                      <a:pt x="184699" y="211373"/>
                      <a:pt x="208990" y="186964"/>
                      <a:pt x="208917" y="156926"/>
                    </a:cubicBezTo>
                    <a:cubicBezTo>
                      <a:pt x="208917" y="126815"/>
                      <a:pt x="184506" y="102405"/>
                      <a:pt x="154396" y="102405"/>
                    </a:cubicBezTo>
                    <a:close/>
                    <a:moveTo>
                      <a:pt x="37596" y="93310"/>
                    </a:moveTo>
                    <a:lnTo>
                      <a:pt x="67458" y="93310"/>
                    </a:lnTo>
                    <a:cubicBezTo>
                      <a:pt x="72024" y="93310"/>
                      <a:pt x="75782" y="96502"/>
                      <a:pt x="75782" y="100465"/>
                    </a:cubicBezTo>
                    <a:cubicBezTo>
                      <a:pt x="75782" y="104428"/>
                      <a:pt x="72072" y="107621"/>
                      <a:pt x="67458" y="107621"/>
                    </a:cubicBezTo>
                    <a:lnTo>
                      <a:pt x="37596" y="107621"/>
                    </a:lnTo>
                    <a:cubicBezTo>
                      <a:pt x="32982" y="107621"/>
                      <a:pt x="29272" y="104416"/>
                      <a:pt x="29272" y="100465"/>
                    </a:cubicBezTo>
                    <a:cubicBezTo>
                      <a:pt x="29272" y="96514"/>
                      <a:pt x="32982" y="93310"/>
                      <a:pt x="37596" y="93310"/>
                    </a:cubicBezTo>
                    <a:close/>
                    <a:moveTo>
                      <a:pt x="154396" y="84721"/>
                    </a:moveTo>
                    <a:cubicBezTo>
                      <a:pt x="194257" y="84761"/>
                      <a:pt x="226561" y="117065"/>
                      <a:pt x="226600" y="156926"/>
                    </a:cubicBezTo>
                    <a:cubicBezTo>
                      <a:pt x="226600" y="196803"/>
                      <a:pt x="194273" y="229130"/>
                      <a:pt x="154396" y="229130"/>
                    </a:cubicBezTo>
                    <a:cubicBezTo>
                      <a:pt x="114518" y="229130"/>
                      <a:pt x="82191" y="196803"/>
                      <a:pt x="82191" y="156926"/>
                    </a:cubicBezTo>
                    <a:cubicBezTo>
                      <a:pt x="82191" y="117048"/>
                      <a:pt x="114518" y="84721"/>
                      <a:pt x="154396" y="84721"/>
                    </a:cubicBezTo>
                    <a:close/>
                    <a:moveTo>
                      <a:pt x="37596" y="45631"/>
                    </a:moveTo>
                    <a:lnTo>
                      <a:pt x="97285" y="45631"/>
                    </a:lnTo>
                    <a:cubicBezTo>
                      <a:pt x="101862" y="45631"/>
                      <a:pt x="105584" y="48835"/>
                      <a:pt x="105584" y="52786"/>
                    </a:cubicBezTo>
                    <a:cubicBezTo>
                      <a:pt x="105584" y="56737"/>
                      <a:pt x="101874" y="59942"/>
                      <a:pt x="97261" y="59942"/>
                    </a:cubicBezTo>
                    <a:lnTo>
                      <a:pt x="37596" y="59942"/>
                    </a:lnTo>
                    <a:cubicBezTo>
                      <a:pt x="32982" y="59942"/>
                      <a:pt x="29272" y="56749"/>
                      <a:pt x="29272" y="52786"/>
                    </a:cubicBezTo>
                    <a:cubicBezTo>
                      <a:pt x="29272" y="48823"/>
                      <a:pt x="32982" y="45631"/>
                      <a:pt x="37596" y="45631"/>
                    </a:cubicBezTo>
                    <a:close/>
                    <a:moveTo>
                      <a:pt x="28682" y="0"/>
                    </a:moveTo>
                    <a:lnTo>
                      <a:pt x="127846" y="0"/>
                    </a:lnTo>
                    <a:cubicBezTo>
                      <a:pt x="143675" y="0"/>
                      <a:pt x="154516" y="12841"/>
                      <a:pt x="154516" y="28682"/>
                    </a:cubicBezTo>
                    <a:lnTo>
                      <a:pt x="154516" y="51847"/>
                    </a:lnTo>
                    <a:lnTo>
                      <a:pt x="198147" y="51847"/>
                    </a:lnTo>
                    <a:cubicBezTo>
                      <a:pt x="198151" y="51847"/>
                      <a:pt x="198156" y="51847"/>
                      <a:pt x="198160" y="51847"/>
                    </a:cubicBezTo>
                    <a:cubicBezTo>
                      <a:pt x="212643" y="51853"/>
                      <a:pt x="224379" y="63600"/>
                      <a:pt x="224372" y="78083"/>
                    </a:cubicBezTo>
                    <a:lnTo>
                      <a:pt x="224372" y="93635"/>
                    </a:lnTo>
                    <a:cubicBezTo>
                      <a:pt x="224372" y="97573"/>
                      <a:pt x="221180" y="100766"/>
                      <a:pt x="217241" y="100766"/>
                    </a:cubicBezTo>
                    <a:cubicBezTo>
                      <a:pt x="213302" y="100766"/>
                      <a:pt x="210109" y="97573"/>
                      <a:pt x="210109" y="93635"/>
                    </a:cubicBezTo>
                    <a:lnTo>
                      <a:pt x="210109" y="78143"/>
                    </a:lnTo>
                    <a:cubicBezTo>
                      <a:pt x="210109" y="72867"/>
                      <a:pt x="205255" y="66844"/>
                      <a:pt x="200039" y="66844"/>
                    </a:cubicBezTo>
                    <a:lnTo>
                      <a:pt x="154829" y="66844"/>
                    </a:lnTo>
                    <a:lnTo>
                      <a:pt x="154829" y="67302"/>
                    </a:lnTo>
                    <a:cubicBezTo>
                      <a:pt x="154829" y="67310"/>
                      <a:pt x="154829" y="67318"/>
                      <a:pt x="154829" y="67326"/>
                    </a:cubicBezTo>
                    <a:cubicBezTo>
                      <a:pt x="154829" y="71384"/>
                      <a:pt x="151540" y="74674"/>
                      <a:pt x="147481" y="74674"/>
                    </a:cubicBezTo>
                    <a:cubicBezTo>
                      <a:pt x="143417" y="74674"/>
                      <a:pt x="140121" y="71379"/>
                      <a:pt x="140121" y="67314"/>
                    </a:cubicBezTo>
                    <a:lnTo>
                      <a:pt x="140121" y="26285"/>
                    </a:lnTo>
                    <a:cubicBezTo>
                      <a:pt x="140128" y="19521"/>
                      <a:pt x="134657" y="14029"/>
                      <a:pt x="127894" y="14010"/>
                    </a:cubicBezTo>
                    <a:lnTo>
                      <a:pt x="26249" y="14010"/>
                    </a:lnTo>
                    <a:cubicBezTo>
                      <a:pt x="19483" y="14029"/>
                      <a:pt x="14010" y="19519"/>
                      <a:pt x="14010" y="26285"/>
                    </a:cubicBezTo>
                    <a:lnTo>
                      <a:pt x="14010" y="205483"/>
                    </a:lnTo>
                    <a:lnTo>
                      <a:pt x="38957" y="205483"/>
                    </a:lnTo>
                    <a:lnTo>
                      <a:pt x="38957" y="169706"/>
                    </a:lnTo>
                    <a:cubicBezTo>
                      <a:pt x="38937" y="158516"/>
                      <a:pt x="47981" y="149424"/>
                      <a:pt x="59171" y="149384"/>
                    </a:cubicBezTo>
                    <a:lnTo>
                      <a:pt x="66904" y="149384"/>
                    </a:lnTo>
                    <a:cubicBezTo>
                      <a:pt x="66925" y="149384"/>
                      <a:pt x="66945" y="149384"/>
                      <a:pt x="66965" y="149384"/>
                    </a:cubicBezTo>
                    <a:cubicBezTo>
                      <a:pt x="70843" y="149411"/>
                      <a:pt x="73966" y="152577"/>
                      <a:pt x="73939" y="156455"/>
                    </a:cubicBezTo>
                    <a:cubicBezTo>
                      <a:pt x="73933" y="160334"/>
                      <a:pt x="70783" y="163473"/>
                      <a:pt x="66904" y="163466"/>
                    </a:cubicBezTo>
                    <a:lnTo>
                      <a:pt x="56304" y="163466"/>
                    </a:lnTo>
                    <a:cubicBezTo>
                      <a:pt x="54374" y="163402"/>
                      <a:pt x="52735" y="164866"/>
                      <a:pt x="52582" y="166791"/>
                    </a:cubicBezTo>
                    <a:lnTo>
                      <a:pt x="52582" y="205507"/>
                    </a:lnTo>
                    <a:lnTo>
                      <a:pt x="66941" y="205507"/>
                    </a:lnTo>
                    <a:cubicBezTo>
                      <a:pt x="66945" y="205507"/>
                      <a:pt x="66949" y="205507"/>
                      <a:pt x="66953" y="205507"/>
                    </a:cubicBezTo>
                    <a:cubicBezTo>
                      <a:pt x="70818" y="205515"/>
                      <a:pt x="73946" y="208653"/>
                      <a:pt x="73939" y="212518"/>
                    </a:cubicBezTo>
                    <a:cubicBezTo>
                      <a:pt x="73939" y="216384"/>
                      <a:pt x="70806" y="219517"/>
                      <a:pt x="66941" y="219517"/>
                    </a:cubicBezTo>
                    <a:lnTo>
                      <a:pt x="0" y="219517"/>
                    </a:lnTo>
                    <a:lnTo>
                      <a:pt x="0" y="28682"/>
                    </a:lnTo>
                    <a:cubicBezTo>
                      <a:pt x="20" y="12850"/>
                      <a:pt x="12850" y="20"/>
                      <a:pt x="286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1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</p:grpSp>
        <p:grpSp>
          <p:nvGrpSpPr>
            <p:cNvPr id="200" name="组合 199"/>
            <p:cNvGrpSpPr/>
            <p:nvPr/>
          </p:nvGrpSpPr>
          <p:grpSpPr>
            <a:xfrm>
              <a:off x="8488680" y="3055410"/>
              <a:ext cx="737725" cy="737725"/>
              <a:chOff x="8488680" y="3055410"/>
              <a:chExt cx="737725" cy="73772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8488680" y="3055410"/>
                <a:ext cx="737725" cy="73772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pic>
            <p:nvPicPr>
              <p:cNvPr id="40" name="图形 39"/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 rot="3343740">
                <a:off x="8609000" y="3127017"/>
                <a:ext cx="487608" cy="594510"/>
              </a:xfrm>
              <a:prstGeom prst="rect">
                <a:avLst/>
              </a:prstGeom>
            </p:spPr>
          </p:pic>
          <p:sp>
            <p:nvSpPr>
              <p:cNvPr id="38" name="椭圆 37"/>
              <p:cNvSpPr/>
              <p:nvPr/>
            </p:nvSpPr>
            <p:spPr>
              <a:xfrm rot="19543740">
                <a:off x="8625514" y="3196982"/>
                <a:ext cx="454580" cy="454580"/>
              </a:xfrm>
              <a:prstGeom prst="ellipse">
                <a:avLst/>
              </a:prstGeom>
              <a:solidFill>
                <a:schemeClr val="accent3">
                  <a:alpha val="15000"/>
                </a:schemeClr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194" name="任意多边形: 形状 193"/>
              <p:cNvSpPr/>
              <p:nvPr/>
            </p:nvSpPr>
            <p:spPr>
              <a:xfrm>
                <a:off x="8742978" y="3309707"/>
                <a:ext cx="229129" cy="229130"/>
              </a:xfrm>
              <a:custGeom>
                <a:avLst/>
                <a:gdLst>
                  <a:gd name="connsiteX0" fmla="*/ 34620 w 229129"/>
                  <a:gd name="connsiteY0" fmla="*/ 174609 h 229130"/>
                  <a:gd name="connsiteX1" fmla="*/ 60411 w 229129"/>
                  <a:gd name="connsiteY1" fmla="*/ 174609 h 229130"/>
                  <a:gd name="connsiteX2" fmla="*/ 69253 w 229129"/>
                  <a:gd name="connsiteY2" fmla="*/ 183451 h 229130"/>
                  <a:gd name="connsiteX3" fmla="*/ 60411 w 229129"/>
                  <a:gd name="connsiteY3" fmla="*/ 192293 h 229130"/>
                  <a:gd name="connsiteX4" fmla="*/ 34620 w 229129"/>
                  <a:gd name="connsiteY4" fmla="*/ 192293 h 229130"/>
                  <a:gd name="connsiteX5" fmla="*/ 25778 w 229129"/>
                  <a:gd name="connsiteY5" fmla="*/ 183451 h 229130"/>
                  <a:gd name="connsiteX6" fmla="*/ 25778 w 229129"/>
                  <a:gd name="connsiteY6" fmla="*/ 182788 h 229130"/>
                  <a:gd name="connsiteX7" fmla="*/ 34620 w 229129"/>
                  <a:gd name="connsiteY7" fmla="*/ 174609 h 229130"/>
                  <a:gd name="connsiteX8" fmla="*/ 156925 w 229129"/>
                  <a:gd name="connsiteY8" fmla="*/ 113463 h 229130"/>
                  <a:gd name="connsiteX9" fmla="*/ 157614 w 229129"/>
                  <a:gd name="connsiteY9" fmla="*/ 113463 h 229130"/>
                  <a:gd name="connsiteX10" fmla="*/ 165767 w 229129"/>
                  <a:gd name="connsiteY10" fmla="*/ 122305 h 229130"/>
                  <a:gd name="connsiteX11" fmla="*/ 165767 w 229129"/>
                  <a:gd name="connsiteY11" fmla="*/ 156540 h 229130"/>
                  <a:gd name="connsiteX12" fmla="*/ 179764 w 229129"/>
                  <a:gd name="connsiteY12" fmla="*/ 168719 h 229130"/>
                  <a:gd name="connsiteX13" fmla="*/ 180511 w 229129"/>
                  <a:gd name="connsiteY13" fmla="*/ 181235 h 229130"/>
                  <a:gd name="connsiteX14" fmla="*/ 173874 w 229129"/>
                  <a:gd name="connsiteY14" fmla="*/ 184186 h 229130"/>
                  <a:gd name="connsiteX15" fmla="*/ 167983 w 229129"/>
                  <a:gd name="connsiteY15" fmla="*/ 181982 h 229130"/>
                  <a:gd name="connsiteX16" fmla="*/ 151034 w 229129"/>
                  <a:gd name="connsiteY16" fmla="*/ 167237 h 229130"/>
                  <a:gd name="connsiteX17" fmla="*/ 148179 w 229129"/>
                  <a:gd name="connsiteY17" fmla="*/ 161082 h 229130"/>
                  <a:gd name="connsiteX18" fmla="*/ 148083 w 229129"/>
                  <a:gd name="connsiteY18" fmla="*/ 159877 h 229130"/>
                  <a:gd name="connsiteX19" fmla="*/ 148083 w 229129"/>
                  <a:gd name="connsiteY19" fmla="*/ 122305 h 229130"/>
                  <a:gd name="connsiteX20" fmla="*/ 156925 w 229129"/>
                  <a:gd name="connsiteY20" fmla="*/ 113463 h 229130"/>
                  <a:gd name="connsiteX21" fmla="*/ 156925 w 229129"/>
                  <a:gd name="connsiteY21" fmla="*/ 102405 h 229130"/>
                  <a:gd name="connsiteX22" fmla="*/ 102404 w 229129"/>
                  <a:gd name="connsiteY22" fmla="*/ 156926 h 229130"/>
                  <a:gd name="connsiteX23" fmla="*/ 156925 w 229129"/>
                  <a:gd name="connsiteY23" fmla="*/ 211446 h 229130"/>
                  <a:gd name="connsiteX24" fmla="*/ 157166 w 229129"/>
                  <a:gd name="connsiteY24" fmla="*/ 211446 h 229130"/>
                  <a:gd name="connsiteX25" fmla="*/ 211445 w 229129"/>
                  <a:gd name="connsiteY25" fmla="*/ 156926 h 229130"/>
                  <a:gd name="connsiteX26" fmla="*/ 156925 w 229129"/>
                  <a:gd name="connsiteY26" fmla="*/ 102405 h 229130"/>
                  <a:gd name="connsiteX27" fmla="*/ 156925 w 229129"/>
                  <a:gd name="connsiteY27" fmla="*/ 84721 h 229130"/>
                  <a:gd name="connsiteX28" fmla="*/ 229129 w 229129"/>
                  <a:gd name="connsiteY28" fmla="*/ 156926 h 229130"/>
                  <a:gd name="connsiteX29" fmla="*/ 156925 w 229129"/>
                  <a:gd name="connsiteY29" fmla="*/ 229130 h 229130"/>
                  <a:gd name="connsiteX30" fmla="*/ 84720 w 229129"/>
                  <a:gd name="connsiteY30" fmla="*/ 156926 h 229130"/>
                  <a:gd name="connsiteX31" fmla="*/ 156925 w 229129"/>
                  <a:gd name="connsiteY31" fmla="*/ 84721 h 229130"/>
                  <a:gd name="connsiteX32" fmla="*/ 28790 w 229129"/>
                  <a:gd name="connsiteY32" fmla="*/ 0 h 229130"/>
                  <a:gd name="connsiteX33" fmla="*/ 179765 w 229129"/>
                  <a:gd name="connsiteY33" fmla="*/ 0 h 229130"/>
                  <a:gd name="connsiteX34" fmla="*/ 208507 w 229129"/>
                  <a:gd name="connsiteY34" fmla="*/ 28766 h 229130"/>
                  <a:gd name="connsiteX35" fmla="*/ 208507 w 229129"/>
                  <a:gd name="connsiteY35" fmla="*/ 61146 h 229130"/>
                  <a:gd name="connsiteX36" fmla="*/ 199665 w 229129"/>
                  <a:gd name="connsiteY36" fmla="*/ 69988 h 229130"/>
                  <a:gd name="connsiteX37" fmla="*/ 199001 w 229129"/>
                  <a:gd name="connsiteY37" fmla="*/ 69988 h 229130"/>
                  <a:gd name="connsiteX38" fmla="*/ 190823 w 229129"/>
                  <a:gd name="connsiteY38" fmla="*/ 61146 h 229130"/>
                  <a:gd name="connsiteX39" fmla="*/ 190823 w 229129"/>
                  <a:gd name="connsiteY39" fmla="*/ 28766 h 229130"/>
                  <a:gd name="connsiteX40" fmla="*/ 190823 w 229129"/>
                  <a:gd name="connsiteY40" fmla="*/ 28303 h 229130"/>
                  <a:gd name="connsiteX41" fmla="*/ 179765 w 229129"/>
                  <a:gd name="connsiteY41" fmla="*/ 17684 h 229130"/>
                  <a:gd name="connsiteX42" fmla="*/ 28790 w 229129"/>
                  <a:gd name="connsiteY42" fmla="*/ 17684 h 229130"/>
                  <a:gd name="connsiteX43" fmla="*/ 28340 w 229129"/>
                  <a:gd name="connsiteY43" fmla="*/ 17684 h 229130"/>
                  <a:gd name="connsiteX44" fmla="*/ 17744 w 229129"/>
                  <a:gd name="connsiteY44" fmla="*/ 28766 h 229130"/>
                  <a:gd name="connsiteX45" fmla="*/ 17744 w 229129"/>
                  <a:gd name="connsiteY45" fmla="*/ 124461 h 229130"/>
                  <a:gd name="connsiteX46" fmla="*/ 17744 w 229129"/>
                  <a:gd name="connsiteY46" fmla="*/ 124874 h 229130"/>
                  <a:gd name="connsiteX47" fmla="*/ 28790 w 229129"/>
                  <a:gd name="connsiteY47" fmla="*/ 135507 h 229130"/>
                  <a:gd name="connsiteX48" fmla="*/ 51570 w 229129"/>
                  <a:gd name="connsiteY48" fmla="*/ 135507 h 229130"/>
                  <a:gd name="connsiteX49" fmla="*/ 60411 w 229129"/>
                  <a:gd name="connsiteY49" fmla="*/ 145144 h 229130"/>
                  <a:gd name="connsiteX50" fmla="*/ 51570 w 229129"/>
                  <a:gd name="connsiteY50" fmla="*/ 153239 h 229130"/>
                  <a:gd name="connsiteX51" fmla="*/ 28790 w 229129"/>
                  <a:gd name="connsiteY51" fmla="*/ 153239 h 229130"/>
                  <a:gd name="connsiteX52" fmla="*/ 0 w 229129"/>
                  <a:gd name="connsiteY52" fmla="*/ 124545 h 229130"/>
                  <a:gd name="connsiteX53" fmla="*/ 0 w 229129"/>
                  <a:gd name="connsiteY53" fmla="*/ 28766 h 229130"/>
                  <a:gd name="connsiteX54" fmla="*/ 28790 w 229129"/>
                  <a:gd name="connsiteY54" fmla="*/ 0 h 229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229129" h="229130">
                    <a:moveTo>
                      <a:pt x="34620" y="174609"/>
                    </a:moveTo>
                    <a:lnTo>
                      <a:pt x="60411" y="174609"/>
                    </a:lnTo>
                    <a:cubicBezTo>
                      <a:pt x="65294" y="174609"/>
                      <a:pt x="69253" y="178568"/>
                      <a:pt x="69253" y="183451"/>
                    </a:cubicBezTo>
                    <a:cubicBezTo>
                      <a:pt x="69253" y="188335"/>
                      <a:pt x="65294" y="192293"/>
                      <a:pt x="60411" y="192293"/>
                    </a:cubicBezTo>
                    <a:lnTo>
                      <a:pt x="34620" y="192293"/>
                    </a:lnTo>
                    <a:cubicBezTo>
                      <a:pt x="29764" y="192228"/>
                      <a:pt x="25843" y="188307"/>
                      <a:pt x="25778" y="183451"/>
                    </a:cubicBezTo>
                    <a:cubicBezTo>
                      <a:pt x="25770" y="183231"/>
                      <a:pt x="25770" y="183009"/>
                      <a:pt x="25778" y="182788"/>
                    </a:cubicBezTo>
                    <a:cubicBezTo>
                      <a:pt x="25961" y="178088"/>
                      <a:pt x="29920" y="174426"/>
                      <a:pt x="34620" y="174609"/>
                    </a:cubicBezTo>
                    <a:close/>
                    <a:moveTo>
                      <a:pt x="156925" y="113463"/>
                    </a:moveTo>
                    <a:cubicBezTo>
                      <a:pt x="157154" y="113453"/>
                      <a:pt x="157384" y="113453"/>
                      <a:pt x="157614" y="113463"/>
                    </a:cubicBezTo>
                    <a:cubicBezTo>
                      <a:pt x="162306" y="113653"/>
                      <a:pt x="165957" y="117612"/>
                      <a:pt x="165767" y="122305"/>
                    </a:cubicBezTo>
                    <a:lnTo>
                      <a:pt x="165767" y="156540"/>
                    </a:lnTo>
                    <a:lnTo>
                      <a:pt x="179764" y="168719"/>
                    </a:lnTo>
                    <a:cubicBezTo>
                      <a:pt x="183450" y="171658"/>
                      <a:pt x="183450" y="177561"/>
                      <a:pt x="180511" y="181235"/>
                    </a:cubicBezTo>
                    <a:cubicBezTo>
                      <a:pt x="178295" y="182716"/>
                      <a:pt x="176090" y="184186"/>
                      <a:pt x="173874" y="184186"/>
                    </a:cubicBezTo>
                    <a:cubicBezTo>
                      <a:pt x="171699" y="184238"/>
                      <a:pt x="169589" y="183449"/>
                      <a:pt x="167983" y="181982"/>
                    </a:cubicBezTo>
                    <a:lnTo>
                      <a:pt x="151034" y="167237"/>
                    </a:lnTo>
                    <a:cubicBezTo>
                      <a:pt x="149209" y="165716"/>
                      <a:pt x="148162" y="163457"/>
                      <a:pt x="148179" y="161082"/>
                    </a:cubicBezTo>
                    <a:cubicBezTo>
                      <a:pt x="148123" y="160683"/>
                      <a:pt x="148090" y="160281"/>
                      <a:pt x="148083" y="159877"/>
                    </a:cubicBezTo>
                    <a:lnTo>
                      <a:pt x="148083" y="122305"/>
                    </a:lnTo>
                    <a:cubicBezTo>
                      <a:pt x="148148" y="117449"/>
                      <a:pt x="152069" y="113528"/>
                      <a:pt x="156925" y="113463"/>
                    </a:cubicBezTo>
                    <a:close/>
                    <a:moveTo>
                      <a:pt x="156925" y="102405"/>
                    </a:moveTo>
                    <a:cubicBezTo>
                      <a:pt x="126814" y="102405"/>
                      <a:pt x="102404" y="126815"/>
                      <a:pt x="102404" y="156926"/>
                    </a:cubicBezTo>
                    <a:cubicBezTo>
                      <a:pt x="102404" y="187036"/>
                      <a:pt x="126814" y="211446"/>
                      <a:pt x="156925" y="211446"/>
                    </a:cubicBezTo>
                    <a:cubicBezTo>
                      <a:pt x="157005" y="211446"/>
                      <a:pt x="157085" y="211446"/>
                      <a:pt x="157166" y="211446"/>
                    </a:cubicBezTo>
                    <a:cubicBezTo>
                      <a:pt x="187210" y="211380"/>
                      <a:pt x="211512" y="186970"/>
                      <a:pt x="211445" y="156926"/>
                    </a:cubicBezTo>
                    <a:cubicBezTo>
                      <a:pt x="211445" y="126815"/>
                      <a:pt x="187035" y="102405"/>
                      <a:pt x="156925" y="102405"/>
                    </a:cubicBezTo>
                    <a:close/>
                    <a:moveTo>
                      <a:pt x="156925" y="84721"/>
                    </a:moveTo>
                    <a:cubicBezTo>
                      <a:pt x="196785" y="84761"/>
                      <a:pt x="229090" y="117065"/>
                      <a:pt x="229129" y="156926"/>
                    </a:cubicBezTo>
                    <a:cubicBezTo>
                      <a:pt x="229129" y="196803"/>
                      <a:pt x="196802" y="229130"/>
                      <a:pt x="156925" y="229130"/>
                    </a:cubicBezTo>
                    <a:cubicBezTo>
                      <a:pt x="117047" y="229130"/>
                      <a:pt x="84720" y="196803"/>
                      <a:pt x="84720" y="156926"/>
                    </a:cubicBezTo>
                    <a:cubicBezTo>
                      <a:pt x="84720" y="117048"/>
                      <a:pt x="117047" y="84721"/>
                      <a:pt x="156925" y="84721"/>
                    </a:cubicBezTo>
                    <a:close/>
                    <a:moveTo>
                      <a:pt x="28790" y="0"/>
                    </a:moveTo>
                    <a:lnTo>
                      <a:pt x="179765" y="0"/>
                    </a:lnTo>
                    <a:cubicBezTo>
                      <a:pt x="195643" y="13"/>
                      <a:pt x="208507" y="12888"/>
                      <a:pt x="208507" y="28766"/>
                    </a:cubicBezTo>
                    <a:lnTo>
                      <a:pt x="208507" y="61146"/>
                    </a:lnTo>
                    <a:cubicBezTo>
                      <a:pt x="208442" y="66002"/>
                      <a:pt x="204521" y="69923"/>
                      <a:pt x="199665" y="69988"/>
                    </a:cubicBezTo>
                    <a:cubicBezTo>
                      <a:pt x="199445" y="69997"/>
                      <a:pt x="199223" y="69997"/>
                      <a:pt x="199001" y="69988"/>
                    </a:cubicBezTo>
                    <a:cubicBezTo>
                      <a:pt x="194302" y="69805"/>
                      <a:pt x="190640" y="65846"/>
                      <a:pt x="190823" y="61146"/>
                    </a:cubicBezTo>
                    <a:lnTo>
                      <a:pt x="190823" y="28766"/>
                    </a:lnTo>
                    <a:cubicBezTo>
                      <a:pt x="190827" y="28612"/>
                      <a:pt x="190827" y="28458"/>
                      <a:pt x="190823" y="28303"/>
                    </a:cubicBezTo>
                    <a:cubicBezTo>
                      <a:pt x="190703" y="22317"/>
                      <a:pt x="185752" y="17562"/>
                      <a:pt x="179765" y="17684"/>
                    </a:cubicBezTo>
                    <a:lnTo>
                      <a:pt x="28790" y="17684"/>
                    </a:lnTo>
                    <a:cubicBezTo>
                      <a:pt x="28640" y="17681"/>
                      <a:pt x="28490" y="17681"/>
                      <a:pt x="28340" y="17684"/>
                    </a:cubicBezTo>
                    <a:cubicBezTo>
                      <a:pt x="22354" y="17819"/>
                      <a:pt x="17610" y="22780"/>
                      <a:pt x="17744" y="28766"/>
                    </a:cubicBezTo>
                    <a:lnTo>
                      <a:pt x="17744" y="124461"/>
                    </a:lnTo>
                    <a:cubicBezTo>
                      <a:pt x="17741" y="124598"/>
                      <a:pt x="17741" y="124737"/>
                      <a:pt x="17744" y="124874"/>
                    </a:cubicBezTo>
                    <a:cubicBezTo>
                      <a:pt x="17858" y="130861"/>
                      <a:pt x="22803" y="135622"/>
                      <a:pt x="28790" y="135507"/>
                    </a:cubicBezTo>
                    <a:lnTo>
                      <a:pt x="51570" y="135507"/>
                    </a:lnTo>
                    <a:cubicBezTo>
                      <a:pt x="55990" y="136302"/>
                      <a:pt x="60411" y="139988"/>
                      <a:pt x="60411" y="145144"/>
                    </a:cubicBezTo>
                    <a:cubicBezTo>
                      <a:pt x="60411" y="150300"/>
                      <a:pt x="55990" y="153239"/>
                      <a:pt x="51570" y="153239"/>
                    </a:cubicBezTo>
                    <a:lnTo>
                      <a:pt x="28790" y="153239"/>
                    </a:lnTo>
                    <a:cubicBezTo>
                      <a:pt x="12922" y="153252"/>
                      <a:pt x="40" y="140414"/>
                      <a:pt x="0" y="124545"/>
                    </a:cubicBezTo>
                    <a:lnTo>
                      <a:pt x="0" y="28766"/>
                    </a:lnTo>
                    <a:cubicBezTo>
                      <a:pt x="265" y="12980"/>
                      <a:pt x="13005" y="251"/>
                      <a:pt x="287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98" name="组合 197"/>
            <p:cNvGrpSpPr/>
            <p:nvPr/>
          </p:nvGrpSpPr>
          <p:grpSpPr>
            <a:xfrm>
              <a:off x="5140851" y="3444584"/>
              <a:ext cx="1910298" cy="1910296"/>
              <a:chOff x="4809817" y="3151960"/>
              <a:chExt cx="2495546" cy="2495544"/>
            </a:xfrm>
          </p:grpSpPr>
          <p:sp>
            <p:nvSpPr>
              <p:cNvPr id="195" name="旁门左道出品"/>
              <p:cNvSpPr/>
              <p:nvPr/>
            </p:nvSpPr>
            <p:spPr>
              <a:xfrm>
                <a:off x="4962215" y="3305304"/>
                <a:ext cx="2190748" cy="2188858"/>
              </a:xfrm>
              <a:custGeom>
                <a:avLst/>
                <a:gdLst>
                  <a:gd name="connsiteX0" fmla="*/ 1302690 w 2608416"/>
                  <a:gd name="connsiteY0" fmla="*/ 2501988 h 2606167"/>
                  <a:gd name="connsiteX1" fmla="*/ 1309040 w 2608416"/>
                  <a:gd name="connsiteY1" fmla="*/ 2501988 h 2606167"/>
                  <a:gd name="connsiteX2" fmla="*/ 1309040 w 2608416"/>
                  <a:gd name="connsiteY2" fmla="*/ 2575089 h 2606167"/>
                  <a:gd name="connsiteX3" fmla="*/ 1302690 w 2608416"/>
                  <a:gd name="connsiteY3" fmla="*/ 2575089 h 2606167"/>
                  <a:gd name="connsiteX4" fmla="*/ 1332307 w 2608416"/>
                  <a:gd name="connsiteY4" fmla="*/ 2500821 h 2606167"/>
                  <a:gd name="connsiteX5" fmla="*/ 1334517 w 2608416"/>
                  <a:gd name="connsiteY5" fmla="*/ 2606040 h 2606167"/>
                  <a:gd name="connsiteX6" fmla="*/ 1328167 w 2608416"/>
                  <a:gd name="connsiteY6" fmla="*/ 2606167 h 2606167"/>
                  <a:gd name="connsiteX7" fmla="*/ 1325957 w 2608416"/>
                  <a:gd name="connsiteY7" fmla="*/ 2500948 h 2606167"/>
                  <a:gd name="connsiteX8" fmla="*/ 1354455 w 2608416"/>
                  <a:gd name="connsiteY8" fmla="*/ 2500770 h 2606167"/>
                  <a:gd name="connsiteX9" fmla="*/ 1356664 w 2608416"/>
                  <a:gd name="connsiteY9" fmla="*/ 2566124 h 2606167"/>
                  <a:gd name="connsiteX10" fmla="*/ 1350314 w 2608416"/>
                  <a:gd name="connsiteY10" fmla="*/ 2566340 h 2606167"/>
                  <a:gd name="connsiteX11" fmla="*/ 1348105 w 2608416"/>
                  <a:gd name="connsiteY11" fmla="*/ 2500986 h 2606167"/>
                  <a:gd name="connsiteX12" fmla="*/ 1265035 w 2608416"/>
                  <a:gd name="connsiteY12" fmla="*/ 2500770 h 2606167"/>
                  <a:gd name="connsiteX13" fmla="*/ 1271385 w 2608416"/>
                  <a:gd name="connsiteY13" fmla="*/ 2500986 h 2606167"/>
                  <a:gd name="connsiteX14" fmla="*/ 1269175 w 2608416"/>
                  <a:gd name="connsiteY14" fmla="*/ 2566340 h 2606167"/>
                  <a:gd name="connsiteX15" fmla="*/ 1262825 w 2608416"/>
                  <a:gd name="connsiteY15" fmla="*/ 2566124 h 2606167"/>
                  <a:gd name="connsiteX16" fmla="*/ 1241781 w 2608416"/>
                  <a:gd name="connsiteY16" fmla="*/ 2499664 h 2606167"/>
                  <a:gd name="connsiteX17" fmla="*/ 1248131 w 2608416"/>
                  <a:gd name="connsiteY17" fmla="*/ 2499880 h 2606167"/>
                  <a:gd name="connsiteX18" fmla="*/ 1245909 w 2608416"/>
                  <a:gd name="connsiteY18" fmla="*/ 2566339 h 2606167"/>
                  <a:gd name="connsiteX19" fmla="*/ 1239571 w 2608416"/>
                  <a:gd name="connsiteY19" fmla="*/ 2566123 h 2606167"/>
                  <a:gd name="connsiteX20" fmla="*/ 1377709 w 2608416"/>
                  <a:gd name="connsiteY20" fmla="*/ 2499600 h 2606167"/>
                  <a:gd name="connsiteX21" fmla="*/ 1381024 w 2608416"/>
                  <a:gd name="connsiteY21" fmla="*/ 2558300 h 2606167"/>
                  <a:gd name="connsiteX22" fmla="*/ 1374687 w 2608416"/>
                  <a:gd name="connsiteY22" fmla="*/ 2558655 h 2606167"/>
                  <a:gd name="connsiteX23" fmla="*/ 1371372 w 2608416"/>
                  <a:gd name="connsiteY23" fmla="*/ 2499956 h 2606167"/>
                  <a:gd name="connsiteX24" fmla="*/ 1219632 w 2608416"/>
                  <a:gd name="connsiteY24" fmla="*/ 2498458 h 2606167"/>
                  <a:gd name="connsiteX25" fmla="*/ 1225970 w 2608416"/>
                  <a:gd name="connsiteY25" fmla="*/ 2498877 h 2606167"/>
                  <a:gd name="connsiteX26" fmla="*/ 1221537 w 2608416"/>
                  <a:gd name="connsiteY26" fmla="*/ 2564231 h 2606167"/>
                  <a:gd name="connsiteX27" fmla="*/ 1215200 w 2608416"/>
                  <a:gd name="connsiteY27" fmla="*/ 2563799 h 2606167"/>
                  <a:gd name="connsiteX28" fmla="*/ 1399857 w 2608416"/>
                  <a:gd name="connsiteY28" fmla="*/ 2498433 h 2606167"/>
                  <a:gd name="connsiteX29" fmla="*/ 1404277 w 2608416"/>
                  <a:gd name="connsiteY29" fmla="*/ 2557132 h 2606167"/>
                  <a:gd name="connsiteX30" fmla="*/ 1397952 w 2608416"/>
                  <a:gd name="connsiteY30" fmla="*/ 2557603 h 2606167"/>
                  <a:gd name="connsiteX31" fmla="*/ 1393520 w 2608416"/>
                  <a:gd name="connsiteY31" fmla="*/ 2498903 h 2606167"/>
                  <a:gd name="connsiteX32" fmla="*/ 1197483 w 2608416"/>
                  <a:gd name="connsiteY32" fmla="*/ 2496185 h 2606167"/>
                  <a:gd name="connsiteX33" fmla="*/ 1203820 w 2608416"/>
                  <a:gd name="connsiteY33" fmla="*/ 2496719 h 2606167"/>
                  <a:gd name="connsiteX34" fmla="*/ 1198283 w 2608416"/>
                  <a:gd name="connsiteY34" fmla="*/ 2563165 h 2606167"/>
                  <a:gd name="connsiteX35" fmla="*/ 1191945 w 2608416"/>
                  <a:gd name="connsiteY35" fmla="*/ 2562645 h 2606167"/>
                  <a:gd name="connsiteX36" fmla="*/ 1421994 w 2608416"/>
                  <a:gd name="connsiteY36" fmla="*/ 2496160 h 2606167"/>
                  <a:gd name="connsiteX37" fmla="*/ 1427544 w 2608416"/>
                  <a:gd name="connsiteY37" fmla="*/ 2554859 h 2606167"/>
                  <a:gd name="connsiteX38" fmla="*/ 1421220 w 2608416"/>
                  <a:gd name="connsiteY38" fmla="*/ 2555456 h 2606167"/>
                  <a:gd name="connsiteX39" fmla="*/ 1415682 w 2608416"/>
                  <a:gd name="connsiteY39" fmla="*/ 2496757 h 2606167"/>
                  <a:gd name="connsiteX40" fmla="*/ 1174230 w 2608416"/>
                  <a:gd name="connsiteY40" fmla="*/ 2495029 h 2606167"/>
                  <a:gd name="connsiteX41" fmla="*/ 1180554 w 2608416"/>
                  <a:gd name="connsiteY41" fmla="*/ 2495664 h 2606167"/>
                  <a:gd name="connsiteX42" fmla="*/ 1173912 w 2608416"/>
                  <a:gd name="connsiteY42" fmla="*/ 2561018 h 2606167"/>
                  <a:gd name="connsiteX43" fmla="*/ 1167588 w 2608416"/>
                  <a:gd name="connsiteY43" fmla="*/ 2560370 h 2606167"/>
                  <a:gd name="connsiteX44" fmla="*/ 1445247 w 2608416"/>
                  <a:gd name="connsiteY44" fmla="*/ 2492781 h 2606167"/>
                  <a:gd name="connsiteX45" fmla="*/ 1454112 w 2608416"/>
                  <a:gd name="connsiteY45" fmla="*/ 2572524 h 2606167"/>
                  <a:gd name="connsiteX46" fmla="*/ 1447800 w 2608416"/>
                  <a:gd name="connsiteY46" fmla="*/ 2573222 h 2606167"/>
                  <a:gd name="connsiteX47" fmla="*/ 1438935 w 2608416"/>
                  <a:gd name="connsiteY47" fmla="*/ 2493479 h 2606167"/>
                  <a:gd name="connsiteX48" fmla="*/ 1152094 w 2608416"/>
                  <a:gd name="connsiteY48" fmla="*/ 2491639 h 2606167"/>
                  <a:gd name="connsiteX49" fmla="*/ 1158393 w 2608416"/>
                  <a:gd name="connsiteY49" fmla="*/ 2492414 h 2606167"/>
                  <a:gd name="connsiteX50" fmla="*/ 1147319 w 2608416"/>
                  <a:gd name="connsiteY50" fmla="*/ 2583231 h 2606167"/>
                  <a:gd name="connsiteX51" fmla="*/ 1141019 w 2608416"/>
                  <a:gd name="connsiteY51" fmla="*/ 2582457 h 2606167"/>
                  <a:gd name="connsiteX52" fmla="*/ 1467396 w 2608416"/>
                  <a:gd name="connsiteY52" fmla="*/ 2490482 h 2606167"/>
                  <a:gd name="connsiteX53" fmla="*/ 1476260 w 2608416"/>
                  <a:gd name="connsiteY53" fmla="*/ 2555836 h 2606167"/>
                  <a:gd name="connsiteX54" fmla="*/ 1469961 w 2608416"/>
                  <a:gd name="connsiteY54" fmla="*/ 2556687 h 2606167"/>
                  <a:gd name="connsiteX55" fmla="*/ 1461097 w 2608416"/>
                  <a:gd name="connsiteY55" fmla="*/ 2491346 h 2606167"/>
                  <a:gd name="connsiteX56" fmla="*/ 1129944 w 2608416"/>
                  <a:gd name="connsiteY56" fmla="*/ 2489364 h 2606167"/>
                  <a:gd name="connsiteX57" fmla="*/ 1136231 w 2608416"/>
                  <a:gd name="connsiteY57" fmla="*/ 2490253 h 2606167"/>
                  <a:gd name="connsiteX58" fmla="*/ 1125156 w 2608416"/>
                  <a:gd name="connsiteY58" fmla="*/ 2568879 h 2606167"/>
                  <a:gd name="connsiteX59" fmla="*/ 1118870 w 2608416"/>
                  <a:gd name="connsiteY59" fmla="*/ 2568003 h 2606167"/>
                  <a:gd name="connsiteX60" fmla="*/ 1489532 w 2608416"/>
                  <a:gd name="connsiteY60" fmla="*/ 2487117 h 2606167"/>
                  <a:gd name="connsiteX61" fmla="*/ 1507261 w 2608416"/>
                  <a:gd name="connsiteY61" fmla="*/ 2604516 h 2606167"/>
                  <a:gd name="connsiteX62" fmla="*/ 1500975 w 2608416"/>
                  <a:gd name="connsiteY62" fmla="*/ 2605469 h 2606167"/>
                  <a:gd name="connsiteX63" fmla="*/ 1483258 w 2608416"/>
                  <a:gd name="connsiteY63" fmla="*/ 2488070 h 2606167"/>
                  <a:gd name="connsiteX64" fmla="*/ 1107808 w 2608416"/>
                  <a:gd name="connsiteY64" fmla="*/ 2484868 h 2606167"/>
                  <a:gd name="connsiteX65" fmla="*/ 1114069 w 2608416"/>
                  <a:gd name="connsiteY65" fmla="*/ 2485885 h 2606167"/>
                  <a:gd name="connsiteX66" fmla="*/ 1095248 w 2608416"/>
                  <a:gd name="connsiteY66" fmla="*/ 2603283 h 2606167"/>
                  <a:gd name="connsiteX67" fmla="*/ 1088974 w 2608416"/>
                  <a:gd name="connsiteY67" fmla="*/ 2602280 h 2606167"/>
                  <a:gd name="connsiteX68" fmla="*/ 1511682 w 2608416"/>
                  <a:gd name="connsiteY68" fmla="*/ 2483738 h 2606167"/>
                  <a:gd name="connsiteX69" fmla="*/ 1524966 w 2608416"/>
                  <a:gd name="connsiteY69" fmla="*/ 2562377 h 2606167"/>
                  <a:gd name="connsiteX70" fmla="*/ 1518705 w 2608416"/>
                  <a:gd name="connsiteY70" fmla="*/ 2563431 h 2606167"/>
                  <a:gd name="connsiteX71" fmla="*/ 1505420 w 2608416"/>
                  <a:gd name="connsiteY71" fmla="*/ 2484792 h 2606167"/>
                  <a:gd name="connsiteX72" fmla="*/ 1085673 w 2608416"/>
                  <a:gd name="connsiteY72" fmla="*/ 2481466 h 2606167"/>
                  <a:gd name="connsiteX73" fmla="*/ 1091908 w 2608416"/>
                  <a:gd name="connsiteY73" fmla="*/ 2482647 h 2606167"/>
                  <a:gd name="connsiteX74" fmla="*/ 1079729 w 2608416"/>
                  <a:gd name="connsiteY74" fmla="*/ 2546884 h 2606167"/>
                  <a:gd name="connsiteX75" fmla="*/ 1073494 w 2608416"/>
                  <a:gd name="connsiteY75" fmla="*/ 2545703 h 2606167"/>
                  <a:gd name="connsiteX76" fmla="*/ 1533818 w 2608416"/>
                  <a:gd name="connsiteY76" fmla="*/ 2479217 h 2606167"/>
                  <a:gd name="connsiteX77" fmla="*/ 1551534 w 2608416"/>
                  <a:gd name="connsiteY77" fmla="*/ 2568930 h 2606167"/>
                  <a:gd name="connsiteX78" fmla="*/ 1545311 w 2608416"/>
                  <a:gd name="connsiteY78" fmla="*/ 2570162 h 2606167"/>
                  <a:gd name="connsiteX79" fmla="*/ 1527582 w 2608416"/>
                  <a:gd name="connsiteY79" fmla="*/ 2480449 h 2606167"/>
                  <a:gd name="connsiteX80" fmla="*/ 1063523 w 2608416"/>
                  <a:gd name="connsiteY80" fmla="*/ 2477007 h 2606167"/>
                  <a:gd name="connsiteX81" fmla="*/ 1069759 w 2608416"/>
                  <a:gd name="connsiteY81" fmla="*/ 2478239 h 2606167"/>
                  <a:gd name="connsiteX82" fmla="*/ 1054252 w 2608416"/>
                  <a:gd name="connsiteY82" fmla="*/ 2556878 h 2606167"/>
                  <a:gd name="connsiteX83" fmla="*/ 1048016 w 2608416"/>
                  <a:gd name="connsiteY83" fmla="*/ 2555646 h 2606167"/>
                  <a:gd name="connsiteX84" fmla="*/ 1555953 w 2608416"/>
                  <a:gd name="connsiteY84" fmla="*/ 2474709 h 2606167"/>
                  <a:gd name="connsiteX85" fmla="*/ 1570342 w 2608416"/>
                  <a:gd name="connsiteY85" fmla="*/ 2538958 h 2606167"/>
                  <a:gd name="connsiteX86" fmla="*/ 1564157 w 2608416"/>
                  <a:gd name="connsiteY86" fmla="*/ 2540342 h 2606167"/>
                  <a:gd name="connsiteX87" fmla="*/ 1549755 w 2608416"/>
                  <a:gd name="connsiteY87" fmla="*/ 2476105 h 2606167"/>
                  <a:gd name="connsiteX88" fmla="*/ 1041400 w 2608416"/>
                  <a:gd name="connsiteY88" fmla="*/ 2472486 h 2606167"/>
                  <a:gd name="connsiteX89" fmla="*/ 1047584 w 2608416"/>
                  <a:gd name="connsiteY89" fmla="*/ 2473909 h 2606167"/>
                  <a:gd name="connsiteX90" fmla="*/ 1034288 w 2608416"/>
                  <a:gd name="connsiteY90" fmla="*/ 2531503 h 2606167"/>
                  <a:gd name="connsiteX91" fmla="*/ 1028103 w 2608416"/>
                  <a:gd name="connsiteY91" fmla="*/ 2530068 h 2606167"/>
                  <a:gd name="connsiteX92" fmla="*/ 1578102 w 2608416"/>
                  <a:gd name="connsiteY92" fmla="*/ 2470289 h 2606167"/>
                  <a:gd name="connsiteX93" fmla="*/ 1592503 w 2608416"/>
                  <a:gd name="connsiteY93" fmla="*/ 2534525 h 2606167"/>
                  <a:gd name="connsiteX94" fmla="*/ 1586306 w 2608416"/>
                  <a:gd name="connsiteY94" fmla="*/ 2535910 h 2606167"/>
                  <a:gd name="connsiteX95" fmla="*/ 1571904 w 2608416"/>
                  <a:gd name="connsiteY95" fmla="*/ 2471673 h 2606167"/>
                  <a:gd name="connsiteX96" fmla="*/ 1019239 w 2608416"/>
                  <a:gd name="connsiteY96" fmla="*/ 2466949 h 2606167"/>
                  <a:gd name="connsiteX97" fmla="*/ 1025437 w 2608416"/>
                  <a:gd name="connsiteY97" fmla="*/ 2468359 h 2606167"/>
                  <a:gd name="connsiteX98" fmla="*/ 1012140 w 2608416"/>
                  <a:gd name="connsiteY98" fmla="*/ 2527058 h 2606167"/>
                  <a:gd name="connsiteX99" fmla="*/ 1005955 w 2608416"/>
                  <a:gd name="connsiteY99" fmla="*/ 2525661 h 2606167"/>
                  <a:gd name="connsiteX100" fmla="*/ 1600239 w 2608416"/>
                  <a:gd name="connsiteY100" fmla="*/ 2464702 h 2606167"/>
                  <a:gd name="connsiteX101" fmla="*/ 1615745 w 2608416"/>
                  <a:gd name="connsiteY101" fmla="*/ 2528938 h 2606167"/>
                  <a:gd name="connsiteX102" fmla="*/ 1609573 w 2608416"/>
                  <a:gd name="connsiteY102" fmla="*/ 2530424 h 2606167"/>
                  <a:gd name="connsiteX103" fmla="*/ 1594067 w 2608416"/>
                  <a:gd name="connsiteY103" fmla="*/ 2466188 h 2606167"/>
                  <a:gd name="connsiteX104" fmla="*/ 997102 w 2608416"/>
                  <a:gd name="connsiteY104" fmla="*/ 2461348 h 2606167"/>
                  <a:gd name="connsiteX105" fmla="*/ 1003262 w 2608416"/>
                  <a:gd name="connsiteY105" fmla="*/ 2462885 h 2606167"/>
                  <a:gd name="connsiteX106" fmla="*/ 988872 w 2608416"/>
                  <a:gd name="connsiteY106" fmla="*/ 2520479 h 2606167"/>
                  <a:gd name="connsiteX107" fmla="*/ 982713 w 2608416"/>
                  <a:gd name="connsiteY107" fmla="*/ 2518943 h 2606167"/>
                  <a:gd name="connsiteX108" fmla="*/ 1622374 w 2608416"/>
                  <a:gd name="connsiteY108" fmla="*/ 2459100 h 2606167"/>
                  <a:gd name="connsiteX109" fmla="*/ 1638985 w 2608416"/>
                  <a:gd name="connsiteY109" fmla="*/ 2522232 h 2606167"/>
                  <a:gd name="connsiteX110" fmla="*/ 1632851 w 2608416"/>
                  <a:gd name="connsiteY110" fmla="*/ 2523845 h 2606167"/>
                  <a:gd name="connsiteX111" fmla="*/ 1616240 w 2608416"/>
                  <a:gd name="connsiteY111" fmla="*/ 2460713 h 2606167"/>
                  <a:gd name="connsiteX112" fmla="*/ 974979 w 2608416"/>
                  <a:gd name="connsiteY112" fmla="*/ 2455723 h 2606167"/>
                  <a:gd name="connsiteX113" fmla="*/ 981087 w 2608416"/>
                  <a:gd name="connsiteY113" fmla="*/ 2457438 h 2606167"/>
                  <a:gd name="connsiteX114" fmla="*/ 963371 w 2608416"/>
                  <a:gd name="connsiteY114" fmla="*/ 2520569 h 2606167"/>
                  <a:gd name="connsiteX115" fmla="*/ 957262 w 2608416"/>
                  <a:gd name="connsiteY115" fmla="*/ 2518855 h 2606167"/>
                  <a:gd name="connsiteX116" fmla="*/ 1643392 w 2608416"/>
                  <a:gd name="connsiteY116" fmla="*/ 2453450 h 2606167"/>
                  <a:gd name="connsiteX117" fmla="*/ 1662214 w 2608416"/>
                  <a:gd name="connsiteY117" fmla="*/ 2515464 h 2606167"/>
                  <a:gd name="connsiteX118" fmla="*/ 1656143 w 2608416"/>
                  <a:gd name="connsiteY118" fmla="*/ 2517318 h 2606167"/>
                  <a:gd name="connsiteX119" fmla="*/ 1637309 w 2608416"/>
                  <a:gd name="connsiteY119" fmla="*/ 2455291 h 2606167"/>
                  <a:gd name="connsiteX120" fmla="*/ 953947 w 2608416"/>
                  <a:gd name="connsiteY120" fmla="*/ 2450134 h 2606167"/>
                  <a:gd name="connsiteX121" fmla="*/ 960031 w 2608416"/>
                  <a:gd name="connsiteY121" fmla="*/ 2451950 h 2606167"/>
                  <a:gd name="connsiteX122" fmla="*/ 930122 w 2608416"/>
                  <a:gd name="connsiteY122" fmla="*/ 2551633 h 2606167"/>
                  <a:gd name="connsiteX123" fmla="*/ 924052 w 2608416"/>
                  <a:gd name="connsiteY123" fmla="*/ 2549804 h 2606167"/>
                  <a:gd name="connsiteX124" fmla="*/ 931811 w 2608416"/>
                  <a:gd name="connsiteY124" fmla="*/ 2442349 h 2606167"/>
                  <a:gd name="connsiteX125" fmla="*/ 937869 w 2608416"/>
                  <a:gd name="connsiteY125" fmla="*/ 2444241 h 2606167"/>
                  <a:gd name="connsiteX126" fmla="*/ 915720 w 2608416"/>
                  <a:gd name="connsiteY126" fmla="*/ 2515120 h 2606167"/>
                  <a:gd name="connsiteX127" fmla="*/ 909662 w 2608416"/>
                  <a:gd name="connsiteY127" fmla="*/ 2513228 h 2606167"/>
                  <a:gd name="connsiteX128" fmla="*/ 1679918 w 2608416"/>
                  <a:gd name="connsiteY128" fmla="*/ 2441194 h 2606167"/>
                  <a:gd name="connsiteX129" fmla="*/ 1703172 w 2608416"/>
                  <a:gd name="connsiteY129" fmla="*/ 2512073 h 2606167"/>
                  <a:gd name="connsiteX130" fmla="*/ 1697140 w 2608416"/>
                  <a:gd name="connsiteY130" fmla="*/ 2514054 h 2606167"/>
                  <a:gd name="connsiteX131" fmla="*/ 1673886 w 2608416"/>
                  <a:gd name="connsiteY131" fmla="*/ 2443175 h 2606167"/>
                  <a:gd name="connsiteX132" fmla="*/ 1700923 w 2608416"/>
                  <a:gd name="connsiteY132" fmla="*/ 2434463 h 2606167"/>
                  <a:gd name="connsiteX133" fmla="*/ 1736369 w 2608416"/>
                  <a:gd name="connsiteY133" fmla="*/ 2533041 h 2606167"/>
                  <a:gd name="connsiteX134" fmla="*/ 1730400 w 2608416"/>
                  <a:gd name="connsiteY134" fmla="*/ 2535187 h 2606167"/>
                  <a:gd name="connsiteX135" fmla="*/ 1694954 w 2608416"/>
                  <a:gd name="connsiteY135" fmla="*/ 2436610 h 2606167"/>
                  <a:gd name="connsiteX136" fmla="*/ 896405 w 2608416"/>
                  <a:gd name="connsiteY136" fmla="*/ 2430044 h 2606167"/>
                  <a:gd name="connsiteX137" fmla="*/ 902386 w 2608416"/>
                  <a:gd name="connsiteY137" fmla="*/ 2432177 h 2606167"/>
                  <a:gd name="connsiteX138" fmla="*/ 880238 w 2608416"/>
                  <a:gd name="connsiteY138" fmla="*/ 2494204 h 2606167"/>
                  <a:gd name="connsiteX139" fmla="*/ 874256 w 2608416"/>
                  <a:gd name="connsiteY139" fmla="*/ 2492058 h 2606167"/>
                  <a:gd name="connsiteX140" fmla="*/ 1721956 w 2608416"/>
                  <a:gd name="connsiteY140" fmla="*/ 2426666 h 2606167"/>
                  <a:gd name="connsiteX141" fmla="*/ 1745222 w 2608416"/>
                  <a:gd name="connsiteY141" fmla="*/ 2488692 h 2606167"/>
                  <a:gd name="connsiteX142" fmla="*/ 1739265 w 2608416"/>
                  <a:gd name="connsiteY142" fmla="*/ 2490928 h 2606167"/>
                  <a:gd name="connsiteX143" fmla="*/ 1716012 w 2608416"/>
                  <a:gd name="connsiteY143" fmla="*/ 2428901 h 2606167"/>
                  <a:gd name="connsiteX144" fmla="*/ 875386 w 2608416"/>
                  <a:gd name="connsiteY144" fmla="*/ 2422245 h 2606167"/>
                  <a:gd name="connsiteX145" fmla="*/ 881330 w 2608416"/>
                  <a:gd name="connsiteY145" fmla="*/ 2424467 h 2606167"/>
                  <a:gd name="connsiteX146" fmla="*/ 858076 w 2608416"/>
                  <a:gd name="connsiteY146" fmla="*/ 2486494 h 2606167"/>
                  <a:gd name="connsiteX147" fmla="*/ 852120 w 2608416"/>
                  <a:gd name="connsiteY147" fmla="*/ 2484259 h 2606167"/>
                  <a:gd name="connsiteX148" fmla="*/ 1744103 w 2608416"/>
                  <a:gd name="connsiteY148" fmla="*/ 2418905 h 2606167"/>
                  <a:gd name="connsiteX149" fmla="*/ 1765147 w 2608416"/>
                  <a:gd name="connsiteY149" fmla="*/ 2474277 h 2606167"/>
                  <a:gd name="connsiteX150" fmla="*/ 1759216 w 2608416"/>
                  <a:gd name="connsiteY150" fmla="*/ 2476538 h 2606167"/>
                  <a:gd name="connsiteX151" fmla="*/ 1738172 w 2608416"/>
                  <a:gd name="connsiteY151" fmla="*/ 2421153 h 2606167"/>
                  <a:gd name="connsiteX152" fmla="*/ 854368 w 2608416"/>
                  <a:gd name="connsiteY152" fmla="*/ 2414422 h 2606167"/>
                  <a:gd name="connsiteX153" fmla="*/ 860260 w 2608416"/>
                  <a:gd name="connsiteY153" fmla="*/ 2416784 h 2606167"/>
                  <a:gd name="connsiteX154" fmla="*/ 835889 w 2608416"/>
                  <a:gd name="connsiteY154" fmla="*/ 2477693 h 2606167"/>
                  <a:gd name="connsiteX155" fmla="*/ 829996 w 2608416"/>
                  <a:gd name="connsiteY155" fmla="*/ 2475343 h 2606167"/>
                  <a:gd name="connsiteX156" fmla="*/ 1763992 w 2608416"/>
                  <a:gd name="connsiteY156" fmla="*/ 2409940 h 2606167"/>
                  <a:gd name="connsiteX157" fmla="*/ 1787258 w 2608416"/>
                  <a:gd name="connsiteY157" fmla="*/ 2465324 h 2606167"/>
                  <a:gd name="connsiteX158" fmla="*/ 1781403 w 2608416"/>
                  <a:gd name="connsiteY158" fmla="*/ 2467776 h 2606167"/>
                  <a:gd name="connsiteX159" fmla="*/ 1758137 w 2608416"/>
                  <a:gd name="connsiteY159" fmla="*/ 2412403 h 2606167"/>
                  <a:gd name="connsiteX160" fmla="*/ 833336 w 2608416"/>
                  <a:gd name="connsiteY160" fmla="*/ 2405520 h 2606167"/>
                  <a:gd name="connsiteX161" fmla="*/ 839204 w 2608416"/>
                  <a:gd name="connsiteY161" fmla="*/ 2407971 h 2606167"/>
                  <a:gd name="connsiteX162" fmla="*/ 813728 w 2608416"/>
                  <a:gd name="connsiteY162" fmla="*/ 2468880 h 2606167"/>
                  <a:gd name="connsiteX163" fmla="*/ 807860 w 2608416"/>
                  <a:gd name="connsiteY163" fmla="*/ 2466429 h 2606167"/>
                  <a:gd name="connsiteX164" fmla="*/ 1785011 w 2608416"/>
                  <a:gd name="connsiteY164" fmla="*/ 2401010 h 2606167"/>
                  <a:gd name="connsiteX165" fmla="*/ 1809382 w 2608416"/>
                  <a:gd name="connsiteY165" fmla="*/ 2455278 h 2606167"/>
                  <a:gd name="connsiteX166" fmla="*/ 1803591 w 2608416"/>
                  <a:gd name="connsiteY166" fmla="*/ 2457881 h 2606167"/>
                  <a:gd name="connsiteX167" fmla="*/ 1779220 w 2608416"/>
                  <a:gd name="connsiteY167" fmla="*/ 2403614 h 2606167"/>
                  <a:gd name="connsiteX168" fmla="*/ 812317 w 2608416"/>
                  <a:gd name="connsiteY168" fmla="*/ 2396592 h 2606167"/>
                  <a:gd name="connsiteX169" fmla="*/ 818121 w 2608416"/>
                  <a:gd name="connsiteY169" fmla="*/ 2399170 h 2606167"/>
                  <a:gd name="connsiteX170" fmla="*/ 791540 w 2608416"/>
                  <a:gd name="connsiteY170" fmla="*/ 2458974 h 2606167"/>
                  <a:gd name="connsiteX171" fmla="*/ 785736 w 2608416"/>
                  <a:gd name="connsiteY171" fmla="*/ 2456396 h 2606167"/>
                  <a:gd name="connsiteX172" fmla="*/ 1806042 w 2608416"/>
                  <a:gd name="connsiteY172" fmla="*/ 2392122 h 2606167"/>
                  <a:gd name="connsiteX173" fmla="*/ 1839266 w 2608416"/>
                  <a:gd name="connsiteY173" fmla="*/ 2464105 h 2606167"/>
                  <a:gd name="connsiteX174" fmla="*/ 1833500 w 2608416"/>
                  <a:gd name="connsiteY174" fmla="*/ 2466772 h 2606167"/>
                  <a:gd name="connsiteX175" fmla="*/ 1800276 w 2608416"/>
                  <a:gd name="connsiteY175" fmla="*/ 2394776 h 2606167"/>
                  <a:gd name="connsiteX176" fmla="*/ 792417 w 2608416"/>
                  <a:gd name="connsiteY176" fmla="*/ 2386572 h 2606167"/>
                  <a:gd name="connsiteX177" fmla="*/ 798170 w 2608416"/>
                  <a:gd name="connsiteY177" fmla="*/ 2389251 h 2606167"/>
                  <a:gd name="connsiteX178" fmla="*/ 759397 w 2608416"/>
                  <a:gd name="connsiteY178" fmla="*/ 2472322 h 2606167"/>
                  <a:gd name="connsiteX179" fmla="*/ 753644 w 2608416"/>
                  <a:gd name="connsiteY179" fmla="*/ 2469642 h 2606167"/>
                  <a:gd name="connsiteX180" fmla="*/ 1825955 w 2608416"/>
                  <a:gd name="connsiteY180" fmla="*/ 2382100 h 2606167"/>
                  <a:gd name="connsiteX181" fmla="*/ 1854746 w 2608416"/>
                  <a:gd name="connsiteY181" fmla="*/ 2441917 h 2606167"/>
                  <a:gd name="connsiteX182" fmla="*/ 1849031 w 2608416"/>
                  <a:gd name="connsiteY182" fmla="*/ 2444673 h 2606167"/>
                  <a:gd name="connsiteX183" fmla="*/ 1820227 w 2608416"/>
                  <a:gd name="connsiteY183" fmla="*/ 2384856 h 2606167"/>
                  <a:gd name="connsiteX184" fmla="*/ 771385 w 2608416"/>
                  <a:gd name="connsiteY184" fmla="*/ 2376576 h 2606167"/>
                  <a:gd name="connsiteX185" fmla="*/ 777113 w 2608416"/>
                  <a:gd name="connsiteY185" fmla="*/ 2379306 h 2606167"/>
                  <a:gd name="connsiteX186" fmla="*/ 742772 w 2608416"/>
                  <a:gd name="connsiteY186" fmla="*/ 2451303 h 2606167"/>
                  <a:gd name="connsiteX187" fmla="*/ 737044 w 2608416"/>
                  <a:gd name="connsiteY187" fmla="*/ 2448572 h 2606167"/>
                  <a:gd name="connsiteX188" fmla="*/ 1846974 w 2608416"/>
                  <a:gd name="connsiteY188" fmla="*/ 2372093 h 2606167"/>
                  <a:gd name="connsiteX189" fmla="*/ 1900137 w 2608416"/>
                  <a:gd name="connsiteY189" fmla="*/ 2478417 h 2606167"/>
                  <a:gd name="connsiteX190" fmla="*/ 1894459 w 2608416"/>
                  <a:gd name="connsiteY190" fmla="*/ 2481262 h 2606167"/>
                  <a:gd name="connsiteX191" fmla="*/ 1841297 w 2608416"/>
                  <a:gd name="connsiteY191" fmla="*/ 2374938 h 2606167"/>
                  <a:gd name="connsiteX192" fmla="*/ 751485 w 2608416"/>
                  <a:gd name="connsiteY192" fmla="*/ 2366518 h 2606167"/>
                  <a:gd name="connsiteX193" fmla="*/ 757136 w 2608416"/>
                  <a:gd name="connsiteY193" fmla="*/ 2369439 h 2606167"/>
                  <a:gd name="connsiteX194" fmla="*/ 702857 w 2608416"/>
                  <a:gd name="connsiteY194" fmla="*/ 2474646 h 2606167"/>
                  <a:gd name="connsiteX195" fmla="*/ 697218 w 2608416"/>
                  <a:gd name="connsiteY195" fmla="*/ 2471738 h 2606167"/>
                  <a:gd name="connsiteX196" fmla="*/ 1866888 w 2608416"/>
                  <a:gd name="connsiteY196" fmla="*/ 2362073 h 2606167"/>
                  <a:gd name="connsiteX197" fmla="*/ 1903438 w 2608416"/>
                  <a:gd name="connsiteY197" fmla="*/ 2431847 h 2606167"/>
                  <a:gd name="connsiteX198" fmla="*/ 1897812 w 2608416"/>
                  <a:gd name="connsiteY198" fmla="*/ 2434793 h 2606167"/>
                  <a:gd name="connsiteX199" fmla="*/ 1861262 w 2608416"/>
                  <a:gd name="connsiteY199" fmla="*/ 2365020 h 2606167"/>
                  <a:gd name="connsiteX200" fmla="*/ 731583 w 2608416"/>
                  <a:gd name="connsiteY200" fmla="*/ 2356510 h 2606167"/>
                  <a:gd name="connsiteX201" fmla="*/ 737171 w 2608416"/>
                  <a:gd name="connsiteY201" fmla="*/ 2359520 h 2606167"/>
                  <a:gd name="connsiteX202" fmla="*/ 706158 w 2608416"/>
                  <a:gd name="connsiteY202" fmla="*/ 2417101 h 2606167"/>
                  <a:gd name="connsiteX203" fmla="*/ 700570 w 2608416"/>
                  <a:gd name="connsiteY203" fmla="*/ 2414091 h 2606167"/>
                  <a:gd name="connsiteX204" fmla="*/ 1886800 w 2608416"/>
                  <a:gd name="connsiteY204" fmla="*/ 2350961 h 2606167"/>
                  <a:gd name="connsiteX205" fmla="*/ 1929993 w 2608416"/>
                  <a:gd name="connsiteY205" fmla="*/ 2430704 h 2606167"/>
                  <a:gd name="connsiteX206" fmla="*/ 1924418 w 2608416"/>
                  <a:gd name="connsiteY206" fmla="*/ 2433727 h 2606167"/>
                  <a:gd name="connsiteX207" fmla="*/ 1881212 w 2608416"/>
                  <a:gd name="connsiteY207" fmla="*/ 2353983 h 2606167"/>
                  <a:gd name="connsiteX208" fmla="*/ 711670 w 2608416"/>
                  <a:gd name="connsiteY208" fmla="*/ 2345372 h 2606167"/>
                  <a:gd name="connsiteX209" fmla="*/ 717208 w 2608416"/>
                  <a:gd name="connsiteY209" fmla="*/ 2348496 h 2606167"/>
                  <a:gd name="connsiteX210" fmla="*/ 678435 w 2608416"/>
                  <a:gd name="connsiteY210" fmla="*/ 2417165 h 2606167"/>
                  <a:gd name="connsiteX211" fmla="*/ 672910 w 2608416"/>
                  <a:gd name="connsiteY211" fmla="*/ 2414041 h 2606167"/>
                  <a:gd name="connsiteX212" fmla="*/ 1905585 w 2608416"/>
                  <a:gd name="connsiteY212" fmla="*/ 2339810 h 2606167"/>
                  <a:gd name="connsiteX213" fmla="*/ 1938808 w 2608416"/>
                  <a:gd name="connsiteY213" fmla="*/ 2397405 h 2606167"/>
                  <a:gd name="connsiteX214" fmla="*/ 1933309 w 2608416"/>
                  <a:gd name="connsiteY214" fmla="*/ 2400580 h 2606167"/>
                  <a:gd name="connsiteX215" fmla="*/ 1900086 w 2608416"/>
                  <a:gd name="connsiteY215" fmla="*/ 2342985 h 2606167"/>
                  <a:gd name="connsiteX216" fmla="*/ 692899 w 2608416"/>
                  <a:gd name="connsiteY216" fmla="*/ 2334209 h 2606167"/>
                  <a:gd name="connsiteX217" fmla="*/ 698322 w 2608416"/>
                  <a:gd name="connsiteY217" fmla="*/ 2337510 h 2606167"/>
                  <a:gd name="connsiteX218" fmla="*/ 667308 w 2608416"/>
                  <a:gd name="connsiteY218" fmla="*/ 2388450 h 2606167"/>
                  <a:gd name="connsiteX219" fmla="*/ 661885 w 2608416"/>
                  <a:gd name="connsiteY219" fmla="*/ 2385148 h 2606167"/>
                  <a:gd name="connsiteX220" fmla="*/ 1925485 w 2608416"/>
                  <a:gd name="connsiteY220" fmla="*/ 2328671 h 2606167"/>
                  <a:gd name="connsiteX221" fmla="*/ 1959813 w 2608416"/>
                  <a:gd name="connsiteY221" fmla="*/ 2385161 h 2606167"/>
                  <a:gd name="connsiteX222" fmla="*/ 1954390 w 2608416"/>
                  <a:gd name="connsiteY222" fmla="*/ 2388450 h 2606167"/>
                  <a:gd name="connsiteX223" fmla="*/ 1920062 w 2608416"/>
                  <a:gd name="connsiteY223" fmla="*/ 2331973 h 2606167"/>
                  <a:gd name="connsiteX224" fmla="*/ 672961 w 2608416"/>
                  <a:gd name="connsiteY224" fmla="*/ 2322030 h 2606167"/>
                  <a:gd name="connsiteX225" fmla="*/ 678384 w 2608416"/>
                  <a:gd name="connsiteY225" fmla="*/ 2325332 h 2606167"/>
                  <a:gd name="connsiteX226" fmla="*/ 647370 w 2608416"/>
                  <a:gd name="connsiteY226" fmla="*/ 2376272 h 2606167"/>
                  <a:gd name="connsiteX227" fmla="*/ 641948 w 2608416"/>
                  <a:gd name="connsiteY227" fmla="*/ 2372970 h 2606167"/>
                  <a:gd name="connsiteX228" fmla="*/ 1944281 w 2608416"/>
                  <a:gd name="connsiteY228" fmla="*/ 2316428 h 2606167"/>
                  <a:gd name="connsiteX229" fmla="*/ 1979714 w 2608416"/>
                  <a:gd name="connsiteY229" fmla="*/ 2371801 h 2606167"/>
                  <a:gd name="connsiteX230" fmla="*/ 1974367 w 2608416"/>
                  <a:gd name="connsiteY230" fmla="*/ 2375229 h 2606167"/>
                  <a:gd name="connsiteX231" fmla="*/ 1938921 w 2608416"/>
                  <a:gd name="connsiteY231" fmla="*/ 2319845 h 2606167"/>
                  <a:gd name="connsiteX232" fmla="*/ 654177 w 2608416"/>
                  <a:gd name="connsiteY232" fmla="*/ 2309775 h 2606167"/>
                  <a:gd name="connsiteX233" fmla="*/ 659511 w 2608416"/>
                  <a:gd name="connsiteY233" fmla="*/ 2313216 h 2606167"/>
                  <a:gd name="connsiteX234" fmla="*/ 627392 w 2608416"/>
                  <a:gd name="connsiteY234" fmla="*/ 2363051 h 2606167"/>
                  <a:gd name="connsiteX235" fmla="*/ 622058 w 2608416"/>
                  <a:gd name="connsiteY235" fmla="*/ 2359610 h 2606167"/>
                  <a:gd name="connsiteX236" fmla="*/ 1964207 w 2608416"/>
                  <a:gd name="connsiteY236" fmla="*/ 2304237 h 2606167"/>
                  <a:gd name="connsiteX237" fmla="*/ 1999653 w 2608416"/>
                  <a:gd name="connsiteY237" fmla="*/ 2359622 h 2606167"/>
                  <a:gd name="connsiteX238" fmla="*/ 1994306 w 2608416"/>
                  <a:gd name="connsiteY238" fmla="*/ 2363039 h 2606167"/>
                  <a:gd name="connsiteX239" fmla="*/ 1958860 w 2608416"/>
                  <a:gd name="connsiteY239" fmla="*/ 2307666 h 2606167"/>
                  <a:gd name="connsiteX240" fmla="*/ 635368 w 2608416"/>
                  <a:gd name="connsiteY240" fmla="*/ 2297557 h 2606167"/>
                  <a:gd name="connsiteX241" fmla="*/ 640664 w 2608416"/>
                  <a:gd name="connsiteY241" fmla="*/ 2301062 h 2606167"/>
                  <a:gd name="connsiteX242" fmla="*/ 604113 w 2608416"/>
                  <a:gd name="connsiteY242" fmla="*/ 2356435 h 2606167"/>
                  <a:gd name="connsiteX243" fmla="*/ 598817 w 2608416"/>
                  <a:gd name="connsiteY243" fmla="*/ 2352942 h 2606167"/>
                  <a:gd name="connsiteX244" fmla="*/ 1981860 w 2608416"/>
                  <a:gd name="connsiteY244" fmla="*/ 2291956 h 2606167"/>
                  <a:gd name="connsiteX245" fmla="*/ 2019528 w 2608416"/>
                  <a:gd name="connsiteY245" fmla="*/ 2346236 h 2606167"/>
                  <a:gd name="connsiteX246" fmla="*/ 2014309 w 2608416"/>
                  <a:gd name="connsiteY246" fmla="*/ 2349856 h 2606167"/>
                  <a:gd name="connsiteX247" fmla="*/ 1976653 w 2608416"/>
                  <a:gd name="connsiteY247" fmla="*/ 2295576 h 2606167"/>
                  <a:gd name="connsiteX248" fmla="*/ 616586 w 2608416"/>
                  <a:gd name="connsiteY248" fmla="*/ 2285301 h 2606167"/>
                  <a:gd name="connsiteX249" fmla="*/ 621793 w 2608416"/>
                  <a:gd name="connsiteY249" fmla="*/ 2288946 h 2606167"/>
                  <a:gd name="connsiteX250" fmla="*/ 561976 w 2608416"/>
                  <a:gd name="connsiteY250" fmla="*/ 2374226 h 2606167"/>
                  <a:gd name="connsiteX251" fmla="*/ 556781 w 2608416"/>
                  <a:gd name="connsiteY251" fmla="*/ 2370581 h 2606167"/>
                  <a:gd name="connsiteX252" fmla="*/ 597790 w 2608416"/>
                  <a:gd name="connsiteY252" fmla="*/ 2271979 h 2606167"/>
                  <a:gd name="connsiteX253" fmla="*/ 602933 w 2608416"/>
                  <a:gd name="connsiteY253" fmla="*/ 2275700 h 2606167"/>
                  <a:gd name="connsiteX254" fmla="*/ 559740 w 2608416"/>
                  <a:gd name="connsiteY254" fmla="*/ 2335505 h 2606167"/>
                  <a:gd name="connsiteX255" fmla="*/ 554597 w 2608416"/>
                  <a:gd name="connsiteY255" fmla="*/ 2331784 h 2606167"/>
                  <a:gd name="connsiteX256" fmla="*/ 2013928 w 2608416"/>
                  <a:gd name="connsiteY256" fmla="*/ 2269743 h 2606167"/>
                  <a:gd name="connsiteX257" fmla="*/ 2057133 w 2608416"/>
                  <a:gd name="connsiteY257" fmla="*/ 2328443 h 2606167"/>
                  <a:gd name="connsiteX258" fmla="*/ 2052015 w 2608416"/>
                  <a:gd name="connsiteY258" fmla="*/ 2332202 h 2606167"/>
                  <a:gd name="connsiteX259" fmla="*/ 2008822 w 2608416"/>
                  <a:gd name="connsiteY259" fmla="*/ 2273503 h 2606167"/>
                  <a:gd name="connsiteX260" fmla="*/ 2031620 w 2608416"/>
                  <a:gd name="connsiteY260" fmla="*/ 2256409 h 2606167"/>
                  <a:gd name="connsiteX261" fmla="*/ 2094751 w 2608416"/>
                  <a:gd name="connsiteY261" fmla="*/ 2339480 h 2606167"/>
                  <a:gd name="connsiteX262" fmla="*/ 2089697 w 2608416"/>
                  <a:gd name="connsiteY262" fmla="*/ 2343315 h 2606167"/>
                  <a:gd name="connsiteX263" fmla="*/ 2026565 w 2608416"/>
                  <a:gd name="connsiteY263" fmla="*/ 2260258 h 2606167"/>
                  <a:gd name="connsiteX264" fmla="*/ 567931 w 2608416"/>
                  <a:gd name="connsiteY264" fmla="*/ 2248650 h 2606167"/>
                  <a:gd name="connsiteX265" fmla="*/ 572973 w 2608416"/>
                  <a:gd name="connsiteY265" fmla="*/ 2252510 h 2606167"/>
                  <a:gd name="connsiteX266" fmla="*/ 533107 w 2608416"/>
                  <a:gd name="connsiteY266" fmla="*/ 2304568 h 2606167"/>
                  <a:gd name="connsiteX267" fmla="*/ 528066 w 2608416"/>
                  <a:gd name="connsiteY267" fmla="*/ 2300707 h 2606167"/>
                  <a:gd name="connsiteX268" fmla="*/ 2049311 w 2608416"/>
                  <a:gd name="connsiteY268" fmla="*/ 2241969 h 2606167"/>
                  <a:gd name="connsiteX269" fmla="*/ 2090294 w 2608416"/>
                  <a:gd name="connsiteY269" fmla="*/ 2294026 h 2606167"/>
                  <a:gd name="connsiteX270" fmla="*/ 2085303 w 2608416"/>
                  <a:gd name="connsiteY270" fmla="*/ 2297950 h 2606167"/>
                  <a:gd name="connsiteX271" fmla="*/ 2044320 w 2608416"/>
                  <a:gd name="connsiteY271" fmla="*/ 2245893 h 2606167"/>
                  <a:gd name="connsiteX272" fmla="*/ 550266 w 2608416"/>
                  <a:gd name="connsiteY272" fmla="*/ 2235301 h 2606167"/>
                  <a:gd name="connsiteX273" fmla="*/ 555207 w 2608416"/>
                  <a:gd name="connsiteY273" fmla="*/ 2239276 h 2606167"/>
                  <a:gd name="connsiteX274" fmla="*/ 514236 w 2608416"/>
                  <a:gd name="connsiteY274" fmla="*/ 2290228 h 2606167"/>
                  <a:gd name="connsiteX275" fmla="*/ 509283 w 2608416"/>
                  <a:gd name="connsiteY275" fmla="*/ 2286241 h 2606167"/>
                  <a:gd name="connsiteX276" fmla="*/ 2067002 w 2608416"/>
                  <a:gd name="connsiteY276" fmla="*/ 2227542 h 2606167"/>
                  <a:gd name="connsiteX277" fmla="*/ 2104670 w 2608416"/>
                  <a:gd name="connsiteY277" fmla="*/ 2274050 h 2606167"/>
                  <a:gd name="connsiteX278" fmla="*/ 2099730 w 2608416"/>
                  <a:gd name="connsiteY278" fmla="*/ 2278050 h 2606167"/>
                  <a:gd name="connsiteX279" fmla="*/ 2062074 w 2608416"/>
                  <a:gd name="connsiteY279" fmla="*/ 2231530 h 2606167"/>
                  <a:gd name="connsiteX280" fmla="*/ 532587 w 2608416"/>
                  <a:gd name="connsiteY280" fmla="*/ 2220837 h 2606167"/>
                  <a:gd name="connsiteX281" fmla="*/ 537438 w 2608416"/>
                  <a:gd name="connsiteY281" fmla="*/ 2224939 h 2606167"/>
                  <a:gd name="connsiteX282" fmla="*/ 495350 w 2608416"/>
                  <a:gd name="connsiteY282" fmla="*/ 2274773 h 2606167"/>
                  <a:gd name="connsiteX283" fmla="*/ 490499 w 2608416"/>
                  <a:gd name="connsiteY283" fmla="*/ 2270684 h 2606167"/>
                  <a:gd name="connsiteX284" fmla="*/ 2084680 w 2608416"/>
                  <a:gd name="connsiteY284" fmla="*/ 2214181 h 2606167"/>
                  <a:gd name="connsiteX285" fmla="*/ 2122336 w 2608416"/>
                  <a:gd name="connsiteY285" fmla="*/ 2258491 h 2606167"/>
                  <a:gd name="connsiteX286" fmla="*/ 2117497 w 2608416"/>
                  <a:gd name="connsiteY286" fmla="*/ 2262606 h 2606167"/>
                  <a:gd name="connsiteX287" fmla="*/ 2079842 w 2608416"/>
                  <a:gd name="connsiteY287" fmla="*/ 2218296 h 2606167"/>
                  <a:gd name="connsiteX288" fmla="*/ 516026 w 2608416"/>
                  <a:gd name="connsiteY288" fmla="*/ 2206384 h 2606167"/>
                  <a:gd name="connsiteX289" fmla="*/ 520776 w 2608416"/>
                  <a:gd name="connsiteY289" fmla="*/ 2210601 h 2606167"/>
                  <a:gd name="connsiteX290" fmla="*/ 477583 w 2608416"/>
                  <a:gd name="connsiteY290" fmla="*/ 2259330 h 2606167"/>
                  <a:gd name="connsiteX291" fmla="*/ 472833 w 2608416"/>
                  <a:gd name="connsiteY291" fmla="*/ 2255114 h 2606167"/>
                  <a:gd name="connsiteX292" fmla="*/ 2101227 w 2608416"/>
                  <a:gd name="connsiteY292" fmla="*/ 2198612 h 2606167"/>
                  <a:gd name="connsiteX293" fmla="*/ 2141105 w 2608416"/>
                  <a:gd name="connsiteY293" fmla="*/ 2242922 h 2606167"/>
                  <a:gd name="connsiteX294" fmla="*/ 2136381 w 2608416"/>
                  <a:gd name="connsiteY294" fmla="*/ 2247164 h 2606167"/>
                  <a:gd name="connsiteX295" fmla="*/ 2096516 w 2608416"/>
                  <a:gd name="connsiteY295" fmla="*/ 2202866 h 2606167"/>
                  <a:gd name="connsiteX296" fmla="*/ 498310 w 2608416"/>
                  <a:gd name="connsiteY296" fmla="*/ 2190876 h 2606167"/>
                  <a:gd name="connsiteX297" fmla="*/ 503060 w 2608416"/>
                  <a:gd name="connsiteY297" fmla="*/ 2195093 h 2606167"/>
                  <a:gd name="connsiteX298" fmla="*/ 459868 w 2608416"/>
                  <a:gd name="connsiteY298" fmla="*/ 2243823 h 2606167"/>
                  <a:gd name="connsiteX299" fmla="*/ 455118 w 2608416"/>
                  <a:gd name="connsiteY299" fmla="*/ 2239606 h 2606167"/>
                  <a:gd name="connsiteX300" fmla="*/ 2117814 w 2608416"/>
                  <a:gd name="connsiteY300" fmla="*/ 2183078 h 2606167"/>
                  <a:gd name="connsiteX301" fmla="*/ 2172094 w 2608416"/>
                  <a:gd name="connsiteY301" fmla="*/ 2241778 h 2606167"/>
                  <a:gd name="connsiteX302" fmla="*/ 2167421 w 2608416"/>
                  <a:gd name="connsiteY302" fmla="*/ 2246083 h 2606167"/>
                  <a:gd name="connsiteX303" fmla="*/ 2113154 w 2608416"/>
                  <a:gd name="connsiteY303" fmla="*/ 2187384 h 2606167"/>
                  <a:gd name="connsiteX304" fmla="*/ 481750 w 2608416"/>
                  <a:gd name="connsiteY304" fmla="*/ 2175307 h 2606167"/>
                  <a:gd name="connsiteX305" fmla="*/ 486385 w 2608416"/>
                  <a:gd name="connsiteY305" fmla="*/ 2179650 h 2606167"/>
                  <a:gd name="connsiteX306" fmla="*/ 424371 w 2608416"/>
                  <a:gd name="connsiteY306" fmla="*/ 2246097 h 2606167"/>
                  <a:gd name="connsiteX307" fmla="*/ 419723 w 2608416"/>
                  <a:gd name="connsiteY307" fmla="*/ 2241766 h 2606167"/>
                  <a:gd name="connsiteX308" fmla="*/ 2134401 w 2608416"/>
                  <a:gd name="connsiteY308" fmla="*/ 2168640 h 2606167"/>
                  <a:gd name="connsiteX309" fmla="*/ 2179803 w 2608416"/>
                  <a:gd name="connsiteY309" fmla="*/ 2216265 h 2606167"/>
                  <a:gd name="connsiteX310" fmla="*/ 2175206 w 2608416"/>
                  <a:gd name="connsiteY310" fmla="*/ 2220646 h 2606167"/>
                  <a:gd name="connsiteX311" fmla="*/ 2129803 w 2608416"/>
                  <a:gd name="connsiteY311" fmla="*/ 2173021 h 2606167"/>
                  <a:gd name="connsiteX312" fmla="*/ 466267 w 2608416"/>
                  <a:gd name="connsiteY312" fmla="*/ 2159774 h 2606167"/>
                  <a:gd name="connsiteX313" fmla="*/ 470852 w 2608416"/>
                  <a:gd name="connsiteY313" fmla="*/ 2164168 h 2606167"/>
                  <a:gd name="connsiteX314" fmla="*/ 415467 w 2608416"/>
                  <a:gd name="connsiteY314" fmla="*/ 2221763 h 2606167"/>
                  <a:gd name="connsiteX315" fmla="*/ 410895 w 2608416"/>
                  <a:gd name="connsiteY315" fmla="*/ 2217369 h 2606167"/>
                  <a:gd name="connsiteX316" fmla="*/ 2150974 w 2608416"/>
                  <a:gd name="connsiteY316" fmla="*/ 2151989 h 2606167"/>
                  <a:gd name="connsiteX317" fmla="*/ 2234045 w 2608416"/>
                  <a:gd name="connsiteY317" fmla="*/ 2236165 h 2606167"/>
                  <a:gd name="connsiteX318" fmla="*/ 2229524 w 2608416"/>
                  <a:gd name="connsiteY318" fmla="*/ 2240622 h 2606167"/>
                  <a:gd name="connsiteX319" fmla="*/ 2146453 w 2608416"/>
                  <a:gd name="connsiteY319" fmla="*/ 2156447 h 2606167"/>
                  <a:gd name="connsiteX320" fmla="*/ 449719 w 2608416"/>
                  <a:gd name="connsiteY320" fmla="*/ 2144205 h 2606167"/>
                  <a:gd name="connsiteX321" fmla="*/ 454177 w 2608416"/>
                  <a:gd name="connsiteY321" fmla="*/ 2148726 h 2606167"/>
                  <a:gd name="connsiteX322" fmla="*/ 370001 w 2608416"/>
                  <a:gd name="connsiteY322" fmla="*/ 2231797 h 2606167"/>
                  <a:gd name="connsiteX323" fmla="*/ 365544 w 2608416"/>
                  <a:gd name="connsiteY323" fmla="*/ 2227275 h 2606167"/>
                  <a:gd name="connsiteX324" fmla="*/ 2166443 w 2608416"/>
                  <a:gd name="connsiteY324" fmla="*/ 2136444 h 2606167"/>
                  <a:gd name="connsiteX325" fmla="*/ 2222932 w 2608416"/>
                  <a:gd name="connsiteY325" fmla="*/ 2191829 h 2606167"/>
                  <a:gd name="connsiteX326" fmla="*/ 2218487 w 2608416"/>
                  <a:gd name="connsiteY326" fmla="*/ 2196363 h 2606167"/>
                  <a:gd name="connsiteX327" fmla="*/ 2161998 w 2608416"/>
                  <a:gd name="connsiteY327" fmla="*/ 2140978 h 2606167"/>
                  <a:gd name="connsiteX328" fmla="*/ 434252 w 2608416"/>
                  <a:gd name="connsiteY328" fmla="*/ 2127554 h 2606167"/>
                  <a:gd name="connsiteX329" fmla="*/ 438633 w 2608416"/>
                  <a:gd name="connsiteY329" fmla="*/ 2132152 h 2606167"/>
                  <a:gd name="connsiteX330" fmla="*/ 391008 w 2608416"/>
                  <a:gd name="connsiteY330" fmla="*/ 2177567 h 2606167"/>
                  <a:gd name="connsiteX331" fmla="*/ 386627 w 2608416"/>
                  <a:gd name="connsiteY331" fmla="*/ 2172969 h 2606167"/>
                  <a:gd name="connsiteX332" fmla="*/ 2181886 w 2608416"/>
                  <a:gd name="connsiteY332" fmla="*/ 2119783 h 2606167"/>
                  <a:gd name="connsiteX333" fmla="*/ 2248345 w 2608416"/>
                  <a:gd name="connsiteY333" fmla="*/ 2181810 h 2606167"/>
                  <a:gd name="connsiteX334" fmla="*/ 2244015 w 2608416"/>
                  <a:gd name="connsiteY334" fmla="*/ 2186445 h 2606167"/>
                  <a:gd name="connsiteX335" fmla="*/ 2177555 w 2608416"/>
                  <a:gd name="connsiteY335" fmla="*/ 2124418 h 2606167"/>
                  <a:gd name="connsiteX336" fmla="*/ 418783 w 2608416"/>
                  <a:gd name="connsiteY336" fmla="*/ 2110904 h 2606167"/>
                  <a:gd name="connsiteX337" fmla="*/ 423088 w 2608416"/>
                  <a:gd name="connsiteY337" fmla="*/ 2115578 h 2606167"/>
                  <a:gd name="connsiteX338" fmla="*/ 364389 w 2608416"/>
                  <a:gd name="connsiteY338" fmla="*/ 2169845 h 2606167"/>
                  <a:gd name="connsiteX339" fmla="*/ 360084 w 2608416"/>
                  <a:gd name="connsiteY339" fmla="*/ 2165184 h 2606167"/>
                  <a:gd name="connsiteX340" fmla="*/ 2197366 w 2608416"/>
                  <a:gd name="connsiteY340" fmla="*/ 2103146 h 2606167"/>
                  <a:gd name="connsiteX341" fmla="*/ 2246096 w 2608416"/>
                  <a:gd name="connsiteY341" fmla="*/ 2147443 h 2606167"/>
                  <a:gd name="connsiteX342" fmla="*/ 2241829 w 2608416"/>
                  <a:gd name="connsiteY342" fmla="*/ 2152142 h 2606167"/>
                  <a:gd name="connsiteX343" fmla="*/ 2193099 w 2608416"/>
                  <a:gd name="connsiteY343" fmla="*/ 2107845 h 2606167"/>
                  <a:gd name="connsiteX344" fmla="*/ 403314 w 2608416"/>
                  <a:gd name="connsiteY344" fmla="*/ 2094268 h 2606167"/>
                  <a:gd name="connsiteX345" fmla="*/ 407556 w 2608416"/>
                  <a:gd name="connsiteY345" fmla="*/ 2098993 h 2606167"/>
                  <a:gd name="connsiteX346" fmla="*/ 363259 w 2608416"/>
                  <a:gd name="connsiteY346" fmla="*/ 2138858 h 2606167"/>
                  <a:gd name="connsiteX347" fmla="*/ 359004 w 2608416"/>
                  <a:gd name="connsiteY347" fmla="*/ 2134146 h 2606167"/>
                  <a:gd name="connsiteX348" fmla="*/ 2211706 w 2608416"/>
                  <a:gd name="connsiteY348" fmla="*/ 2086470 h 2606167"/>
                  <a:gd name="connsiteX349" fmla="*/ 2261553 w 2608416"/>
                  <a:gd name="connsiteY349" fmla="*/ 2129675 h 2606167"/>
                  <a:gd name="connsiteX350" fmla="*/ 2257387 w 2608416"/>
                  <a:gd name="connsiteY350" fmla="*/ 2134475 h 2606167"/>
                  <a:gd name="connsiteX351" fmla="*/ 2207553 w 2608416"/>
                  <a:gd name="connsiteY351" fmla="*/ 2091270 h 2606167"/>
                  <a:gd name="connsiteX352" fmla="*/ 389013 w 2608416"/>
                  <a:gd name="connsiteY352" fmla="*/ 2077567 h 2606167"/>
                  <a:gd name="connsiteX353" fmla="*/ 393065 w 2608416"/>
                  <a:gd name="connsiteY353" fmla="*/ 2082457 h 2606167"/>
                  <a:gd name="connsiteX354" fmla="*/ 347649 w 2608416"/>
                  <a:gd name="connsiteY354" fmla="*/ 2120112 h 2606167"/>
                  <a:gd name="connsiteX355" fmla="*/ 343598 w 2608416"/>
                  <a:gd name="connsiteY355" fmla="*/ 2115222 h 2606167"/>
                  <a:gd name="connsiteX356" fmla="*/ 2227186 w 2608416"/>
                  <a:gd name="connsiteY356" fmla="*/ 2068728 h 2606167"/>
                  <a:gd name="connsiteX357" fmla="*/ 2277021 w 2608416"/>
                  <a:gd name="connsiteY357" fmla="*/ 2110815 h 2606167"/>
                  <a:gd name="connsiteX358" fmla="*/ 2272919 w 2608416"/>
                  <a:gd name="connsiteY358" fmla="*/ 2115667 h 2606167"/>
                  <a:gd name="connsiteX359" fmla="*/ 2223084 w 2608416"/>
                  <a:gd name="connsiteY359" fmla="*/ 2073579 h 2606167"/>
                  <a:gd name="connsiteX360" fmla="*/ 374638 w 2608416"/>
                  <a:gd name="connsiteY360" fmla="*/ 2059826 h 2606167"/>
                  <a:gd name="connsiteX361" fmla="*/ 378638 w 2608416"/>
                  <a:gd name="connsiteY361" fmla="*/ 2064766 h 2606167"/>
                  <a:gd name="connsiteX362" fmla="*/ 332118 w 2608416"/>
                  <a:gd name="connsiteY362" fmla="*/ 2102422 h 2606167"/>
                  <a:gd name="connsiteX363" fmla="*/ 328118 w 2608416"/>
                  <a:gd name="connsiteY363" fmla="*/ 2097481 h 2606167"/>
                  <a:gd name="connsiteX364" fmla="*/ 2241550 w 2608416"/>
                  <a:gd name="connsiteY364" fmla="*/ 2050986 h 2606167"/>
                  <a:gd name="connsiteX365" fmla="*/ 2292502 w 2608416"/>
                  <a:gd name="connsiteY365" fmla="*/ 2093074 h 2606167"/>
                  <a:gd name="connsiteX366" fmla="*/ 2288451 w 2608416"/>
                  <a:gd name="connsiteY366" fmla="*/ 2097963 h 2606167"/>
                  <a:gd name="connsiteX367" fmla="*/ 2237511 w 2608416"/>
                  <a:gd name="connsiteY367" fmla="*/ 2055875 h 2606167"/>
                  <a:gd name="connsiteX368" fmla="*/ 360273 w 2608416"/>
                  <a:gd name="connsiteY368" fmla="*/ 2042083 h 2606167"/>
                  <a:gd name="connsiteX369" fmla="*/ 364197 w 2608416"/>
                  <a:gd name="connsiteY369" fmla="*/ 2047061 h 2606167"/>
                  <a:gd name="connsiteX370" fmla="*/ 312140 w 2608416"/>
                  <a:gd name="connsiteY370" fmla="*/ 2088044 h 2606167"/>
                  <a:gd name="connsiteX371" fmla="*/ 308216 w 2608416"/>
                  <a:gd name="connsiteY371" fmla="*/ 2083053 h 2606167"/>
                  <a:gd name="connsiteX372" fmla="*/ 2254757 w 2608416"/>
                  <a:gd name="connsiteY372" fmla="*/ 2034299 h 2606167"/>
                  <a:gd name="connsiteX373" fmla="*/ 2306802 w 2608416"/>
                  <a:gd name="connsiteY373" fmla="*/ 2074177 h 2606167"/>
                  <a:gd name="connsiteX374" fmla="*/ 2302941 w 2608416"/>
                  <a:gd name="connsiteY374" fmla="*/ 2079219 h 2606167"/>
                  <a:gd name="connsiteX375" fmla="*/ 2250897 w 2608416"/>
                  <a:gd name="connsiteY375" fmla="*/ 2039341 h 2606167"/>
                  <a:gd name="connsiteX376" fmla="*/ 347041 w 2608416"/>
                  <a:gd name="connsiteY376" fmla="*/ 2024317 h 2606167"/>
                  <a:gd name="connsiteX377" fmla="*/ 350851 w 2608416"/>
                  <a:gd name="connsiteY377" fmla="*/ 2029397 h 2606167"/>
                  <a:gd name="connsiteX378" fmla="*/ 266675 w 2608416"/>
                  <a:gd name="connsiteY378" fmla="*/ 2092529 h 2606167"/>
                  <a:gd name="connsiteX379" fmla="*/ 262865 w 2608416"/>
                  <a:gd name="connsiteY379" fmla="*/ 2087448 h 2606167"/>
                  <a:gd name="connsiteX380" fmla="*/ 332663 w 2608416"/>
                  <a:gd name="connsiteY380" fmla="*/ 2006574 h 2606167"/>
                  <a:gd name="connsiteX381" fmla="*/ 336435 w 2608416"/>
                  <a:gd name="connsiteY381" fmla="*/ 2011692 h 2606167"/>
                  <a:gd name="connsiteX382" fmla="*/ 277736 w 2608416"/>
                  <a:gd name="connsiteY382" fmla="*/ 2054885 h 2606167"/>
                  <a:gd name="connsiteX383" fmla="*/ 273964 w 2608416"/>
                  <a:gd name="connsiteY383" fmla="*/ 2049767 h 2606167"/>
                  <a:gd name="connsiteX384" fmla="*/ 2277935 w 2608416"/>
                  <a:gd name="connsiteY384" fmla="*/ 2003234 h 2606167"/>
                  <a:gd name="connsiteX385" fmla="*/ 2337752 w 2608416"/>
                  <a:gd name="connsiteY385" fmla="*/ 2046427 h 2606167"/>
                  <a:gd name="connsiteX386" fmla="*/ 2334031 w 2608416"/>
                  <a:gd name="connsiteY386" fmla="*/ 2051583 h 2606167"/>
                  <a:gd name="connsiteX387" fmla="*/ 2274227 w 2608416"/>
                  <a:gd name="connsiteY387" fmla="*/ 2008377 h 2606167"/>
                  <a:gd name="connsiteX388" fmla="*/ 2291208 w 2608416"/>
                  <a:gd name="connsiteY388" fmla="*/ 1984387 h 2606167"/>
                  <a:gd name="connsiteX389" fmla="*/ 2377593 w 2608416"/>
                  <a:gd name="connsiteY389" fmla="*/ 2045296 h 2606167"/>
                  <a:gd name="connsiteX390" fmla="*/ 2373935 w 2608416"/>
                  <a:gd name="connsiteY390" fmla="*/ 2050490 h 2606167"/>
                  <a:gd name="connsiteX391" fmla="*/ 2287537 w 2608416"/>
                  <a:gd name="connsiteY391" fmla="*/ 1989568 h 2606167"/>
                  <a:gd name="connsiteX392" fmla="*/ 311735 w 2608416"/>
                  <a:gd name="connsiteY392" fmla="*/ 1975485 h 2606167"/>
                  <a:gd name="connsiteX393" fmla="*/ 315278 w 2608416"/>
                  <a:gd name="connsiteY393" fmla="*/ 1980756 h 2606167"/>
                  <a:gd name="connsiteX394" fmla="*/ 261011 w 2608416"/>
                  <a:gd name="connsiteY394" fmla="*/ 2017307 h 2606167"/>
                  <a:gd name="connsiteX395" fmla="*/ 257468 w 2608416"/>
                  <a:gd name="connsiteY395" fmla="*/ 2012036 h 2606167"/>
                  <a:gd name="connsiteX396" fmla="*/ 2303322 w 2608416"/>
                  <a:gd name="connsiteY396" fmla="*/ 1966620 h 2606167"/>
                  <a:gd name="connsiteX397" fmla="*/ 2357602 w 2608416"/>
                  <a:gd name="connsiteY397" fmla="*/ 2003170 h 2606167"/>
                  <a:gd name="connsiteX398" fmla="*/ 2354046 w 2608416"/>
                  <a:gd name="connsiteY398" fmla="*/ 2008441 h 2606167"/>
                  <a:gd name="connsiteX399" fmla="*/ 2299779 w 2608416"/>
                  <a:gd name="connsiteY399" fmla="*/ 1971890 h 2606167"/>
                  <a:gd name="connsiteX400" fmla="*/ 298500 w 2608416"/>
                  <a:gd name="connsiteY400" fmla="*/ 1956613 h 2606167"/>
                  <a:gd name="connsiteX401" fmla="*/ 301929 w 2608416"/>
                  <a:gd name="connsiteY401" fmla="*/ 1961960 h 2606167"/>
                  <a:gd name="connsiteX402" fmla="*/ 246545 w 2608416"/>
                  <a:gd name="connsiteY402" fmla="*/ 1997405 h 2606167"/>
                  <a:gd name="connsiteX403" fmla="*/ 243128 w 2608416"/>
                  <a:gd name="connsiteY403" fmla="*/ 1992059 h 2606167"/>
                  <a:gd name="connsiteX404" fmla="*/ 2315476 w 2608416"/>
                  <a:gd name="connsiteY404" fmla="*/ 1946668 h 2606167"/>
                  <a:gd name="connsiteX405" fmla="*/ 2366416 w 2608416"/>
                  <a:gd name="connsiteY405" fmla="*/ 1979891 h 2606167"/>
                  <a:gd name="connsiteX406" fmla="*/ 2362949 w 2608416"/>
                  <a:gd name="connsiteY406" fmla="*/ 1985213 h 2606167"/>
                  <a:gd name="connsiteX407" fmla="*/ 2311997 w 2608416"/>
                  <a:gd name="connsiteY407" fmla="*/ 1951989 h 2606167"/>
                  <a:gd name="connsiteX408" fmla="*/ 286360 w 2608416"/>
                  <a:gd name="connsiteY408" fmla="*/ 1937766 h 2606167"/>
                  <a:gd name="connsiteX409" fmla="*/ 289700 w 2608416"/>
                  <a:gd name="connsiteY409" fmla="*/ 1943164 h 2606167"/>
                  <a:gd name="connsiteX410" fmla="*/ 234328 w 2608416"/>
                  <a:gd name="connsiteY410" fmla="*/ 1977492 h 2606167"/>
                  <a:gd name="connsiteX411" fmla="*/ 230988 w 2608416"/>
                  <a:gd name="connsiteY411" fmla="*/ 1972095 h 2606167"/>
                  <a:gd name="connsiteX412" fmla="*/ 2327568 w 2608416"/>
                  <a:gd name="connsiteY412" fmla="*/ 1927784 h 2606167"/>
                  <a:gd name="connsiteX413" fmla="*/ 2378520 w 2608416"/>
                  <a:gd name="connsiteY413" fmla="*/ 1958798 h 2606167"/>
                  <a:gd name="connsiteX414" fmla="*/ 2375218 w 2608416"/>
                  <a:gd name="connsiteY414" fmla="*/ 1964220 h 2606167"/>
                  <a:gd name="connsiteX415" fmla="*/ 2324266 w 2608416"/>
                  <a:gd name="connsiteY415" fmla="*/ 1933207 h 2606167"/>
                  <a:gd name="connsiteX416" fmla="*/ 274180 w 2608416"/>
                  <a:gd name="connsiteY416" fmla="*/ 1917826 h 2606167"/>
                  <a:gd name="connsiteX417" fmla="*/ 277520 w 2608416"/>
                  <a:gd name="connsiteY417" fmla="*/ 1923224 h 2606167"/>
                  <a:gd name="connsiteX418" fmla="*/ 222148 w 2608416"/>
                  <a:gd name="connsiteY418" fmla="*/ 1957565 h 2606167"/>
                  <a:gd name="connsiteX419" fmla="*/ 218795 w 2608416"/>
                  <a:gd name="connsiteY419" fmla="*/ 1952167 h 2606167"/>
                  <a:gd name="connsiteX420" fmla="*/ 2339708 w 2608416"/>
                  <a:gd name="connsiteY420" fmla="*/ 1908925 h 2606167"/>
                  <a:gd name="connsiteX421" fmla="*/ 2390660 w 2608416"/>
                  <a:gd name="connsiteY421" fmla="*/ 1938833 h 2606167"/>
                  <a:gd name="connsiteX422" fmla="*/ 2387447 w 2608416"/>
                  <a:gd name="connsiteY422" fmla="*/ 1944307 h 2606167"/>
                  <a:gd name="connsiteX423" fmla="*/ 2336495 w 2608416"/>
                  <a:gd name="connsiteY423" fmla="*/ 1914411 h 2606167"/>
                  <a:gd name="connsiteX424" fmla="*/ 263169 w 2608416"/>
                  <a:gd name="connsiteY424" fmla="*/ 1898967 h 2606167"/>
                  <a:gd name="connsiteX425" fmla="*/ 266382 w 2608416"/>
                  <a:gd name="connsiteY425" fmla="*/ 1904440 h 2606167"/>
                  <a:gd name="connsiteX426" fmla="*/ 209893 w 2608416"/>
                  <a:gd name="connsiteY426" fmla="*/ 1937664 h 2606167"/>
                  <a:gd name="connsiteX427" fmla="*/ 206679 w 2608416"/>
                  <a:gd name="connsiteY427" fmla="*/ 1932190 h 2606167"/>
                  <a:gd name="connsiteX428" fmla="*/ 2350771 w 2608416"/>
                  <a:gd name="connsiteY428" fmla="*/ 1888986 h 2606167"/>
                  <a:gd name="connsiteX429" fmla="*/ 2419439 w 2608416"/>
                  <a:gd name="connsiteY429" fmla="*/ 1928863 h 2606167"/>
                  <a:gd name="connsiteX430" fmla="*/ 2416252 w 2608416"/>
                  <a:gd name="connsiteY430" fmla="*/ 1934350 h 2606167"/>
                  <a:gd name="connsiteX431" fmla="*/ 2347583 w 2608416"/>
                  <a:gd name="connsiteY431" fmla="*/ 1894472 h 2606167"/>
                  <a:gd name="connsiteX432" fmla="*/ 252158 w 2608416"/>
                  <a:gd name="connsiteY432" fmla="*/ 1878990 h 2606167"/>
                  <a:gd name="connsiteX433" fmla="*/ 255244 w 2608416"/>
                  <a:gd name="connsiteY433" fmla="*/ 1884540 h 2606167"/>
                  <a:gd name="connsiteX434" fmla="*/ 175501 w 2608416"/>
                  <a:gd name="connsiteY434" fmla="*/ 1928837 h 2606167"/>
                  <a:gd name="connsiteX435" fmla="*/ 172415 w 2608416"/>
                  <a:gd name="connsiteY435" fmla="*/ 1923287 h 2606167"/>
                  <a:gd name="connsiteX436" fmla="*/ 2361806 w 2608416"/>
                  <a:gd name="connsiteY436" fmla="*/ 1869021 h 2606167"/>
                  <a:gd name="connsiteX437" fmla="*/ 2419388 w 2608416"/>
                  <a:gd name="connsiteY437" fmla="*/ 1901140 h 2606167"/>
                  <a:gd name="connsiteX438" fmla="*/ 2416301 w 2608416"/>
                  <a:gd name="connsiteY438" fmla="*/ 1906689 h 2606167"/>
                  <a:gd name="connsiteX439" fmla="*/ 2358707 w 2608416"/>
                  <a:gd name="connsiteY439" fmla="*/ 1874571 h 2606167"/>
                  <a:gd name="connsiteX440" fmla="*/ 241109 w 2608416"/>
                  <a:gd name="connsiteY440" fmla="*/ 1859039 h 2606167"/>
                  <a:gd name="connsiteX441" fmla="*/ 244132 w 2608416"/>
                  <a:gd name="connsiteY441" fmla="*/ 1864627 h 2606167"/>
                  <a:gd name="connsiteX442" fmla="*/ 174358 w 2608416"/>
                  <a:gd name="connsiteY442" fmla="*/ 1902283 h 2606167"/>
                  <a:gd name="connsiteX443" fmla="*/ 171335 w 2608416"/>
                  <a:gd name="connsiteY443" fmla="*/ 1896695 h 2606167"/>
                  <a:gd name="connsiteX444" fmla="*/ 2371687 w 2608416"/>
                  <a:gd name="connsiteY444" fmla="*/ 1849043 h 2606167"/>
                  <a:gd name="connsiteX445" fmla="*/ 2478012 w 2608416"/>
                  <a:gd name="connsiteY445" fmla="*/ 1904415 h 2606167"/>
                  <a:gd name="connsiteX446" fmla="*/ 2475078 w 2608416"/>
                  <a:gd name="connsiteY446" fmla="*/ 1910054 h 2606167"/>
                  <a:gd name="connsiteX447" fmla="*/ 2368754 w 2608416"/>
                  <a:gd name="connsiteY447" fmla="*/ 1854669 h 2606167"/>
                  <a:gd name="connsiteX448" fmla="*/ 231228 w 2608416"/>
                  <a:gd name="connsiteY448" fmla="*/ 1839048 h 2606167"/>
                  <a:gd name="connsiteX449" fmla="*/ 234073 w 2608416"/>
                  <a:gd name="connsiteY449" fmla="*/ 1844725 h 2606167"/>
                  <a:gd name="connsiteX450" fmla="*/ 127749 w 2608416"/>
                  <a:gd name="connsiteY450" fmla="*/ 1897887 h 2606167"/>
                  <a:gd name="connsiteX451" fmla="*/ 124904 w 2608416"/>
                  <a:gd name="connsiteY451" fmla="*/ 1892210 h 2606167"/>
                  <a:gd name="connsiteX452" fmla="*/ 2382724 w 2608416"/>
                  <a:gd name="connsiteY452" fmla="*/ 1829080 h 2606167"/>
                  <a:gd name="connsiteX453" fmla="*/ 2453603 w 2608416"/>
                  <a:gd name="connsiteY453" fmla="*/ 1864526 h 2606167"/>
                  <a:gd name="connsiteX454" fmla="*/ 2450758 w 2608416"/>
                  <a:gd name="connsiteY454" fmla="*/ 1870202 h 2606167"/>
                  <a:gd name="connsiteX455" fmla="*/ 2379879 w 2608416"/>
                  <a:gd name="connsiteY455" fmla="*/ 1834769 h 2606167"/>
                  <a:gd name="connsiteX456" fmla="*/ 221348 w 2608416"/>
                  <a:gd name="connsiteY456" fmla="*/ 1819072 h 2606167"/>
                  <a:gd name="connsiteX457" fmla="*/ 224015 w 2608416"/>
                  <a:gd name="connsiteY457" fmla="*/ 1824838 h 2606167"/>
                  <a:gd name="connsiteX458" fmla="*/ 164211 w 2608416"/>
                  <a:gd name="connsiteY458" fmla="*/ 1852524 h 2606167"/>
                  <a:gd name="connsiteX459" fmla="*/ 161544 w 2608416"/>
                  <a:gd name="connsiteY459" fmla="*/ 1846758 h 2606167"/>
                  <a:gd name="connsiteX460" fmla="*/ 2391499 w 2608416"/>
                  <a:gd name="connsiteY460" fmla="*/ 1809115 h 2606167"/>
                  <a:gd name="connsiteX461" fmla="*/ 2474570 w 2608416"/>
                  <a:gd name="connsiteY461" fmla="*/ 1847876 h 2606167"/>
                  <a:gd name="connsiteX462" fmla="*/ 2471878 w 2608416"/>
                  <a:gd name="connsiteY462" fmla="*/ 1853629 h 2606167"/>
                  <a:gd name="connsiteX463" fmla="*/ 2388820 w 2608416"/>
                  <a:gd name="connsiteY463" fmla="*/ 1814868 h 2606167"/>
                  <a:gd name="connsiteX464" fmla="*/ 212510 w 2608416"/>
                  <a:gd name="connsiteY464" fmla="*/ 1798028 h 2606167"/>
                  <a:gd name="connsiteX465" fmla="*/ 215139 w 2608416"/>
                  <a:gd name="connsiteY465" fmla="*/ 1803807 h 2606167"/>
                  <a:gd name="connsiteX466" fmla="*/ 142037 w 2608416"/>
                  <a:gd name="connsiteY466" fmla="*/ 1837030 h 2606167"/>
                  <a:gd name="connsiteX467" fmla="*/ 139421 w 2608416"/>
                  <a:gd name="connsiteY467" fmla="*/ 1831251 h 2606167"/>
                  <a:gd name="connsiteX468" fmla="*/ 2401417 w 2608416"/>
                  <a:gd name="connsiteY468" fmla="*/ 1788045 h 2606167"/>
                  <a:gd name="connsiteX469" fmla="*/ 2461222 w 2608416"/>
                  <a:gd name="connsiteY469" fmla="*/ 1814626 h 2606167"/>
                  <a:gd name="connsiteX470" fmla="*/ 2458643 w 2608416"/>
                  <a:gd name="connsiteY470" fmla="*/ 1820430 h 2606167"/>
                  <a:gd name="connsiteX471" fmla="*/ 2398839 w 2608416"/>
                  <a:gd name="connsiteY471" fmla="*/ 1793849 h 2606167"/>
                  <a:gd name="connsiteX472" fmla="*/ 202603 w 2608416"/>
                  <a:gd name="connsiteY472" fmla="*/ 1778064 h 2606167"/>
                  <a:gd name="connsiteX473" fmla="*/ 205105 w 2608416"/>
                  <a:gd name="connsiteY473" fmla="*/ 1783893 h 2606167"/>
                  <a:gd name="connsiteX474" fmla="*/ 150837 w 2608416"/>
                  <a:gd name="connsiteY474" fmla="*/ 1807160 h 2606167"/>
                  <a:gd name="connsiteX475" fmla="*/ 148336 w 2608416"/>
                  <a:gd name="connsiteY475" fmla="*/ 1801317 h 2606167"/>
                  <a:gd name="connsiteX476" fmla="*/ 2410206 w 2608416"/>
                  <a:gd name="connsiteY476" fmla="*/ 1768080 h 2606167"/>
                  <a:gd name="connsiteX477" fmla="*/ 2471128 w 2608416"/>
                  <a:gd name="connsiteY477" fmla="*/ 1793557 h 2606167"/>
                  <a:gd name="connsiteX478" fmla="*/ 2468677 w 2608416"/>
                  <a:gd name="connsiteY478" fmla="*/ 1799411 h 2606167"/>
                  <a:gd name="connsiteX479" fmla="*/ 2407767 w 2608416"/>
                  <a:gd name="connsiteY479" fmla="*/ 1773935 h 2606167"/>
                  <a:gd name="connsiteX480" fmla="*/ 193803 w 2608416"/>
                  <a:gd name="connsiteY480" fmla="*/ 1756995 h 2606167"/>
                  <a:gd name="connsiteX481" fmla="*/ 196203 w 2608416"/>
                  <a:gd name="connsiteY481" fmla="*/ 1762875 h 2606167"/>
                  <a:gd name="connsiteX482" fmla="*/ 141923 w 2608416"/>
                  <a:gd name="connsiteY482" fmla="*/ 1785023 h 2606167"/>
                  <a:gd name="connsiteX483" fmla="*/ 139535 w 2608416"/>
                  <a:gd name="connsiteY483" fmla="*/ 1779143 h 2606167"/>
                  <a:gd name="connsiteX484" fmla="*/ 2419032 w 2608416"/>
                  <a:gd name="connsiteY484" fmla="*/ 1747012 h 2606167"/>
                  <a:gd name="connsiteX485" fmla="*/ 2479941 w 2608416"/>
                  <a:gd name="connsiteY485" fmla="*/ 1771384 h 2606167"/>
                  <a:gd name="connsiteX486" fmla="*/ 2477579 w 2608416"/>
                  <a:gd name="connsiteY486" fmla="*/ 1777276 h 2606167"/>
                  <a:gd name="connsiteX487" fmla="*/ 2416670 w 2608416"/>
                  <a:gd name="connsiteY487" fmla="*/ 1752918 h 2606167"/>
                  <a:gd name="connsiteX488" fmla="*/ 186068 w 2608416"/>
                  <a:gd name="connsiteY488" fmla="*/ 1735938 h 2606167"/>
                  <a:gd name="connsiteX489" fmla="*/ 188430 w 2608416"/>
                  <a:gd name="connsiteY489" fmla="*/ 1741843 h 2606167"/>
                  <a:gd name="connsiteX490" fmla="*/ 133046 w 2608416"/>
                  <a:gd name="connsiteY490" fmla="*/ 1763992 h 2606167"/>
                  <a:gd name="connsiteX491" fmla="*/ 130684 w 2608416"/>
                  <a:gd name="connsiteY491" fmla="*/ 1758099 h 2606167"/>
                  <a:gd name="connsiteX492" fmla="*/ 2426717 w 2608416"/>
                  <a:gd name="connsiteY492" fmla="*/ 1725955 h 2606167"/>
                  <a:gd name="connsiteX493" fmla="*/ 2488743 w 2608416"/>
                  <a:gd name="connsiteY493" fmla="*/ 1749208 h 2606167"/>
                  <a:gd name="connsiteX494" fmla="*/ 2486508 w 2608416"/>
                  <a:gd name="connsiteY494" fmla="*/ 1755152 h 2606167"/>
                  <a:gd name="connsiteX495" fmla="*/ 2424481 w 2608416"/>
                  <a:gd name="connsiteY495" fmla="*/ 1731898 h 2606167"/>
                  <a:gd name="connsiteX496" fmla="*/ 177254 w 2608416"/>
                  <a:gd name="connsiteY496" fmla="*/ 1714880 h 2606167"/>
                  <a:gd name="connsiteX497" fmla="*/ 179515 w 2608416"/>
                  <a:gd name="connsiteY497" fmla="*/ 1720811 h 2606167"/>
                  <a:gd name="connsiteX498" fmla="*/ 118606 w 2608416"/>
                  <a:gd name="connsiteY498" fmla="*/ 1744065 h 2606167"/>
                  <a:gd name="connsiteX499" fmla="*/ 116333 w 2608416"/>
                  <a:gd name="connsiteY499" fmla="*/ 1738134 h 2606167"/>
                  <a:gd name="connsiteX500" fmla="*/ 2434425 w 2608416"/>
                  <a:gd name="connsiteY500" fmla="*/ 1704885 h 2606167"/>
                  <a:gd name="connsiteX501" fmla="*/ 2496439 w 2608416"/>
                  <a:gd name="connsiteY501" fmla="*/ 1727034 h 2606167"/>
                  <a:gd name="connsiteX502" fmla="*/ 2494306 w 2608416"/>
                  <a:gd name="connsiteY502" fmla="*/ 1733016 h 2606167"/>
                  <a:gd name="connsiteX503" fmla="*/ 2432279 w 2608416"/>
                  <a:gd name="connsiteY503" fmla="*/ 1710867 h 2606167"/>
                  <a:gd name="connsiteX504" fmla="*/ 170700 w 2608416"/>
                  <a:gd name="connsiteY504" fmla="*/ 1693799 h 2606167"/>
                  <a:gd name="connsiteX505" fmla="*/ 172770 w 2608416"/>
                  <a:gd name="connsiteY505" fmla="*/ 1699807 h 2606167"/>
                  <a:gd name="connsiteX506" fmla="*/ 73088 w 2608416"/>
                  <a:gd name="connsiteY506" fmla="*/ 1734135 h 2606167"/>
                  <a:gd name="connsiteX507" fmla="*/ 71031 w 2608416"/>
                  <a:gd name="connsiteY507" fmla="*/ 1728140 h 2606167"/>
                  <a:gd name="connsiteX508" fmla="*/ 162980 w 2608416"/>
                  <a:gd name="connsiteY508" fmla="*/ 1671638 h 2606167"/>
                  <a:gd name="connsiteX509" fmla="*/ 164986 w 2608416"/>
                  <a:gd name="connsiteY509" fmla="*/ 1677670 h 2606167"/>
                  <a:gd name="connsiteX510" fmla="*/ 95213 w 2608416"/>
                  <a:gd name="connsiteY510" fmla="*/ 1700924 h 2606167"/>
                  <a:gd name="connsiteX511" fmla="*/ 93206 w 2608416"/>
                  <a:gd name="connsiteY511" fmla="*/ 1694904 h 2606167"/>
                  <a:gd name="connsiteX512" fmla="*/ 2446529 w 2608416"/>
                  <a:gd name="connsiteY512" fmla="*/ 1668309 h 2606167"/>
                  <a:gd name="connsiteX513" fmla="*/ 2517407 w 2608416"/>
                  <a:gd name="connsiteY513" fmla="*/ 1691576 h 2606167"/>
                  <a:gd name="connsiteX514" fmla="*/ 2515426 w 2608416"/>
                  <a:gd name="connsiteY514" fmla="*/ 1697608 h 2606167"/>
                  <a:gd name="connsiteX515" fmla="*/ 2444547 w 2608416"/>
                  <a:gd name="connsiteY515" fmla="*/ 1674342 h 2606167"/>
                  <a:gd name="connsiteX516" fmla="*/ 2453081 w 2608416"/>
                  <a:gd name="connsiteY516" fmla="*/ 1647241 h 2606167"/>
                  <a:gd name="connsiteX517" fmla="*/ 2553868 w 2608416"/>
                  <a:gd name="connsiteY517" fmla="*/ 1677150 h 2606167"/>
                  <a:gd name="connsiteX518" fmla="*/ 2552064 w 2608416"/>
                  <a:gd name="connsiteY518" fmla="*/ 1683233 h 2606167"/>
                  <a:gd name="connsiteX519" fmla="*/ 2451277 w 2608416"/>
                  <a:gd name="connsiteY519" fmla="*/ 1653337 h 2606167"/>
                  <a:gd name="connsiteX520" fmla="*/ 152058 w 2608416"/>
                  <a:gd name="connsiteY520" fmla="*/ 1636154 h 2606167"/>
                  <a:gd name="connsiteX521" fmla="*/ 153772 w 2608416"/>
                  <a:gd name="connsiteY521" fmla="*/ 1642263 h 2606167"/>
                  <a:gd name="connsiteX522" fmla="*/ 90641 w 2608416"/>
                  <a:gd name="connsiteY522" fmla="*/ 1659992 h 2606167"/>
                  <a:gd name="connsiteX523" fmla="*/ 88926 w 2608416"/>
                  <a:gd name="connsiteY523" fmla="*/ 1653871 h 2606167"/>
                  <a:gd name="connsiteX524" fmla="*/ 2459685 w 2608416"/>
                  <a:gd name="connsiteY524" fmla="*/ 1625079 h 2606167"/>
                  <a:gd name="connsiteX525" fmla="*/ 2522817 w 2608416"/>
                  <a:gd name="connsiteY525" fmla="*/ 1642795 h 2606167"/>
                  <a:gd name="connsiteX526" fmla="*/ 2521102 w 2608416"/>
                  <a:gd name="connsiteY526" fmla="*/ 1648916 h 2606167"/>
                  <a:gd name="connsiteX527" fmla="*/ 2457970 w 2608416"/>
                  <a:gd name="connsiteY527" fmla="*/ 1631187 h 2606167"/>
                  <a:gd name="connsiteX528" fmla="*/ 145403 w 2608416"/>
                  <a:gd name="connsiteY528" fmla="*/ 1614005 h 2606167"/>
                  <a:gd name="connsiteX529" fmla="*/ 147130 w 2608416"/>
                  <a:gd name="connsiteY529" fmla="*/ 1620114 h 2606167"/>
                  <a:gd name="connsiteX530" fmla="*/ 83998 w 2608416"/>
                  <a:gd name="connsiteY530" fmla="*/ 1637843 h 2606167"/>
                  <a:gd name="connsiteX531" fmla="*/ 82284 w 2608416"/>
                  <a:gd name="connsiteY531" fmla="*/ 1631722 h 2606167"/>
                  <a:gd name="connsiteX532" fmla="*/ 2466252 w 2608416"/>
                  <a:gd name="connsiteY532" fmla="*/ 1604010 h 2606167"/>
                  <a:gd name="connsiteX533" fmla="*/ 2522741 w 2608416"/>
                  <a:gd name="connsiteY533" fmla="*/ 1618412 h 2606167"/>
                  <a:gd name="connsiteX534" fmla="*/ 2521167 w 2608416"/>
                  <a:gd name="connsiteY534" fmla="*/ 1624572 h 2606167"/>
                  <a:gd name="connsiteX535" fmla="*/ 2464689 w 2608416"/>
                  <a:gd name="connsiteY535" fmla="*/ 1610170 h 2606167"/>
                  <a:gd name="connsiteX536" fmla="*/ 139929 w 2608416"/>
                  <a:gd name="connsiteY536" fmla="*/ 1591830 h 2606167"/>
                  <a:gd name="connsiteX537" fmla="*/ 141529 w 2608416"/>
                  <a:gd name="connsiteY537" fmla="*/ 1597977 h 2606167"/>
                  <a:gd name="connsiteX538" fmla="*/ 77280 w 2608416"/>
                  <a:gd name="connsiteY538" fmla="*/ 1614601 h 2606167"/>
                  <a:gd name="connsiteX539" fmla="*/ 75693 w 2608416"/>
                  <a:gd name="connsiteY539" fmla="*/ 1608454 h 2606167"/>
                  <a:gd name="connsiteX540" fmla="*/ 2470607 w 2608416"/>
                  <a:gd name="connsiteY540" fmla="*/ 1581849 h 2606167"/>
                  <a:gd name="connsiteX541" fmla="*/ 2529306 w 2608416"/>
                  <a:gd name="connsiteY541" fmla="*/ 1595133 h 2606167"/>
                  <a:gd name="connsiteX542" fmla="*/ 2527897 w 2608416"/>
                  <a:gd name="connsiteY542" fmla="*/ 1601331 h 2606167"/>
                  <a:gd name="connsiteX543" fmla="*/ 2469197 w 2608416"/>
                  <a:gd name="connsiteY543" fmla="*/ 1588034 h 2606167"/>
                  <a:gd name="connsiteX544" fmla="*/ 134494 w 2608416"/>
                  <a:gd name="connsiteY544" fmla="*/ 1570761 h 2606167"/>
                  <a:gd name="connsiteX545" fmla="*/ 135891 w 2608416"/>
                  <a:gd name="connsiteY545" fmla="*/ 1576958 h 2606167"/>
                  <a:gd name="connsiteX546" fmla="*/ 71641 w 2608416"/>
                  <a:gd name="connsiteY546" fmla="*/ 1591360 h 2606167"/>
                  <a:gd name="connsiteX547" fmla="*/ 70257 w 2608416"/>
                  <a:gd name="connsiteY547" fmla="*/ 1585163 h 2606167"/>
                  <a:gd name="connsiteX548" fmla="*/ 2476144 w 2608416"/>
                  <a:gd name="connsiteY548" fmla="*/ 1559686 h 2606167"/>
                  <a:gd name="connsiteX549" fmla="*/ 2534843 w 2608416"/>
                  <a:gd name="connsiteY549" fmla="*/ 1572983 h 2606167"/>
                  <a:gd name="connsiteX550" fmla="*/ 2533434 w 2608416"/>
                  <a:gd name="connsiteY550" fmla="*/ 1579181 h 2606167"/>
                  <a:gd name="connsiteX551" fmla="*/ 2474734 w 2608416"/>
                  <a:gd name="connsiteY551" fmla="*/ 1565884 h 2606167"/>
                  <a:gd name="connsiteX552" fmla="*/ 130111 w 2608416"/>
                  <a:gd name="connsiteY552" fmla="*/ 1548600 h 2606167"/>
                  <a:gd name="connsiteX553" fmla="*/ 131406 w 2608416"/>
                  <a:gd name="connsiteY553" fmla="*/ 1554823 h 2606167"/>
                  <a:gd name="connsiteX554" fmla="*/ 67170 w 2608416"/>
                  <a:gd name="connsiteY554" fmla="*/ 1568120 h 2606167"/>
                  <a:gd name="connsiteX555" fmla="*/ 65875 w 2608416"/>
                  <a:gd name="connsiteY555" fmla="*/ 1561897 h 2606167"/>
                  <a:gd name="connsiteX556" fmla="*/ 2480487 w 2608416"/>
                  <a:gd name="connsiteY556" fmla="*/ 1537525 h 2606167"/>
                  <a:gd name="connsiteX557" fmla="*/ 2559126 w 2608416"/>
                  <a:gd name="connsiteY557" fmla="*/ 1553032 h 2606167"/>
                  <a:gd name="connsiteX558" fmla="*/ 2557894 w 2608416"/>
                  <a:gd name="connsiteY558" fmla="*/ 1559254 h 2606167"/>
                  <a:gd name="connsiteX559" fmla="*/ 2479255 w 2608416"/>
                  <a:gd name="connsiteY559" fmla="*/ 1543748 h 2606167"/>
                  <a:gd name="connsiteX560" fmla="*/ 125755 w 2608416"/>
                  <a:gd name="connsiteY560" fmla="*/ 1526439 h 2606167"/>
                  <a:gd name="connsiteX561" fmla="*/ 126911 w 2608416"/>
                  <a:gd name="connsiteY561" fmla="*/ 1532687 h 2606167"/>
                  <a:gd name="connsiteX562" fmla="*/ 37198 w 2608416"/>
                  <a:gd name="connsiteY562" fmla="*/ 1549299 h 2606167"/>
                  <a:gd name="connsiteX563" fmla="*/ 36042 w 2608416"/>
                  <a:gd name="connsiteY563" fmla="*/ 1543050 h 2606167"/>
                  <a:gd name="connsiteX564" fmla="*/ 2484883 w 2608416"/>
                  <a:gd name="connsiteY564" fmla="*/ 1515364 h 2606167"/>
                  <a:gd name="connsiteX565" fmla="*/ 2550224 w 2608416"/>
                  <a:gd name="connsiteY565" fmla="*/ 1527556 h 2606167"/>
                  <a:gd name="connsiteX566" fmla="*/ 2549068 w 2608416"/>
                  <a:gd name="connsiteY566" fmla="*/ 1533792 h 2606167"/>
                  <a:gd name="connsiteX567" fmla="*/ 2483714 w 2608416"/>
                  <a:gd name="connsiteY567" fmla="*/ 1521613 h 2606167"/>
                  <a:gd name="connsiteX568" fmla="*/ 121323 w 2608416"/>
                  <a:gd name="connsiteY568" fmla="*/ 1503185 h 2606167"/>
                  <a:gd name="connsiteX569" fmla="*/ 122478 w 2608416"/>
                  <a:gd name="connsiteY569" fmla="*/ 1509421 h 2606167"/>
                  <a:gd name="connsiteX570" fmla="*/ 44945 w 2608416"/>
                  <a:gd name="connsiteY570" fmla="*/ 1523823 h 2606167"/>
                  <a:gd name="connsiteX571" fmla="*/ 43789 w 2608416"/>
                  <a:gd name="connsiteY571" fmla="*/ 1517587 h 2606167"/>
                  <a:gd name="connsiteX572" fmla="*/ 2489239 w 2608416"/>
                  <a:gd name="connsiteY572" fmla="*/ 1493202 h 2606167"/>
                  <a:gd name="connsiteX573" fmla="*/ 2605533 w 2608416"/>
                  <a:gd name="connsiteY573" fmla="*/ 1512036 h 2606167"/>
                  <a:gd name="connsiteX574" fmla="*/ 2604517 w 2608416"/>
                  <a:gd name="connsiteY574" fmla="*/ 1518297 h 2606167"/>
                  <a:gd name="connsiteX575" fmla="*/ 2488223 w 2608416"/>
                  <a:gd name="connsiteY575" fmla="*/ 1499475 h 2606167"/>
                  <a:gd name="connsiteX576" fmla="*/ 118073 w 2608416"/>
                  <a:gd name="connsiteY576" fmla="*/ 1481023 h 2606167"/>
                  <a:gd name="connsiteX577" fmla="*/ 119076 w 2608416"/>
                  <a:gd name="connsiteY577" fmla="*/ 1487284 h 2606167"/>
                  <a:gd name="connsiteX578" fmla="*/ 1677 w 2608416"/>
                  <a:gd name="connsiteY578" fmla="*/ 1506118 h 2606167"/>
                  <a:gd name="connsiteX579" fmla="*/ 674 w 2608416"/>
                  <a:gd name="connsiteY579" fmla="*/ 1499844 h 2606167"/>
                  <a:gd name="connsiteX580" fmla="*/ 2491384 w 2608416"/>
                  <a:gd name="connsiteY580" fmla="*/ 1471040 h 2606167"/>
                  <a:gd name="connsiteX581" fmla="*/ 2571127 w 2608416"/>
                  <a:gd name="connsiteY581" fmla="*/ 1482115 h 2606167"/>
                  <a:gd name="connsiteX582" fmla="*/ 2570251 w 2608416"/>
                  <a:gd name="connsiteY582" fmla="*/ 1488401 h 2606167"/>
                  <a:gd name="connsiteX583" fmla="*/ 2490508 w 2608416"/>
                  <a:gd name="connsiteY583" fmla="*/ 1477327 h 2606167"/>
                  <a:gd name="connsiteX584" fmla="*/ 114833 w 2608416"/>
                  <a:gd name="connsiteY584" fmla="*/ 1458861 h 2606167"/>
                  <a:gd name="connsiteX585" fmla="*/ 115684 w 2608416"/>
                  <a:gd name="connsiteY585" fmla="*/ 1465148 h 2606167"/>
                  <a:gd name="connsiteX586" fmla="*/ 50330 w 2608416"/>
                  <a:gd name="connsiteY586" fmla="*/ 1474012 h 2606167"/>
                  <a:gd name="connsiteX587" fmla="*/ 49479 w 2608416"/>
                  <a:gd name="connsiteY587" fmla="*/ 1467713 h 2606167"/>
                  <a:gd name="connsiteX588" fmla="*/ 2494649 w 2608416"/>
                  <a:gd name="connsiteY588" fmla="*/ 1448880 h 2606167"/>
                  <a:gd name="connsiteX589" fmla="*/ 2585467 w 2608416"/>
                  <a:gd name="connsiteY589" fmla="*/ 1459954 h 2606167"/>
                  <a:gd name="connsiteX590" fmla="*/ 2584705 w 2608416"/>
                  <a:gd name="connsiteY590" fmla="*/ 1466266 h 2606167"/>
                  <a:gd name="connsiteX591" fmla="*/ 2493887 w 2608416"/>
                  <a:gd name="connsiteY591" fmla="*/ 1455192 h 2606167"/>
                  <a:gd name="connsiteX592" fmla="*/ 112688 w 2608416"/>
                  <a:gd name="connsiteY592" fmla="*/ 1436700 h 2606167"/>
                  <a:gd name="connsiteX593" fmla="*/ 113386 w 2608416"/>
                  <a:gd name="connsiteY593" fmla="*/ 1443012 h 2606167"/>
                  <a:gd name="connsiteX594" fmla="*/ 33643 w 2608416"/>
                  <a:gd name="connsiteY594" fmla="*/ 1451864 h 2606167"/>
                  <a:gd name="connsiteX595" fmla="*/ 32944 w 2608416"/>
                  <a:gd name="connsiteY595" fmla="*/ 1445552 h 2606167"/>
                  <a:gd name="connsiteX596" fmla="*/ 2497963 w 2608416"/>
                  <a:gd name="connsiteY596" fmla="*/ 1425625 h 2606167"/>
                  <a:gd name="connsiteX597" fmla="*/ 2563304 w 2608416"/>
                  <a:gd name="connsiteY597" fmla="*/ 1433372 h 2606167"/>
                  <a:gd name="connsiteX598" fmla="*/ 2562567 w 2608416"/>
                  <a:gd name="connsiteY598" fmla="*/ 1439684 h 2606167"/>
                  <a:gd name="connsiteX599" fmla="*/ 2497213 w 2608416"/>
                  <a:gd name="connsiteY599" fmla="*/ 1431924 h 2606167"/>
                  <a:gd name="connsiteX600" fmla="*/ 110528 w 2608416"/>
                  <a:gd name="connsiteY600" fmla="*/ 1414539 h 2606167"/>
                  <a:gd name="connsiteX601" fmla="*/ 111112 w 2608416"/>
                  <a:gd name="connsiteY601" fmla="*/ 1420864 h 2606167"/>
                  <a:gd name="connsiteX602" fmla="*/ 51308 w 2608416"/>
                  <a:gd name="connsiteY602" fmla="*/ 1426401 h 2606167"/>
                  <a:gd name="connsiteX603" fmla="*/ 50723 w 2608416"/>
                  <a:gd name="connsiteY603" fmla="*/ 1420076 h 2606167"/>
                  <a:gd name="connsiteX604" fmla="*/ 2500072 w 2608416"/>
                  <a:gd name="connsiteY604" fmla="*/ 1403464 h 2606167"/>
                  <a:gd name="connsiteX605" fmla="*/ 2565426 w 2608416"/>
                  <a:gd name="connsiteY605" fmla="*/ 1409001 h 2606167"/>
                  <a:gd name="connsiteX606" fmla="*/ 2564880 w 2608416"/>
                  <a:gd name="connsiteY606" fmla="*/ 1415325 h 2606167"/>
                  <a:gd name="connsiteX607" fmla="*/ 2499538 w 2608416"/>
                  <a:gd name="connsiteY607" fmla="*/ 1409788 h 2606167"/>
                  <a:gd name="connsiteX608" fmla="*/ 108319 w 2608416"/>
                  <a:gd name="connsiteY608" fmla="*/ 1391285 h 2606167"/>
                  <a:gd name="connsiteX609" fmla="*/ 108903 w 2608416"/>
                  <a:gd name="connsiteY609" fmla="*/ 1397610 h 2606167"/>
                  <a:gd name="connsiteX610" fmla="*/ 49099 w 2608416"/>
                  <a:gd name="connsiteY610" fmla="*/ 1403147 h 2606167"/>
                  <a:gd name="connsiteX611" fmla="*/ 48515 w 2608416"/>
                  <a:gd name="connsiteY611" fmla="*/ 1396822 h 2606167"/>
                  <a:gd name="connsiteX612" fmla="*/ 2501126 w 2608416"/>
                  <a:gd name="connsiteY612" fmla="*/ 1381303 h 2606167"/>
                  <a:gd name="connsiteX613" fmla="*/ 2566480 w 2608416"/>
                  <a:gd name="connsiteY613" fmla="*/ 1385735 h 2606167"/>
                  <a:gd name="connsiteX614" fmla="*/ 2566048 w 2608416"/>
                  <a:gd name="connsiteY614" fmla="*/ 1392073 h 2606167"/>
                  <a:gd name="connsiteX615" fmla="*/ 2500694 w 2608416"/>
                  <a:gd name="connsiteY615" fmla="*/ 1387640 h 2606167"/>
                  <a:gd name="connsiteX616" fmla="*/ 106211 w 2608416"/>
                  <a:gd name="connsiteY616" fmla="*/ 1369123 h 2606167"/>
                  <a:gd name="connsiteX617" fmla="*/ 106579 w 2608416"/>
                  <a:gd name="connsiteY617" fmla="*/ 1375460 h 2606167"/>
                  <a:gd name="connsiteX618" fmla="*/ 47880 w 2608416"/>
                  <a:gd name="connsiteY618" fmla="*/ 1378788 h 2606167"/>
                  <a:gd name="connsiteX619" fmla="*/ 47511 w 2608416"/>
                  <a:gd name="connsiteY619" fmla="*/ 1372450 h 2606167"/>
                  <a:gd name="connsiteX620" fmla="*/ 2502179 w 2608416"/>
                  <a:gd name="connsiteY620" fmla="*/ 1358048 h 2606167"/>
                  <a:gd name="connsiteX621" fmla="*/ 2568638 w 2608416"/>
                  <a:gd name="connsiteY621" fmla="*/ 1361363 h 2606167"/>
                  <a:gd name="connsiteX622" fmla="*/ 2568320 w 2608416"/>
                  <a:gd name="connsiteY622" fmla="*/ 1367713 h 2606167"/>
                  <a:gd name="connsiteX623" fmla="*/ 2501861 w 2608416"/>
                  <a:gd name="connsiteY623" fmla="*/ 1364386 h 2606167"/>
                  <a:gd name="connsiteX624" fmla="*/ 106287 w 2608416"/>
                  <a:gd name="connsiteY624" fmla="*/ 1346961 h 2606167"/>
                  <a:gd name="connsiteX625" fmla="*/ 106503 w 2608416"/>
                  <a:gd name="connsiteY625" fmla="*/ 1353311 h 2606167"/>
                  <a:gd name="connsiteX626" fmla="*/ 40044 w 2608416"/>
                  <a:gd name="connsiteY626" fmla="*/ 1355534 h 2606167"/>
                  <a:gd name="connsiteX627" fmla="*/ 39841 w 2608416"/>
                  <a:gd name="connsiteY627" fmla="*/ 1349184 h 2606167"/>
                  <a:gd name="connsiteX628" fmla="*/ 2503233 w 2608416"/>
                  <a:gd name="connsiteY628" fmla="*/ 1335888 h 2606167"/>
                  <a:gd name="connsiteX629" fmla="*/ 2569692 w 2608416"/>
                  <a:gd name="connsiteY629" fmla="*/ 1338110 h 2606167"/>
                  <a:gd name="connsiteX630" fmla="*/ 2569476 w 2608416"/>
                  <a:gd name="connsiteY630" fmla="*/ 1344448 h 2606167"/>
                  <a:gd name="connsiteX631" fmla="*/ 2503017 w 2608416"/>
                  <a:gd name="connsiteY631" fmla="*/ 1342238 h 2606167"/>
                  <a:gd name="connsiteX632" fmla="*/ 105219 w 2608416"/>
                  <a:gd name="connsiteY632" fmla="*/ 1323708 h 2606167"/>
                  <a:gd name="connsiteX633" fmla="*/ 105359 w 2608416"/>
                  <a:gd name="connsiteY633" fmla="*/ 1330058 h 2606167"/>
                  <a:gd name="connsiteX634" fmla="*/ 139 w 2608416"/>
                  <a:gd name="connsiteY634" fmla="*/ 1332267 h 2606167"/>
                  <a:gd name="connsiteX635" fmla="*/ 0 w 2608416"/>
                  <a:gd name="connsiteY635" fmla="*/ 1325917 h 2606167"/>
                  <a:gd name="connsiteX636" fmla="*/ 31078 w 2608416"/>
                  <a:gd name="connsiteY636" fmla="*/ 1301560 h 2606167"/>
                  <a:gd name="connsiteX637" fmla="*/ 105284 w 2608416"/>
                  <a:gd name="connsiteY637" fmla="*/ 1301560 h 2606167"/>
                  <a:gd name="connsiteX638" fmla="*/ 105284 w 2608416"/>
                  <a:gd name="connsiteY638" fmla="*/ 1307910 h 2606167"/>
                  <a:gd name="connsiteX639" fmla="*/ 31078 w 2608416"/>
                  <a:gd name="connsiteY639" fmla="*/ 1307910 h 2606167"/>
                  <a:gd name="connsiteX640" fmla="*/ 2504237 w 2608416"/>
                  <a:gd name="connsiteY640" fmla="*/ 1298232 h 2606167"/>
                  <a:gd name="connsiteX641" fmla="*/ 2577339 w 2608416"/>
                  <a:gd name="connsiteY641" fmla="*/ 1298232 h 2606167"/>
                  <a:gd name="connsiteX642" fmla="*/ 2577339 w 2608416"/>
                  <a:gd name="connsiteY642" fmla="*/ 1304582 h 2606167"/>
                  <a:gd name="connsiteX643" fmla="*/ 2504237 w 2608416"/>
                  <a:gd name="connsiteY643" fmla="*/ 1304582 h 2606167"/>
                  <a:gd name="connsiteX644" fmla="*/ 2608276 w 2608416"/>
                  <a:gd name="connsiteY644" fmla="*/ 1272755 h 2606167"/>
                  <a:gd name="connsiteX645" fmla="*/ 2608416 w 2608416"/>
                  <a:gd name="connsiteY645" fmla="*/ 1279105 h 2606167"/>
                  <a:gd name="connsiteX646" fmla="*/ 2503196 w 2608416"/>
                  <a:gd name="connsiteY646" fmla="*/ 1281328 h 2606167"/>
                  <a:gd name="connsiteX647" fmla="*/ 2503056 w 2608416"/>
                  <a:gd name="connsiteY647" fmla="*/ 1274978 h 2606167"/>
                  <a:gd name="connsiteX648" fmla="*/ 40043 w 2608416"/>
                  <a:gd name="connsiteY648" fmla="*/ 1261682 h 2606167"/>
                  <a:gd name="connsiteX649" fmla="*/ 105397 w 2608416"/>
                  <a:gd name="connsiteY649" fmla="*/ 1263904 h 2606167"/>
                  <a:gd name="connsiteX650" fmla="*/ 105181 w 2608416"/>
                  <a:gd name="connsiteY650" fmla="*/ 1270254 h 2606167"/>
                  <a:gd name="connsiteX651" fmla="*/ 39840 w 2608416"/>
                  <a:gd name="connsiteY651" fmla="*/ 1268032 h 2606167"/>
                  <a:gd name="connsiteX652" fmla="*/ 2568372 w 2608416"/>
                  <a:gd name="connsiteY652" fmla="*/ 1250607 h 2606167"/>
                  <a:gd name="connsiteX653" fmla="*/ 2568588 w 2608416"/>
                  <a:gd name="connsiteY653" fmla="*/ 1256957 h 2606167"/>
                  <a:gd name="connsiteX654" fmla="*/ 2503234 w 2608416"/>
                  <a:gd name="connsiteY654" fmla="*/ 1259167 h 2606167"/>
                  <a:gd name="connsiteX655" fmla="*/ 2503018 w 2608416"/>
                  <a:gd name="connsiteY655" fmla="*/ 1252830 h 2606167"/>
                  <a:gd name="connsiteX656" fmla="*/ 41211 w 2608416"/>
                  <a:gd name="connsiteY656" fmla="*/ 1237322 h 2606167"/>
                  <a:gd name="connsiteX657" fmla="*/ 106553 w 2608416"/>
                  <a:gd name="connsiteY657" fmla="*/ 1240650 h 2606167"/>
                  <a:gd name="connsiteX658" fmla="*/ 106235 w 2608416"/>
                  <a:gd name="connsiteY658" fmla="*/ 1246987 h 2606167"/>
                  <a:gd name="connsiteX659" fmla="*/ 40894 w 2608416"/>
                  <a:gd name="connsiteY659" fmla="*/ 1243660 h 2606167"/>
                  <a:gd name="connsiteX660" fmla="*/ 2560537 w 2608416"/>
                  <a:gd name="connsiteY660" fmla="*/ 1226248 h 2606167"/>
                  <a:gd name="connsiteX661" fmla="*/ 2560905 w 2608416"/>
                  <a:gd name="connsiteY661" fmla="*/ 1232585 h 2606167"/>
                  <a:gd name="connsiteX662" fmla="*/ 2502205 w 2608416"/>
                  <a:gd name="connsiteY662" fmla="*/ 1235913 h 2606167"/>
                  <a:gd name="connsiteX663" fmla="*/ 2501837 w 2608416"/>
                  <a:gd name="connsiteY663" fmla="*/ 1229575 h 2606167"/>
                  <a:gd name="connsiteX664" fmla="*/ 42368 w 2608416"/>
                  <a:gd name="connsiteY664" fmla="*/ 1214070 h 2606167"/>
                  <a:gd name="connsiteX665" fmla="*/ 107722 w 2608416"/>
                  <a:gd name="connsiteY665" fmla="*/ 1218502 h 2606167"/>
                  <a:gd name="connsiteX666" fmla="*/ 107290 w 2608416"/>
                  <a:gd name="connsiteY666" fmla="*/ 1224826 h 2606167"/>
                  <a:gd name="connsiteX667" fmla="*/ 41936 w 2608416"/>
                  <a:gd name="connsiteY667" fmla="*/ 1220407 h 2606167"/>
                  <a:gd name="connsiteX668" fmla="*/ 2559380 w 2608416"/>
                  <a:gd name="connsiteY668" fmla="*/ 1202994 h 2606167"/>
                  <a:gd name="connsiteX669" fmla="*/ 2559850 w 2608416"/>
                  <a:gd name="connsiteY669" fmla="*/ 1209319 h 2606167"/>
                  <a:gd name="connsiteX670" fmla="*/ 2500046 w 2608416"/>
                  <a:gd name="connsiteY670" fmla="*/ 1213751 h 2606167"/>
                  <a:gd name="connsiteX671" fmla="*/ 2499575 w 2608416"/>
                  <a:gd name="connsiteY671" fmla="*/ 1207426 h 2606167"/>
                  <a:gd name="connsiteX672" fmla="*/ 44692 w 2608416"/>
                  <a:gd name="connsiteY672" fmla="*/ 1189710 h 2606167"/>
                  <a:gd name="connsiteX673" fmla="*/ 110033 w 2608416"/>
                  <a:gd name="connsiteY673" fmla="*/ 1196352 h 2606167"/>
                  <a:gd name="connsiteX674" fmla="*/ 109398 w 2608416"/>
                  <a:gd name="connsiteY674" fmla="*/ 1202677 h 2606167"/>
                  <a:gd name="connsiteX675" fmla="*/ 44057 w 2608416"/>
                  <a:gd name="connsiteY675" fmla="*/ 1196022 h 2606167"/>
                  <a:gd name="connsiteX676" fmla="*/ 2557095 w 2608416"/>
                  <a:gd name="connsiteY676" fmla="*/ 1179741 h 2606167"/>
                  <a:gd name="connsiteX677" fmla="*/ 2557692 w 2608416"/>
                  <a:gd name="connsiteY677" fmla="*/ 1186066 h 2606167"/>
                  <a:gd name="connsiteX678" fmla="*/ 2498992 w 2608416"/>
                  <a:gd name="connsiteY678" fmla="*/ 1191603 h 2606167"/>
                  <a:gd name="connsiteX679" fmla="*/ 2498396 w 2608416"/>
                  <a:gd name="connsiteY679" fmla="*/ 1185279 h 2606167"/>
                  <a:gd name="connsiteX680" fmla="*/ 45796 w 2608416"/>
                  <a:gd name="connsiteY680" fmla="*/ 1166457 h 2606167"/>
                  <a:gd name="connsiteX681" fmla="*/ 112242 w 2608416"/>
                  <a:gd name="connsiteY681" fmla="*/ 1173099 h 2606167"/>
                  <a:gd name="connsiteX682" fmla="*/ 111620 w 2608416"/>
                  <a:gd name="connsiteY682" fmla="*/ 1179411 h 2606167"/>
                  <a:gd name="connsiteX683" fmla="*/ 45161 w 2608416"/>
                  <a:gd name="connsiteY683" fmla="*/ 1172769 h 2606167"/>
                  <a:gd name="connsiteX684" fmla="*/ 2574761 w 2608416"/>
                  <a:gd name="connsiteY684" fmla="*/ 1153159 h 2606167"/>
                  <a:gd name="connsiteX685" fmla="*/ 2575472 w 2608416"/>
                  <a:gd name="connsiteY685" fmla="*/ 1159471 h 2606167"/>
                  <a:gd name="connsiteX686" fmla="*/ 2496833 w 2608416"/>
                  <a:gd name="connsiteY686" fmla="*/ 1168336 h 2606167"/>
                  <a:gd name="connsiteX687" fmla="*/ 2496122 w 2608416"/>
                  <a:gd name="connsiteY687" fmla="*/ 1162024 h 2606167"/>
                  <a:gd name="connsiteX688" fmla="*/ 23710 w 2608416"/>
                  <a:gd name="connsiteY688" fmla="*/ 1139876 h 2606167"/>
                  <a:gd name="connsiteX689" fmla="*/ 114528 w 2608416"/>
                  <a:gd name="connsiteY689" fmla="*/ 1150950 h 2606167"/>
                  <a:gd name="connsiteX690" fmla="*/ 113766 w 2608416"/>
                  <a:gd name="connsiteY690" fmla="*/ 1157250 h 2606167"/>
                  <a:gd name="connsiteX691" fmla="*/ 22949 w 2608416"/>
                  <a:gd name="connsiteY691" fmla="*/ 1146175 h 2606167"/>
                  <a:gd name="connsiteX692" fmla="*/ 2558084 w 2608416"/>
                  <a:gd name="connsiteY692" fmla="*/ 1131023 h 2606167"/>
                  <a:gd name="connsiteX693" fmla="*/ 2558935 w 2608416"/>
                  <a:gd name="connsiteY693" fmla="*/ 1137310 h 2606167"/>
                  <a:gd name="connsiteX694" fmla="*/ 2493581 w 2608416"/>
                  <a:gd name="connsiteY694" fmla="*/ 1146174 h 2606167"/>
                  <a:gd name="connsiteX695" fmla="*/ 2492730 w 2608416"/>
                  <a:gd name="connsiteY695" fmla="*/ 1139875 h 2606167"/>
                  <a:gd name="connsiteX696" fmla="*/ 39281 w 2608416"/>
                  <a:gd name="connsiteY696" fmla="*/ 1117739 h 2606167"/>
                  <a:gd name="connsiteX697" fmla="*/ 117919 w 2608416"/>
                  <a:gd name="connsiteY697" fmla="*/ 1128813 h 2606167"/>
                  <a:gd name="connsiteX698" fmla="*/ 117030 w 2608416"/>
                  <a:gd name="connsiteY698" fmla="*/ 1135100 h 2606167"/>
                  <a:gd name="connsiteX699" fmla="*/ 38392 w 2608416"/>
                  <a:gd name="connsiteY699" fmla="*/ 1124026 h 2606167"/>
                  <a:gd name="connsiteX700" fmla="*/ 2606763 w 2608416"/>
                  <a:gd name="connsiteY700" fmla="*/ 1100024 h 2606167"/>
                  <a:gd name="connsiteX701" fmla="*/ 2607716 w 2608416"/>
                  <a:gd name="connsiteY701" fmla="*/ 1106297 h 2606167"/>
                  <a:gd name="connsiteX702" fmla="*/ 2490317 w 2608416"/>
                  <a:gd name="connsiteY702" fmla="*/ 1124014 h 2606167"/>
                  <a:gd name="connsiteX703" fmla="*/ 2489365 w 2608416"/>
                  <a:gd name="connsiteY703" fmla="*/ 1117740 h 2606167"/>
                  <a:gd name="connsiteX704" fmla="*/ 3900 w 2608416"/>
                  <a:gd name="connsiteY704" fmla="*/ 1087843 h 2606167"/>
                  <a:gd name="connsiteX705" fmla="*/ 121298 w 2608416"/>
                  <a:gd name="connsiteY705" fmla="*/ 1106665 h 2606167"/>
                  <a:gd name="connsiteX706" fmla="*/ 120295 w 2608416"/>
                  <a:gd name="connsiteY706" fmla="*/ 1112938 h 2606167"/>
                  <a:gd name="connsiteX707" fmla="*/ 2896 w 2608416"/>
                  <a:gd name="connsiteY707" fmla="*/ 1094104 h 2606167"/>
                  <a:gd name="connsiteX708" fmla="*/ 2564625 w 2608416"/>
                  <a:gd name="connsiteY708" fmla="*/ 1082306 h 2606167"/>
                  <a:gd name="connsiteX709" fmla="*/ 2565679 w 2608416"/>
                  <a:gd name="connsiteY709" fmla="*/ 1088567 h 2606167"/>
                  <a:gd name="connsiteX710" fmla="*/ 2487041 w 2608416"/>
                  <a:gd name="connsiteY710" fmla="*/ 1101851 h 2606167"/>
                  <a:gd name="connsiteX711" fmla="*/ 2485986 w 2608416"/>
                  <a:gd name="connsiteY711" fmla="*/ 1095590 h 2606167"/>
                  <a:gd name="connsiteX712" fmla="*/ 60465 w 2608416"/>
                  <a:gd name="connsiteY712" fmla="*/ 1072349 h 2606167"/>
                  <a:gd name="connsiteX713" fmla="*/ 124702 w 2608416"/>
                  <a:gd name="connsiteY713" fmla="*/ 1084529 h 2606167"/>
                  <a:gd name="connsiteX714" fmla="*/ 123521 w 2608416"/>
                  <a:gd name="connsiteY714" fmla="*/ 1090764 h 2606167"/>
                  <a:gd name="connsiteX715" fmla="*/ 59284 w 2608416"/>
                  <a:gd name="connsiteY715" fmla="*/ 1078585 h 2606167"/>
                  <a:gd name="connsiteX716" fmla="*/ 2571178 w 2608416"/>
                  <a:gd name="connsiteY716" fmla="*/ 1055739 h 2606167"/>
                  <a:gd name="connsiteX717" fmla="*/ 2572410 w 2608416"/>
                  <a:gd name="connsiteY717" fmla="*/ 1061974 h 2606167"/>
                  <a:gd name="connsiteX718" fmla="*/ 2482697 w 2608416"/>
                  <a:gd name="connsiteY718" fmla="*/ 1079691 h 2606167"/>
                  <a:gd name="connsiteX719" fmla="*/ 2481465 w 2608416"/>
                  <a:gd name="connsiteY719" fmla="*/ 1073455 h 2606167"/>
                  <a:gd name="connsiteX720" fmla="*/ 50521 w 2608416"/>
                  <a:gd name="connsiteY720" fmla="*/ 1046874 h 2606167"/>
                  <a:gd name="connsiteX721" fmla="*/ 129160 w 2608416"/>
                  <a:gd name="connsiteY721" fmla="*/ 1062381 h 2606167"/>
                  <a:gd name="connsiteX722" fmla="*/ 127928 w 2608416"/>
                  <a:gd name="connsiteY722" fmla="*/ 1068616 h 2606167"/>
                  <a:gd name="connsiteX723" fmla="*/ 49302 w 2608416"/>
                  <a:gd name="connsiteY723" fmla="*/ 1053110 h 2606167"/>
                  <a:gd name="connsiteX724" fmla="*/ 2541245 w 2608416"/>
                  <a:gd name="connsiteY724" fmla="*/ 1038021 h 2606167"/>
                  <a:gd name="connsiteX725" fmla="*/ 2542540 w 2608416"/>
                  <a:gd name="connsiteY725" fmla="*/ 1044244 h 2606167"/>
                  <a:gd name="connsiteX726" fmla="*/ 2478304 w 2608416"/>
                  <a:gd name="connsiteY726" fmla="*/ 1057528 h 2606167"/>
                  <a:gd name="connsiteX727" fmla="*/ 2477008 w 2608416"/>
                  <a:gd name="connsiteY727" fmla="*/ 1051318 h 2606167"/>
                  <a:gd name="connsiteX728" fmla="*/ 76099 w 2608416"/>
                  <a:gd name="connsiteY728" fmla="*/ 1026960 h 2606167"/>
                  <a:gd name="connsiteX729" fmla="*/ 133694 w 2608416"/>
                  <a:gd name="connsiteY729" fmla="*/ 1040257 h 2606167"/>
                  <a:gd name="connsiteX730" fmla="*/ 132258 w 2608416"/>
                  <a:gd name="connsiteY730" fmla="*/ 1046442 h 2606167"/>
                  <a:gd name="connsiteX731" fmla="*/ 74664 w 2608416"/>
                  <a:gd name="connsiteY731" fmla="*/ 1033158 h 2606167"/>
                  <a:gd name="connsiteX732" fmla="*/ 2536762 w 2608416"/>
                  <a:gd name="connsiteY732" fmla="*/ 1014780 h 2606167"/>
                  <a:gd name="connsiteX733" fmla="*/ 2538159 w 2608416"/>
                  <a:gd name="connsiteY733" fmla="*/ 1020978 h 2606167"/>
                  <a:gd name="connsiteX734" fmla="*/ 2473923 w 2608416"/>
                  <a:gd name="connsiteY734" fmla="*/ 1035367 h 2606167"/>
                  <a:gd name="connsiteX735" fmla="*/ 2472525 w 2608416"/>
                  <a:gd name="connsiteY735" fmla="*/ 1029169 h 2606167"/>
                  <a:gd name="connsiteX736" fmla="*/ 81687 w 2608416"/>
                  <a:gd name="connsiteY736" fmla="*/ 1003719 h 2606167"/>
                  <a:gd name="connsiteX737" fmla="*/ 139282 w 2608416"/>
                  <a:gd name="connsiteY737" fmla="*/ 1018121 h 2606167"/>
                  <a:gd name="connsiteX738" fmla="*/ 137745 w 2608416"/>
                  <a:gd name="connsiteY738" fmla="*/ 1024281 h 2606167"/>
                  <a:gd name="connsiteX739" fmla="*/ 80150 w 2608416"/>
                  <a:gd name="connsiteY739" fmla="*/ 1009879 h 2606167"/>
                  <a:gd name="connsiteX740" fmla="*/ 2531174 w 2608416"/>
                  <a:gd name="connsiteY740" fmla="*/ 991526 h 2606167"/>
                  <a:gd name="connsiteX741" fmla="*/ 2532673 w 2608416"/>
                  <a:gd name="connsiteY741" fmla="*/ 997699 h 2606167"/>
                  <a:gd name="connsiteX742" fmla="*/ 2468436 w 2608416"/>
                  <a:gd name="connsiteY742" fmla="*/ 1013205 h 2606167"/>
                  <a:gd name="connsiteX743" fmla="*/ 2466937 w 2608416"/>
                  <a:gd name="connsiteY743" fmla="*/ 1007033 h 2606167"/>
                  <a:gd name="connsiteX744" fmla="*/ 87223 w 2608416"/>
                  <a:gd name="connsiteY744" fmla="*/ 981570 h 2606167"/>
                  <a:gd name="connsiteX745" fmla="*/ 144818 w 2608416"/>
                  <a:gd name="connsiteY745" fmla="*/ 995971 h 2606167"/>
                  <a:gd name="connsiteX746" fmla="*/ 143281 w 2608416"/>
                  <a:gd name="connsiteY746" fmla="*/ 1002131 h 2606167"/>
                  <a:gd name="connsiteX747" fmla="*/ 85687 w 2608416"/>
                  <a:gd name="connsiteY747" fmla="*/ 987729 h 2606167"/>
                  <a:gd name="connsiteX748" fmla="*/ 2524467 w 2608416"/>
                  <a:gd name="connsiteY748" fmla="*/ 968285 h 2606167"/>
                  <a:gd name="connsiteX749" fmla="*/ 2526093 w 2608416"/>
                  <a:gd name="connsiteY749" fmla="*/ 974432 h 2606167"/>
                  <a:gd name="connsiteX750" fmla="*/ 2462961 w 2608416"/>
                  <a:gd name="connsiteY750" fmla="*/ 991044 h 2606167"/>
                  <a:gd name="connsiteX751" fmla="*/ 2461336 w 2608416"/>
                  <a:gd name="connsiteY751" fmla="*/ 984897 h 2606167"/>
                  <a:gd name="connsiteX752" fmla="*/ 87313 w 2608416"/>
                  <a:gd name="connsiteY752" fmla="*/ 956120 h 2606167"/>
                  <a:gd name="connsiteX753" fmla="*/ 150445 w 2608416"/>
                  <a:gd name="connsiteY753" fmla="*/ 973836 h 2606167"/>
                  <a:gd name="connsiteX754" fmla="*/ 148730 w 2608416"/>
                  <a:gd name="connsiteY754" fmla="*/ 979958 h 2606167"/>
                  <a:gd name="connsiteX755" fmla="*/ 85599 w 2608416"/>
                  <a:gd name="connsiteY755" fmla="*/ 962228 h 2606167"/>
                  <a:gd name="connsiteX756" fmla="*/ 2518854 w 2608416"/>
                  <a:gd name="connsiteY756" fmla="*/ 945057 h 2606167"/>
                  <a:gd name="connsiteX757" fmla="*/ 2520632 w 2608416"/>
                  <a:gd name="connsiteY757" fmla="*/ 951140 h 2606167"/>
                  <a:gd name="connsiteX758" fmla="*/ 2456396 w 2608416"/>
                  <a:gd name="connsiteY758" fmla="*/ 969974 h 2606167"/>
                  <a:gd name="connsiteX759" fmla="*/ 2454605 w 2608416"/>
                  <a:gd name="connsiteY759" fmla="*/ 963879 h 2606167"/>
                  <a:gd name="connsiteX760" fmla="*/ 56376 w 2608416"/>
                  <a:gd name="connsiteY760" fmla="*/ 921804 h 2606167"/>
                  <a:gd name="connsiteX761" fmla="*/ 157163 w 2608416"/>
                  <a:gd name="connsiteY761" fmla="*/ 952818 h 2606167"/>
                  <a:gd name="connsiteX762" fmla="*/ 155296 w 2608416"/>
                  <a:gd name="connsiteY762" fmla="*/ 958888 h 2606167"/>
                  <a:gd name="connsiteX763" fmla="*/ 54509 w 2608416"/>
                  <a:gd name="connsiteY763" fmla="*/ 927875 h 2606167"/>
                  <a:gd name="connsiteX764" fmla="*/ 92939 w 2608416"/>
                  <a:gd name="connsiteY764" fmla="*/ 908520 h 2606167"/>
                  <a:gd name="connsiteX765" fmla="*/ 163831 w 2608416"/>
                  <a:gd name="connsiteY765" fmla="*/ 930669 h 2606167"/>
                  <a:gd name="connsiteX766" fmla="*/ 161938 w 2608416"/>
                  <a:gd name="connsiteY766" fmla="*/ 936740 h 2606167"/>
                  <a:gd name="connsiteX767" fmla="*/ 91047 w 2608416"/>
                  <a:gd name="connsiteY767" fmla="*/ 914578 h 2606167"/>
                  <a:gd name="connsiteX768" fmla="*/ 2513204 w 2608416"/>
                  <a:gd name="connsiteY768" fmla="*/ 904113 h 2606167"/>
                  <a:gd name="connsiteX769" fmla="*/ 2515210 w 2608416"/>
                  <a:gd name="connsiteY769" fmla="*/ 910133 h 2606167"/>
                  <a:gd name="connsiteX770" fmla="*/ 2445436 w 2608416"/>
                  <a:gd name="connsiteY770" fmla="*/ 933387 h 2606167"/>
                  <a:gd name="connsiteX771" fmla="*/ 2443430 w 2608416"/>
                  <a:gd name="connsiteY771" fmla="*/ 927367 h 2606167"/>
                  <a:gd name="connsiteX772" fmla="*/ 114109 w 2608416"/>
                  <a:gd name="connsiteY772" fmla="*/ 873124 h 2606167"/>
                  <a:gd name="connsiteX773" fmla="*/ 176136 w 2608416"/>
                  <a:gd name="connsiteY773" fmla="*/ 895273 h 2606167"/>
                  <a:gd name="connsiteX774" fmla="*/ 173990 w 2608416"/>
                  <a:gd name="connsiteY774" fmla="*/ 901255 h 2606167"/>
                  <a:gd name="connsiteX775" fmla="*/ 111975 w 2608416"/>
                  <a:gd name="connsiteY775" fmla="*/ 879093 h 2606167"/>
                  <a:gd name="connsiteX776" fmla="*/ 2535314 w 2608416"/>
                  <a:gd name="connsiteY776" fmla="*/ 872008 h 2606167"/>
                  <a:gd name="connsiteX777" fmla="*/ 2537397 w 2608416"/>
                  <a:gd name="connsiteY777" fmla="*/ 878002 h 2606167"/>
                  <a:gd name="connsiteX778" fmla="*/ 2438832 w 2608416"/>
                  <a:gd name="connsiteY778" fmla="*/ 912330 h 2606167"/>
                  <a:gd name="connsiteX779" fmla="*/ 2436737 w 2608416"/>
                  <a:gd name="connsiteY779" fmla="*/ 906336 h 2606167"/>
                  <a:gd name="connsiteX780" fmla="*/ 2490940 w 2608416"/>
                  <a:gd name="connsiteY780" fmla="*/ 862063 h 2606167"/>
                  <a:gd name="connsiteX781" fmla="*/ 2493162 w 2608416"/>
                  <a:gd name="connsiteY781" fmla="*/ 868006 h 2606167"/>
                  <a:gd name="connsiteX782" fmla="*/ 2431148 w 2608416"/>
                  <a:gd name="connsiteY782" fmla="*/ 891260 h 2606167"/>
                  <a:gd name="connsiteX783" fmla="*/ 2428913 w 2608416"/>
                  <a:gd name="connsiteY783" fmla="*/ 885316 h 2606167"/>
                  <a:gd name="connsiteX784" fmla="*/ 121908 w 2608416"/>
                  <a:gd name="connsiteY784" fmla="*/ 850989 h 2606167"/>
                  <a:gd name="connsiteX785" fmla="*/ 183935 w 2608416"/>
                  <a:gd name="connsiteY785" fmla="*/ 874243 h 2606167"/>
                  <a:gd name="connsiteX786" fmla="*/ 181700 w 2608416"/>
                  <a:gd name="connsiteY786" fmla="*/ 880187 h 2606167"/>
                  <a:gd name="connsiteX787" fmla="*/ 119673 w 2608416"/>
                  <a:gd name="connsiteY787" fmla="*/ 856933 h 2606167"/>
                  <a:gd name="connsiteX788" fmla="*/ 2476475 w 2608416"/>
                  <a:gd name="connsiteY788" fmla="*/ 842150 h 2606167"/>
                  <a:gd name="connsiteX789" fmla="*/ 2478837 w 2608416"/>
                  <a:gd name="connsiteY789" fmla="*/ 848043 h 2606167"/>
                  <a:gd name="connsiteX790" fmla="*/ 2423453 w 2608416"/>
                  <a:gd name="connsiteY790" fmla="*/ 870192 h 2606167"/>
                  <a:gd name="connsiteX791" fmla="*/ 2421103 w 2608416"/>
                  <a:gd name="connsiteY791" fmla="*/ 864299 h 2606167"/>
                  <a:gd name="connsiteX792" fmla="*/ 130835 w 2608416"/>
                  <a:gd name="connsiteY792" fmla="*/ 828865 h 2606167"/>
                  <a:gd name="connsiteX793" fmla="*/ 191744 w 2608416"/>
                  <a:gd name="connsiteY793" fmla="*/ 853223 h 2606167"/>
                  <a:gd name="connsiteX794" fmla="*/ 189382 w 2608416"/>
                  <a:gd name="connsiteY794" fmla="*/ 859116 h 2606167"/>
                  <a:gd name="connsiteX795" fmla="*/ 128473 w 2608416"/>
                  <a:gd name="connsiteY795" fmla="*/ 834758 h 2606167"/>
                  <a:gd name="connsiteX796" fmla="*/ 2467560 w 2608416"/>
                  <a:gd name="connsiteY796" fmla="*/ 820027 h 2606167"/>
                  <a:gd name="connsiteX797" fmla="*/ 2470024 w 2608416"/>
                  <a:gd name="connsiteY797" fmla="*/ 825881 h 2606167"/>
                  <a:gd name="connsiteX798" fmla="*/ 2414652 w 2608416"/>
                  <a:gd name="connsiteY798" fmla="*/ 849135 h 2606167"/>
                  <a:gd name="connsiteX799" fmla="*/ 2412188 w 2608416"/>
                  <a:gd name="connsiteY799" fmla="*/ 843280 h 2606167"/>
                  <a:gd name="connsiteX800" fmla="*/ 139739 w 2608416"/>
                  <a:gd name="connsiteY800" fmla="*/ 806729 h 2606167"/>
                  <a:gd name="connsiteX801" fmla="*/ 200648 w 2608416"/>
                  <a:gd name="connsiteY801" fmla="*/ 832205 h 2606167"/>
                  <a:gd name="connsiteX802" fmla="*/ 198210 w 2608416"/>
                  <a:gd name="connsiteY802" fmla="*/ 838060 h 2606167"/>
                  <a:gd name="connsiteX803" fmla="*/ 137288 w 2608416"/>
                  <a:gd name="connsiteY803" fmla="*/ 812583 h 2606167"/>
                  <a:gd name="connsiteX804" fmla="*/ 2457576 w 2608416"/>
                  <a:gd name="connsiteY804" fmla="*/ 798982 h 2606167"/>
                  <a:gd name="connsiteX805" fmla="*/ 2460079 w 2608416"/>
                  <a:gd name="connsiteY805" fmla="*/ 804824 h 2606167"/>
                  <a:gd name="connsiteX806" fmla="*/ 2405811 w 2608416"/>
                  <a:gd name="connsiteY806" fmla="*/ 828077 h 2606167"/>
                  <a:gd name="connsiteX807" fmla="*/ 2403310 w 2608416"/>
                  <a:gd name="connsiteY807" fmla="*/ 822248 h 2606167"/>
                  <a:gd name="connsiteX808" fmla="*/ 149772 w 2608416"/>
                  <a:gd name="connsiteY808" fmla="*/ 784605 h 2606167"/>
                  <a:gd name="connsiteX809" fmla="*/ 209576 w 2608416"/>
                  <a:gd name="connsiteY809" fmla="*/ 811186 h 2606167"/>
                  <a:gd name="connsiteX810" fmla="*/ 206998 w 2608416"/>
                  <a:gd name="connsiteY810" fmla="*/ 816990 h 2606167"/>
                  <a:gd name="connsiteX811" fmla="*/ 147194 w 2608416"/>
                  <a:gd name="connsiteY811" fmla="*/ 790409 h 2606167"/>
                  <a:gd name="connsiteX812" fmla="*/ 2466391 w 2608416"/>
                  <a:gd name="connsiteY812" fmla="*/ 769100 h 2606167"/>
                  <a:gd name="connsiteX813" fmla="*/ 2468982 w 2608416"/>
                  <a:gd name="connsiteY813" fmla="*/ 774903 h 2606167"/>
                  <a:gd name="connsiteX814" fmla="*/ 2396986 w 2608416"/>
                  <a:gd name="connsiteY814" fmla="*/ 807022 h 2606167"/>
                  <a:gd name="connsiteX815" fmla="*/ 2394408 w 2608416"/>
                  <a:gd name="connsiteY815" fmla="*/ 801218 h 2606167"/>
                  <a:gd name="connsiteX816" fmla="*/ 2444154 w 2608416"/>
                  <a:gd name="connsiteY816" fmla="*/ 752525 h 2606167"/>
                  <a:gd name="connsiteX817" fmla="*/ 2446909 w 2608416"/>
                  <a:gd name="connsiteY817" fmla="*/ 758253 h 2606167"/>
                  <a:gd name="connsiteX818" fmla="*/ 2387105 w 2608416"/>
                  <a:gd name="connsiteY818" fmla="*/ 787044 h 2606167"/>
                  <a:gd name="connsiteX819" fmla="*/ 2384349 w 2608416"/>
                  <a:gd name="connsiteY819" fmla="*/ 781316 h 2606167"/>
                  <a:gd name="connsiteX820" fmla="*/ 136538 w 2608416"/>
                  <a:gd name="connsiteY820" fmla="*/ 752513 h 2606167"/>
                  <a:gd name="connsiteX821" fmla="*/ 219596 w 2608416"/>
                  <a:gd name="connsiteY821" fmla="*/ 791274 h 2606167"/>
                  <a:gd name="connsiteX822" fmla="*/ 216917 w 2608416"/>
                  <a:gd name="connsiteY822" fmla="*/ 797027 h 2606167"/>
                  <a:gd name="connsiteX823" fmla="*/ 133846 w 2608416"/>
                  <a:gd name="connsiteY823" fmla="*/ 758267 h 2606167"/>
                  <a:gd name="connsiteX824" fmla="*/ 157607 w 2608416"/>
                  <a:gd name="connsiteY824" fmla="*/ 735914 h 2606167"/>
                  <a:gd name="connsiteX825" fmla="*/ 229590 w 2608416"/>
                  <a:gd name="connsiteY825" fmla="*/ 770242 h 2606167"/>
                  <a:gd name="connsiteX826" fmla="*/ 226860 w 2608416"/>
                  <a:gd name="connsiteY826" fmla="*/ 775969 h 2606167"/>
                  <a:gd name="connsiteX827" fmla="*/ 154863 w 2608416"/>
                  <a:gd name="connsiteY827" fmla="*/ 741641 h 2606167"/>
                  <a:gd name="connsiteX828" fmla="*/ 2480665 w 2608416"/>
                  <a:gd name="connsiteY828" fmla="*/ 708241 h 2606167"/>
                  <a:gd name="connsiteX829" fmla="*/ 2483510 w 2608416"/>
                  <a:gd name="connsiteY829" fmla="*/ 713931 h 2606167"/>
                  <a:gd name="connsiteX830" fmla="*/ 2377173 w 2608416"/>
                  <a:gd name="connsiteY830" fmla="*/ 767093 h 2606167"/>
                  <a:gd name="connsiteX831" fmla="*/ 2374341 w 2608416"/>
                  <a:gd name="connsiteY831" fmla="*/ 761403 h 2606167"/>
                  <a:gd name="connsiteX832" fmla="*/ 2434057 w 2608416"/>
                  <a:gd name="connsiteY832" fmla="*/ 703859 h 2606167"/>
                  <a:gd name="connsiteX833" fmla="*/ 2437080 w 2608416"/>
                  <a:gd name="connsiteY833" fmla="*/ 709447 h 2606167"/>
                  <a:gd name="connsiteX834" fmla="*/ 2367306 w 2608416"/>
                  <a:gd name="connsiteY834" fmla="*/ 747102 h 2606167"/>
                  <a:gd name="connsiteX835" fmla="*/ 2364284 w 2608416"/>
                  <a:gd name="connsiteY835" fmla="*/ 741514 h 2606167"/>
                  <a:gd name="connsiteX836" fmla="*/ 192075 w 2608416"/>
                  <a:gd name="connsiteY836" fmla="*/ 699427 h 2606167"/>
                  <a:gd name="connsiteX837" fmla="*/ 249670 w 2608416"/>
                  <a:gd name="connsiteY837" fmla="*/ 730441 h 2606167"/>
                  <a:gd name="connsiteX838" fmla="*/ 246660 w 2608416"/>
                  <a:gd name="connsiteY838" fmla="*/ 736029 h 2606167"/>
                  <a:gd name="connsiteX839" fmla="*/ 189066 w 2608416"/>
                  <a:gd name="connsiteY839" fmla="*/ 705015 h 2606167"/>
                  <a:gd name="connsiteX840" fmla="*/ 134430 w 2608416"/>
                  <a:gd name="connsiteY840" fmla="*/ 696075 h 2606167"/>
                  <a:gd name="connsiteX841" fmla="*/ 239650 w 2608416"/>
                  <a:gd name="connsiteY841" fmla="*/ 750354 h 2606167"/>
                  <a:gd name="connsiteX842" fmla="*/ 236741 w 2608416"/>
                  <a:gd name="connsiteY842" fmla="*/ 755993 h 2606167"/>
                  <a:gd name="connsiteX843" fmla="*/ 131522 w 2608416"/>
                  <a:gd name="connsiteY843" fmla="*/ 701726 h 2606167"/>
                  <a:gd name="connsiteX844" fmla="*/ 2432913 w 2608416"/>
                  <a:gd name="connsiteY844" fmla="*/ 677304 h 2606167"/>
                  <a:gd name="connsiteX845" fmla="*/ 2435999 w 2608416"/>
                  <a:gd name="connsiteY845" fmla="*/ 682854 h 2606167"/>
                  <a:gd name="connsiteX846" fmla="*/ 2356256 w 2608416"/>
                  <a:gd name="connsiteY846" fmla="*/ 727152 h 2606167"/>
                  <a:gd name="connsiteX847" fmla="*/ 2353170 w 2608416"/>
                  <a:gd name="connsiteY847" fmla="*/ 721602 h 2606167"/>
                  <a:gd name="connsiteX848" fmla="*/ 192125 w 2608416"/>
                  <a:gd name="connsiteY848" fmla="*/ 671766 h 2606167"/>
                  <a:gd name="connsiteX849" fmla="*/ 260794 w 2608416"/>
                  <a:gd name="connsiteY849" fmla="*/ 710539 h 2606167"/>
                  <a:gd name="connsiteX850" fmla="*/ 257670 w 2608416"/>
                  <a:gd name="connsiteY850" fmla="*/ 716063 h 2606167"/>
                  <a:gd name="connsiteX851" fmla="*/ 189001 w 2608416"/>
                  <a:gd name="connsiteY851" fmla="*/ 677303 h 2606167"/>
                  <a:gd name="connsiteX852" fmla="*/ 2399653 w 2608416"/>
                  <a:gd name="connsiteY852" fmla="*/ 668465 h 2606167"/>
                  <a:gd name="connsiteX853" fmla="*/ 2402815 w 2608416"/>
                  <a:gd name="connsiteY853" fmla="*/ 673964 h 2606167"/>
                  <a:gd name="connsiteX854" fmla="*/ 2345234 w 2608416"/>
                  <a:gd name="connsiteY854" fmla="*/ 707187 h 2606167"/>
                  <a:gd name="connsiteX855" fmla="*/ 2342059 w 2608416"/>
                  <a:gd name="connsiteY855" fmla="*/ 701688 h 2606167"/>
                  <a:gd name="connsiteX856" fmla="*/ 221018 w 2608416"/>
                  <a:gd name="connsiteY856" fmla="*/ 660742 h 2606167"/>
                  <a:gd name="connsiteX857" fmla="*/ 271957 w 2608416"/>
                  <a:gd name="connsiteY857" fmla="*/ 691756 h 2606167"/>
                  <a:gd name="connsiteX858" fmla="*/ 268655 w 2608416"/>
                  <a:gd name="connsiteY858" fmla="*/ 697179 h 2606167"/>
                  <a:gd name="connsiteX859" fmla="*/ 217716 w 2608416"/>
                  <a:gd name="connsiteY859" fmla="*/ 666178 h 2606167"/>
                  <a:gd name="connsiteX860" fmla="*/ 2387435 w 2608416"/>
                  <a:gd name="connsiteY860" fmla="*/ 648539 h 2606167"/>
                  <a:gd name="connsiteX861" fmla="*/ 2390660 w 2608416"/>
                  <a:gd name="connsiteY861" fmla="*/ 654012 h 2606167"/>
                  <a:gd name="connsiteX862" fmla="*/ 2334171 w 2608416"/>
                  <a:gd name="connsiteY862" fmla="*/ 687235 h 2606167"/>
                  <a:gd name="connsiteX863" fmla="*/ 2330957 w 2608416"/>
                  <a:gd name="connsiteY863" fmla="*/ 681762 h 2606167"/>
                  <a:gd name="connsiteX864" fmla="*/ 233198 w 2608416"/>
                  <a:gd name="connsiteY864" fmla="*/ 640817 h 2606167"/>
                  <a:gd name="connsiteX865" fmla="*/ 284150 w 2608416"/>
                  <a:gd name="connsiteY865" fmla="*/ 671818 h 2606167"/>
                  <a:gd name="connsiteX866" fmla="*/ 280848 w 2608416"/>
                  <a:gd name="connsiteY866" fmla="*/ 677253 h 2606167"/>
                  <a:gd name="connsiteX867" fmla="*/ 229896 w 2608416"/>
                  <a:gd name="connsiteY867" fmla="*/ 646240 h 2606167"/>
                  <a:gd name="connsiteX868" fmla="*/ 2374050 w 2608416"/>
                  <a:gd name="connsiteY868" fmla="*/ 627558 h 2606167"/>
                  <a:gd name="connsiteX869" fmla="*/ 2377466 w 2608416"/>
                  <a:gd name="connsiteY869" fmla="*/ 632905 h 2606167"/>
                  <a:gd name="connsiteX870" fmla="*/ 2322094 w 2608416"/>
                  <a:gd name="connsiteY870" fmla="*/ 668350 h 2606167"/>
                  <a:gd name="connsiteX871" fmla="*/ 2318678 w 2608416"/>
                  <a:gd name="connsiteY871" fmla="*/ 663004 h 2606167"/>
                  <a:gd name="connsiteX872" fmla="*/ 246558 w 2608416"/>
                  <a:gd name="connsiteY872" fmla="*/ 620915 h 2606167"/>
                  <a:gd name="connsiteX873" fmla="*/ 296393 w 2608416"/>
                  <a:gd name="connsiteY873" fmla="*/ 653033 h 2606167"/>
                  <a:gd name="connsiteX874" fmla="*/ 292964 w 2608416"/>
                  <a:gd name="connsiteY874" fmla="*/ 658380 h 2606167"/>
                  <a:gd name="connsiteX875" fmla="*/ 243117 w 2608416"/>
                  <a:gd name="connsiteY875" fmla="*/ 626262 h 2606167"/>
                  <a:gd name="connsiteX876" fmla="*/ 2361831 w 2608416"/>
                  <a:gd name="connsiteY876" fmla="*/ 607645 h 2606167"/>
                  <a:gd name="connsiteX877" fmla="*/ 2365324 w 2608416"/>
                  <a:gd name="connsiteY877" fmla="*/ 612953 h 2606167"/>
                  <a:gd name="connsiteX878" fmla="*/ 2309952 w 2608416"/>
                  <a:gd name="connsiteY878" fmla="*/ 649491 h 2606167"/>
                  <a:gd name="connsiteX879" fmla="*/ 2306447 w 2608416"/>
                  <a:gd name="connsiteY879" fmla="*/ 644195 h 2606167"/>
                  <a:gd name="connsiteX880" fmla="*/ 254368 w 2608416"/>
                  <a:gd name="connsiteY880" fmla="*/ 597699 h 2606167"/>
                  <a:gd name="connsiteX881" fmla="*/ 308635 w 2608416"/>
                  <a:gd name="connsiteY881" fmla="*/ 634250 h 2606167"/>
                  <a:gd name="connsiteX882" fmla="*/ 305092 w 2608416"/>
                  <a:gd name="connsiteY882" fmla="*/ 639508 h 2606167"/>
                  <a:gd name="connsiteX883" fmla="*/ 250812 w 2608416"/>
                  <a:gd name="connsiteY883" fmla="*/ 602970 h 2606167"/>
                  <a:gd name="connsiteX884" fmla="*/ 2348472 w 2608416"/>
                  <a:gd name="connsiteY884" fmla="*/ 587755 h 2606167"/>
                  <a:gd name="connsiteX885" fmla="*/ 2352091 w 2608416"/>
                  <a:gd name="connsiteY885" fmla="*/ 592975 h 2606167"/>
                  <a:gd name="connsiteX886" fmla="*/ 2297824 w 2608416"/>
                  <a:gd name="connsiteY886" fmla="*/ 630630 h 2606167"/>
                  <a:gd name="connsiteX887" fmla="*/ 2294205 w 2608416"/>
                  <a:gd name="connsiteY887" fmla="*/ 625411 h 2606167"/>
                  <a:gd name="connsiteX888" fmla="*/ 235572 w 2608416"/>
                  <a:gd name="connsiteY888" fmla="*/ 555638 h 2606167"/>
                  <a:gd name="connsiteX889" fmla="*/ 321957 w 2608416"/>
                  <a:gd name="connsiteY889" fmla="*/ 615442 h 2606167"/>
                  <a:gd name="connsiteX890" fmla="*/ 318338 w 2608416"/>
                  <a:gd name="connsiteY890" fmla="*/ 620662 h 2606167"/>
                  <a:gd name="connsiteX891" fmla="*/ 231952 w 2608416"/>
                  <a:gd name="connsiteY891" fmla="*/ 560858 h 2606167"/>
                  <a:gd name="connsiteX892" fmla="*/ 274383 w 2608416"/>
                  <a:gd name="connsiteY892" fmla="*/ 554559 h 2606167"/>
                  <a:gd name="connsiteX893" fmla="*/ 334187 w 2608416"/>
                  <a:gd name="connsiteY893" fmla="*/ 597751 h 2606167"/>
                  <a:gd name="connsiteX894" fmla="*/ 330479 w 2608416"/>
                  <a:gd name="connsiteY894" fmla="*/ 602907 h 2606167"/>
                  <a:gd name="connsiteX895" fmla="*/ 270662 w 2608416"/>
                  <a:gd name="connsiteY895" fmla="*/ 559715 h 2606167"/>
                  <a:gd name="connsiteX896" fmla="*/ 2331810 w 2608416"/>
                  <a:gd name="connsiteY896" fmla="*/ 551244 h 2606167"/>
                  <a:gd name="connsiteX897" fmla="*/ 2335531 w 2608416"/>
                  <a:gd name="connsiteY897" fmla="*/ 556387 h 2606167"/>
                  <a:gd name="connsiteX898" fmla="*/ 2275726 w 2608416"/>
                  <a:gd name="connsiteY898" fmla="*/ 599580 h 2606167"/>
                  <a:gd name="connsiteX899" fmla="*/ 2272005 w 2608416"/>
                  <a:gd name="connsiteY899" fmla="*/ 594437 h 2606167"/>
                  <a:gd name="connsiteX900" fmla="*/ 305473 w 2608416"/>
                  <a:gd name="connsiteY900" fmla="*/ 526923 h 2606167"/>
                  <a:gd name="connsiteX901" fmla="*/ 357517 w 2608416"/>
                  <a:gd name="connsiteY901" fmla="*/ 566801 h 2606167"/>
                  <a:gd name="connsiteX902" fmla="*/ 353656 w 2608416"/>
                  <a:gd name="connsiteY902" fmla="*/ 571843 h 2606167"/>
                  <a:gd name="connsiteX903" fmla="*/ 301612 w 2608416"/>
                  <a:gd name="connsiteY903" fmla="*/ 531965 h 2606167"/>
                  <a:gd name="connsiteX904" fmla="*/ 2296300 w 2608416"/>
                  <a:gd name="connsiteY904" fmla="*/ 518071 h 2606167"/>
                  <a:gd name="connsiteX905" fmla="*/ 2300161 w 2608416"/>
                  <a:gd name="connsiteY905" fmla="*/ 523113 h 2606167"/>
                  <a:gd name="connsiteX906" fmla="*/ 2248104 w 2608416"/>
                  <a:gd name="connsiteY906" fmla="*/ 562979 h 2606167"/>
                  <a:gd name="connsiteX907" fmla="*/ 2244243 w 2608416"/>
                  <a:gd name="connsiteY907" fmla="*/ 557937 h 2606167"/>
                  <a:gd name="connsiteX908" fmla="*/ 2341702 w 2608416"/>
                  <a:gd name="connsiteY908" fmla="*/ 512534 h 2606167"/>
                  <a:gd name="connsiteX909" fmla="*/ 2345588 w 2608416"/>
                  <a:gd name="connsiteY909" fmla="*/ 517563 h 2606167"/>
                  <a:gd name="connsiteX910" fmla="*/ 2262517 w 2608416"/>
                  <a:gd name="connsiteY910" fmla="*/ 581800 h 2606167"/>
                  <a:gd name="connsiteX911" fmla="*/ 2258631 w 2608416"/>
                  <a:gd name="connsiteY911" fmla="*/ 576771 h 2606167"/>
                  <a:gd name="connsiteX912" fmla="*/ 319900 w 2608416"/>
                  <a:gd name="connsiteY912" fmla="*/ 508127 h 2606167"/>
                  <a:gd name="connsiteX913" fmla="*/ 371957 w 2608416"/>
                  <a:gd name="connsiteY913" fmla="*/ 549110 h 2606167"/>
                  <a:gd name="connsiteX914" fmla="*/ 368033 w 2608416"/>
                  <a:gd name="connsiteY914" fmla="*/ 554089 h 2606167"/>
                  <a:gd name="connsiteX915" fmla="*/ 315976 w 2608416"/>
                  <a:gd name="connsiteY915" fmla="*/ 513118 h 2606167"/>
                  <a:gd name="connsiteX916" fmla="*/ 2276336 w 2608416"/>
                  <a:gd name="connsiteY916" fmla="*/ 503695 h 2606167"/>
                  <a:gd name="connsiteX917" fmla="*/ 2280260 w 2608416"/>
                  <a:gd name="connsiteY917" fmla="*/ 508686 h 2606167"/>
                  <a:gd name="connsiteX918" fmla="*/ 2233740 w 2608416"/>
                  <a:gd name="connsiteY918" fmla="*/ 545237 h 2606167"/>
                  <a:gd name="connsiteX919" fmla="*/ 2229816 w 2608416"/>
                  <a:gd name="connsiteY919" fmla="*/ 540246 h 2606167"/>
                  <a:gd name="connsiteX920" fmla="*/ 335457 w 2608416"/>
                  <a:gd name="connsiteY920" fmla="*/ 489343 h 2606167"/>
                  <a:gd name="connsiteX921" fmla="*/ 386410 w 2608416"/>
                  <a:gd name="connsiteY921" fmla="*/ 531431 h 2606167"/>
                  <a:gd name="connsiteX922" fmla="*/ 382371 w 2608416"/>
                  <a:gd name="connsiteY922" fmla="*/ 536320 h 2606167"/>
                  <a:gd name="connsiteX923" fmla="*/ 331419 w 2608416"/>
                  <a:gd name="connsiteY923" fmla="*/ 494233 h 2606167"/>
                  <a:gd name="connsiteX924" fmla="*/ 2260727 w 2608416"/>
                  <a:gd name="connsiteY924" fmla="*/ 484950 h 2606167"/>
                  <a:gd name="connsiteX925" fmla="*/ 2264855 w 2608416"/>
                  <a:gd name="connsiteY925" fmla="*/ 489776 h 2606167"/>
                  <a:gd name="connsiteX926" fmla="*/ 2219440 w 2608416"/>
                  <a:gd name="connsiteY926" fmla="*/ 528536 h 2606167"/>
                  <a:gd name="connsiteX927" fmla="*/ 2215325 w 2608416"/>
                  <a:gd name="connsiteY927" fmla="*/ 523710 h 2606167"/>
                  <a:gd name="connsiteX928" fmla="*/ 351029 w 2608416"/>
                  <a:gd name="connsiteY928" fmla="*/ 471665 h 2606167"/>
                  <a:gd name="connsiteX929" fmla="*/ 400863 w 2608416"/>
                  <a:gd name="connsiteY929" fmla="*/ 514870 h 2606167"/>
                  <a:gd name="connsiteX930" fmla="*/ 396710 w 2608416"/>
                  <a:gd name="connsiteY930" fmla="*/ 519658 h 2606167"/>
                  <a:gd name="connsiteX931" fmla="*/ 346863 w 2608416"/>
                  <a:gd name="connsiteY931" fmla="*/ 476465 h 2606167"/>
                  <a:gd name="connsiteX932" fmla="*/ 2245157 w 2608416"/>
                  <a:gd name="connsiteY932" fmla="*/ 467284 h 2606167"/>
                  <a:gd name="connsiteX933" fmla="*/ 2249412 w 2608416"/>
                  <a:gd name="connsiteY933" fmla="*/ 471996 h 2606167"/>
                  <a:gd name="connsiteX934" fmla="*/ 2205102 w 2608416"/>
                  <a:gd name="connsiteY934" fmla="*/ 511874 h 2606167"/>
                  <a:gd name="connsiteX935" fmla="*/ 2200860 w 2608416"/>
                  <a:gd name="connsiteY935" fmla="*/ 507149 h 2606167"/>
                  <a:gd name="connsiteX936" fmla="*/ 366585 w 2608416"/>
                  <a:gd name="connsiteY936" fmla="*/ 454000 h 2606167"/>
                  <a:gd name="connsiteX937" fmla="*/ 415315 w 2608416"/>
                  <a:gd name="connsiteY937" fmla="*/ 498297 h 2606167"/>
                  <a:gd name="connsiteX938" fmla="*/ 411048 w 2608416"/>
                  <a:gd name="connsiteY938" fmla="*/ 502996 h 2606167"/>
                  <a:gd name="connsiteX939" fmla="*/ 362318 w 2608416"/>
                  <a:gd name="connsiteY939" fmla="*/ 458699 h 2606167"/>
                  <a:gd name="connsiteX940" fmla="*/ 2244040 w 2608416"/>
                  <a:gd name="connsiteY940" fmla="*/ 436271 h 2606167"/>
                  <a:gd name="connsiteX941" fmla="*/ 2248307 w 2608416"/>
                  <a:gd name="connsiteY941" fmla="*/ 440982 h 2606167"/>
                  <a:gd name="connsiteX942" fmla="*/ 2189608 w 2608416"/>
                  <a:gd name="connsiteY942" fmla="*/ 494145 h 2606167"/>
                  <a:gd name="connsiteX943" fmla="*/ 2185341 w 2608416"/>
                  <a:gd name="connsiteY943" fmla="*/ 489433 h 2606167"/>
                  <a:gd name="connsiteX944" fmla="*/ 2217433 w 2608416"/>
                  <a:gd name="connsiteY944" fmla="*/ 428548 h 2606167"/>
                  <a:gd name="connsiteX945" fmla="*/ 2221764 w 2608416"/>
                  <a:gd name="connsiteY945" fmla="*/ 433196 h 2606167"/>
                  <a:gd name="connsiteX946" fmla="*/ 2174139 w 2608416"/>
                  <a:gd name="connsiteY946" fmla="*/ 477507 h 2606167"/>
                  <a:gd name="connsiteX947" fmla="*/ 2169808 w 2608416"/>
                  <a:gd name="connsiteY947" fmla="*/ 472858 h 2606167"/>
                  <a:gd name="connsiteX948" fmla="*/ 364426 w 2608416"/>
                  <a:gd name="connsiteY948" fmla="*/ 418605 h 2606167"/>
                  <a:gd name="connsiteX949" fmla="*/ 430872 w 2608416"/>
                  <a:gd name="connsiteY949" fmla="*/ 481737 h 2606167"/>
                  <a:gd name="connsiteX950" fmla="*/ 426504 w 2608416"/>
                  <a:gd name="connsiteY950" fmla="*/ 486347 h 2606167"/>
                  <a:gd name="connsiteX951" fmla="*/ 360057 w 2608416"/>
                  <a:gd name="connsiteY951" fmla="*/ 423215 h 2606167"/>
                  <a:gd name="connsiteX952" fmla="*/ 389929 w 2608416"/>
                  <a:gd name="connsiteY952" fmla="*/ 409777 h 2606167"/>
                  <a:gd name="connsiteX953" fmla="*/ 446418 w 2608416"/>
                  <a:gd name="connsiteY953" fmla="*/ 465162 h 2606167"/>
                  <a:gd name="connsiteX954" fmla="*/ 441973 w 2608416"/>
                  <a:gd name="connsiteY954" fmla="*/ 469696 h 2606167"/>
                  <a:gd name="connsiteX955" fmla="*/ 385484 w 2608416"/>
                  <a:gd name="connsiteY955" fmla="*/ 414311 h 2606167"/>
                  <a:gd name="connsiteX956" fmla="*/ 433198 w 2608416"/>
                  <a:gd name="connsiteY956" fmla="*/ 385495 h 2606167"/>
                  <a:gd name="connsiteX957" fmla="*/ 478613 w 2608416"/>
                  <a:gd name="connsiteY957" fmla="*/ 433120 h 2606167"/>
                  <a:gd name="connsiteX958" fmla="*/ 474015 w 2608416"/>
                  <a:gd name="connsiteY958" fmla="*/ 437502 h 2606167"/>
                  <a:gd name="connsiteX959" fmla="*/ 428613 w 2608416"/>
                  <a:gd name="connsiteY959" fmla="*/ 389877 h 2606167"/>
                  <a:gd name="connsiteX960" fmla="*/ 2194051 w 2608416"/>
                  <a:gd name="connsiteY960" fmla="*/ 384377 h 2606167"/>
                  <a:gd name="connsiteX961" fmla="*/ 2198624 w 2608416"/>
                  <a:gd name="connsiteY961" fmla="*/ 388772 h 2606167"/>
                  <a:gd name="connsiteX962" fmla="*/ 2143251 w 2608416"/>
                  <a:gd name="connsiteY962" fmla="*/ 446366 h 2606167"/>
                  <a:gd name="connsiteX963" fmla="*/ 2138667 w 2608416"/>
                  <a:gd name="connsiteY963" fmla="*/ 441959 h 2606167"/>
                  <a:gd name="connsiteX964" fmla="*/ 2238400 w 2608416"/>
                  <a:gd name="connsiteY964" fmla="*/ 373252 h 2606167"/>
                  <a:gd name="connsiteX965" fmla="*/ 2242883 w 2608416"/>
                  <a:gd name="connsiteY965" fmla="*/ 377748 h 2606167"/>
                  <a:gd name="connsiteX966" fmla="*/ 2158707 w 2608416"/>
                  <a:gd name="connsiteY966" fmla="*/ 461911 h 2606167"/>
                  <a:gd name="connsiteX967" fmla="*/ 2154224 w 2608416"/>
                  <a:gd name="connsiteY967" fmla="*/ 457428 h 2606167"/>
                  <a:gd name="connsiteX968" fmla="*/ 378880 w 2608416"/>
                  <a:gd name="connsiteY968" fmla="*/ 364388 h 2606167"/>
                  <a:gd name="connsiteX969" fmla="*/ 463055 w 2608416"/>
                  <a:gd name="connsiteY969" fmla="*/ 448563 h 2606167"/>
                  <a:gd name="connsiteX970" fmla="*/ 458560 w 2608416"/>
                  <a:gd name="connsiteY970" fmla="*/ 453059 h 2606167"/>
                  <a:gd name="connsiteX971" fmla="*/ 374397 w 2608416"/>
                  <a:gd name="connsiteY971" fmla="*/ 368883 h 2606167"/>
                  <a:gd name="connsiteX972" fmla="*/ 2149665 w 2608416"/>
                  <a:gd name="connsiteY972" fmla="*/ 361201 h 2606167"/>
                  <a:gd name="connsiteX973" fmla="*/ 2154402 w 2608416"/>
                  <a:gd name="connsiteY973" fmla="*/ 365430 h 2606167"/>
                  <a:gd name="connsiteX974" fmla="*/ 2110105 w 2608416"/>
                  <a:gd name="connsiteY974" fmla="*/ 415265 h 2606167"/>
                  <a:gd name="connsiteX975" fmla="*/ 2105355 w 2608416"/>
                  <a:gd name="connsiteY975" fmla="*/ 411049 h 2606167"/>
                  <a:gd name="connsiteX976" fmla="*/ 440994 w 2608416"/>
                  <a:gd name="connsiteY976" fmla="*/ 358940 h 2606167"/>
                  <a:gd name="connsiteX977" fmla="*/ 495262 w 2608416"/>
                  <a:gd name="connsiteY977" fmla="*/ 417640 h 2606167"/>
                  <a:gd name="connsiteX978" fmla="*/ 490601 w 2608416"/>
                  <a:gd name="connsiteY978" fmla="*/ 421958 h 2606167"/>
                  <a:gd name="connsiteX979" fmla="*/ 436321 w 2608416"/>
                  <a:gd name="connsiteY979" fmla="*/ 363258 h 2606167"/>
                  <a:gd name="connsiteX980" fmla="*/ 2184045 w 2608416"/>
                  <a:gd name="connsiteY980" fmla="*/ 358928 h 2606167"/>
                  <a:gd name="connsiteX981" fmla="*/ 2188693 w 2608416"/>
                  <a:gd name="connsiteY981" fmla="*/ 363271 h 2606167"/>
                  <a:gd name="connsiteX982" fmla="*/ 2126666 w 2608416"/>
                  <a:gd name="connsiteY982" fmla="*/ 429718 h 2606167"/>
                  <a:gd name="connsiteX983" fmla="*/ 2122031 w 2608416"/>
                  <a:gd name="connsiteY983" fmla="*/ 425387 h 2606167"/>
                  <a:gd name="connsiteX984" fmla="*/ 473189 w 2608416"/>
                  <a:gd name="connsiteY984" fmla="*/ 357937 h 2606167"/>
                  <a:gd name="connsiteX985" fmla="*/ 511962 w 2608416"/>
                  <a:gd name="connsiteY985" fmla="*/ 403340 h 2606167"/>
                  <a:gd name="connsiteX986" fmla="*/ 507123 w 2608416"/>
                  <a:gd name="connsiteY986" fmla="*/ 407467 h 2606167"/>
                  <a:gd name="connsiteX987" fmla="*/ 468363 w 2608416"/>
                  <a:gd name="connsiteY987" fmla="*/ 362052 h 2606167"/>
                  <a:gd name="connsiteX988" fmla="*/ 2130781 w 2608416"/>
                  <a:gd name="connsiteY988" fmla="*/ 345757 h 2606167"/>
                  <a:gd name="connsiteX989" fmla="*/ 2135633 w 2608416"/>
                  <a:gd name="connsiteY989" fmla="*/ 349859 h 2606167"/>
                  <a:gd name="connsiteX990" fmla="*/ 2093545 w 2608416"/>
                  <a:gd name="connsiteY990" fmla="*/ 399694 h 2606167"/>
                  <a:gd name="connsiteX991" fmla="*/ 2088693 w 2608416"/>
                  <a:gd name="connsiteY991" fmla="*/ 395604 h 2606167"/>
                  <a:gd name="connsiteX992" fmla="*/ 490918 w 2608416"/>
                  <a:gd name="connsiteY992" fmla="*/ 342430 h 2606167"/>
                  <a:gd name="connsiteX993" fmla="*/ 529678 w 2608416"/>
                  <a:gd name="connsiteY993" fmla="*/ 387833 h 2606167"/>
                  <a:gd name="connsiteX994" fmla="*/ 524853 w 2608416"/>
                  <a:gd name="connsiteY994" fmla="*/ 391960 h 2606167"/>
                  <a:gd name="connsiteX995" fmla="*/ 486079 w 2608416"/>
                  <a:gd name="connsiteY995" fmla="*/ 346545 h 2606167"/>
                  <a:gd name="connsiteX996" fmla="*/ 2113039 w 2608416"/>
                  <a:gd name="connsiteY996" fmla="*/ 330276 h 2606167"/>
                  <a:gd name="connsiteX997" fmla="*/ 2117929 w 2608416"/>
                  <a:gd name="connsiteY997" fmla="*/ 334327 h 2606167"/>
                  <a:gd name="connsiteX998" fmla="*/ 2075854 w 2608416"/>
                  <a:gd name="connsiteY998" fmla="*/ 385267 h 2606167"/>
                  <a:gd name="connsiteX999" fmla="*/ 2070951 w 2608416"/>
                  <a:gd name="connsiteY999" fmla="*/ 381228 h 2606167"/>
                  <a:gd name="connsiteX1000" fmla="*/ 508660 w 2608416"/>
                  <a:gd name="connsiteY1000" fmla="*/ 328067 h 2606167"/>
                  <a:gd name="connsiteX1001" fmla="*/ 546316 w 2608416"/>
                  <a:gd name="connsiteY1001" fmla="*/ 373469 h 2606167"/>
                  <a:gd name="connsiteX1002" fmla="*/ 541426 w 2608416"/>
                  <a:gd name="connsiteY1002" fmla="*/ 377521 h 2606167"/>
                  <a:gd name="connsiteX1003" fmla="*/ 503771 w 2608416"/>
                  <a:gd name="connsiteY1003" fmla="*/ 332118 h 2606167"/>
                  <a:gd name="connsiteX1004" fmla="*/ 2094180 w 2608416"/>
                  <a:gd name="connsiteY1004" fmla="*/ 315912 h 2606167"/>
                  <a:gd name="connsiteX1005" fmla="*/ 2099133 w 2608416"/>
                  <a:gd name="connsiteY1005" fmla="*/ 319900 h 2606167"/>
                  <a:gd name="connsiteX1006" fmla="*/ 2058150 w 2608416"/>
                  <a:gd name="connsiteY1006" fmla="*/ 370839 h 2606167"/>
                  <a:gd name="connsiteX1007" fmla="*/ 2053209 w 2608416"/>
                  <a:gd name="connsiteY1007" fmla="*/ 366864 h 2606167"/>
                  <a:gd name="connsiteX1008" fmla="*/ 523087 w 2608416"/>
                  <a:gd name="connsiteY1008" fmla="*/ 308165 h 2606167"/>
                  <a:gd name="connsiteX1009" fmla="*/ 564070 w 2608416"/>
                  <a:gd name="connsiteY1009" fmla="*/ 359104 h 2606167"/>
                  <a:gd name="connsiteX1010" fmla="*/ 559117 w 2608416"/>
                  <a:gd name="connsiteY1010" fmla="*/ 363092 h 2606167"/>
                  <a:gd name="connsiteX1011" fmla="*/ 518147 w 2608416"/>
                  <a:gd name="connsiteY1011" fmla="*/ 312140 h 2606167"/>
                  <a:gd name="connsiteX1012" fmla="*/ 2076437 w 2608416"/>
                  <a:gd name="connsiteY1012" fmla="*/ 300431 h 2606167"/>
                  <a:gd name="connsiteX1013" fmla="*/ 2081428 w 2608416"/>
                  <a:gd name="connsiteY1013" fmla="*/ 304368 h 2606167"/>
                  <a:gd name="connsiteX1014" fmla="*/ 2040458 w 2608416"/>
                  <a:gd name="connsiteY1014" fmla="*/ 356413 h 2606167"/>
                  <a:gd name="connsiteX1015" fmla="*/ 2035467 w 2608416"/>
                  <a:gd name="connsiteY1015" fmla="*/ 352489 h 2606167"/>
                  <a:gd name="connsiteX1016" fmla="*/ 557530 w 2608416"/>
                  <a:gd name="connsiteY1016" fmla="*/ 272846 h 2606167"/>
                  <a:gd name="connsiteX1017" fmla="*/ 600722 w 2608416"/>
                  <a:gd name="connsiteY1017" fmla="*/ 332663 h 2606167"/>
                  <a:gd name="connsiteX1018" fmla="*/ 595566 w 2608416"/>
                  <a:gd name="connsiteY1018" fmla="*/ 336371 h 2606167"/>
                  <a:gd name="connsiteX1019" fmla="*/ 552373 w 2608416"/>
                  <a:gd name="connsiteY1019" fmla="*/ 276567 h 2606167"/>
                  <a:gd name="connsiteX1020" fmla="*/ 2048676 w 2608416"/>
                  <a:gd name="connsiteY1020" fmla="*/ 270637 h 2606167"/>
                  <a:gd name="connsiteX1021" fmla="*/ 2053819 w 2608416"/>
                  <a:gd name="connsiteY1021" fmla="*/ 274358 h 2606167"/>
                  <a:gd name="connsiteX1022" fmla="*/ 2010626 w 2608416"/>
                  <a:gd name="connsiteY1022" fmla="*/ 334163 h 2606167"/>
                  <a:gd name="connsiteX1023" fmla="*/ 2005483 w 2608416"/>
                  <a:gd name="connsiteY1023" fmla="*/ 330442 h 2606167"/>
                  <a:gd name="connsiteX1024" fmla="*/ 518732 w 2608416"/>
                  <a:gd name="connsiteY1024" fmla="*/ 261734 h 2606167"/>
                  <a:gd name="connsiteX1025" fmla="*/ 581864 w 2608416"/>
                  <a:gd name="connsiteY1025" fmla="*/ 345909 h 2606167"/>
                  <a:gd name="connsiteX1026" fmla="*/ 576784 w 2608416"/>
                  <a:gd name="connsiteY1026" fmla="*/ 349719 h 2606167"/>
                  <a:gd name="connsiteX1027" fmla="*/ 513652 w 2608416"/>
                  <a:gd name="connsiteY1027" fmla="*/ 265544 h 2606167"/>
                  <a:gd name="connsiteX1028" fmla="*/ 594106 w 2608416"/>
                  <a:gd name="connsiteY1028" fmla="*/ 256285 h 2606167"/>
                  <a:gd name="connsiteX1029" fmla="*/ 631761 w 2608416"/>
                  <a:gd name="connsiteY1029" fmla="*/ 310552 h 2606167"/>
                  <a:gd name="connsiteX1030" fmla="*/ 626554 w 2608416"/>
                  <a:gd name="connsiteY1030" fmla="*/ 314172 h 2606167"/>
                  <a:gd name="connsiteX1031" fmla="*/ 588886 w 2608416"/>
                  <a:gd name="connsiteY1031" fmla="*/ 259905 h 2606167"/>
                  <a:gd name="connsiteX1032" fmla="*/ 2004313 w 2608416"/>
                  <a:gd name="connsiteY1032" fmla="*/ 249681 h 2606167"/>
                  <a:gd name="connsiteX1033" fmla="*/ 2009584 w 2608416"/>
                  <a:gd name="connsiteY1033" fmla="*/ 253225 h 2606167"/>
                  <a:gd name="connsiteX1034" fmla="*/ 1973034 w 2608416"/>
                  <a:gd name="connsiteY1034" fmla="*/ 307492 h 2606167"/>
                  <a:gd name="connsiteX1035" fmla="*/ 1967763 w 2608416"/>
                  <a:gd name="connsiteY1035" fmla="*/ 303948 h 2606167"/>
                  <a:gd name="connsiteX1036" fmla="*/ 614084 w 2608416"/>
                  <a:gd name="connsiteY1036" fmla="*/ 243052 h 2606167"/>
                  <a:gd name="connsiteX1037" fmla="*/ 650634 w 2608416"/>
                  <a:gd name="connsiteY1037" fmla="*/ 298437 h 2606167"/>
                  <a:gd name="connsiteX1038" fmla="*/ 645338 w 2608416"/>
                  <a:gd name="connsiteY1038" fmla="*/ 301929 h 2606167"/>
                  <a:gd name="connsiteX1039" fmla="*/ 608788 w 2608416"/>
                  <a:gd name="connsiteY1039" fmla="*/ 246557 h 2606167"/>
                  <a:gd name="connsiteX1040" fmla="*/ 1981023 w 2608416"/>
                  <a:gd name="connsiteY1040" fmla="*/ 241985 h 2606167"/>
                  <a:gd name="connsiteX1041" fmla="*/ 1986357 w 2608416"/>
                  <a:gd name="connsiteY1041" fmla="*/ 245414 h 2606167"/>
                  <a:gd name="connsiteX1042" fmla="*/ 1954238 w 2608416"/>
                  <a:gd name="connsiteY1042" fmla="*/ 295262 h 2606167"/>
                  <a:gd name="connsiteX1043" fmla="*/ 1948905 w 2608416"/>
                  <a:gd name="connsiteY1043" fmla="*/ 291820 h 2606167"/>
                  <a:gd name="connsiteX1044" fmla="*/ 2046427 w 2608416"/>
                  <a:gd name="connsiteY1044" fmla="*/ 230823 h 2606167"/>
                  <a:gd name="connsiteX1045" fmla="*/ 2051647 w 2608416"/>
                  <a:gd name="connsiteY1045" fmla="*/ 234430 h 2606167"/>
                  <a:gd name="connsiteX1046" fmla="*/ 1991830 w 2608416"/>
                  <a:gd name="connsiteY1046" fmla="*/ 320815 h 2606167"/>
                  <a:gd name="connsiteX1047" fmla="*/ 1986610 w 2608416"/>
                  <a:gd name="connsiteY1047" fmla="*/ 317208 h 2606167"/>
                  <a:gd name="connsiteX1048" fmla="*/ 1961059 w 2608416"/>
                  <a:gd name="connsiteY1048" fmla="*/ 229845 h 2606167"/>
                  <a:gd name="connsiteX1049" fmla="*/ 1966443 w 2608416"/>
                  <a:gd name="connsiteY1049" fmla="*/ 233198 h 2606167"/>
                  <a:gd name="connsiteX1050" fmla="*/ 1935443 w 2608416"/>
                  <a:gd name="connsiteY1050" fmla="*/ 283033 h 2606167"/>
                  <a:gd name="connsiteX1051" fmla="*/ 1930045 w 2608416"/>
                  <a:gd name="connsiteY1051" fmla="*/ 279680 h 2606167"/>
                  <a:gd name="connsiteX1052" fmla="*/ 634061 w 2608416"/>
                  <a:gd name="connsiteY1052" fmla="*/ 229831 h 2606167"/>
                  <a:gd name="connsiteX1053" fmla="*/ 669507 w 2608416"/>
                  <a:gd name="connsiteY1053" fmla="*/ 286308 h 2606167"/>
                  <a:gd name="connsiteX1054" fmla="*/ 664122 w 2608416"/>
                  <a:gd name="connsiteY1054" fmla="*/ 289686 h 2606167"/>
                  <a:gd name="connsiteX1055" fmla="*/ 628689 w 2608416"/>
                  <a:gd name="connsiteY1055" fmla="*/ 233209 h 2606167"/>
                  <a:gd name="connsiteX1056" fmla="*/ 1941081 w 2608416"/>
                  <a:gd name="connsiteY1056" fmla="*/ 217729 h 2606167"/>
                  <a:gd name="connsiteX1057" fmla="*/ 1946555 w 2608416"/>
                  <a:gd name="connsiteY1057" fmla="*/ 220942 h 2606167"/>
                  <a:gd name="connsiteX1058" fmla="*/ 1916647 w 2608416"/>
                  <a:gd name="connsiteY1058" fmla="*/ 271895 h 2606167"/>
                  <a:gd name="connsiteX1059" fmla="*/ 1911173 w 2608416"/>
                  <a:gd name="connsiteY1059" fmla="*/ 268669 h 2606167"/>
                  <a:gd name="connsiteX1060" fmla="*/ 655154 w 2608416"/>
                  <a:gd name="connsiteY1060" fmla="*/ 217728 h 2606167"/>
                  <a:gd name="connsiteX1061" fmla="*/ 688378 w 2608416"/>
                  <a:gd name="connsiteY1061" fmla="*/ 274205 h 2606167"/>
                  <a:gd name="connsiteX1062" fmla="*/ 682904 w 2608416"/>
                  <a:gd name="connsiteY1062" fmla="*/ 277431 h 2606167"/>
                  <a:gd name="connsiteX1063" fmla="*/ 649681 w 2608416"/>
                  <a:gd name="connsiteY1063" fmla="*/ 220941 h 2606167"/>
                  <a:gd name="connsiteX1064" fmla="*/ 675106 w 2608416"/>
                  <a:gd name="connsiteY1064" fmla="*/ 205562 h 2606167"/>
                  <a:gd name="connsiteX1065" fmla="*/ 708329 w 2608416"/>
                  <a:gd name="connsiteY1065" fmla="*/ 263157 h 2606167"/>
                  <a:gd name="connsiteX1066" fmla="*/ 702830 w 2608416"/>
                  <a:gd name="connsiteY1066" fmla="*/ 266332 h 2606167"/>
                  <a:gd name="connsiteX1067" fmla="*/ 669594 w 2608416"/>
                  <a:gd name="connsiteY1067" fmla="*/ 208737 h 2606167"/>
                  <a:gd name="connsiteX1068" fmla="*/ 1902244 w 2608416"/>
                  <a:gd name="connsiteY1068" fmla="*/ 187947 h 2606167"/>
                  <a:gd name="connsiteX1069" fmla="*/ 1907857 w 2608416"/>
                  <a:gd name="connsiteY1069" fmla="*/ 190906 h 2606167"/>
                  <a:gd name="connsiteX1070" fmla="*/ 1876844 w 2608416"/>
                  <a:gd name="connsiteY1070" fmla="*/ 249618 h 2606167"/>
                  <a:gd name="connsiteX1071" fmla="*/ 1871230 w 2608416"/>
                  <a:gd name="connsiteY1071" fmla="*/ 246646 h 2606167"/>
                  <a:gd name="connsiteX1072" fmla="*/ 1929968 w 2608416"/>
                  <a:gd name="connsiteY1072" fmla="*/ 187884 h 2606167"/>
                  <a:gd name="connsiteX1073" fmla="*/ 1935518 w 2608416"/>
                  <a:gd name="connsiteY1073" fmla="*/ 190970 h 2606167"/>
                  <a:gd name="connsiteX1074" fmla="*/ 1896757 w 2608416"/>
                  <a:gd name="connsiteY1074" fmla="*/ 260744 h 2606167"/>
                  <a:gd name="connsiteX1075" fmla="*/ 1891195 w 2608416"/>
                  <a:gd name="connsiteY1075" fmla="*/ 257658 h 2606167"/>
                  <a:gd name="connsiteX1076" fmla="*/ 683996 w 2608416"/>
                  <a:gd name="connsiteY1076" fmla="*/ 171284 h 2606167"/>
                  <a:gd name="connsiteX1077" fmla="*/ 728294 w 2608416"/>
                  <a:gd name="connsiteY1077" fmla="*/ 252145 h 2606167"/>
                  <a:gd name="connsiteX1078" fmla="*/ 722731 w 2608416"/>
                  <a:gd name="connsiteY1078" fmla="*/ 255193 h 2606167"/>
                  <a:gd name="connsiteX1079" fmla="*/ 678421 w 2608416"/>
                  <a:gd name="connsiteY1079" fmla="*/ 174345 h 2606167"/>
                  <a:gd name="connsiteX1080" fmla="*/ 710590 w 2608416"/>
                  <a:gd name="connsiteY1080" fmla="*/ 170218 h 2606167"/>
                  <a:gd name="connsiteX1081" fmla="*/ 748258 w 2608416"/>
                  <a:gd name="connsiteY1081" fmla="*/ 241097 h 2606167"/>
                  <a:gd name="connsiteX1082" fmla="*/ 742645 w 2608416"/>
                  <a:gd name="connsiteY1082" fmla="*/ 244082 h 2606167"/>
                  <a:gd name="connsiteX1083" fmla="*/ 704989 w 2608416"/>
                  <a:gd name="connsiteY1083" fmla="*/ 173203 h 2606167"/>
                  <a:gd name="connsiteX1084" fmla="*/ 759372 w 2608416"/>
                  <a:gd name="connsiteY1084" fmla="*/ 161455 h 2606167"/>
                  <a:gd name="connsiteX1085" fmla="*/ 788175 w 2608416"/>
                  <a:gd name="connsiteY1085" fmla="*/ 220155 h 2606167"/>
                  <a:gd name="connsiteX1086" fmla="*/ 782473 w 2608416"/>
                  <a:gd name="connsiteY1086" fmla="*/ 222949 h 2606167"/>
                  <a:gd name="connsiteX1087" fmla="*/ 753669 w 2608416"/>
                  <a:gd name="connsiteY1087" fmla="*/ 164249 h 2606167"/>
                  <a:gd name="connsiteX1088" fmla="*/ 1865642 w 2608416"/>
                  <a:gd name="connsiteY1088" fmla="*/ 154825 h 2606167"/>
                  <a:gd name="connsiteX1089" fmla="*/ 1871357 w 2608416"/>
                  <a:gd name="connsiteY1089" fmla="*/ 157581 h 2606167"/>
                  <a:gd name="connsiteX1090" fmla="*/ 1837029 w 2608416"/>
                  <a:gd name="connsiteY1090" fmla="*/ 228472 h 2606167"/>
                  <a:gd name="connsiteX1091" fmla="*/ 1831314 w 2608416"/>
                  <a:gd name="connsiteY1091" fmla="*/ 225704 h 2606167"/>
                  <a:gd name="connsiteX1092" fmla="*/ 805967 w 2608416"/>
                  <a:gd name="connsiteY1092" fmla="*/ 147219 h 2606167"/>
                  <a:gd name="connsiteX1093" fmla="*/ 829233 w 2608416"/>
                  <a:gd name="connsiteY1093" fmla="*/ 202603 h 2606167"/>
                  <a:gd name="connsiteX1094" fmla="*/ 823379 w 2608416"/>
                  <a:gd name="connsiteY1094" fmla="*/ 205055 h 2606167"/>
                  <a:gd name="connsiteX1095" fmla="*/ 800112 w 2608416"/>
                  <a:gd name="connsiteY1095" fmla="*/ 149683 h 2606167"/>
                  <a:gd name="connsiteX1096" fmla="*/ 1816863 w 2608416"/>
                  <a:gd name="connsiteY1096" fmla="*/ 146075 h 2606167"/>
                  <a:gd name="connsiteX1097" fmla="*/ 1822679 w 2608416"/>
                  <a:gd name="connsiteY1097" fmla="*/ 148615 h 2606167"/>
                  <a:gd name="connsiteX1098" fmla="*/ 1796098 w 2608416"/>
                  <a:gd name="connsiteY1098" fmla="*/ 209524 h 2606167"/>
                  <a:gd name="connsiteX1099" fmla="*/ 1790281 w 2608416"/>
                  <a:gd name="connsiteY1099" fmla="*/ 206984 h 2606167"/>
                  <a:gd name="connsiteX1100" fmla="*/ 827011 w 2608416"/>
                  <a:gd name="connsiteY1100" fmla="*/ 138353 h 2606167"/>
                  <a:gd name="connsiteX1101" fmla="*/ 850277 w 2608416"/>
                  <a:gd name="connsiteY1101" fmla="*/ 193738 h 2606167"/>
                  <a:gd name="connsiteX1102" fmla="*/ 844423 w 2608416"/>
                  <a:gd name="connsiteY1102" fmla="*/ 196202 h 2606167"/>
                  <a:gd name="connsiteX1103" fmla="*/ 821156 w 2608416"/>
                  <a:gd name="connsiteY1103" fmla="*/ 140817 h 2606167"/>
                  <a:gd name="connsiteX1104" fmla="*/ 774917 w 2608416"/>
                  <a:gd name="connsiteY1104" fmla="*/ 138278 h 2606167"/>
                  <a:gd name="connsiteX1105" fmla="*/ 808152 w 2608416"/>
                  <a:gd name="connsiteY1105" fmla="*/ 211379 h 2606167"/>
                  <a:gd name="connsiteX1106" fmla="*/ 802361 w 2608416"/>
                  <a:gd name="connsiteY1106" fmla="*/ 214008 h 2606167"/>
                  <a:gd name="connsiteX1107" fmla="*/ 769138 w 2608416"/>
                  <a:gd name="connsiteY1107" fmla="*/ 140907 h 2606167"/>
                  <a:gd name="connsiteX1108" fmla="*/ 1794701 w 2608416"/>
                  <a:gd name="connsiteY1108" fmla="*/ 137236 h 2606167"/>
                  <a:gd name="connsiteX1109" fmla="*/ 1800543 w 2608416"/>
                  <a:gd name="connsiteY1109" fmla="*/ 139725 h 2606167"/>
                  <a:gd name="connsiteX1110" fmla="*/ 1775067 w 2608416"/>
                  <a:gd name="connsiteY1110" fmla="*/ 199529 h 2606167"/>
                  <a:gd name="connsiteX1111" fmla="*/ 1769225 w 2608416"/>
                  <a:gd name="connsiteY1111" fmla="*/ 197040 h 2606167"/>
                  <a:gd name="connsiteX1112" fmla="*/ 1849018 w 2608416"/>
                  <a:gd name="connsiteY1112" fmla="*/ 133808 h 2606167"/>
                  <a:gd name="connsiteX1113" fmla="*/ 1854758 w 2608416"/>
                  <a:gd name="connsiteY1113" fmla="*/ 136513 h 2606167"/>
                  <a:gd name="connsiteX1114" fmla="*/ 1815998 w 2608416"/>
                  <a:gd name="connsiteY1114" fmla="*/ 218478 h 2606167"/>
                  <a:gd name="connsiteX1115" fmla="*/ 1810257 w 2608416"/>
                  <a:gd name="connsiteY1115" fmla="*/ 215761 h 2606167"/>
                  <a:gd name="connsiteX1116" fmla="*/ 1905547 w 2608416"/>
                  <a:gd name="connsiteY1116" fmla="*/ 130378 h 2606167"/>
                  <a:gd name="connsiteX1117" fmla="*/ 1911198 w 2608416"/>
                  <a:gd name="connsiteY1117" fmla="*/ 133299 h 2606167"/>
                  <a:gd name="connsiteX1118" fmla="*/ 1856931 w 2608416"/>
                  <a:gd name="connsiteY1118" fmla="*/ 238506 h 2606167"/>
                  <a:gd name="connsiteX1119" fmla="*/ 1851280 w 2608416"/>
                  <a:gd name="connsiteY1119" fmla="*/ 235598 h 2606167"/>
                  <a:gd name="connsiteX1120" fmla="*/ 849186 w 2608416"/>
                  <a:gd name="connsiteY1120" fmla="*/ 129553 h 2606167"/>
                  <a:gd name="connsiteX1121" fmla="*/ 871335 w 2608416"/>
                  <a:gd name="connsiteY1121" fmla="*/ 184925 h 2606167"/>
                  <a:gd name="connsiteX1122" fmla="*/ 865442 w 2608416"/>
                  <a:gd name="connsiteY1122" fmla="*/ 187287 h 2606167"/>
                  <a:gd name="connsiteX1123" fmla="*/ 843293 w 2608416"/>
                  <a:gd name="connsiteY1123" fmla="*/ 131915 h 2606167"/>
                  <a:gd name="connsiteX1124" fmla="*/ 1772527 w 2608416"/>
                  <a:gd name="connsiteY1124" fmla="*/ 128448 h 2606167"/>
                  <a:gd name="connsiteX1125" fmla="*/ 1778420 w 2608416"/>
                  <a:gd name="connsiteY1125" fmla="*/ 130798 h 2606167"/>
                  <a:gd name="connsiteX1126" fmla="*/ 1754048 w 2608416"/>
                  <a:gd name="connsiteY1126" fmla="*/ 191720 h 2606167"/>
                  <a:gd name="connsiteX1127" fmla="*/ 1748156 w 2608416"/>
                  <a:gd name="connsiteY1127" fmla="*/ 189357 h 2606167"/>
                  <a:gd name="connsiteX1128" fmla="*/ 713943 w 2608416"/>
                  <a:gd name="connsiteY1128" fmla="*/ 124841 h 2606167"/>
                  <a:gd name="connsiteX1129" fmla="*/ 768210 w 2608416"/>
                  <a:gd name="connsiteY1129" fmla="*/ 230061 h 2606167"/>
                  <a:gd name="connsiteX1130" fmla="*/ 762558 w 2608416"/>
                  <a:gd name="connsiteY1130" fmla="*/ 232969 h 2606167"/>
                  <a:gd name="connsiteX1131" fmla="*/ 708291 w 2608416"/>
                  <a:gd name="connsiteY1131" fmla="*/ 127750 h 2606167"/>
                  <a:gd name="connsiteX1132" fmla="*/ 1750353 w 2608416"/>
                  <a:gd name="connsiteY1132" fmla="*/ 119633 h 2606167"/>
                  <a:gd name="connsiteX1133" fmla="*/ 1756283 w 2608416"/>
                  <a:gd name="connsiteY1133" fmla="*/ 121894 h 2606167"/>
                  <a:gd name="connsiteX1134" fmla="*/ 1733030 w 2608416"/>
                  <a:gd name="connsiteY1134" fmla="*/ 182816 h 2606167"/>
                  <a:gd name="connsiteX1135" fmla="*/ 1727099 w 2608416"/>
                  <a:gd name="connsiteY1135" fmla="*/ 180542 h 2606167"/>
                  <a:gd name="connsiteX1136" fmla="*/ 869151 w 2608416"/>
                  <a:gd name="connsiteY1136" fmla="*/ 115214 h 2606167"/>
                  <a:gd name="connsiteX1137" fmla="*/ 892404 w 2608416"/>
                  <a:gd name="connsiteY1137" fmla="*/ 177241 h 2606167"/>
                  <a:gd name="connsiteX1138" fmla="*/ 886461 w 2608416"/>
                  <a:gd name="connsiteY1138" fmla="*/ 179463 h 2606167"/>
                  <a:gd name="connsiteX1139" fmla="*/ 863194 w 2608416"/>
                  <a:gd name="connsiteY1139" fmla="*/ 117449 h 2606167"/>
                  <a:gd name="connsiteX1140" fmla="*/ 1728179 w 2608416"/>
                  <a:gd name="connsiteY1140" fmla="*/ 110832 h 2606167"/>
                  <a:gd name="connsiteX1141" fmla="*/ 1734160 w 2608416"/>
                  <a:gd name="connsiteY1141" fmla="*/ 112966 h 2606167"/>
                  <a:gd name="connsiteX1142" fmla="*/ 1712011 w 2608416"/>
                  <a:gd name="connsiteY1142" fmla="*/ 174993 h 2606167"/>
                  <a:gd name="connsiteX1143" fmla="*/ 1706030 w 2608416"/>
                  <a:gd name="connsiteY1143" fmla="*/ 172859 h 2606167"/>
                  <a:gd name="connsiteX1144" fmla="*/ 912393 w 2608416"/>
                  <a:gd name="connsiteY1144" fmla="*/ 92113 h 2606167"/>
                  <a:gd name="connsiteX1145" fmla="*/ 934542 w 2608416"/>
                  <a:gd name="connsiteY1145" fmla="*/ 161887 h 2606167"/>
                  <a:gd name="connsiteX1146" fmla="*/ 928497 w 2608416"/>
                  <a:gd name="connsiteY1146" fmla="*/ 163805 h 2606167"/>
                  <a:gd name="connsiteX1147" fmla="*/ 906335 w 2608416"/>
                  <a:gd name="connsiteY1147" fmla="*/ 94031 h 2606167"/>
                  <a:gd name="connsiteX1148" fmla="*/ 1692695 w 2608416"/>
                  <a:gd name="connsiteY1148" fmla="*/ 91008 h 2606167"/>
                  <a:gd name="connsiteX1149" fmla="*/ 1698752 w 2608416"/>
                  <a:gd name="connsiteY1149" fmla="*/ 92925 h 2606167"/>
                  <a:gd name="connsiteX1150" fmla="*/ 1676604 w 2608416"/>
                  <a:gd name="connsiteY1150" fmla="*/ 162699 h 2606167"/>
                  <a:gd name="connsiteX1151" fmla="*/ 1670546 w 2608416"/>
                  <a:gd name="connsiteY1151" fmla="*/ 160781 h 2606167"/>
                  <a:gd name="connsiteX1152" fmla="*/ 952284 w 2608416"/>
                  <a:gd name="connsiteY1152" fmla="*/ 87732 h 2606167"/>
                  <a:gd name="connsiteX1153" fmla="*/ 971105 w 2608416"/>
                  <a:gd name="connsiteY1153" fmla="*/ 150864 h 2606167"/>
                  <a:gd name="connsiteX1154" fmla="*/ 965022 w 2608416"/>
                  <a:gd name="connsiteY1154" fmla="*/ 152680 h 2606167"/>
                  <a:gd name="connsiteX1155" fmla="*/ 946200 w 2608416"/>
                  <a:gd name="connsiteY1155" fmla="*/ 89548 h 2606167"/>
                  <a:gd name="connsiteX1156" fmla="*/ 1620672 w 2608416"/>
                  <a:gd name="connsiteY1156" fmla="*/ 84493 h 2606167"/>
                  <a:gd name="connsiteX1157" fmla="*/ 1626806 w 2608416"/>
                  <a:gd name="connsiteY1157" fmla="*/ 86144 h 2606167"/>
                  <a:gd name="connsiteX1158" fmla="*/ 1611299 w 2608416"/>
                  <a:gd name="connsiteY1158" fmla="*/ 143739 h 2606167"/>
                  <a:gd name="connsiteX1159" fmla="*/ 1605165 w 2608416"/>
                  <a:gd name="connsiteY1159" fmla="*/ 142088 h 2606167"/>
                  <a:gd name="connsiteX1160" fmla="*/ 1645043 w 2608416"/>
                  <a:gd name="connsiteY1160" fmla="*/ 84468 h 2606167"/>
                  <a:gd name="connsiteX1161" fmla="*/ 1651152 w 2608416"/>
                  <a:gd name="connsiteY1161" fmla="*/ 86183 h 2606167"/>
                  <a:gd name="connsiteX1162" fmla="*/ 1633435 w 2608416"/>
                  <a:gd name="connsiteY1162" fmla="*/ 149314 h 2606167"/>
                  <a:gd name="connsiteX1163" fmla="*/ 1627327 w 2608416"/>
                  <a:gd name="connsiteY1163" fmla="*/ 147600 h 2606167"/>
                  <a:gd name="connsiteX1164" fmla="*/ 975564 w 2608416"/>
                  <a:gd name="connsiteY1164" fmla="*/ 81153 h 2606167"/>
                  <a:gd name="connsiteX1165" fmla="*/ 993280 w 2608416"/>
                  <a:gd name="connsiteY1165" fmla="*/ 145390 h 2606167"/>
                  <a:gd name="connsiteX1166" fmla="*/ 987159 w 2608416"/>
                  <a:gd name="connsiteY1166" fmla="*/ 147079 h 2606167"/>
                  <a:gd name="connsiteX1167" fmla="*/ 969442 w 2608416"/>
                  <a:gd name="connsiteY1167" fmla="*/ 82842 h 2606167"/>
                  <a:gd name="connsiteX1168" fmla="*/ 1597394 w 2608416"/>
                  <a:gd name="connsiteY1168" fmla="*/ 79007 h 2606167"/>
                  <a:gd name="connsiteX1169" fmla="*/ 1603553 w 2608416"/>
                  <a:gd name="connsiteY1169" fmla="*/ 80556 h 2606167"/>
                  <a:gd name="connsiteX1170" fmla="*/ 1589164 w 2608416"/>
                  <a:gd name="connsiteY1170" fmla="*/ 138151 h 2606167"/>
                  <a:gd name="connsiteX1171" fmla="*/ 1583005 w 2608416"/>
                  <a:gd name="connsiteY1171" fmla="*/ 136602 h 2606167"/>
                  <a:gd name="connsiteX1172" fmla="*/ 998842 w 2608416"/>
                  <a:gd name="connsiteY1172" fmla="*/ 75718 h 2606167"/>
                  <a:gd name="connsiteX1173" fmla="*/ 1014349 w 2608416"/>
                  <a:gd name="connsiteY1173" fmla="*/ 139954 h 2606167"/>
                  <a:gd name="connsiteX1174" fmla="*/ 1008176 w 2608416"/>
                  <a:gd name="connsiteY1174" fmla="*/ 141440 h 2606167"/>
                  <a:gd name="connsiteX1175" fmla="*/ 992670 w 2608416"/>
                  <a:gd name="connsiteY1175" fmla="*/ 77204 h 2606167"/>
                  <a:gd name="connsiteX1176" fmla="*/ 1574127 w 2608416"/>
                  <a:gd name="connsiteY1176" fmla="*/ 73546 h 2606167"/>
                  <a:gd name="connsiteX1177" fmla="*/ 1580311 w 2608416"/>
                  <a:gd name="connsiteY1177" fmla="*/ 74943 h 2606167"/>
                  <a:gd name="connsiteX1178" fmla="*/ 1567027 w 2608416"/>
                  <a:gd name="connsiteY1178" fmla="*/ 133642 h 2606167"/>
                  <a:gd name="connsiteX1179" fmla="*/ 1560830 w 2608416"/>
                  <a:gd name="connsiteY1179" fmla="*/ 132245 h 2606167"/>
                  <a:gd name="connsiteX1180" fmla="*/ 1022108 w 2608416"/>
                  <a:gd name="connsiteY1180" fmla="*/ 70230 h 2606167"/>
                  <a:gd name="connsiteX1181" fmla="*/ 1036510 w 2608416"/>
                  <a:gd name="connsiteY1181" fmla="*/ 134467 h 2606167"/>
                  <a:gd name="connsiteX1182" fmla="*/ 1030312 w 2608416"/>
                  <a:gd name="connsiteY1182" fmla="*/ 135851 h 2606167"/>
                  <a:gd name="connsiteX1183" fmla="*/ 1015911 w 2608416"/>
                  <a:gd name="connsiteY1183" fmla="*/ 71615 h 2606167"/>
                  <a:gd name="connsiteX1184" fmla="*/ 879144 w 2608416"/>
                  <a:gd name="connsiteY1184" fmla="*/ 69887 h 2606167"/>
                  <a:gd name="connsiteX1185" fmla="*/ 913472 w 2608416"/>
                  <a:gd name="connsiteY1185" fmla="*/ 169570 h 2606167"/>
                  <a:gd name="connsiteX1186" fmla="*/ 907465 w 2608416"/>
                  <a:gd name="connsiteY1186" fmla="*/ 171640 h 2606167"/>
                  <a:gd name="connsiteX1187" fmla="*/ 873137 w 2608416"/>
                  <a:gd name="connsiteY1187" fmla="*/ 71958 h 2606167"/>
                  <a:gd name="connsiteX1188" fmla="*/ 1045376 w 2608416"/>
                  <a:gd name="connsiteY1188" fmla="*/ 64744 h 2606167"/>
                  <a:gd name="connsiteX1189" fmla="*/ 1058673 w 2608416"/>
                  <a:gd name="connsiteY1189" fmla="*/ 128980 h 2606167"/>
                  <a:gd name="connsiteX1190" fmla="*/ 1052450 w 2608416"/>
                  <a:gd name="connsiteY1190" fmla="*/ 130263 h 2606167"/>
                  <a:gd name="connsiteX1191" fmla="*/ 1039165 w 2608416"/>
                  <a:gd name="connsiteY1191" fmla="*/ 66027 h 2606167"/>
                  <a:gd name="connsiteX1192" fmla="*/ 1528686 w 2608416"/>
                  <a:gd name="connsiteY1192" fmla="*/ 58154 h 2606167"/>
                  <a:gd name="connsiteX1193" fmla="*/ 1534934 w 2608416"/>
                  <a:gd name="connsiteY1193" fmla="*/ 59322 h 2606167"/>
                  <a:gd name="connsiteX1194" fmla="*/ 1522742 w 2608416"/>
                  <a:gd name="connsiteY1194" fmla="*/ 124664 h 2606167"/>
                  <a:gd name="connsiteX1195" fmla="*/ 1516507 w 2608416"/>
                  <a:gd name="connsiteY1195" fmla="*/ 123508 h 2606167"/>
                  <a:gd name="connsiteX1196" fmla="*/ 1679397 w 2608416"/>
                  <a:gd name="connsiteY1196" fmla="*/ 54471 h 2606167"/>
                  <a:gd name="connsiteX1197" fmla="*/ 1685467 w 2608416"/>
                  <a:gd name="connsiteY1197" fmla="*/ 56363 h 2606167"/>
                  <a:gd name="connsiteX1198" fmla="*/ 1654454 w 2608416"/>
                  <a:gd name="connsiteY1198" fmla="*/ 156033 h 2606167"/>
                  <a:gd name="connsiteX1199" fmla="*/ 1648396 w 2608416"/>
                  <a:gd name="connsiteY1199" fmla="*/ 154153 h 2606167"/>
                  <a:gd name="connsiteX1200" fmla="*/ 1187197 w 2608416"/>
                  <a:gd name="connsiteY1200" fmla="*/ 50686 h 2606167"/>
                  <a:gd name="connsiteX1201" fmla="*/ 1192734 w 2608416"/>
                  <a:gd name="connsiteY1201" fmla="*/ 109385 h 2606167"/>
                  <a:gd name="connsiteX1202" fmla="*/ 1186422 w 2608416"/>
                  <a:gd name="connsiteY1202" fmla="*/ 109982 h 2606167"/>
                  <a:gd name="connsiteX1203" fmla="*/ 1180872 w 2608416"/>
                  <a:gd name="connsiteY1203" fmla="*/ 51283 h 2606167"/>
                  <a:gd name="connsiteX1204" fmla="*/ 1139571 w 2608416"/>
                  <a:gd name="connsiteY1204" fmla="*/ 49504 h 2606167"/>
                  <a:gd name="connsiteX1205" fmla="*/ 1147318 w 2608416"/>
                  <a:gd name="connsiteY1205" fmla="*/ 114845 h 2606167"/>
                  <a:gd name="connsiteX1206" fmla="*/ 1141018 w 2608416"/>
                  <a:gd name="connsiteY1206" fmla="*/ 115595 h 2606167"/>
                  <a:gd name="connsiteX1207" fmla="*/ 1133259 w 2608416"/>
                  <a:gd name="connsiteY1207" fmla="*/ 50253 h 2606167"/>
                  <a:gd name="connsiteX1208" fmla="*/ 1555281 w 2608416"/>
                  <a:gd name="connsiteY1208" fmla="*/ 49213 h 2606167"/>
                  <a:gd name="connsiteX1209" fmla="*/ 1561491 w 2608416"/>
                  <a:gd name="connsiteY1209" fmla="*/ 50546 h 2606167"/>
                  <a:gd name="connsiteX1210" fmla="*/ 1544879 w 2608416"/>
                  <a:gd name="connsiteY1210" fmla="*/ 128067 h 2606167"/>
                  <a:gd name="connsiteX1211" fmla="*/ 1538669 w 2608416"/>
                  <a:gd name="connsiteY1211" fmla="*/ 126746 h 2606167"/>
                  <a:gd name="connsiteX1212" fmla="*/ 1210462 w 2608416"/>
                  <a:gd name="connsiteY1212" fmla="*/ 48527 h 2606167"/>
                  <a:gd name="connsiteX1213" fmla="*/ 1214894 w 2608416"/>
                  <a:gd name="connsiteY1213" fmla="*/ 107226 h 2606167"/>
                  <a:gd name="connsiteX1214" fmla="*/ 1208557 w 2608416"/>
                  <a:gd name="connsiteY1214" fmla="*/ 107709 h 2606167"/>
                  <a:gd name="connsiteX1215" fmla="*/ 1204125 w 2608416"/>
                  <a:gd name="connsiteY1215" fmla="*/ 49010 h 2606167"/>
                  <a:gd name="connsiteX1216" fmla="*/ 1234833 w 2608416"/>
                  <a:gd name="connsiteY1216" fmla="*/ 46381 h 2606167"/>
                  <a:gd name="connsiteX1217" fmla="*/ 1238161 w 2608416"/>
                  <a:gd name="connsiteY1217" fmla="*/ 106185 h 2606167"/>
                  <a:gd name="connsiteX1218" fmla="*/ 1231811 w 2608416"/>
                  <a:gd name="connsiteY1218" fmla="*/ 106541 h 2606167"/>
                  <a:gd name="connsiteX1219" fmla="*/ 1228496 w 2608416"/>
                  <a:gd name="connsiteY1219" fmla="*/ 46736 h 2606167"/>
                  <a:gd name="connsiteX1220" fmla="*/ 1434504 w 2608416"/>
                  <a:gd name="connsiteY1220" fmla="*/ 45123 h 2606167"/>
                  <a:gd name="connsiteX1221" fmla="*/ 1440828 w 2608416"/>
                  <a:gd name="connsiteY1221" fmla="*/ 45771 h 2606167"/>
                  <a:gd name="connsiteX1222" fmla="*/ 1434186 w 2608416"/>
                  <a:gd name="connsiteY1222" fmla="*/ 111113 h 2606167"/>
                  <a:gd name="connsiteX1223" fmla="*/ 1427862 w 2608416"/>
                  <a:gd name="connsiteY1223" fmla="*/ 110478 h 2606167"/>
                  <a:gd name="connsiteX1224" fmla="*/ 1411250 w 2608416"/>
                  <a:gd name="connsiteY1224" fmla="*/ 42913 h 2606167"/>
                  <a:gd name="connsiteX1225" fmla="*/ 1417562 w 2608416"/>
                  <a:gd name="connsiteY1225" fmla="*/ 43560 h 2606167"/>
                  <a:gd name="connsiteX1226" fmla="*/ 1410920 w 2608416"/>
                  <a:gd name="connsiteY1226" fmla="*/ 108902 h 2606167"/>
                  <a:gd name="connsiteX1227" fmla="*/ 1404608 w 2608416"/>
                  <a:gd name="connsiteY1227" fmla="*/ 108254 h 2606167"/>
                  <a:gd name="connsiteX1228" fmla="*/ 1089699 w 2608416"/>
                  <a:gd name="connsiteY1228" fmla="*/ 42709 h 2606167"/>
                  <a:gd name="connsiteX1229" fmla="*/ 1102996 w 2608416"/>
                  <a:gd name="connsiteY1229" fmla="*/ 121335 h 2606167"/>
                  <a:gd name="connsiteX1230" fmla="*/ 1096735 w 2608416"/>
                  <a:gd name="connsiteY1230" fmla="*/ 122402 h 2606167"/>
                  <a:gd name="connsiteX1231" fmla="*/ 1083438 w 2608416"/>
                  <a:gd name="connsiteY1231" fmla="*/ 43764 h 2606167"/>
                  <a:gd name="connsiteX1232" fmla="*/ 1386879 w 2608416"/>
                  <a:gd name="connsiteY1232" fmla="*/ 40804 h 2606167"/>
                  <a:gd name="connsiteX1233" fmla="*/ 1393216 w 2608416"/>
                  <a:gd name="connsiteY1233" fmla="*/ 41223 h 2606167"/>
                  <a:gd name="connsiteX1234" fmla="*/ 1388784 w 2608416"/>
                  <a:gd name="connsiteY1234" fmla="*/ 107683 h 2606167"/>
                  <a:gd name="connsiteX1235" fmla="*/ 1382446 w 2608416"/>
                  <a:gd name="connsiteY1235" fmla="*/ 107264 h 2606167"/>
                  <a:gd name="connsiteX1236" fmla="*/ 1258100 w 2608416"/>
                  <a:gd name="connsiteY1236" fmla="*/ 39801 h 2606167"/>
                  <a:gd name="connsiteX1237" fmla="*/ 1260309 w 2608416"/>
                  <a:gd name="connsiteY1237" fmla="*/ 105143 h 2606167"/>
                  <a:gd name="connsiteX1238" fmla="*/ 1253959 w 2608416"/>
                  <a:gd name="connsiteY1238" fmla="*/ 105358 h 2606167"/>
                  <a:gd name="connsiteX1239" fmla="*/ 1251750 w 2608416"/>
                  <a:gd name="connsiteY1239" fmla="*/ 40017 h 2606167"/>
                  <a:gd name="connsiteX1240" fmla="*/ 1363611 w 2608416"/>
                  <a:gd name="connsiteY1240" fmla="*/ 39751 h 2606167"/>
                  <a:gd name="connsiteX1241" fmla="*/ 1369949 w 2608416"/>
                  <a:gd name="connsiteY1241" fmla="*/ 40069 h 2606167"/>
                  <a:gd name="connsiteX1242" fmla="*/ 1366634 w 2608416"/>
                  <a:gd name="connsiteY1242" fmla="*/ 105423 h 2606167"/>
                  <a:gd name="connsiteX1243" fmla="*/ 1360284 w 2608416"/>
                  <a:gd name="connsiteY1243" fmla="*/ 105093 h 2606167"/>
                  <a:gd name="connsiteX1244" fmla="*/ 1339241 w 2608416"/>
                  <a:gd name="connsiteY1244" fmla="*/ 38697 h 2606167"/>
                  <a:gd name="connsiteX1245" fmla="*/ 1345591 w 2608416"/>
                  <a:gd name="connsiteY1245" fmla="*/ 38913 h 2606167"/>
                  <a:gd name="connsiteX1246" fmla="*/ 1343381 w 2608416"/>
                  <a:gd name="connsiteY1246" fmla="*/ 105359 h 2606167"/>
                  <a:gd name="connsiteX1247" fmla="*/ 1337031 w 2608416"/>
                  <a:gd name="connsiteY1247" fmla="*/ 105156 h 2606167"/>
                  <a:gd name="connsiteX1248" fmla="*/ 1483259 w 2608416"/>
                  <a:gd name="connsiteY1248" fmla="*/ 37249 h 2606167"/>
                  <a:gd name="connsiteX1249" fmla="*/ 1489545 w 2608416"/>
                  <a:gd name="connsiteY1249" fmla="*/ 38138 h 2606167"/>
                  <a:gd name="connsiteX1250" fmla="*/ 1478471 w 2608416"/>
                  <a:gd name="connsiteY1250" fmla="*/ 116777 h 2606167"/>
                  <a:gd name="connsiteX1251" fmla="*/ 1472185 w 2608416"/>
                  <a:gd name="connsiteY1251" fmla="*/ 115888 h 2606167"/>
                  <a:gd name="connsiteX1252" fmla="*/ 1064223 w 2608416"/>
                  <a:gd name="connsiteY1252" fmla="*/ 34900 h 2606167"/>
                  <a:gd name="connsiteX1253" fmla="*/ 1080834 w 2608416"/>
                  <a:gd name="connsiteY1253" fmla="*/ 124613 h 2606167"/>
                  <a:gd name="connsiteX1254" fmla="*/ 1074598 w 2608416"/>
                  <a:gd name="connsiteY1254" fmla="*/ 125768 h 2606167"/>
                  <a:gd name="connsiteX1255" fmla="*/ 1057974 w 2608416"/>
                  <a:gd name="connsiteY1255" fmla="*/ 36056 h 2606167"/>
                  <a:gd name="connsiteX1256" fmla="*/ 1161719 w 2608416"/>
                  <a:gd name="connsiteY1256" fmla="*/ 32906 h 2606167"/>
                  <a:gd name="connsiteX1257" fmla="*/ 1170584 w 2608416"/>
                  <a:gd name="connsiteY1257" fmla="*/ 111544 h 2606167"/>
                  <a:gd name="connsiteX1258" fmla="*/ 1164272 w 2608416"/>
                  <a:gd name="connsiteY1258" fmla="*/ 112256 h 2606167"/>
                  <a:gd name="connsiteX1259" fmla="*/ 1155407 w 2608416"/>
                  <a:gd name="connsiteY1259" fmla="*/ 33617 h 2606167"/>
                  <a:gd name="connsiteX1260" fmla="*/ 1299376 w 2608416"/>
                  <a:gd name="connsiteY1260" fmla="*/ 31051 h 2606167"/>
                  <a:gd name="connsiteX1261" fmla="*/ 1305726 w 2608416"/>
                  <a:gd name="connsiteY1261" fmla="*/ 31051 h 2606167"/>
                  <a:gd name="connsiteX1262" fmla="*/ 1305726 w 2608416"/>
                  <a:gd name="connsiteY1262" fmla="*/ 104152 h 2606167"/>
                  <a:gd name="connsiteX1263" fmla="*/ 1299376 w 2608416"/>
                  <a:gd name="connsiteY1263" fmla="*/ 104152 h 2606167"/>
                  <a:gd name="connsiteX1264" fmla="*/ 1461098 w 2608416"/>
                  <a:gd name="connsiteY1264" fmla="*/ 22911 h 2606167"/>
                  <a:gd name="connsiteX1265" fmla="*/ 1467397 w 2608416"/>
                  <a:gd name="connsiteY1265" fmla="*/ 23686 h 2606167"/>
                  <a:gd name="connsiteX1266" fmla="*/ 1456322 w 2608416"/>
                  <a:gd name="connsiteY1266" fmla="*/ 113399 h 2606167"/>
                  <a:gd name="connsiteX1267" fmla="*/ 1450023 w 2608416"/>
                  <a:gd name="connsiteY1267" fmla="*/ 112624 h 2606167"/>
                  <a:gd name="connsiteX1268" fmla="*/ 1513166 w 2608416"/>
                  <a:gd name="connsiteY1268" fmla="*/ 1753 h 2606167"/>
                  <a:gd name="connsiteX1269" fmla="*/ 1519440 w 2608416"/>
                  <a:gd name="connsiteY1269" fmla="*/ 2756 h 2606167"/>
                  <a:gd name="connsiteX1270" fmla="*/ 1500606 w 2608416"/>
                  <a:gd name="connsiteY1270" fmla="*/ 120155 h 2606167"/>
                  <a:gd name="connsiteX1271" fmla="*/ 1494345 w 2608416"/>
                  <a:gd name="connsiteY1271" fmla="*/ 119152 h 2606167"/>
                  <a:gd name="connsiteX1272" fmla="*/ 1107427 w 2608416"/>
                  <a:gd name="connsiteY1272" fmla="*/ 672 h 2606167"/>
                  <a:gd name="connsiteX1273" fmla="*/ 1125156 w 2608416"/>
                  <a:gd name="connsiteY1273" fmla="*/ 116966 h 2606167"/>
                  <a:gd name="connsiteX1274" fmla="*/ 1118882 w 2608416"/>
                  <a:gd name="connsiteY1274" fmla="*/ 117919 h 2606167"/>
                  <a:gd name="connsiteX1275" fmla="*/ 1101153 w 2608416"/>
                  <a:gd name="connsiteY1275" fmla="*/ 1625 h 2606167"/>
                  <a:gd name="connsiteX1276" fmla="*/ 1281353 w 2608416"/>
                  <a:gd name="connsiteY1276" fmla="*/ 0 h 2606167"/>
                  <a:gd name="connsiteX1277" fmla="*/ 1282458 w 2608416"/>
                  <a:gd name="connsiteY1277" fmla="*/ 104115 h 2606167"/>
                  <a:gd name="connsiteX1278" fmla="*/ 1276108 w 2608416"/>
                  <a:gd name="connsiteY1278" fmla="*/ 104178 h 2606167"/>
                  <a:gd name="connsiteX1279" fmla="*/ 1275003 w 2608416"/>
                  <a:gd name="connsiteY1279" fmla="*/ 77 h 2606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  <a:cxn ang="0">
                    <a:pos x="connsiteX1129" y="connsiteY1129"/>
                  </a:cxn>
                  <a:cxn ang="0">
                    <a:pos x="connsiteX1130" y="connsiteY1130"/>
                  </a:cxn>
                  <a:cxn ang="0">
                    <a:pos x="connsiteX1131" y="connsiteY1131"/>
                  </a:cxn>
                  <a:cxn ang="0">
                    <a:pos x="connsiteX1132" y="connsiteY1132"/>
                  </a:cxn>
                  <a:cxn ang="0">
                    <a:pos x="connsiteX1133" y="connsiteY1133"/>
                  </a:cxn>
                  <a:cxn ang="0">
                    <a:pos x="connsiteX1134" y="connsiteY1134"/>
                  </a:cxn>
                  <a:cxn ang="0">
                    <a:pos x="connsiteX1135" y="connsiteY1135"/>
                  </a:cxn>
                  <a:cxn ang="0">
                    <a:pos x="connsiteX1136" y="connsiteY1136"/>
                  </a:cxn>
                  <a:cxn ang="0">
                    <a:pos x="connsiteX1137" y="connsiteY1137"/>
                  </a:cxn>
                  <a:cxn ang="0">
                    <a:pos x="connsiteX1138" y="connsiteY1138"/>
                  </a:cxn>
                  <a:cxn ang="0">
                    <a:pos x="connsiteX1139" y="connsiteY1139"/>
                  </a:cxn>
                  <a:cxn ang="0">
                    <a:pos x="connsiteX1140" y="connsiteY1140"/>
                  </a:cxn>
                  <a:cxn ang="0">
                    <a:pos x="connsiteX1141" y="connsiteY1141"/>
                  </a:cxn>
                  <a:cxn ang="0">
                    <a:pos x="connsiteX1142" y="connsiteY1142"/>
                  </a:cxn>
                  <a:cxn ang="0">
                    <a:pos x="connsiteX1143" y="connsiteY1143"/>
                  </a:cxn>
                  <a:cxn ang="0">
                    <a:pos x="connsiteX1144" y="connsiteY1144"/>
                  </a:cxn>
                  <a:cxn ang="0">
                    <a:pos x="connsiteX1145" y="connsiteY1145"/>
                  </a:cxn>
                  <a:cxn ang="0">
                    <a:pos x="connsiteX1146" y="connsiteY1146"/>
                  </a:cxn>
                  <a:cxn ang="0">
                    <a:pos x="connsiteX1147" y="connsiteY1147"/>
                  </a:cxn>
                  <a:cxn ang="0">
                    <a:pos x="connsiteX1148" y="connsiteY1148"/>
                  </a:cxn>
                  <a:cxn ang="0">
                    <a:pos x="connsiteX1149" y="connsiteY1149"/>
                  </a:cxn>
                  <a:cxn ang="0">
                    <a:pos x="connsiteX1150" y="connsiteY1150"/>
                  </a:cxn>
                  <a:cxn ang="0">
                    <a:pos x="connsiteX1151" y="connsiteY1151"/>
                  </a:cxn>
                  <a:cxn ang="0">
                    <a:pos x="connsiteX1152" y="connsiteY1152"/>
                  </a:cxn>
                  <a:cxn ang="0">
                    <a:pos x="connsiteX1153" y="connsiteY1153"/>
                  </a:cxn>
                  <a:cxn ang="0">
                    <a:pos x="connsiteX1154" y="connsiteY1154"/>
                  </a:cxn>
                  <a:cxn ang="0">
                    <a:pos x="connsiteX1155" y="connsiteY1155"/>
                  </a:cxn>
                  <a:cxn ang="0">
                    <a:pos x="connsiteX1156" y="connsiteY1156"/>
                  </a:cxn>
                  <a:cxn ang="0">
                    <a:pos x="connsiteX1157" y="connsiteY1157"/>
                  </a:cxn>
                  <a:cxn ang="0">
                    <a:pos x="connsiteX1158" y="connsiteY1158"/>
                  </a:cxn>
                  <a:cxn ang="0">
                    <a:pos x="connsiteX1159" y="connsiteY1159"/>
                  </a:cxn>
                  <a:cxn ang="0">
                    <a:pos x="connsiteX1160" y="connsiteY1160"/>
                  </a:cxn>
                  <a:cxn ang="0">
                    <a:pos x="connsiteX1161" y="connsiteY1161"/>
                  </a:cxn>
                  <a:cxn ang="0">
                    <a:pos x="connsiteX1162" y="connsiteY1162"/>
                  </a:cxn>
                  <a:cxn ang="0">
                    <a:pos x="connsiteX1163" y="connsiteY1163"/>
                  </a:cxn>
                  <a:cxn ang="0">
                    <a:pos x="connsiteX1164" y="connsiteY1164"/>
                  </a:cxn>
                  <a:cxn ang="0">
                    <a:pos x="connsiteX1165" y="connsiteY1165"/>
                  </a:cxn>
                  <a:cxn ang="0">
                    <a:pos x="connsiteX1166" y="connsiteY1166"/>
                  </a:cxn>
                  <a:cxn ang="0">
                    <a:pos x="connsiteX1167" y="connsiteY1167"/>
                  </a:cxn>
                  <a:cxn ang="0">
                    <a:pos x="connsiteX1168" y="connsiteY1168"/>
                  </a:cxn>
                  <a:cxn ang="0">
                    <a:pos x="connsiteX1169" y="connsiteY1169"/>
                  </a:cxn>
                  <a:cxn ang="0">
                    <a:pos x="connsiteX1170" y="connsiteY1170"/>
                  </a:cxn>
                  <a:cxn ang="0">
                    <a:pos x="connsiteX1171" y="connsiteY1171"/>
                  </a:cxn>
                  <a:cxn ang="0">
                    <a:pos x="connsiteX1172" y="connsiteY1172"/>
                  </a:cxn>
                  <a:cxn ang="0">
                    <a:pos x="connsiteX1173" y="connsiteY1173"/>
                  </a:cxn>
                  <a:cxn ang="0">
                    <a:pos x="connsiteX1174" y="connsiteY1174"/>
                  </a:cxn>
                  <a:cxn ang="0">
                    <a:pos x="connsiteX1175" y="connsiteY1175"/>
                  </a:cxn>
                  <a:cxn ang="0">
                    <a:pos x="connsiteX1176" y="connsiteY1176"/>
                  </a:cxn>
                  <a:cxn ang="0">
                    <a:pos x="connsiteX1177" y="connsiteY1177"/>
                  </a:cxn>
                  <a:cxn ang="0">
                    <a:pos x="connsiteX1178" y="connsiteY1178"/>
                  </a:cxn>
                  <a:cxn ang="0">
                    <a:pos x="connsiteX1179" y="connsiteY1179"/>
                  </a:cxn>
                  <a:cxn ang="0">
                    <a:pos x="connsiteX1180" y="connsiteY1180"/>
                  </a:cxn>
                  <a:cxn ang="0">
                    <a:pos x="connsiteX1181" y="connsiteY1181"/>
                  </a:cxn>
                  <a:cxn ang="0">
                    <a:pos x="connsiteX1182" y="connsiteY1182"/>
                  </a:cxn>
                  <a:cxn ang="0">
                    <a:pos x="connsiteX1183" y="connsiteY1183"/>
                  </a:cxn>
                  <a:cxn ang="0">
                    <a:pos x="connsiteX1184" y="connsiteY1184"/>
                  </a:cxn>
                  <a:cxn ang="0">
                    <a:pos x="connsiteX1185" y="connsiteY1185"/>
                  </a:cxn>
                  <a:cxn ang="0">
                    <a:pos x="connsiteX1186" y="connsiteY1186"/>
                  </a:cxn>
                  <a:cxn ang="0">
                    <a:pos x="connsiteX1187" y="connsiteY1187"/>
                  </a:cxn>
                  <a:cxn ang="0">
                    <a:pos x="connsiteX1188" y="connsiteY1188"/>
                  </a:cxn>
                  <a:cxn ang="0">
                    <a:pos x="connsiteX1189" y="connsiteY1189"/>
                  </a:cxn>
                  <a:cxn ang="0">
                    <a:pos x="connsiteX1190" y="connsiteY1190"/>
                  </a:cxn>
                  <a:cxn ang="0">
                    <a:pos x="connsiteX1191" y="connsiteY1191"/>
                  </a:cxn>
                  <a:cxn ang="0">
                    <a:pos x="connsiteX1192" y="connsiteY1192"/>
                  </a:cxn>
                  <a:cxn ang="0">
                    <a:pos x="connsiteX1193" y="connsiteY1193"/>
                  </a:cxn>
                  <a:cxn ang="0">
                    <a:pos x="connsiteX1194" y="connsiteY1194"/>
                  </a:cxn>
                  <a:cxn ang="0">
                    <a:pos x="connsiteX1195" y="connsiteY1195"/>
                  </a:cxn>
                  <a:cxn ang="0">
                    <a:pos x="connsiteX1196" y="connsiteY1196"/>
                  </a:cxn>
                  <a:cxn ang="0">
                    <a:pos x="connsiteX1197" y="connsiteY1197"/>
                  </a:cxn>
                  <a:cxn ang="0">
                    <a:pos x="connsiteX1198" y="connsiteY1198"/>
                  </a:cxn>
                  <a:cxn ang="0">
                    <a:pos x="connsiteX1199" y="connsiteY1199"/>
                  </a:cxn>
                  <a:cxn ang="0">
                    <a:pos x="connsiteX1200" y="connsiteY1200"/>
                  </a:cxn>
                  <a:cxn ang="0">
                    <a:pos x="connsiteX1201" y="connsiteY1201"/>
                  </a:cxn>
                  <a:cxn ang="0">
                    <a:pos x="connsiteX1202" y="connsiteY1202"/>
                  </a:cxn>
                  <a:cxn ang="0">
                    <a:pos x="connsiteX1203" y="connsiteY1203"/>
                  </a:cxn>
                  <a:cxn ang="0">
                    <a:pos x="connsiteX1204" y="connsiteY1204"/>
                  </a:cxn>
                  <a:cxn ang="0">
                    <a:pos x="connsiteX1205" y="connsiteY1205"/>
                  </a:cxn>
                  <a:cxn ang="0">
                    <a:pos x="connsiteX1206" y="connsiteY1206"/>
                  </a:cxn>
                  <a:cxn ang="0">
                    <a:pos x="connsiteX1207" y="connsiteY1207"/>
                  </a:cxn>
                  <a:cxn ang="0">
                    <a:pos x="connsiteX1208" y="connsiteY1208"/>
                  </a:cxn>
                  <a:cxn ang="0">
                    <a:pos x="connsiteX1209" y="connsiteY1209"/>
                  </a:cxn>
                  <a:cxn ang="0">
                    <a:pos x="connsiteX1210" y="connsiteY1210"/>
                  </a:cxn>
                  <a:cxn ang="0">
                    <a:pos x="connsiteX1211" y="connsiteY1211"/>
                  </a:cxn>
                  <a:cxn ang="0">
                    <a:pos x="connsiteX1212" y="connsiteY1212"/>
                  </a:cxn>
                  <a:cxn ang="0">
                    <a:pos x="connsiteX1213" y="connsiteY1213"/>
                  </a:cxn>
                  <a:cxn ang="0">
                    <a:pos x="connsiteX1214" y="connsiteY1214"/>
                  </a:cxn>
                  <a:cxn ang="0">
                    <a:pos x="connsiteX1215" y="connsiteY1215"/>
                  </a:cxn>
                  <a:cxn ang="0">
                    <a:pos x="connsiteX1216" y="connsiteY1216"/>
                  </a:cxn>
                  <a:cxn ang="0">
                    <a:pos x="connsiteX1217" y="connsiteY1217"/>
                  </a:cxn>
                  <a:cxn ang="0">
                    <a:pos x="connsiteX1218" y="connsiteY1218"/>
                  </a:cxn>
                  <a:cxn ang="0">
                    <a:pos x="connsiteX1219" y="connsiteY1219"/>
                  </a:cxn>
                  <a:cxn ang="0">
                    <a:pos x="connsiteX1220" y="connsiteY1220"/>
                  </a:cxn>
                  <a:cxn ang="0">
                    <a:pos x="connsiteX1221" y="connsiteY1221"/>
                  </a:cxn>
                  <a:cxn ang="0">
                    <a:pos x="connsiteX1222" y="connsiteY1222"/>
                  </a:cxn>
                  <a:cxn ang="0">
                    <a:pos x="connsiteX1223" y="connsiteY1223"/>
                  </a:cxn>
                  <a:cxn ang="0">
                    <a:pos x="connsiteX1224" y="connsiteY1224"/>
                  </a:cxn>
                  <a:cxn ang="0">
                    <a:pos x="connsiteX1225" y="connsiteY1225"/>
                  </a:cxn>
                  <a:cxn ang="0">
                    <a:pos x="connsiteX1226" y="connsiteY1226"/>
                  </a:cxn>
                  <a:cxn ang="0">
                    <a:pos x="connsiteX1227" y="connsiteY1227"/>
                  </a:cxn>
                  <a:cxn ang="0">
                    <a:pos x="connsiteX1228" y="connsiteY1228"/>
                  </a:cxn>
                  <a:cxn ang="0">
                    <a:pos x="connsiteX1229" y="connsiteY1229"/>
                  </a:cxn>
                  <a:cxn ang="0">
                    <a:pos x="connsiteX1230" y="connsiteY1230"/>
                  </a:cxn>
                  <a:cxn ang="0">
                    <a:pos x="connsiteX1231" y="connsiteY1231"/>
                  </a:cxn>
                  <a:cxn ang="0">
                    <a:pos x="connsiteX1232" y="connsiteY1232"/>
                  </a:cxn>
                  <a:cxn ang="0">
                    <a:pos x="connsiteX1233" y="connsiteY1233"/>
                  </a:cxn>
                  <a:cxn ang="0">
                    <a:pos x="connsiteX1234" y="connsiteY1234"/>
                  </a:cxn>
                  <a:cxn ang="0">
                    <a:pos x="connsiteX1235" y="connsiteY1235"/>
                  </a:cxn>
                  <a:cxn ang="0">
                    <a:pos x="connsiteX1236" y="connsiteY1236"/>
                  </a:cxn>
                  <a:cxn ang="0">
                    <a:pos x="connsiteX1237" y="connsiteY1237"/>
                  </a:cxn>
                  <a:cxn ang="0">
                    <a:pos x="connsiteX1238" y="connsiteY1238"/>
                  </a:cxn>
                  <a:cxn ang="0">
                    <a:pos x="connsiteX1239" y="connsiteY1239"/>
                  </a:cxn>
                  <a:cxn ang="0">
                    <a:pos x="connsiteX1240" y="connsiteY1240"/>
                  </a:cxn>
                  <a:cxn ang="0">
                    <a:pos x="connsiteX1241" y="connsiteY1241"/>
                  </a:cxn>
                  <a:cxn ang="0">
                    <a:pos x="connsiteX1242" y="connsiteY1242"/>
                  </a:cxn>
                  <a:cxn ang="0">
                    <a:pos x="connsiteX1243" y="connsiteY1243"/>
                  </a:cxn>
                  <a:cxn ang="0">
                    <a:pos x="connsiteX1244" y="connsiteY1244"/>
                  </a:cxn>
                  <a:cxn ang="0">
                    <a:pos x="connsiteX1245" y="connsiteY1245"/>
                  </a:cxn>
                  <a:cxn ang="0">
                    <a:pos x="connsiteX1246" y="connsiteY1246"/>
                  </a:cxn>
                  <a:cxn ang="0">
                    <a:pos x="connsiteX1247" y="connsiteY1247"/>
                  </a:cxn>
                  <a:cxn ang="0">
                    <a:pos x="connsiteX1248" y="connsiteY1248"/>
                  </a:cxn>
                  <a:cxn ang="0">
                    <a:pos x="connsiteX1249" y="connsiteY1249"/>
                  </a:cxn>
                  <a:cxn ang="0">
                    <a:pos x="connsiteX1250" y="connsiteY1250"/>
                  </a:cxn>
                  <a:cxn ang="0">
                    <a:pos x="connsiteX1251" y="connsiteY1251"/>
                  </a:cxn>
                  <a:cxn ang="0">
                    <a:pos x="connsiteX1252" y="connsiteY1252"/>
                  </a:cxn>
                  <a:cxn ang="0">
                    <a:pos x="connsiteX1253" y="connsiteY1253"/>
                  </a:cxn>
                  <a:cxn ang="0">
                    <a:pos x="connsiteX1254" y="connsiteY1254"/>
                  </a:cxn>
                  <a:cxn ang="0">
                    <a:pos x="connsiteX1255" y="connsiteY1255"/>
                  </a:cxn>
                  <a:cxn ang="0">
                    <a:pos x="connsiteX1256" y="connsiteY1256"/>
                  </a:cxn>
                  <a:cxn ang="0">
                    <a:pos x="connsiteX1257" y="connsiteY1257"/>
                  </a:cxn>
                  <a:cxn ang="0">
                    <a:pos x="connsiteX1258" y="connsiteY1258"/>
                  </a:cxn>
                  <a:cxn ang="0">
                    <a:pos x="connsiteX1259" y="connsiteY1259"/>
                  </a:cxn>
                  <a:cxn ang="0">
                    <a:pos x="connsiteX1260" y="connsiteY1260"/>
                  </a:cxn>
                  <a:cxn ang="0">
                    <a:pos x="connsiteX1261" y="connsiteY1261"/>
                  </a:cxn>
                  <a:cxn ang="0">
                    <a:pos x="connsiteX1262" y="connsiteY1262"/>
                  </a:cxn>
                  <a:cxn ang="0">
                    <a:pos x="connsiteX1263" y="connsiteY1263"/>
                  </a:cxn>
                  <a:cxn ang="0">
                    <a:pos x="connsiteX1264" y="connsiteY1264"/>
                  </a:cxn>
                  <a:cxn ang="0">
                    <a:pos x="connsiteX1265" y="connsiteY1265"/>
                  </a:cxn>
                  <a:cxn ang="0">
                    <a:pos x="connsiteX1266" y="connsiteY1266"/>
                  </a:cxn>
                  <a:cxn ang="0">
                    <a:pos x="connsiteX1267" y="connsiteY1267"/>
                  </a:cxn>
                  <a:cxn ang="0">
                    <a:pos x="connsiteX1268" y="connsiteY1268"/>
                  </a:cxn>
                  <a:cxn ang="0">
                    <a:pos x="connsiteX1269" y="connsiteY1269"/>
                  </a:cxn>
                  <a:cxn ang="0">
                    <a:pos x="connsiteX1270" y="connsiteY1270"/>
                  </a:cxn>
                  <a:cxn ang="0">
                    <a:pos x="connsiteX1271" y="connsiteY1271"/>
                  </a:cxn>
                  <a:cxn ang="0">
                    <a:pos x="connsiteX1272" y="connsiteY1272"/>
                  </a:cxn>
                  <a:cxn ang="0">
                    <a:pos x="connsiteX1273" y="connsiteY1273"/>
                  </a:cxn>
                  <a:cxn ang="0">
                    <a:pos x="connsiteX1274" y="connsiteY1274"/>
                  </a:cxn>
                  <a:cxn ang="0">
                    <a:pos x="connsiteX1275" y="connsiteY1275"/>
                  </a:cxn>
                  <a:cxn ang="0">
                    <a:pos x="connsiteX1276" y="connsiteY1276"/>
                  </a:cxn>
                  <a:cxn ang="0">
                    <a:pos x="connsiteX1277" y="connsiteY1277"/>
                  </a:cxn>
                  <a:cxn ang="0">
                    <a:pos x="connsiteX1278" y="connsiteY1278"/>
                  </a:cxn>
                  <a:cxn ang="0">
                    <a:pos x="connsiteX1279" y="connsiteY1279"/>
                  </a:cxn>
                </a:cxnLst>
                <a:rect l="l" t="t" r="r" b="b"/>
                <a:pathLst>
                  <a:path w="2608416" h="2606167">
                    <a:moveTo>
                      <a:pt x="1302690" y="2501988"/>
                    </a:moveTo>
                    <a:lnTo>
                      <a:pt x="1309040" y="2501988"/>
                    </a:lnTo>
                    <a:lnTo>
                      <a:pt x="1309040" y="2575089"/>
                    </a:lnTo>
                    <a:lnTo>
                      <a:pt x="1302690" y="2575089"/>
                    </a:lnTo>
                    <a:close/>
                    <a:moveTo>
                      <a:pt x="1332307" y="2500821"/>
                    </a:moveTo>
                    <a:lnTo>
                      <a:pt x="1334517" y="2606040"/>
                    </a:lnTo>
                    <a:lnTo>
                      <a:pt x="1328167" y="2606167"/>
                    </a:lnTo>
                    <a:lnTo>
                      <a:pt x="1325957" y="2500948"/>
                    </a:lnTo>
                    <a:close/>
                    <a:moveTo>
                      <a:pt x="1354455" y="2500770"/>
                    </a:moveTo>
                    <a:lnTo>
                      <a:pt x="1356664" y="2566124"/>
                    </a:lnTo>
                    <a:lnTo>
                      <a:pt x="1350314" y="2566340"/>
                    </a:lnTo>
                    <a:lnTo>
                      <a:pt x="1348105" y="2500986"/>
                    </a:lnTo>
                    <a:close/>
                    <a:moveTo>
                      <a:pt x="1265035" y="2500770"/>
                    </a:moveTo>
                    <a:lnTo>
                      <a:pt x="1271385" y="2500986"/>
                    </a:lnTo>
                    <a:lnTo>
                      <a:pt x="1269175" y="2566340"/>
                    </a:lnTo>
                    <a:lnTo>
                      <a:pt x="1262825" y="2566124"/>
                    </a:lnTo>
                    <a:close/>
                    <a:moveTo>
                      <a:pt x="1241781" y="2499664"/>
                    </a:moveTo>
                    <a:lnTo>
                      <a:pt x="1248131" y="2499880"/>
                    </a:lnTo>
                    <a:lnTo>
                      <a:pt x="1245909" y="2566339"/>
                    </a:lnTo>
                    <a:lnTo>
                      <a:pt x="1239571" y="2566123"/>
                    </a:lnTo>
                    <a:close/>
                    <a:moveTo>
                      <a:pt x="1377709" y="2499600"/>
                    </a:moveTo>
                    <a:lnTo>
                      <a:pt x="1381024" y="2558300"/>
                    </a:lnTo>
                    <a:lnTo>
                      <a:pt x="1374687" y="2558655"/>
                    </a:lnTo>
                    <a:lnTo>
                      <a:pt x="1371372" y="2499956"/>
                    </a:lnTo>
                    <a:close/>
                    <a:moveTo>
                      <a:pt x="1219632" y="2498458"/>
                    </a:moveTo>
                    <a:lnTo>
                      <a:pt x="1225970" y="2498877"/>
                    </a:lnTo>
                    <a:lnTo>
                      <a:pt x="1221537" y="2564231"/>
                    </a:lnTo>
                    <a:lnTo>
                      <a:pt x="1215200" y="2563799"/>
                    </a:lnTo>
                    <a:close/>
                    <a:moveTo>
                      <a:pt x="1399857" y="2498433"/>
                    </a:moveTo>
                    <a:lnTo>
                      <a:pt x="1404277" y="2557132"/>
                    </a:lnTo>
                    <a:lnTo>
                      <a:pt x="1397952" y="2557603"/>
                    </a:lnTo>
                    <a:lnTo>
                      <a:pt x="1393520" y="2498903"/>
                    </a:lnTo>
                    <a:close/>
                    <a:moveTo>
                      <a:pt x="1197483" y="2496185"/>
                    </a:moveTo>
                    <a:lnTo>
                      <a:pt x="1203820" y="2496719"/>
                    </a:lnTo>
                    <a:lnTo>
                      <a:pt x="1198283" y="2563165"/>
                    </a:lnTo>
                    <a:lnTo>
                      <a:pt x="1191945" y="2562645"/>
                    </a:lnTo>
                    <a:close/>
                    <a:moveTo>
                      <a:pt x="1421994" y="2496160"/>
                    </a:moveTo>
                    <a:lnTo>
                      <a:pt x="1427544" y="2554859"/>
                    </a:lnTo>
                    <a:lnTo>
                      <a:pt x="1421220" y="2555456"/>
                    </a:lnTo>
                    <a:lnTo>
                      <a:pt x="1415682" y="2496757"/>
                    </a:lnTo>
                    <a:close/>
                    <a:moveTo>
                      <a:pt x="1174230" y="2495029"/>
                    </a:moveTo>
                    <a:lnTo>
                      <a:pt x="1180554" y="2495664"/>
                    </a:lnTo>
                    <a:lnTo>
                      <a:pt x="1173912" y="2561018"/>
                    </a:lnTo>
                    <a:lnTo>
                      <a:pt x="1167588" y="2560370"/>
                    </a:lnTo>
                    <a:close/>
                    <a:moveTo>
                      <a:pt x="1445247" y="2492781"/>
                    </a:moveTo>
                    <a:lnTo>
                      <a:pt x="1454112" y="2572524"/>
                    </a:lnTo>
                    <a:lnTo>
                      <a:pt x="1447800" y="2573222"/>
                    </a:lnTo>
                    <a:lnTo>
                      <a:pt x="1438935" y="2493479"/>
                    </a:lnTo>
                    <a:close/>
                    <a:moveTo>
                      <a:pt x="1152094" y="2491639"/>
                    </a:moveTo>
                    <a:lnTo>
                      <a:pt x="1158393" y="2492414"/>
                    </a:lnTo>
                    <a:lnTo>
                      <a:pt x="1147319" y="2583231"/>
                    </a:lnTo>
                    <a:lnTo>
                      <a:pt x="1141019" y="2582457"/>
                    </a:lnTo>
                    <a:close/>
                    <a:moveTo>
                      <a:pt x="1467396" y="2490482"/>
                    </a:moveTo>
                    <a:lnTo>
                      <a:pt x="1476260" y="2555836"/>
                    </a:lnTo>
                    <a:lnTo>
                      <a:pt x="1469961" y="2556687"/>
                    </a:lnTo>
                    <a:lnTo>
                      <a:pt x="1461097" y="2491346"/>
                    </a:lnTo>
                    <a:close/>
                    <a:moveTo>
                      <a:pt x="1129944" y="2489364"/>
                    </a:moveTo>
                    <a:lnTo>
                      <a:pt x="1136231" y="2490253"/>
                    </a:lnTo>
                    <a:lnTo>
                      <a:pt x="1125156" y="2568879"/>
                    </a:lnTo>
                    <a:lnTo>
                      <a:pt x="1118870" y="2568003"/>
                    </a:lnTo>
                    <a:close/>
                    <a:moveTo>
                      <a:pt x="1489532" y="2487117"/>
                    </a:moveTo>
                    <a:lnTo>
                      <a:pt x="1507261" y="2604516"/>
                    </a:lnTo>
                    <a:lnTo>
                      <a:pt x="1500975" y="2605469"/>
                    </a:lnTo>
                    <a:lnTo>
                      <a:pt x="1483258" y="2488070"/>
                    </a:lnTo>
                    <a:close/>
                    <a:moveTo>
                      <a:pt x="1107808" y="2484868"/>
                    </a:moveTo>
                    <a:lnTo>
                      <a:pt x="1114069" y="2485885"/>
                    </a:lnTo>
                    <a:lnTo>
                      <a:pt x="1095248" y="2603283"/>
                    </a:lnTo>
                    <a:lnTo>
                      <a:pt x="1088974" y="2602280"/>
                    </a:lnTo>
                    <a:close/>
                    <a:moveTo>
                      <a:pt x="1511682" y="2483738"/>
                    </a:moveTo>
                    <a:lnTo>
                      <a:pt x="1524966" y="2562377"/>
                    </a:lnTo>
                    <a:lnTo>
                      <a:pt x="1518705" y="2563431"/>
                    </a:lnTo>
                    <a:lnTo>
                      <a:pt x="1505420" y="2484792"/>
                    </a:lnTo>
                    <a:close/>
                    <a:moveTo>
                      <a:pt x="1085673" y="2481466"/>
                    </a:moveTo>
                    <a:lnTo>
                      <a:pt x="1091908" y="2482647"/>
                    </a:lnTo>
                    <a:lnTo>
                      <a:pt x="1079729" y="2546884"/>
                    </a:lnTo>
                    <a:lnTo>
                      <a:pt x="1073494" y="2545703"/>
                    </a:lnTo>
                    <a:close/>
                    <a:moveTo>
                      <a:pt x="1533818" y="2479217"/>
                    </a:moveTo>
                    <a:lnTo>
                      <a:pt x="1551534" y="2568930"/>
                    </a:lnTo>
                    <a:lnTo>
                      <a:pt x="1545311" y="2570162"/>
                    </a:lnTo>
                    <a:lnTo>
                      <a:pt x="1527582" y="2480449"/>
                    </a:lnTo>
                    <a:close/>
                    <a:moveTo>
                      <a:pt x="1063523" y="2477007"/>
                    </a:moveTo>
                    <a:lnTo>
                      <a:pt x="1069759" y="2478239"/>
                    </a:lnTo>
                    <a:lnTo>
                      <a:pt x="1054252" y="2556878"/>
                    </a:lnTo>
                    <a:lnTo>
                      <a:pt x="1048016" y="2555646"/>
                    </a:lnTo>
                    <a:close/>
                    <a:moveTo>
                      <a:pt x="1555953" y="2474709"/>
                    </a:moveTo>
                    <a:lnTo>
                      <a:pt x="1570342" y="2538958"/>
                    </a:lnTo>
                    <a:lnTo>
                      <a:pt x="1564157" y="2540342"/>
                    </a:lnTo>
                    <a:lnTo>
                      <a:pt x="1549755" y="2476105"/>
                    </a:lnTo>
                    <a:close/>
                    <a:moveTo>
                      <a:pt x="1041400" y="2472486"/>
                    </a:moveTo>
                    <a:lnTo>
                      <a:pt x="1047584" y="2473909"/>
                    </a:lnTo>
                    <a:lnTo>
                      <a:pt x="1034288" y="2531503"/>
                    </a:lnTo>
                    <a:lnTo>
                      <a:pt x="1028103" y="2530068"/>
                    </a:lnTo>
                    <a:close/>
                    <a:moveTo>
                      <a:pt x="1578102" y="2470289"/>
                    </a:moveTo>
                    <a:lnTo>
                      <a:pt x="1592503" y="2534525"/>
                    </a:lnTo>
                    <a:lnTo>
                      <a:pt x="1586306" y="2535910"/>
                    </a:lnTo>
                    <a:lnTo>
                      <a:pt x="1571904" y="2471673"/>
                    </a:lnTo>
                    <a:close/>
                    <a:moveTo>
                      <a:pt x="1019239" y="2466949"/>
                    </a:moveTo>
                    <a:lnTo>
                      <a:pt x="1025437" y="2468359"/>
                    </a:lnTo>
                    <a:lnTo>
                      <a:pt x="1012140" y="2527058"/>
                    </a:lnTo>
                    <a:lnTo>
                      <a:pt x="1005955" y="2525661"/>
                    </a:lnTo>
                    <a:close/>
                    <a:moveTo>
                      <a:pt x="1600239" y="2464702"/>
                    </a:moveTo>
                    <a:lnTo>
                      <a:pt x="1615745" y="2528938"/>
                    </a:lnTo>
                    <a:lnTo>
                      <a:pt x="1609573" y="2530424"/>
                    </a:lnTo>
                    <a:lnTo>
                      <a:pt x="1594067" y="2466188"/>
                    </a:lnTo>
                    <a:close/>
                    <a:moveTo>
                      <a:pt x="997102" y="2461348"/>
                    </a:moveTo>
                    <a:lnTo>
                      <a:pt x="1003262" y="2462885"/>
                    </a:lnTo>
                    <a:lnTo>
                      <a:pt x="988872" y="2520479"/>
                    </a:lnTo>
                    <a:lnTo>
                      <a:pt x="982713" y="2518943"/>
                    </a:lnTo>
                    <a:close/>
                    <a:moveTo>
                      <a:pt x="1622374" y="2459100"/>
                    </a:moveTo>
                    <a:lnTo>
                      <a:pt x="1638985" y="2522232"/>
                    </a:lnTo>
                    <a:lnTo>
                      <a:pt x="1632851" y="2523845"/>
                    </a:lnTo>
                    <a:lnTo>
                      <a:pt x="1616240" y="2460713"/>
                    </a:lnTo>
                    <a:close/>
                    <a:moveTo>
                      <a:pt x="974979" y="2455723"/>
                    </a:moveTo>
                    <a:lnTo>
                      <a:pt x="981087" y="2457438"/>
                    </a:lnTo>
                    <a:lnTo>
                      <a:pt x="963371" y="2520569"/>
                    </a:lnTo>
                    <a:lnTo>
                      <a:pt x="957262" y="2518855"/>
                    </a:lnTo>
                    <a:close/>
                    <a:moveTo>
                      <a:pt x="1643392" y="2453450"/>
                    </a:moveTo>
                    <a:lnTo>
                      <a:pt x="1662214" y="2515464"/>
                    </a:lnTo>
                    <a:lnTo>
                      <a:pt x="1656143" y="2517318"/>
                    </a:lnTo>
                    <a:lnTo>
                      <a:pt x="1637309" y="2455291"/>
                    </a:lnTo>
                    <a:close/>
                    <a:moveTo>
                      <a:pt x="953947" y="2450134"/>
                    </a:moveTo>
                    <a:lnTo>
                      <a:pt x="960031" y="2451950"/>
                    </a:lnTo>
                    <a:lnTo>
                      <a:pt x="930122" y="2551633"/>
                    </a:lnTo>
                    <a:lnTo>
                      <a:pt x="924052" y="2549804"/>
                    </a:lnTo>
                    <a:close/>
                    <a:moveTo>
                      <a:pt x="931811" y="2442349"/>
                    </a:moveTo>
                    <a:lnTo>
                      <a:pt x="937869" y="2444241"/>
                    </a:lnTo>
                    <a:lnTo>
                      <a:pt x="915720" y="2515120"/>
                    </a:lnTo>
                    <a:lnTo>
                      <a:pt x="909662" y="2513228"/>
                    </a:lnTo>
                    <a:close/>
                    <a:moveTo>
                      <a:pt x="1679918" y="2441194"/>
                    </a:moveTo>
                    <a:lnTo>
                      <a:pt x="1703172" y="2512073"/>
                    </a:lnTo>
                    <a:lnTo>
                      <a:pt x="1697140" y="2514054"/>
                    </a:lnTo>
                    <a:lnTo>
                      <a:pt x="1673886" y="2443175"/>
                    </a:lnTo>
                    <a:close/>
                    <a:moveTo>
                      <a:pt x="1700923" y="2434463"/>
                    </a:moveTo>
                    <a:lnTo>
                      <a:pt x="1736369" y="2533041"/>
                    </a:lnTo>
                    <a:lnTo>
                      <a:pt x="1730400" y="2535187"/>
                    </a:lnTo>
                    <a:lnTo>
                      <a:pt x="1694954" y="2436610"/>
                    </a:lnTo>
                    <a:close/>
                    <a:moveTo>
                      <a:pt x="896405" y="2430044"/>
                    </a:moveTo>
                    <a:lnTo>
                      <a:pt x="902386" y="2432177"/>
                    </a:lnTo>
                    <a:lnTo>
                      <a:pt x="880238" y="2494204"/>
                    </a:lnTo>
                    <a:lnTo>
                      <a:pt x="874256" y="2492058"/>
                    </a:lnTo>
                    <a:close/>
                    <a:moveTo>
                      <a:pt x="1721956" y="2426666"/>
                    </a:moveTo>
                    <a:lnTo>
                      <a:pt x="1745222" y="2488692"/>
                    </a:lnTo>
                    <a:lnTo>
                      <a:pt x="1739265" y="2490928"/>
                    </a:lnTo>
                    <a:lnTo>
                      <a:pt x="1716012" y="2428901"/>
                    </a:lnTo>
                    <a:close/>
                    <a:moveTo>
                      <a:pt x="875386" y="2422245"/>
                    </a:moveTo>
                    <a:lnTo>
                      <a:pt x="881330" y="2424467"/>
                    </a:lnTo>
                    <a:lnTo>
                      <a:pt x="858076" y="2486494"/>
                    </a:lnTo>
                    <a:lnTo>
                      <a:pt x="852120" y="2484259"/>
                    </a:lnTo>
                    <a:close/>
                    <a:moveTo>
                      <a:pt x="1744103" y="2418905"/>
                    </a:moveTo>
                    <a:lnTo>
                      <a:pt x="1765147" y="2474277"/>
                    </a:lnTo>
                    <a:lnTo>
                      <a:pt x="1759216" y="2476538"/>
                    </a:lnTo>
                    <a:lnTo>
                      <a:pt x="1738172" y="2421153"/>
                    </a:lnTo>
                    <a:close/>
                    <a:moveTo>
                      <a:pt x="854368" y="2414422"/>
                    </a:moveTo>
                    <a:lnTo>
                      <a:pt x="860260" y="2416784"/>
                    </a:lnTo>
                    <a:lnTo>
                      <a:pt x="835889" y="2477693"/>
                    </a:lnTo>
                    <a:lnTo>
                      <a:pt x="829996" y="2475343"/>
                    </a:lnTo>
                    <a:close/>
                    <a:moveTo>
                      <a:pt x="1763992" y="2409940"/>
                    </a:moveTo>
                    <a:lnTo>
                      <a:pt x="1787258" y="2465324"/>
                    </a:lnTo>
                    <a:lnTo>
                      <a:pt x="1781403" y="2467776"/>
                    </a:lnTo>
                    <a:lnTo>
                      <a:pt x="1758137" y="2412403"/>
                    </a:lnTo>
                    <a:close/>
                    <a:moveTo>
                      <a:pt x="833336" y="2405520"/>
                    </a:moveTo>
                    <a:lnTo>
                      <a:pt x="839204" y="2407971"/>
                    </a:lnTo>
                    <a:lnTo>
                      <a:pt x="813728" y="2468880"/>
                    </a:lnTo>
                    <a:lnTo>
                      <a:pt x="807860" y="2466429"/>
                    </a:lnTo>
                    <a:close/>
                    <a:moveTo>
                      <a:pt x="1785011" y="2401010"/>
                    </a:moveTo>
                    <a:lnTo>
                      <a:pt x="1809382" y="2455278"/>
                    </a:lnTo>
                    <a:lnTo>
                      <a:pt x="1803591" y="2457881"/>
                    </a:lnTo>
                    <a:lnTo>
                      <a:pt x="1779220" y="2403614"/>
                    </a:lnTo>
                    <a:close/>
                    <a:moveTo>
                      <a:pt x="812317" y="2396592"/>
                    </a:moveTo>
                    <a:lnTo>
                      <a:pt x="818121" y="2399170"/>
                    </a:lnTo>
                    <a:lnTo>
                      <a:pt x="791540" y="2458974"/>
                    </a:lnTo>
                    <a:lnTo>
                      <a:pt x="785736" y="2456396"/>
                    </a:lnTo>
                    <a:close/>
                    <a:moveTo>
                      <a:pt x="1806042" y="2392122"/>
                    </a:moveTo>
                    <a:lnTo>
                      <a:pt x="1839266" y="2464105"/>
                    </a:lnTo>
                    <a:lnTo>
                      <a:pt x="1833500" y="2466772"/>
                    </a:lnTo>
                    <a:lnTo>
                      <a:pt x="1800276" y="2394776"/>
                    </a:lnTo>
                    <a:close/>
                    <a:moveTo>
                      <a:pt x="792417" y="2386572"/>
                    </a:moveTo>
                    <a:lnTo>
                      <a:pt x="798170" y="2389251"/>
                    </a:lnTo>
                    <a:lnTo>
                      <a:pt x="759397" y="2472322"/>
                    </a:lnTo>
                    <a:lnTo>
                      <a:pt x="753644" y="2469642"/>
                    </a:lnTo>
                    <a:close/>
                    <a:moveTo>
                      <a:pt x="1825955" y="2382100"/>
                    </a:moveTo>
                    <a:lnTo>
                      <a:pt x="1854746" y="2441917"/>
                    </a:lnTo>
                    <a:lnTo>
                      <a:pt x="1849031" y="2444673"/>
                    </a:lnTo>
                    <a:lnTo>
                      <a:pt x="1820227" y="2384856"/>
                    </a:lnTo>
                    <a:close/>
                    <a:moveTo>
                      <a:pt x="771385" y="2376576"/>
                    </a:moveTo>
                    <a:lnTo>
                      <a:pt x="777113" y="2379306"/>
                    </a:lnTo>
                    <a:lnTo>
                      <a:pt x="742772" y="2451303"/>
                    </a:lnTo>
                    <a:lnTo>
                      <a:pt x="737044" y="2448572"/>
                    </a:lnTo>
                    <a:close/>
                    <a:moveTo>
                      <a:pt x="1846974" y="2372093"/>
                    </a:moveTo>
                    <a:lnTo>
                      <a:pt x="1900137" y="2478417"/>
                    </a:lnTo>
                    <a:lnTo>
                      <a:pt x="1894459" y="2481262"/>
                    </a:lnTo>
                    <a:lnTo>
                      <a:pt x="1841297" y="2374938"/>
                    </a:lnTo>
                    <a:close/>
                    <a:moveTo>
                      <a:pt x="751485" y="2366518"/>
                    </a:moveTo>
                    <a:lnTo>
                      <a:pt x="757136" y="2369439"/>
                    </a:lnTo>
                    <a:lnTo>
                      <a:pt x="702857" y="2474646"/>
                    </a:lnTo>
                    <a:lnTo>
                      <a:pt x="697218" y="2471738"/>
                    </a:lnTo>
                    <a:close/>
                    <a:moveTo>
                      <a:pt x="1866888" y="2362073"/>
                    </a:moveTo>
                    <a:lnTo>
                      <a:pt x="1903438" y="2431847"/>
                    </a:lnTo>
                    <a:lnTo>
                      <a:pt x="1897812" y="2434793"/>
                    </a:lnTo>
                    <a:lnTo>
                      <a:pt x="1861262" y="2365020"/>
                    </a:lnTo>
                    <a:close/>
                    <a:moveTo>
                      <a:pt x="731583" y="2356510"/>
                    </a:moveTo>
                    <a:lnTo>
                      <a:pt x="737171" y="2359520"/>
                    </a:lnTo>
                    <a:lnTo>
                      <a:pt x="706158" y="2417101"/>
                    </a:lnTo>
                    <a:lnTo>
                      <a:pt x="700570" y="2414091"/>
                    </a:lnTo>
                    <a:close/>
                    <a:moveTo>
                      <a:pt x="1886800" y="2350961"/>
                    </a:moveTo>
                    <a:lnTo>
                      <a:pt x="1929993" y="2430704"/>
                    </a:lnTo>
                    <a:lnTo>
                      <a:pt x="1924418" y="2433727"/>
                    </a:lnTo>
                    <a:lnTo>
                      <a:pt x="1881212" y="2353983"/>
                    </a:lnTo>
                    <a:close/>
                    <a:moveTo>
                      <a:pt x="711670" y="2345372"/>
                    </a:moveTo>
                    <a:lnTo>
                      <a:pt x="717208" y="2348496"/>
                    </a:lnTo>
                    <a:lnTo>
                      <a:pt x="678435" y="2417165"/>
                    </a:lnTo>
                    <a:lnTo>
                      <a:pt x="672910" y="2414041"/>
                    </a:lnTo>
                    <a:close/>
                    <a:moveTo>
                      <a:pt x="1905585" y="2339810"/>
                    </a:moveTo>
                    <a:lnTo>
                      <a:pt x="1938808" y="2397405"/>
                    </a:lnTo>
                    <a:lnTo>
                      <a:pt x="1933309" y="2400580"/>
                    </a:lnTo>
                    <a:lnTo>
                      <a:pt x="1900086" y="2342985"/>
                    </a:lnTo>
                    <a:close/>
                    <a:moveTo>
                      <a:pt x="692899" y="2334209"/>
                    </a:moveTo>
                    <a:lnTo>
                      <a:pt x="698322" y="2337510"/>
                    </a:lnTo>
                    <a:lnTo>
                      <a:pt x="667308" y="2388450"/>
                    </a:lnTo>
                    <a:lnTo>
                      <a:pt x="661885" y="2385148"/>
                    </a:lnTo>
                    <a:close/>
                    <a:moveTo>
                      <a:pt x="1925485" y="2328671"/>
                    </a:moveTo>
                    <a:lnTo>
                      <a:pt x="1959813" y="2385161"/>
                    </a:lnTo>
                    <a:lnTo>
                      <a:pt x="1954390" y="2388450"/>
                    </a:lnTo>
                    <a:lnTo>
                      <a:pt x="1920062" y="2331973"/>
                    </a:lnTo>
                    <a:close/>
                    <a:moveTo>
                      <a:pt x="672961" y="2322030"/>
                    </a:moveTo>
                    <a:lnTo>
                      <a:pt x="678384" y="2325332"/>
                    </a:lnTo>
                    <a:lnTo>
                      <a:pt x="647370" y="2376272"/>
                    </a:lnTo>
                    <a:lnTo>
                      <a:pt x="641948" y="2372970"/>
                    </a:lnTo>
                    <a:close/>
                    <a:moveTo>
                      <a:pt x="1944281" y="2316428"/>
                    </a:moveTo>
                    <a:lnTo>
                      <a:pt x="1979714" y="2371801"/>
                    </a:lnTo>
                    <a:lnTo>
                      <a:pt x="1974367" y="2375229"/>
                    </a:lnTo>
                    <a:lnTo>
                      <a:pt x="1938921" y="2319845"/>
                    </a:lnTo>
                    <a:close/>
                    <a:moveTo>
                      <a:pt x="654177" y="2309775"/>
                    </a:moveTo>
                    <a:lnTo>
                      <a:pt x="659511" y="2313216"/>
                    </a:lnTo>
                    <a:lnTo>
                      <a:pt x="627392" y="2363051"/>
                    </a:lnTo>
                    <a:lnTo>
                      <a:pt x="622058" y="2359610"/>
                    </a:lnTo>
                    <a:close/>
                    <a:moveTo>
                      <a:pt x="1964207" y="2304237"/>
                    </a:moveTo>
                    <a:lnTo>
                      <a:pt x="1999653" y="2359622"/>
                    </a:lnTo>
                    <a:lnTo>
                      <a:pt x="1994306" y="2363039"/>
                    </a:lnTo>
                    <a:lnTo>
                      <a:pt x="1958860" y="2307666"/>
                    </a:lnTo>
                    <a:close/>
                    <a:moveTo>
                      <a:pt x="635368" y="2297557"/>
                    </a:moveTo>
                    <a:lnTo>
                      <a:pt x="640664" y="2301062"/>
                    </a:lnTo>
                    <a:lnTo>
                      <a:pt x="604113" y="2356435"/>
                    </a:lnTo>
                    <a:lnTo>
                      <a:pt x="598817" y="2352942"/>
                    </a:lnTo>
                    <a:close/>
                    <a:moveTo>
                      <a:pt x="1981860" y="2291956"/>
                    </a:moveTo>
                    <a:lnTo>
                      <a:pt x="2019528" y="2346236"/>
                    </a:lnTo>
                    <a:lnTo>
                      <a:pt x="2014309" y="2349856"/>
                    </a:lnTo>
                    <a:lnTo>
                      <a:pt x="1976653" y="2295576"/>
                    </a:lnTo>
                    <a:close/>
                    <a:moveTo>
                      <a:pt x="616586" y="2285301"/>
                    </a:moveTo>
                    <a:lnTo>
                      <a:pt x="621793" y="2288946"/>
                    </a:lnTo>
                    <a:lnTo>
                      <a:pt x="561976" y="2374226"/>
                    </a:lnTo>
                    <a:lnTo>
                      <a:pt x="556781" y="2370581"/>
                    </a:lnTo>
                    <a:close/>
                    <a:moveTo>
                      <a:pt x="597790" y="2271979"/>
                    </a:moveTo>
                    <a:lnTo>
                      <a:pt x="602933" y="2275700"/>
                    </a:lnTo>
                    <a:lnTo>
                      <a:pt x="559740" y="2335505"/>
                    </a:lnTo>
                    <a:lnTo>
                      <a:pt x="554597" y="2331784"/>
                    </a:lnTo>
                    <a:close/>
                    <a:moveTo>
                      <a:pt x="2013928" y="2269743"/>
                    </a:moveTo>
                    <a:lnTo>
                      <a:pt x="2057133" y="2328443"/>
                    </a:lnTo>
                    <a:lnTo>
                      <a:pt x="2052015" y="2332202"/>
                    </a:lnTo>
                    <a:lnTo>
                      <a:pt x="2008822" y="2273503"/>
                    </a:lnTo>
                    <a:close/>
                    <a:moveTo>
                      <a:pt x="2031620" y="2256409"/>
                    </a:moveTo>
                    <a:lnTo>
                      <a:pt x="2094751" y="2339480"/>
                    </a:lnTo>
                    <a:lnTo>
                      <a:pt x="2089697" y="2343315"/>
                    </a:lnTo>
                    <a:lnTo>
                      <a:pt x="2026565" y="2260258"/>
                    </a:lnTo>
                    <a:close/>
                    <a:moveTo>
                      <a:pt x="567931" y="2248650"/>
                    </a:moveTo>
                    <a:lnTo>
                      <a:pt x="572973" y="2252510"/>
                    </a:lnTo>
                    <a:lnTo>
                      <a:pt x="533107" y="2304568"/>
                    </a:lnTo>
                    <a:lnTo>
                      <a:pt x="528066" y="2300707"/>
                    </a:lnTo>
                    <a:close/>
                    <a:moveTo>
                      <a:pt x="2049311" y="2241969"/>
                    </a:moveTo>
                    <a:lnTo>
                      <a:pt x="2090294" y="2294026"/>
                    </a:lnTo>
                    <a:lnTo>
                      <a:pt x="2085303" y="2297950"/>
                    </a:lnTo>
                    <a:lnTo>
                      <a:pt x="2044320" y="2245893"/>
                    </a:lnTo>
                    <a:close/>
                    <a:moveTo>
                      <a:pt x="550266" y="2235301"/>
                    </a:moveTo>
                    <a:lnTo>
                      <a:pt x="555207" y="2239276"/>
                    </a:lnTo>
                    <a:lnTo>
                      <a:pt x="514236" y="2290228"/>
                    </a:lnTo>
                    <a:lnTo>
                      <a:pt x="509283" y="2286241"/>
                    </a:lnTo>
                    <a:close/>
                    <a:moveTo>
                      <a:pt x="2067002" y="2227542"/>
                    </a:moveTo>
                    <a:lnTo>
                      <a:pt x="2104670" y="2274050"/>
                    </a:lnTo>
                    <a:lnTo>
                      <a:pt x="2099730" y="2278050"/>
                    </a:lnTo>
                    <a:lnTo>
                      <a:pt x="2062074" y="2231530"/>
                    </a:lnTo>
                    <a:close/>
                    <a:moveTo>
                      <a:pt x="532587" y="2220837"/>
                    </a:moveTo>
                    <a:lnTo>
                      <a:pt x="537438" y="2224939"/>
                    </a:lnTo>
                    <a:lnTo>
                      <a:pt x="495350" y="2274773"/>
                    </a:lnTo>
                    <a:lnTo>
                      <a:pt x="490499" y="2270684"/>
                    </a:lnTo>
                    <a:close/>
                    <a:moveTo>
                      <a:pt x="2084680" y="2214181"/>
                    </a:moveTo>
                    <a:lnTo>
                      <a:pt x="2122336" y="2258491"/>
                    </a:lnTo>
                    <a:lnTo>
                      <a:pt x="2117497" y="2262606"/>
                    </a:lnTo>
                    <a:lnTo>
                      <a:pt x="2079842" y="2218296"/>
                    </a:lnTo>
                    <a:close/>
                    <a:moveTo>
                      <a:pt x="516026" y="2206384"/>
                    </a:moveTo>
                    <a:lnTo>
                      <a:pt x="520776" y="2210601"/>
                    </a:lnTo>
                    <a:lnTo>
                      <a:pt x="477583" y="2259330"/>
                    </a:lnTo>
                    <a:lnTo>
                      <a:pt x="472833" y="2255114"/>
                    </a:lnTo>
                    <a:close/>
                    <a:moveTo>
                      <a:pt x="2101227" y="2198612"/>
                    </a:moveTo>
                    <a:lnTo>
                      <a:pt x="2141105" y="2242922"/>
                    </a:lnTo>
                    <a:lnTo>
                      <a:pt x="2136381" y="2247164"/>
                    </a:lnTo>
                    <a:lnTo>
                      <a:pt x="2096516" y="2202866"/>
                    </a:lnTo>
                    <a:close/>
                    <a:moveTo>
                      <a:pt x="498310" y="2190876"/>
                    </a:moveTo>
                    <a:lnTo>
                      <a:pt x="503060" y="2195093"/>
                    </a:lnTo>
                    <a:lnTo>
                      <a:pt x="459868" y="2243823"/>
                    </a:lnTo>
                    <a:lnTo>
                      <a:pt x="455118" y="2239606"/>
                    </a:lnTo>
                    <a:close/>
                    <a:moveTo>
                      <a:pt x="2117814" y="2183078"/>
                    </a:moveTo>
                    <a:lnTo>
                      <a:pt x="2172094" y="2241778"/>
                    </a:lnTo>
                    <a:lnTo>
                      <a:pt x="2167421" y="2246083"/>
                    </a:lnTo>
                    <a:lnTo>
                      <a:pt x="2113154" y="2187384"/>
                    </a:lnTo>
                    <a:close/>
                    <a:moveTo>
                      <a:pt x="481750" y="2175307"/>
                    </a:moveTo>
                    <a:lnTo>
                      <a:pt x="486385" y="2179650"/>
                    </a:lnTo>
                    <a:lnTo>
                      <a:pt x="424371" y="2246097"/>
                    </a:lnTo>
                    <a:lnTo>
                      <a:pt x="419723" y="2241766"/>
                    </a:lnTo>
                    <a:close/>
                    <a:moveTo>
                      <a:pt x="2134401" y="2168640"/>
                    </a:moveTo>
                    <a:lnTo>
                      <a:pt x="2179803" y="2216265"/>
                    </a:lnTo>
                    <a:lnTo>
                      <a:pt x="2175206" y="2220646"/>
                    </a:lnTo>
                    <a:lnTo>
                      <a:pt x="2129803" y="2173021"/>
                    </a:lnTo>
                    <a:close/>
                    <a:moveTo>
                      <a:pt x="466267" y="2159774"/>
                    </a:moveTo>
                    <a:lnTo>
                      <a:pt x="470852" y="2164168"/>
                    </a:lnTo>
                    <a:lnTo>
                      <a:pt x="415467" y="2221763"/>
                    </a:lnTo>
                    <a:lnTo>
                      <a:pt x="410895" y="2217369"/>
                    </a:lnTo>
                    <a:close/>
                    <a:moveTo>
                      <a:pt x="2150974" y="2151989"/>
                    </a:moveTo>
                    <a:lnTo>
                      <a:pt x="2234045" y="2236165"/>
                    </a:lnTo>
                    <a:lnTo>
                      <a:pt x="2229524" y="2240622"/>
                    </a:lnTo>
                    <a:lnTo>
                      <a:pt x="2146453" y="2156447"/>
                    </a:lnTo>
                    <a:close/>
                    <a:moveTo>
                      <a:pt x="449719" y="2144205"/>
                    </a:moveTo>
                    <a:lnTo>
                      <a:pt x="454177" y="2148726"/>
                    </a:lnTo>
                    <a:lnTo>
                      <a:pt x="370001" y="2231797"/>
                    </a:lnTo>
                    <a:lnTo>
                      <a:pt x="365544" y="2227275"/>
                    </a:lnTo>
                    <a:close/>
                    <a:moveTo>
                      <a:pt x="2166443" y="2136444"/>
                    </a:moveTo>
                    <a:lnTo>
                      <a:pt x="2222932" y="2191829"/>
                    </a:lnTo>
                    <a:lnTo>
                      <a:pt x="2218487" y="2196363"/>
                    </a:lnTo>
                    <a:lnTo>
                      <a:pt x="2161998" y="2140978"/>
                    </a:lnTo>
                    <a:close/>
                    <a:moveTo>
                      <a:pt x="434252" y="2127554"/>
                    </a:moveTo>
                    <a:lnTo>
                      <a:pt x="438633" y="2132152"/>
                    </a:lnTo>
                    <a:lnTo>
                      <a:pt x="391008" y="2177567"/>
                    </a:lnTo>
                    <a:lnTo>
                      <a:pt x="386627" y="2172969"/>
                    </a:lnTo>
                    <a:close/>
                    <a:moveTo>
                      <a:pt x="2181886" y="2119783"/>
                    </a:moveTo>
                    <a:lnTo>
                      <a:pt x="2248345" y="2181810"/>
                    </a:lnTo>
                    <a:lnTo>
                      <a:pt x="2244015" y="2186445"/>
                    </a:lnTo>
                    <a:lnTo>
                      <a:pt x="2177555" y="2124418"/>
                    </a:lnTo>
                    <a:close/>
                    <a:moveTo>
                      <a:pt x="418783" y="2110904"/>
                    </a:moveTo>
                    <a:lnTo>
                      <a:pt x="423088" y="2115578"/>
                    </a:lnTo>
                    <a:lnTo>
                      <a:pt x="364389" y="2169845"/>
                    </a:lnTo>
                    <a:lnTo>
                      <a:pt x="360084" y="2165184"/>
                    </a:lnTo>
                    <a:close/>
                    <a:moveTo>
                      <a:pt x="2197366" y="2103146"/>
                    </a:moveTo>
                    <a:lnTo>
                      <a:pt x="2246096" y="2147443"/>
                    </a:lnTo>
                    <a:lnTo>
                      <a:pt x="2241829" y="2152142"/>
                    </a:lnTo>
                    <a:lnTo>
                      <a:pt x="2193099" y="2107845"/>
                    </a:lnTo>
                    <a:close/>
                    <a:moveTo>
                      <a:pt x="403314" y="2094268"/>
                    </a:moveTo>
                    <a:lnTo>
                      <a:pt x="407556" y="2098993"/>
                    </a:lnTo>
                    <a:lnTo>
                      <a:pt x="363259" y="2138858"/>
                    </a:lnTo>
                    <a:lnTo>
                      <a:pt x="359004" y="2134146"/>
                    </a:lnTo>
                    <a:close/>
                    <a:moveTo>
                      <a:pt x="2211706" y="2086470"/>
                    </a:moveTo>
                    <a:lnTo>
                      <a:pt x="2261553" y="2129675"/>
                    </a:lnTo>
                    <a:lnTo>
                      <a:pt x="2257387" y="2134475"/>
                    </a:lnTo>
                    <a:lnTo>
                      <a:pt x="2207553" y="2091270"/>
                    </a:lnTo>
                    <a:close/>
                    <a:moveTo>
                      <a:pt x="389013" y="2077567"/>
                    </a:moveTo>
                    <a:lnTo>
                      <a:pt x="393065" y="2082457"/>
                    </a:lnTo>
                    <a:lnTo>
                      <a:pt x="347649" y="2120112"/>
                    </a:lnTo>
                    <a:lnTo>
                      <a:pt x="343598" y="2115222"/>
                    </a:lnTo>
                    <a:close/>
                    <a:moveTo>
                      <a:pt x="2227186" y="2068728"/>
                    </a:moveTo>
                    <a:lnTo>
                      <a:pt x="2277021" y="2110815"/>
                    </a:lnTo>
                    <a:lnTo>
                      <a:pt x="2272919" y="2115667"/>
                    </a:lnTo>
                    <a:lnTo>
                      <a:pt x="2223084" y="2073579"/>
                    </a:lnTo>
                    <a:close/>
                    <a:moveTo>
                      <a:pt x="374638" y="2059826"/>
                    </a:moveTo>
                    <a:lnTo>
                      <a:pt x="378638" y="2064766"/>
                    </a:lnTo>
                    <a:lnTo>
                      <a:pt x="332118" y="2102422"/>
                    </a:lnTo>
                    <a:lnTo>
                      <a:pt x="328118" y="2097481"/>
                    </a:lnTo>
                    <a:close/>
                    <a:moveTo>
                      <a:pt x="2241550" y="2050986"/>
                    </a:moveTo>
                    <a:lnTo>
                      <a:pt x="2292502" y="2093074"/>
                    </a:lnTo>
                    <a:lnTo>
                      <a:pt x="2288451" y="2097963"/>
                    </a:lnTo>
                    <a:lnTo>
                      <a:pt x="2237511" y="2055875"/>
                    </a:lnTo>
                    <a:close/>
                    <a:moveTo>
                      <a:pt x="360273" y="2042083"/>
                    </a:moveTo>
                    <a:lnTo>
                      <a:pt x="364197" y="2047061"/>
                    </a:lnTo>
                    <a:lnTo>
                      <a:pt x="312140" y="2088044"/>
                    </a:lnTo>
                    <a:lnTo>
                      <a:pt x="308216" y="2083053"/>
                    </a:lnTo>
                    <a:close/>
                    <a:moveTo>
                      <a:pt x="2254757" y="2034299"/>
                    </a:moveTo>
                    <a:lnTo>
                      <a:pt x="2306802" y="2074177"/>
                    </a:lnTo>
                    <a:lnTo>
                      <a:pt x="2302941" y="2079219"/>
                    </a:lnTo>
                    <a:lnTo>
                      <a:pt x="2250897" y="2039341"/>
                    </a:lnTo>
                    <a:close/>
                    <a:moveTo>
                      <a:pt x="347041" y="2024317"/>
                    </a:moveTo>
                    <a:lnTo>
                      <a:pt x="350851" y="2029397"/>
                    </a:lnTo>
                    <a:lnTo>
                      <a:pt x="266675" y="2092529"/>
                    </a:lnTo>
                    <a:lnTo>
                      <a:pt x="262865" y="2087448"/>
                    </a:lnTo>
                    <a:close/>
                    <a:moveTo>
                      <a:pt x="332663" y="2006574"/>
                    </a:moveTo>
                    <a:lnTo>
                      <a:pt x="336435" y="2011692"/>
                    </a:lnTo>
                    <a:lnTo>
                      <a:pt x="277736" y="2054885"/>
                    </a:lnTo>
                    <a:lnTo>
                      <a:pt x="273964" y="2049767"/>
                    </a:lnTo>
                    <a:close/>
                    <a:moveTo>
                      <a:pt x="2277935" y="2003234"/>
                    </a:moveTo>
                    <a:lnTo>
                      <a:pt x="2337752" y="2046427"/>
                    </a:lnTo>
                    <a:lnTo>
                      <a:pt x="2334031" y="2051583"/>
                    </a:lnTo>
                    <a:lnTo>
                      <a:pt x="2274227" y="2008377"/>
                    </a:lnTo>
                    <a:close/>
                    <a:moveTo>
                      <a:pt x="2291208" y="1984387"/>
                    </a:moveTo>
                    <a:lnTo>
                      <a:pt x="2377593" y="2045296"/>
                    </a:lnTo>
                    <a:lnTo>
                      <a:pt x="2373935" y="2050490"/>
                    </a:lnTo>
                    <a:lnTo>
                      <a:pt x="2287537" y="1989568"/>
                    </a:lnTo>
                    <a:close/>
                    <a:moveTo>
                      <a:pt x="311735" y="1975485"/>
                    </a:moveTo>
                    <a:lnTo>
                      <a:pt x="315278" y="1980756"/>
                    </a:lnTo>
                    <a:lnTo>
                      <a:pt x="261011" y="2017307"/>
                    </a:lnTo>
                    <a:lnTo>
                      <a:pt x="257468" y="2012036"/>
                    </a:lnTo>
                    <a:close/>
                    <a:moveTo>
                      <a:pt x="2303322" y="1966620"/>
                    </a:moveTo>
                    <a:lnTo>
                      <a:pt x="2357602" y="2003170"/>
                    </a:lnTo>
                    <a:lnTo>
                      <a:pt x="2354046" y="2008441"/>
                    </a:lnTo>
                    <a:lnTo>
                      <a:pt x="2299779" y="1971890"/>
                    </a:lnTo>
                    <a:close/>
                    <a:moveTo>
                      <a:pt x="298500" y="1956613"/>
                    </a:moveTo>
                    <a:lnTo>
                      <a:pt x="301929" y="1961960"/>
                    </a:lnTo>
                    <a:lnTo>
                      <a:pt x="246545" y="1997405"/>
                    </a:lnTo>
                    <a:lnTo>
                      <a:pt x="243128" y="1992059"/>
                    </a:lnTo>
                    <a:close/>
                    <a:moveTo>
                      <a:pt x="2315476" y="1946668"/>
                    </a:moveTo>
                    <a:lnTo>
                      <a:pt x="2366416" y="1979891"/>
                    </a:lnTo>
                    <a:lnTo>
                      <a:pt x="2362949" y="1985213"/>
                    </a:lnTo>
                    <a:lnTo>
                      <a:pt x="2311997" y="1951989"/>
                    </a:lnTo>
                    <a:close/>
                    <a:moveTo>
                      <a:pt x="286360" y="1937766"/>
                    </a:moveTo>
                    <a:lnTo>
                      <a:pt x="289700" y="1943164"/>
                    </a:lnTo>
                    <a:lnTo>
                      <a:pt x="234328" y="1977492"/>
                    </a:lnTo>
                    <a:lnTo>
                      <a:pt x="230988" y="1972095"/>
                    </a:lnTo>
                    <a:close/>
                    <a:moveTo>
                      <a:pt x="2327568" y="1927784"/>
                    </a:moveTo>
                    <a:lnTo>
                      <a:pt x="2378520" y="1958798"/>
                    </a:lnTo>
                    <a:lnTo>
                      <a:pt x="2375218" y="1964220"/>
                    </a:lnTo>
                    <a:lnTo>
                      <a:pt x="2324266" y="1933207"/>
                    </a:lnTo>
                    <a:close/>
                    <a:moveTo>
                      <a:pt x="274180" y="1917826"/>
                    </a:moveTo>
                    <a:lnTo>
                      <a:pt x="277520" y="1923224"/>
                    </a:lnTo>
                    <a:lnTo>
                      <a:pt x="222148" y="1957565"/>
                    </a:lnTo>
                    <a:lnTo>
                      <a:pt x="218795" y="1952167"/>
                    </a:lnTo>
                    <a:close/>
                    <a:moveTo>
                      <a:pt x="2339708" y="1908925"/>
                    </a:moveTo>
                    <a:lnTo>
                      <a:pt x="2390660" y="1938833"/>
                    </a:lnTo>
                    <a:lnTo>
                      <a:pt x="2387447" y="1944307"/>
                    </a:lnTo>
                    <a:lnTo>
                      <a:pt x="2336495" y="1914411"/>
                    </a:lnTo>
                    <a:close/>
                    <a:moveTo>
                      <a:pt x="263169" y="1898967"/>
                    </a:moveTo>
                    <a:lnTo>
                      <a:pt x="266382" y="1904440"/>
                    </a:lnTo>
                    <a:lnTo>
                      <a:pt x="209893" y="1937664"/>
                    </a:lnTo>
                    <a:lnTo>
                      <a:pt x="206679" y="1932190"/>
                    </a:lnTo>
                    <a:close/>
                    <a:moveTo>
                      <a:pt x="2350771" y="1888986"/>
                    </a:moveTo>
                    <a:lnTo>
                      <a:pt x="2419439" y="1928863"/>
                    </a:lnTo>
                    <a:lnTo>
                      <a:pt x="2416252" y="1934350"/>
                    </a:lnTo>
                    <a:lnTo>
                      <a:pt x="2347583" y="1894472"/>
                    </a:lnTo>
                    <a:close/>
                    <a:moveTo>
                      <a:pt x="252158" y="1878990"/>
                    </a:moveTo>
                    <a:lnTo>
                      <a:pt x="255244" y="1884540"/>
                    </a:lnTo>
                    <a:lnTo>
                      <a:pt x="175501" y="1928837"/>
                    </a:lnTo>
                    <a:lnTo>
                      <a:pt x="172415" y="1923287"/>
                    </a:lnTo>
                    <a:close/>
                    <a:moveTo>
                      <a:pt x="2361806" y="1869021"/>
                    </a:moveTo>
                    <a:lnTo>
                      <a:pt x="2419388" y="1901140"/>
                    </a:lnTo>
                    <a:lnTo>
                      <a:pt x="2416301" y="1906689"/>
                    </a:lnTo>
                    <a:lnTo>
                      <a:pt x="2358707" y="1874571"/>
                    </a:lnTo>
                    <a:close/>
                    <a:moveTo>
                      <a:pt x="241109" y="1859039"/>
                    </a:moveTo>
                    <a:lnTo>
                      <a:pt x="244132" y="1864627"/>
                    </a:lnTo>
                    <a:lnTo>
                      <a:pt x="174358" y="1902283"/>
                    </a:lnTo>
                    <a:lnTo>
                      <a:pt x="171335" y="1896695"/>
                    </a:lnTo>
                    <a:close/>
                    <a:moveTo>
                      <a:pt x="2371687" y="1849043"/>
                    </a:moveTo>
                    <a:lnTo>
                      <a:pt x="2478012" y="1904415"/>
                    </a:lnTo>
                    <a:lnTo>
                      <a:pt x="2475078" y="1910054"/>
                    </a:lnTo>
                    <a:lnTo>
                      <a:pt x="2368754" y="1854669"/>
                    </a:lnTo>
                    <a:close/>
                    <a:moveTo>
                      <a:pt x="231228" y="1839048"/>
                    </a:moveTo>
                    <a:lnTo>
                      <a:pt x="234073" y="1844725"/>
                    </a:lnTo>
                    <a:lnTo>
                      <a:pt x="127749" y="1897887"/>
                    </a:lnTo>
                    <a:lnTo>
                      <a:pt x="124904" y="1892210"/>
                    </a:lnTo>
                    <a:close/>
                    <a:moveTo>
                      <a:pt x="2382724" y="1829080"/>
                    </a:moveTo>
                    <a:lnTo>
                      <a:pt x="2453603" y="1864526"/>
                    </a:lnTo>
                    <a:lnTo>
                      <a:pt x="2450758" y="1870202"/>
                    </a:lnTo>
                    <a:lnTo>
                      <a:pt x="2379879" y="1834769"/>
                    </a:lnTo>
                    <a:close/>
                    <a:moveTo>
                      <a:pt x="221348" y="1819072"/>
                    </a:moveTo>
                    <a:lnTo>
                      <a:pt x="224015" y="1824838"/>
                    </a:lnTo>
                    <a:lnTo>
                      <a:pt x="164211" y="1852524"/>
                    </a:lnTo>
                    <a:lnTo>
                      <a:pt x="161544" y="1846758"/>
                    </a:lnTo>
                    <a:close/>
                    <a:moveTo>
                      <a:pt x="2391499" y="1809115"/>
                    </a:moveTo>
                    <a:lnTo>
                      <a:pt x="2474570" y="1847876"/>
                    </a:lnTo>
                    <a:lnTo>
                      <a:pt x="2471878" y="1853629"/>
                    </a:lnTo>
                    <a:lnTo>
                      <a:pt x="2388820" y="1814868"/>
                    </a:lnTo>
                    <a:close/>
                    <a:moveTo>
                      <a:pt x="212510" y="1798028"/>
                    </a:moveTo>
                    <a:lnTo>
                      <a:pt x="215139" y="1803807"/>
                    </a:lnTo>
                    <a:lnTo>
                      <a:pt x="142037" y="1837030"/>
                    </a:lnTo>
                    <a:lnTo>
                      <a:pt x="139421" y="1831251"/>
                    </a:lnTo>
                    <a:close/>
                    <a:moveTo>
                      <a:pt x="2401417" y="1788045"/>
                    </a:moveTo>
                    <a:lnTo>
                      <a:pt x="2461222" y="1814626"/>
                    </a:lnTo>
                    <a:lnTo>
                      <a:pt x="2458643" y="1820430"/>
                    </a:lnTo>
                    <a:lnTo>
                      <a:pt x="2398839" y="1793849"/>
                    </a:lnTo>
                    <a:close/>
                    <a:moveTo>
                      <a:pt x="202603" y="1778064"/>
                    </a:moveTo>
                    <a:lnTo>
                      <a:pt x="205105" y="1783893"/>
                    </a:lnTo>
                    <a:lnTo>
                      <a:pt x="150837" y="1807160"/>
                    </a:lnTo>
                    <a:lnTo>
                      <a:pt x="148336" y="1801317"/>
                    </a:lnTo>
                    <a:close/>
                    <a:moveTo>
                      <a:pt x="2410206" y="1768080"/>
                    </a:moveTo>
                    <a:lnTo>
                      <a:pt x="2471128" y="1793557"/>
                    </a:lnTo>
                    <a:lnTo>
                      <a:pt x="2468677" y="1799411"/>
                    </a:lnTo>
                    <a:lnTo>
                      <a:pt x="2407767" y="1773935"/>
                    </a:lnTo>
                    <a:close/>
                    <a:moveTo>
                      <a:pt x="193803" y="1756995"/>
                    </a:moveTo>
                    <a:lnTo>
                      <a:pt x="196203" y="1762875"/>
                    </a:lnTo>
                    <a:lnTo>
                      <a:pt x="141923" y="1785023"/>
                    </a:lnTo>
                    <a:lnTo>
                      <a:pt x="139535" y="1779143"/>
                    </a:lnTo>
                    <a:close/>
                    <a:moveTo>
                      <a:pt x="2419032" y="1747012"/>
                    </a:moveTo>
                    <a:lnTo>
                      <a:pt x="2479941" y="1771384"/>
                    </a:lnTo>
                    <a:lnTo>
                      <a:pt x="2477579" y="1777276"/>
                    </a:lnTo>
                    <a:lnTo>
                      <a:pt x="2416670" y="1752918"/>
                    </a:lnTo>
                    <a:close/>
                    <a:moveTo>
                      <a:pt x="186068" y="1735938"/>
                    </a:moveTo>
                    <a:lnTo>
                      <a:pt x="188430" y="1741843"/>
                    </a:lnTo>
                    <a:lnTo>
                      <a:pt x="133046" y="1763992"/>
                    </a:lnTo>
                    <a:lnTo>
                      <a:pt x="130684" y="1758099"/>
                    </a:lnTo>
                    <a:close/>
                    <a:moveTo>
                      <a:pt x="2426717" y="1725955"/>
                    </a:moveTo>
                    <a:lnTo>
                      <a:pt x="2488743" y="1749208"/>
                    </a:lnTo>
                    <a:lnTo>
                      <a:pt x="2486508" y="1755152"/>
                    </a:lnTo>
                    <a:lnTo>
                      <a:pt x="2424481" y="1731898"/>
                    </a:lnTo>
                    <a:close/>
                    <a:moveTo>
                      <a:pt x="177254" y="1714880"/>
                    </a:moveTo>
                    <a:lnTo>
                      <a:pt x="179515" y="1720811"/>
                    </a:lnTo>
                    <a:lnTo>
                      <a:pt x="118606" y="1744065"/>
                    </a:lnTo>
                    <a:lnTo>
                      <a:pt x="116333" y="1738134"/>
                    </a:lnTo>
                    <a:close/>
                    <a:moveTo>
                      <a:pt x="2434425" y="1704885"/>
                    </a:moveTo>
                    <a:lnTo>
                      <a:pt x="2496439" y="1727034"/>
                    </a:lnTo>
                    <a:lnTo>
                      <a:pt x="2494306" y="1733016"/>
                    </a:lnTo>
                    <a:lnTo>
                      <a:pt x="2432279" y="1710867"/>
                    </a:lnTo>
                    <a:close/>
                    <a:moveTo>
                      <a:pt x="170700" y="1693799"/>
                    </a:moveTo>
                    <a:lnTo>
                      <a:pt x="172770" y="1699807"/>
                    </a:lnTo>
                    <a:lnTo>
                      <a:pt x="73088" y="1734135"/>
                    </a:lnTo>
                    <a:lnTo>
                      <a:pt x="71031" y="1728140"/>
                    </a:lnTo>
                    <a:close/>
                    <a:moveTo>
                      <a:pt x="162980" y="1671638"/>
                    </a:moveTo>
                    <a:lnTo>
                      <a:pt x="164986" y="1677670"/>
                    </a:lnTo>
                    <a:lnTo>
                      <a:pt x="95213" y="1700924"/>
                    </a:lnTo>
                    <a:lnTo>
                      <a:pt x="93206" y="1694904"/>
                    </a:lnTo>
                    <a:close/>
                    <a:moveTo>
                      <a:pt x="2446529" y="1668309"/>
                    </a:moveTo>
                    <a:lnTo>
                      <a:pt x="2517407" y="1691576"/>
                    </a:lnTo>
                    <a:lnTo>
                      <a:pt x="2515426" y="1697608"/>
                    </a:lnTo>
                    <a:lnTo>
                      <a:pt x="2444547" y="1674342"/>
                    </a:lnTo>
                    <a:close/>
                    <a:moveTo>
                      <a:pt x="2453081" y="1647241"/>
                    </a:moveTo>
                    <a:lnTo>
                      <a:pt x="2553868" y="1677150"/>
                    </a:lnTo>
                    <a:lnTo>
                      <a:pt x="2552064" y="1683233"/>
                    </a:lnTo>
                    <a:lnTo>
                      <a:pt x="2451277" y="1653337"/>
                    </a:lnTo>
                    <a:close/>
                    <a:moveTo>
                      <a:pt x="152058" y="1636154"/>
                    </a:moveTo>
                    <a:lnTo>
                      <a:pt x="153772" y="1642263"/>
                    </a:lnTo>
                    <a:lnTo>
                      <a:pt x="90641" y="1659992"/>
                    </a:lnTo>
                    <a:lnTo>
                      <a:pt x="88926" y="1653871"/>
                    </a:lnTo>
                    <a:close/>
                    <a:moveTo>
                      <a:pt x="2459685" y="1625079"/>
                    </a:moveTo>
                    <a:lnTo>
                      <a:pt x="2522817" y="1642795"/>
                    </a:lnTo>
                    <a:lnTo>
                      <a:pt x="2521102" y="1648916"/>
                    </a:lnTo>
                    <a:lnTo>
                      <a:pt x="2457970" y="1631187"/>
                    </a:lnTo>
                    <a:close/>
                    <a:moveTo>
                      <a:pt x="145403" y="1614005"/>
                    </a:moveTo>
                    <a:lnTo>
                      <a:pt x="147130" y="1620114"/>
                    </a:lnTo>
                    <a:lnTo>
                      <a:pt x="83998" y="1637843"/>
                    </a:lnTo>
                    <a:lnTo>
                      <a:pt x="82284" y="1631722"/>
                    </a:lnTo>
                    <a:close/>
                    <a:moveTo>
                      <a:pt x="2466252" y="1604010"/>
                    </a:moveTo>
                    <a:lnTo>
                      <a:pt x="2522741" y="1618412"/>
                    </a:lnTo>
                    <a:lnTo>
                      <a:pt x="2521167" y="1624572"/>
                    </a:lnTo>
                    <a:lnTo>
                      <a:pt x="2464689" y="1610170"/>
                    </a:lnTo>
                    <a:close/>
                    <a:moveTo>
                      <a:pt x="139929" y="1591830"/>
                    </a:moveTo>
                    <a:lnTo>
                      <a:pt x="141529" y="1597977"/>
                    </a:lnTo>
                    <a:lnTo>
                      <a:pt x="77280" y="1614601"/>
                    </a:lnTo>
                    <a:lnTo>
                      <a:pt x="75693" y="1608454"/>
                    </a:lnTo>
                    <a:close/>
                    <a:moveTo>
                      <a:pt x="2470607" y="1581849"/>
                    </a:moveTo>
                    <a:lnTo>
                      <a:pt x="2529306" y="1595133"/>
                    </a:lnTo>
                    <a:lnTo>
                      <a:pt x="2527897" y="1601331"/>
                    </a:lnTo>
                    <a:lnTo>
                      <a:pt x="2469197" y="1588034"/>
                    </a:lnTo>
                    <a:close/>
                    <a:moveTo>
                      <a:pt x="134494" y="1570761"/>
                    </a:moveTo>
                    <a:lnTo>
                      <a:pt x="135891" y="1576958"/>
                    </a:lnTo>
                    <a:lnTo>
                      <a:pt x="71641" y="1591360"/>
                    </a:lnTo>
                    <a:lnTo>
                      <a:pt x="70257" y="1585163"/>
                    </a:lnTo>
                    <a:close/>
                    <a:moveTo>
                      <a:pt x="2476144" y="1559686"/>
                    </a:moveTo>
                    <a:lnTo>
                      <a:pt x="2534843" y="1572983"/>
                    </a:lnTo>
                    <a:lnTo>
                      <a:pt x="2533434" y="1579181"/>
                    </a:lnTo>
                    <a:lnTo>
                      <a:pt x="2474734" y="1565884"/>
                    </a:lnTo>
                    <a:close/>
                    <a:moveTo>
                      <a:pt x="130111" y="1548600"/>
                    </a:moveTo>
                    <a:lnTo>
                      <a:pt x="131406" y="1554823"/>
                    </a:lnTo>
                    <a:lnTo>
                      <a:pt x="67170" y="1568120"/>
                    </a:lnTo>
                    <a:lnTo>
                      <a:pt x="65875" y="1561897"/>
                    </a:lnTo>
                    <a:close/>
                    <a:moveTo>
                      <a:pt x="2480487" y="1537525"/>
                    </a:moveTo>
                    <a:lnTo>
                      <a:pt x="2559126" y="1553032"/>
                    </a:lnTo>
                    <a:lnTo>
                      <a:pt x="2557894" y="1559254"/>
                    </a:lnTo>
                    <a:lnTo>
                      <a:pt x="2479255" y="1543748"/>
                    </a:lnTo>
                    <a:close/>
                    <a:moveTo>
                      <a:pt x="125755" y="1526439"/>
                    </a:moveTo>
                    <a:lnTo>
                      <a:pt x="126911" y="1532687"/>
                    </a:lnTo>
                    <a:lnTo>
                      <a:pt x="37198" y="1549299"/>
                    </a:lnTo>
                    <a:lnTo>
                      <a:pt x="36042" y="1543050"/>
                    </a:lnTo>
                    <a:close/>
                    <a:moveTo>
                      <a:pt x="2484883" y="1515364"/>
                    </a:moveTo>
                    <a:lnTo>
                      <a:pt x="2550224" y="1527556"/>
                    </a:lnTo>
                    <a:lnTo>
                      <a:pt x="2549068" y="1533792"/>
                    </a:lnTo>
                    <a:lnTo>
                      <a:pt x="2483714" y="1521613"/>
                    </a:lnTo>
                    <a:close/>
                    <a:moveTo>
                      <a:pt x="121323" y="1503185"/>
                    </a:moveTo>
                    <a:lnTo>
                      <a:pt x="122478" y="1509421"/>
                    </a:lnTo>
                    <a:lnTo>
                      <a:pt x="44945" y="1523823"/>
                    </a:lnTo>
                    <a:lnTo>
                      <a:pt x="43789" y="1517587"/>
                    </a:lnTo>
                    <a:close/>
                    <a:moveTo>
                      <a:pt x="2489239" y="1493202"/>
                    </a:moveTo>
                    <a:lnTo>
                      <a:pt x="2605533" y="1512036"/>
                    </a:lnTo>
                    <a:lnTo>
                      <a:pt x="2604517" y="1518297"/>
                    </a:lnTo>
                    <a:lnTo>
                      <a:pt x="2488223" y="1499475"/>
                    </a:lnTo>
                    <a:close/>
                    <a:moveTo>
                      <a:pt x="118073" y="1481023"/>
                    </a:moveTo>
                    <a:lnTo>
                      <a:pt x="119076" y="1487284"/>
                    </a:lnTo>
                    <a:lnTo>
                      <a:pt x="1677" y="1506118"/>
                    </a:lnTo>
                    <a:lnTo>
                      <a:pt x="674" y="1499844"/>
                    </a:lnTo>
                    <a:close/>
                    <a:moveTo>
                      <a:pt x="2491384" y="1471040"/>
                    </a:moveTo>
                    <a:lnTo>
                      <a:pt x="2571127" y="1482115"/>
                    </a:lnTo>
                    <a:lnTo>
                      <a:pt x="2570251" y="1488401"/>
                    </a:lnTo>
                    <a:lnTo>
                      <a:pt x="2490508" y="1477327"/>
                    </a:lnTo>
                    <a:close/>
                    <a:moveTo>
                      <a:pt x="114833" y="1458861"/>
                    </a:moveTo>
                    <a:lnTo>
                      <a:pt x="115684" y="1465148"/>
                    </a:lnTo>
                    <a:lnTo>
                      <a:pt x="50330" y="1474012"/>
                    </a:lnTo>
                    <a:lnTo>
                      <a:pt x="49479" y="1467713"/>
                    </a:lnTo>
                    <a:close/>
                    <a:moveTo>
                      <a:pt x="2494649" y="1448880"/>
                    </a:moveTo>
                    <a:lnTo>
                      <a:pt x="2585467" y="1459954"/>
                    </a:lnTo>
                    <a:lnTo>
                      <a:pt x="2584705" y="1466266"/>
                    </a:lnTo>
                    <a:lnTo>
                      <a:pt x="2493887" y="1455192"/>
                    </a:lnTo>
                    <a:close/>
                    <a:moveTo>
                      <a:pt x="112688" y="1436700"/>
                    </a:moveTo>
                    <a:lnTo>
                      <a:pt x="113386" y="1443012"/>
                    </a:lnTo>
                    <a:lnTo>
                      <a:pt x="33643" y="1451864"/>
                    </a:lnTo>
                    <a:lnTo>
                      <a:pt x="32944" y="1445552"/>
                    </a:lnTo>
                    <a:close/>
                    <a:moveTo>
                      <a:pt x="2497963" y="1425625"/>
                    </a:moveTo>
                    <a:lnTo>
                      <a:pt x="2563304" y="1433372"/>
                    </a:lnTo>
                    <a:lnTo>
                      <a:pt x="2562567" y="1439684"/>
                    </a:lnTo>
                    <a:lnTo>
                      <a:pt x="2497213" y="1431924"/>
                    </a:lnTo>
                    <a:close/>
                    <a:moveTo>
                      <a:pt x="110528" y="1414539"/>
                    </a:moveTo>
                    <a:lnTo>
                      <a:pt x="111112" y="1420864"/>
                    </a:lnTo>
                    <a:lnTo>
                      <a:pt x="51308" y="1426401"/>
                    </a:lnTo>
                    <a:lnTo>
                      <a:pt x="50723" y="1420076"/>
                    </a:lnTo>
                    <a:close/>
                    <a:moveTo>
                      <a:pt x="2500072" y="1403464"/>
                    </a:moveTo>
                    <a:lnTo>
                      <a:pt x="2565426" y="1409001"/>
                    </a:lnTo>
                    <a:lnTo>
                      <a:pt x="2564880" y="1415325"/>
                    </a:lnTo>
                    <a:lnTo>
                      <a:pt x="2499538" y="1409788"/>
                    </a:lnTo>
                    <a:close/>
                    <a:moveTo>
                      <a:pt x="108319" y="1391285"/>
                    </a:moveTo>
                    <a:lnTo>
                      <a:pt x="108903" y="1397610"/>
                    </a:lnTo>
                    <a:lnTo>
                      <a:pt x="49099" y="1403147"/>
                    </a:lnTo>
                    <a:lnTo>
                      <a:pt x="48515" y="1396822"/>
                    </a:lnTo>
                    <a:close/>
                    <a:moveTo>
                      <a:pt x="2501126" y="1381303"/>
                    </a:moveTo>
                    <a:lnTo>
                      <a:pt x="2566480" y="1385735"/>
                    </a:lnTo>
                    <a:lnTo>
                      <a:pt x="2566048" y="1392073"/>
                    </a:lnTo>
                    <a:lnTo>
                      <a:pt x="2500694" y="1387640"/>
                    </a:lnTo>
                    <a:close/>
                    <a:moveTo>
                      <a:pt x="106211" y="1369123"/>
                    </a:moveTo>
                    <a:lnTo>
                      <a:pt x="106579" y="1375460"/>
                    </a:lnTo>
                    <a:lnTo>
                      <a:pt x="47880" y="1378788"/>
                    </a:lnTo>
                    <a:lnTo>
                      <a:pt x="47511" y="1372450"/>
                    </a:lnTo>
                    <a:close/>
                    <a:moveTo>
                      <a:pt x="2502179" y="1358048"/>
                    </a:moveTo>
                    <a:lnTo>
                      <a:pt x="2568638" y="1361363"/>
                    </a:lnTo>
                    <a:lnTo>
                      <a:pt x="2568320" y="1367713"/>
                    </a:lnTo>
                    <a:lnTo>
                      <a:pt x="2501861" y="1364386"/>
                    </a:lnTo>
                    <a:close/>
                    <a:moveTo>
                      <a:pt x="106287" y="1346961"/>
                    </a:moveTo>
                    <a:lnTo>
                      <a:pt x="106503" y="1353311"/>
                    </a:lnTo>
                    <a:lnTo>
                      <a:pt x="40044" y="1355534"/>
                    </a:lnTo>
                    <a:lnTo>
                      <a:pt x="39841" y="1349184"/>
                    </a:lnTo>
                    <a:close/>
                    <a:moveTo>
                      <a:pt x="2503233" y="1335888"/>
                    </a:moveTo>
                    <a:lnTo>
                      <a:pt x="2569692" y="1338110"/>
                    </a:lnTo>
                    <a:lnTo>
                      <a:pt x="2569476" y="1344448"/>
                    </a:lnTo>
                    <a:lnTo>
                      <a:pt x="2503017" y="1342238"/>
                    </a:lnTo>
                    <a:close/>
                    <a:moveTo>
                      <a:pt x="105219" y="1323708"/>
                    </a:moveTo>
                    <a:lnTo>
                      <a:pt x="105359" y="1330058"/>
                    </a:lnTo>
                    <a:lnTo>
                      <a:pt x="139" y="1332267"/>
                    </a:lnTo>
                    <a:lnTo>
                      <a:pt x="0" y="1325917"/>
                    </a:lnTo>
                    <a:close/>
                    <a:moveTo>
                      <a:pt x="31078" y="1301560"/>
                    </a:moveTo>
                    <a:lnTo>
                      <a:pt x="105284" y="1301560"/>
                    </a:lnTo>
                    <a:lnTo>
                      <a:pt x="105284" y="1307910"/>
                    </a:lnTo>
                    <a:lnTo>
                      <a:pt x="31078" y="1307910"/>
                    </a:lnTo>
                    <a:close/>
                    <a:moveTo>
                      <a:pt x="2504237" y="1298232"/>
                    </a:moveTo>
                    <a:lnTo>
                      <a:pt x="2577339" y="1298232"/>
                    </a:lnTo>
                    <a:lnTo>
                      <a:pt x="2577339" y="1304582"/>
                    </a:lnTo>
                    <a:lnTo>
                      <a:pt x="2504237" y="1304582"/>
                    </a:lnTo>
                    <a:close/>
                    <a:moveTo>
                      <a:pt x="2608276" y="1272755"/>
                    </a:moveTo>
                    <a:lnTo>
                      <a:pt x="2608416" y="1279105"/>
                    </a:lnTo>
                    <a:lnTo>
                      <a:pt x="2503196" y="1281328"/>
                    </a:lnTo>
                    <a:lnTo>
                      <a:pt x="2503056" y="1274978"/>
                    </a:lnTo>
                    <a:close/>
                    <a:moveTo>
                      <a:pt x="40043" y="1261682"/>
                    </a:moveTo>
                    <a:lnTo>
                      <a:pt x="105397" y="1263904"/>
                    </a:lnTo>
                    <a:lnTo>
                      <a:pt x="105181" y="1270254"/>
                    </a:lnTo>
                    <a:lnTo>
                      <a:pt x="39840" y="1268032"/>
                    </a:lnTo>
                    <a:close/>
                    <a:moveTo>
                      <a:pt x="2568372" y="1250607"/>
                    </a:moveTo>
                    <a:lnTo>
                      <a:pt x="2568588" y="1256957"/>
                    </a:lnTo>
                    <a:lnTo>
                      <a:pt x="2503234" y="1259167"/>
                    </a:lnTo>
                    <a:lnTo>
                      <a:pt x="2503018" y="1252830"/>
                    </a:lnTo>
                    <a:close/>
                    <a:moveTo>
                      <a:pt x="41211" y="1237322"/>
                    </a:moveTo>
                    <a:lnTo>
                      <a:pt x="106553" y="1240650"/>
                    </a:lnTo>
                    <a:lnTo>
                      <a:pt x="106235" y="1246987"/>
                    </a:lnTo>
                    <a:lnTo>
                      <a:pt x="40894" y="1243660"/>
                    </a:lnTo>
                    <a:close/>
                    <a:moveTo>
                      <a:pt x="2560537" y="1226248"/>
                    </a:moveTo>
                    <a:lnTo>
                      <a:pt x="2560905" y="1232585"/>
                    </a:lnTo>
                    <a:lnTo>
                      <a:pt x="2502205" y="1235913"/>
                    </a:lnTo>
                    <a:lnTo>
                      <a:pt x="2501837" y="1229575"/>
                    </a:lnTo>
                    <a:close/>
                    <a:moveTo>
                      <a:pt x="42368" y="1214070"/>
                    </a:moveTo>
                    <a:lnTo>
                      <a:pt x="107722" y="1218502"/>
                    </a:lnTo>
                    <a:lnTo>
                      <a:pt x="107290" y="1224826"/>
                    </a:lnTo>
                    <a:lnTo>
                      <a:pt x="41936" y="1220407"/>
                    </a:lnTo>
                    <a:close/>
                    <a:moveTo>
                      <a:pt x="2559380" y="1202994"/>
                    </a:moveTo>
                    <a:lnTo>
                      <a:pt x="2559850" y="1209319"/>
                    </a:lnTo>
                    <a:lnTo>
                      <a:pt x="2500046" y="1213751"/>
                    </a:lnTo>
                    <a:lnTo>
                      <a:pt x="2499575" y="1207426"/>
                    </a:lnTo>
                    <a:close/>
                    <a:moveTo>
                      <a:pt x="44692" y="1189710"/>
                    </a:moveTo>
                    <a:lnTo>
                      <a:pt x="110033" y="1196352"/>
                    </a:lnTo>
                    <a:lnTo>
                      <a:pt x="109398" y="1202677"/>
                    </a:lnTo>
                    <a:lnTo>
                      <a:pt x="44057" y="1196022"/>
                    </a:lnTo>
                    <a:close/>
                    <a:moveTo>
                      <a:pt x="2557095" y="1179741"/>
                    </a:moveTo>
                    <a:lnTo>
                      <a:pt x="2557692" y="1186066"/>
                    </a:lnTo>
                    <a:lnTo>
                      <a:pt x="2498992" y="1191603"/>
                    </a:lnTo>
                    <a:lnTo>
                      <a:pt x="2498396" y="1185279"/>
                    </a:lnTo>
                    <a:close/>
                    <a:moveTo>
                      <a:pt x="45796" y="1166457"/>
                    </a:moveTo>
                    <a:lnTo>
                      <a:pt x="112242" y="1173099"/>
                    </a:lnTo>
                    <a:lnTo>
                      <a:pt x="111620" y="1179411"/>
                    </a:lnTo>
                    <a:lnTo>
                      <a:pt x="45161" y="1172769"/>
                    </a:lnTo>
                    <a:close/>
                    <a:moveTo>
                      <a:pt x="2574761" y="1153159"/>
                    </a:moveTo>
                    <a:lnTo>
                      <a:pt x="2575472" y="1159471"/>
                    </a:lnTo>
                    <a:lnTo>
                      <a:pt x="2496833" y="1168336"/>
                    </a:lnTo>
                    <a:lnTo>
                      <a:pt x="2496122" y="1162024"/>
                    </a:lnTo>
                    <a:close/>
                    <a:moveTo>
                      <a:pt x="23710" y="1139876"/>
                    </a:moveTo>
                    <a:lnTo>
                      <a:pt x="114528" y="1150950"/>
                    </a:lnTo>
                    <a:lnTo>
                      <a:pt x="113766" y="1157250"/>
                    </a:lnTo>
                    <a:lnTo>
                      <a:pt x="22949" y="1146175"/>
                    </a:lnTo>
                    <a:close/>
                    <a:moveTo>
                      <a:pt x="2558084" y="1131023"/>
                    </a:moveTo>
                    <a:lnTo>
                      <a:pt x="2558935" y="1137310"/>
                    </a:lnTo>
                    <a:lnTo>
                      <a:pt x="2493581" y="1146174"/>
                    </a:lnTo>
                    <a:lnTo>
                      <a:pt x="2492730" y="1139875"/>
                    </a:lnTo>
                    <a:close/>
                    <a:moveTo>
                      <a:pt x="39281" y="1117739"/>
                    </a:moveTo>
                    <a:lnTo>
                      <a:pt x="117919" y="1128813"/>
                    </a:lnTo>
                    <a:lnTo>
                      <a:pt x="117030" y="1135100"/>
                    </a:lnTo>
                    <a:lnTo>
                      <a:pt x="38392" y="1124026"/>
                    </a:lnTo>
                    <a:close/>
                    <a:moveTo>
                      <a:pt x="2606763" y="1100024"/>
                    </a:moveTo>
                    <a:lnTo>
                      <a:pt x="2607716" y="1106297"/>
                    </a:lnTo>
                    <a:lnTo>
                      <a:pt x="2490317" y="1124014"/>
                    </a:lnTo>
                    <a:lnTo>
                      <a:pt x="2489365" y="1117740"/>
                    </a:lnTo>
                    <a:close/>
                    <a:moveTo>
                      <a:pt x="3900" y="1087843"/>
                    </a:moveTo>
                    <a:lnTo>
                      <a:pt x="121298" y="1106665"/>
                    </a:lnTo>
                    <a:lnTo>
                      <a:pt x="120295" y="1112938"/>
                    </a:lnTo>
                    <a:lnTo>
                      <a:pt x="2896" y="1094104"/>
                    </a:lnTo>
                    <a:close/>
                    <a:moveTo>
                      <a:pt x="2564625" y="1082306"/>
                    </a:moveTo>
                    <a:lnTo>
                      <a:pt x="2565679" y="1088567"/>
                    </a:lnTo>
                    <a:lnTo>
                      <a:pt x="2487041" y="1101851"/>
                    </a:lnTo>
                    <a:lnTo>
                      <a:pt x="2485986" y="1095590"/>
                    </a:lnTo>
                    <a:close/>
                    <a:moveTo>
                      <a:pt x="60465" y="1072349"/>
                    </a:moveTo>
                    <a:lnTo>
                      <a:pt x="124702" y="1084529"/>
                    </a:lnTo>
                    <a:lnTo>
                      <a:pt x="123521" y="1090764"/>
                    </a:lnTo>
                    <a:lnTo>
                      <a:pt x="59284" y="1078585"/>
                    </a:lnTo>
                    <a:close/>
                    <a:moveTo>
                      <a:pt x="2571178" y="1055739"/>
                    </a:moveTo>
                    <a:lnTo>
                      <a:pt x="2572410" y="1061974"/>
                    </a:lnTo>
                    <a:lnTo>
                      <a:pt x="2482697" y="1079691"/>
                    </a:lnTo>
                    <a:lnTo>
                      <a:pt x="2481465" y="1073455"/>
                    </a:lnTo>
                    <a:close/>
                    <a:moveTo>
                      <a:pt x="50521" y="1046874"/>
                    </a:moveTo>
                    <a:lnTo>
                      <a:pt x="129160" y="1062381"/>
                    </a:lnTo>
                    <a:lnTo>
                      <a:pt x="127928" y="1068616"/>
                    </a:lnTo>
                    <a:lnTo>
                      <a:pt x="49302" y="1053110"/>
                    </a:lnTo>
                    <a:close/>
                    <a:moveTo>
                      <a:pt x="2541245" y="1038021"/>
                    </a:moveTo>
                    <a:lnTo>
                      <a:pt x="2542540" y="1044244"/>
                    </a:lnTo>
                    <a:lnTo>
                      <a:pt x="2478304" y="1057528"/>
                    </a:lnTo>
                    <a:lnTo>
                      <a:pt x="2477008" y="1051318"/>
                    </a:lnTo>
                    <a:close/>
                    <a:moveTo>
                      <a:pt x="76099" y="1026960"/>
                    </a:moveTo>
                    <a:lnTo>
                      <a:pt x="133694" y="1040257"/>
                    </a:lnTo>
                    <a:lnTo>
                      <a:pt x="132258" y="1046442"/>
                    </a:lnTo>
                    <a:lnTo>
                      <a:pt x="74664" y="1033158"/>
                    </a:lnTo>
                    <a:close/>
                    <a:moveTo>
                      <a:pt x="2536762" y="1014780"/>
                    </a:moveTo>
                    <a:lnTo>
                      <a:pt x="2538159" y="1020978"/>
                    </a:lnTo>
                    <a:lnTo>
                      <a:pt x="2473923" y="1035367"/>
                    </a:lnTo>
                    <a:lnTo>
                      <a:pt x="2472525" y="1029169"/>
                    </a:lnTo>
                    <a:close/>
                    <a:moveTo>
                      <a:pt x="81687" y="1003719"/>
                    </a:moveTo>
                    <a:lnTo>
                      <a:pt x="139282" y="1018121"/>
                    </a:lnTo>
                    <a:lnTo>
                      <a:pt x="137745" y="1024281"/>
                    </a:lnTo>
                    <a:lnTo>
                      <a:pt x="80150" y="1009879"/>
                    </a:lnTo>
                    <a:close/>
                    <a:moveTo>
                      <a:pt x="2531174" y="991526"/>
                    </a:moveTo>
                    <a:lnTo>
                      <a:pt x="2532673" y="997699"/>
                    </a:lnTo>
                    <a:lnTo>
                      <a:pt x="2468436" y="1013205"/>
                    </a:lnTo>
                    <a:lnTo>
                      <a:pt x="2466937" y="1007033"/>
                    </a:lnTo>
                    <a:close/>
                    <a:moveTo>
                      <a:pt x="87223" y="981570"/>
                    </a:moveTo>
                    <a:lnTo>
                      <a:pt x="144818" y="995971"/>
                    </a:lnTo>
                    <a:lnTo>
                      <a:pt x="143281" y="1002131"/>
                    </a:lnTo>
                    <a:lnTo>
                      <a:pt x="85687" y="987729"/>
                    </a:lnTo>
                    <a:close/>
                    <a:moveTo>
                      <a:pt x="2524467" y="968285"/>
                    </a:moveTo>
                    <a:lnTo>
                      <a:pt x="2526093" y="974432"/>
                    </a:lnTo>
                    <a:lnTo>
                      <a:pt x="2462961" y="991044"/>
                    </a:lnTo>
                    <a:lnTo>
                      <a:pt x="2461336" y="984897"/>
                    </a:lnTo>
                    <a:close/>
                    <a:moveTo>
                      <a:pt x="87313" y="956120"/>
                    </a:moveTo>
                    <a:lnTo>
                      <a:pt x="150445" y="973836"/>
                    </a:lnTo>
                    <a:lnTo>
                      <a:pt x="148730" y="979958"/>
                    </a:lnTo>
                    <a:lnTo>
                      <a:pt x="85599" y="962228"/>
                    </a:lnTo>
                    <a:close/>
                    <a:moveTo>
                      <a:pt x="2518854" y="945057"/>
                    </a:moveTo>
                    <a:lnTo>
                      <a:pt x="2520632" y="951140"/>
                    </a:lnTo>
                    <a:lnTo>
                      <a:pt x="2456396" y="969974"/>
                    </a:lnTo>
                    <a:lnTo>
                      <a:pt x="2454605" y="963879"/>
                    </a:lnTo>
                    <a:close/>
                    <a:moveTo>
                      <a:pt x="56376" y="921804"/>
                    </a:moveTo>
                    <a:lnTo>
                      <a:pt x="157163" y="952818"/>
                    </a:lnTo>
                    <a:lnTo>
                      <a:pt x="155296" y="958888"/>
                    </a:lnTo>
                    <a:lnTo>
                      <a:pt x="54509" y="927875"/>
                    </a:lnTo>
                    <a:close/>
                    <a:moveTo>
                      <a:pt x="92939" y="908520"/>
                    </a:moveTo>
                    <a:lnTo>
                      <a:pt x="163831" y="930669"/>
                    </a:lnTo>
                    <a:lnTo>
                      <a:pt x="161938" y="936740"/>
                    </a:lnTo>
                    <a:lnTo>
                      <a:pt x="91047" y="914578"/>
                    </a:lnTo>
                    <a:close/>
                    <a:moveTo>
                      <a:pt x="2513204" y="904113"/>
                    </a:moveTo>
                    <a:lnTo>
                      <a:pt x="2515210" y="910133"/>
                    </a:lnTo>
                    <a:lnTo>
                      <a:pt x="2445436" y="933387"/>
                    </a:lnTo>
                    <a:lnTo>
                      <a:pt x="2443430" y="927367"/>
                    </a:lnTo>
                    <a:close/>
                    <a:moveTo>
                      <a:pt x="114109" y="873124"/>
                    </a:moveTo>
                    <a:lnTo>
                      <a:pt x="176136" y="895273"/>
                    </a:lnTo>
                    <a:lnTo>
                      <a:pt x="173990" y="901255"/>
                    </a:lnTo>
                    <a:lnTo>
                      <a:pt x="111975" y="879093"/>
                    </a:lnTo>
                    <a:close/>
                    <a:moveTo>
                      <a:pt x="2535314" y="872008"/>
                    </a:moveTo>
                    <a:lnTo>
                      <a:pt x="2537397" y="878002"/>
                    </a:lnTo>
                    <a:lnTo>
                      <a:pt x="2438832" y="912330"/>
                    </a:lnTo>
                    <a:lnTo>
                      <a:pt x="2436737" y="906336"/>
                    </a:lnTo>
                    <a:close/>
                    <a:moveTo>
                      <a:pt x="2490940" y="862063"/>
                    </a:moveTo>
                    <a:lnTo>
                      <a:pt x="2493162" y="868006"/>
                    </a:lnTo>
                    <a:lnTo>
                      <a:pt x="2431148" y="891260"/>
                    </a:lnTo>
                    <a:lnTo>
                      <a:pt x="2428913" y="885316"/>
                    </a:lnTo>
                    <a:close/>
                    <a:moveTo>
                      <a:pt x="121908" y="850989"/>
                    </a:moveTo>
                    <a:lnTo>
                      <a:pt x="183935" y="874243"/>
                    </a:lnTo>
                    <a:lnTo>
                      <a:pt x="181700" y="880187"/>
                    </a:lnTo>
                    <a:lnTo>
                      <a:pt x="119673" y="856933"/>
                    </a:lnTo>
                    <a:close/>
                    <a:moveTo>
                      <a:pt x="2476475" y="842150"/>
                    </a:moveTo>
                    <a:lnTo>
                      <a:pt x="2478837" y="848043"/>
                    </a:lnTo>
                    <a:lnTo>
                      <a:pt x="2423453" y="870192"/>
                    </a:lnTo>
                    <a:lnTo>
                      <a:pt x="2421103" y="864299"/>
                    </a:lnTo>
                    <a:close/>
                    <a:moveTo>
                      <a:pt x="130835" y="828865"/>
                    </a:moveTo>
                    <a:lnTo>
                      <a:pt x="191744" y="853223"/>
                    </a:lnTo>
                    <a:lnTo>
                      <a:pt x="189382" y="859116"/>
                    </a:lnTo>
                    <a:lnTo>
                      <a:pt x="128473" y="834758"/>
                    </a:lnTo>
                    <a:close/>
                    <a:moveTo>
                      <a:pt x="2467560" y="820027"/>
                    </a:moveTo>
                    <a:lnTo>
                      <a:pt x="2470024" y="825881"/>
                    </a:lnTo>
                    <a:lnTo>
                      <a:pt x="2414652" y="849135"/>
                    </a:lnTo>
                    <a:lnTo>
                      <a:pt x="2412188" y="843280"/>
                    </a:lnTo>
                    <a:close/>
                    <a:moveTo>
                      <a:pt x="139739" y="806729"/>
                    </a:moveTo>
                    <a:lnTo>
                      <a:pt x="200648" y="832205"/>
                    </a:lnTo>
                    <a:lnTo>
                      <a:pt x="198210" y="838060"/>
                    </a:lnTo>
                    <a:lnTo>
                      <a:pt x="137288" y="812583"/>
                    </a:lnTo>
                    <a:close/>
                    <a:moveTo>
                      <a:pt x="2457576" y="798982"/>
                    </a:moveTo>
                    <a:lnTo>
                      <a:pt x="2460079" y="804824"/>
                    </a:lnTo>
                    <a:lnTo>
                      <a:pt x="2405811" y="828077"/>
                    </a:lnTo>
                    <a:lnTo>
                      <a:pt x="2403310" y="822248"/>
                    </a:lnTo>
                    <a:close/>
                    <a:moveTo>
                      <a:pt x="149772" y="784605"/>
                    </a:moveTo>
                    <a:lnTo>
                      <a:pt x="209576" y="811186"/>
                    </a:lnTo>
                    <a:lnTo>
                      <a:pt x="206998" y="816990"/>
                    </a:lnTo>
                    <a:lnTo>
                      <a:pt x="147194" y="790409"/>
                    </a:lnTo>
                    <a:close/>
                    <a:moveTo>
                      <a:pt x="2466391" y="769100"/>
                    </a:moveTo>
                    <a:lnTo>
                      <a:pt x="2468982" y="774903"/>
                    </a:lnTo>
                    <a:lnTo>
                      <a:pt x="2396986" y="807022"/>
                    </a:lnTo>
                    <a:lnTo>
                      <a:pt x="2394408" y="801218"/>
                    </a:lnTo>
                    <a:close/>
                    <a:moveTo>
                      <a:pt x="2444154" y="752525"/>
                    </a:moveTo>
                    <a:lnTo>
                      <a:pt x="2446909" y="758253"/>
                    </a:lnTo>
                    <a:lnTo>
                      <a:pt x="2387105" y="787044"/>
                    </a:lnTo>
                    <a:lnTo>
                      <a:pt x="2384349" y="781316"/>
                    </a:lnTo>
                    <a:close/>
                    <a:moveTo>
                      <a:pt x="136538" y="752513"/>
                    </a:moveTo>
                    <a:lnTo>
                      <a:pt x="219596" y="791274"/>
                    </a:lnTo>
                    <a:lnTo>
                      <a:pt x="216917" y="797027"/>
                    </a:lnTo>
                    <a:lnTo>
                      <a:pt x="133846" y="758267"/>
                    </a:lnTo>
                    <a:close/>
                    <a:moveTo>
                      <a:pt x="157607" y="735914"/>
                    </a:moveTo>
                    <a:lnTo>
                      <a:pt x="229590" y="770242"/>
                    </a:lnTo>
                    <a:lnTo>
                      <a:pt x="226860" y="775969"/>
                    </a:lnTo>
                    <a:lnTo>
                      <a:pt x="154863" y="741641"/>
                    </a:lnTo>
                    <a:close/>
                    <a:moveTo>
                      <a:pt x="2480665" y="708241"/>
                    </a:moveTo>
                    <a:lnTo>
                      <a:pt x="2483510" y="713931"/>
                    </a:lnTo>
                    <a:lnTo>
                      <a:pt x="2377173" y="767093"/>
                    </a:lnTo>
                    <a:lnTo>
                      <a:pt x="2374341" y="761403"/>
                    </a:lnTo>
                    <a:close/>
                    <a:moveTo>
                      <a:pt x="2434057" y="703859"/>
                    </a:moveTo>
                    <a:lnTo>
                      <a:pt x="2437080" y="709447"/>
                    </a:lnTo>
                    <a:lnTo>
                      <a:pt x="2367306" y="747102"/>
                    </a:lnTo>
                    <a:lnTo>
                      <a:pt x="2364284" y="741514"/>
                    </a:lnTo>
                    <a:close/>
                    <a:moveTo>
                      <a:pt x="192075" y="699427"/>
                    </a:moveTo>
                    <a:lnTo>
                      <a:pt x="249670" y="730441"/>
                    </a:lnTo>
                    <a:lnTo>
                      <a:pt x="246660" y="736029"/>
                    </a:lnTo>
                    <a:lnTo>
                      <a:pt x="189066" y="705015"/>
                    </a:lnTo>
                    <a:close/>
                    <a:moveTo>
                      <a:pt x="134430" y="696075"/>
                    </a:moveTo>
                    <a:lnTo>
                      <a:pt x="239650" y="750354"/>
                    </a:lnTo>
                    <a:lnTo>
                      <a:pt x="236741" y="755993"/>
                    </a:lnTo>
                    <a:lnTo>
                      <a:pt x="131522" y="701726"/>
                    </a:lnTo>
                    <a:close/>
                    <a:moveTo>
                      <a:pt x="2432913" y="677304"/>
                    </a:moveTo>
                    <a:lnTo>
                      <a:pt x="2435999" y="682854"/>
                    </a:lnTo>
                    <a:lnTo>
                      <a:pt x="2356256" y="727152"/>
                    </a:lnTo>
                    <a:lnTo>
                      <a:pt x="2353170" y="721602"/>
                    </a:lnTo>
                    <a:close/>
                    <a:moveTo>
                      <a:pt x="192125" y="671766"/>
                    </a:moveTo>
                    <a:lnTo>
                      <a:pt x="260794" y="710539"/>
                    </a:lnTo>
                    <a:lnTo>
                      <a:pt x="257670" y="716063"/>
                    </a:lnTo>
                    <a:lnTo>
                      <a:pt x="189001" y="677303"/>
                    </a:lnTo>
                    <a:close/>
                    <a:moveTo>
                      <a:pt x="2399653" y="668465"/>
                    </a:moveTo>
                    <a:lnTo>
                      <a:pt x="2402815" y="673964"/>
                    </a:lnTo>
                    <a:lnTo>
                      <a:pt x="2345234" y="707187"/>
                    </a:lnTo>
                    <a:lnTo>
                      <a:pt x="2342059" y="701688"/>
                    </a:lnTo>
                    <a:close/>
                    <a:moveTo>
                      <a:pt x="221018" y="660742"/>
                    </a:moveTo>
                    <a:lnTo>
                      <a:pt x="271957" y="691756"/>
                    </a:lnTo>
                    <a:lnTo>
                      <a:pt x="268655" y="697179"/>
                    </a:lnTo>
                    <a:lnTo>
                      <a:pt x="217716" y="666178"/>
                    </a:lnTo>
                    <a:close/>
                    <a:moveTo>
                      <a:pt x="2387435" y="648539"/>
                    </a:moveTo>
                    <a:lnTo>
                      <a:pt x="2390660" y="654012"/>
                    </a:lnTo>
                    <a:lnTo>
                      <a:pt x="2334171" y="687235"/>
                    </a:lnTo>
                    <a:lnTo>
                      <a:pt x="2330957" y="681762"/>
                    </a:lnTo>
                    <a:close/>
                    <a:moveTo>
                      <a:pt x="233198" y="640817"/>
                    </a:moveTo>
                    <a:lnTo>
                      <a:pt x="284150" y="671818"/>
                    </a:lnTo>
                    <a:lnTo>
                      <a:pt x="280848" y="677253"/>
                    </a:lnTo>
                    <a:lnTo>
                      <a:pt x="229896" y="646240"/>
                    </a:lnTo>
                    <a:close/>
                    <a:moveTo>
                      <a:pt x="2374050" y="627558"/>
                    </a:moveTo>
                    <a:lnTo>
                      <a:pt x="2377466" y="632905"/>
                    </a:lnTo>
                    <a:lnTo>
                      <a:pt x="2322094" y="668350"/>
                    </a:lnTo>
                    <a:lnTo>
                      <a:pt x="2318678" y="663004"/>
                    </a:lnTo>
                    <a:close/>
                    <a:moveTo>
                      <a:pt x="246558" y="620915"/>
                    </a:moveTo>
                    <a:lnTo>
                      <a:pt x="296393" y="653033"/>
                    </a:lnTo>
                    <a:lnTo>
                      <a:pt x="292964" y="658380"/>
                    </a:lnTo>
                    <a:lnTo>
                      <a:pt x="243117" y="626262"/>
                    </a:lnTo>
                    <a:close/>
                    <a:moveTo>
                      <a:pt x="2361831" y="607645"/>
                    </a:moveTo>
                    <a:lnTo>
                      <a:pt x="2365324" y="612953"/>
                    </a:lnTo>
                    <a:lnTo>
                      <a:pt x="2309952" y="649491"/>
                    </a:lnTo>
                    <a:lnTo>
                      <a:pt x="2306447" y="644195"/>
                    </a:lnTo>
                    <a:close/>
                    <a:moveTo>
                      <a:pt x="254368" y="597699"/>
                    </a:moveTo>
                    <a:lnTo>
                      <a:pt x="308635" y="634250"/>
                    </a:lnTo>
                    <a:lnTo>
                      <a:pt x="305092" y="639508"/>
                    </a:lnTo>
                    <a:lnTo>
                      <a:pt x="250812" y="602970"/>
                    </a:lnTo>
                    <a:close/>
                    <a:moveTo>
                      <a:pt x="2348472" y="587755"/>
                    </a:moveTo>
                    <a:lnTo>
                      <a:pt x="2352091" y="592975"/>
                    </a:lnTo>
                    <a:lnTo>
                      <a:pt x="2297824" y="630630"/>
                    </a:lnTo>
                    <a:lnTo>
                      <a:pt x="2294205" y="625411"/>
                    </a:lnTo>
                    <a:close/>
                    <a:moveTo>
                      <a:pt x="235572" y="555638"/>
                    </a:moveTo>
                    <a:lnTo>
                      <a:pt x="321957" y="615442"/>
                    </a:lnTo>
                    <a:lnTo>
                      <a:pt x="318338" y="620662"/>
                    </a:lnTo>
                    <a:lnTo>
                      <a:pt x="231952" y="560858"/>
                    </a:lnTo>
                    <a:close/>
                    <a:moveTo>
                      <a:pt x="274383" y="554559"/>
                    </a:moveTo>
                    <a:lnTo>
                      <a:pt x="334187" y="597751"/>
                    </a:lnTo>
                    <a:lnTo>
                      <a:pt x="330479" y="602907"/>
                    </a:lnTo>
                    <a:lnTo>
                      <a:pt x="270662" y="559715"/>
                    </a:lnTo>
                    <a:close/>
                    <a:moveTo>
                      <a:pt x="2331810" y="551244"/>
                    </a:moveTo>
                    <a:lnTo>
                      <a:pt x="2335531" y="556387"/>
                    </a:lnTo>
                    <a:lnTo>
                      <a:pt x="2275726" y="599580"/>
                    </a:lnTo>
                    <a:lnTo>
                      <a:pt x="2272005" y="594437"/>
                    </a:lnTo>
                    <a:close/>
                    <a:moveTo>
                      <a:pt x="305473" y="526923"/>
                    </a:moveTo>
                    <a:lnTo>
                      <a:pt x="357517" y="566801"/>
                    </a:lnTo>
                    <a:lnTo>
                      <a:pt x="353656" y="571843"/>
                    </a:lnTo>
                    <a:lnTo>
                      <a:pt x="301612" y="531965"/>
                    </a:lnTo>
                    <a:close/>
                    <a:moveTo>
                      <a:pt x="2296300" y="518071"/>
                    </a:moveTo>
                    <a:lnTo>
                      <a:pt x="2300161" y="523113"/>
                    </a:lnTo>
                    <a:lnTo>
                      <a:pt x="2248104" y="562979"/>
                    </a:lnTo>
                    <a:lnTo>
                      <a:pt x="2244243" y="557937"/>
                    </a:lnTo>
                    <a:close/>
                    <a:moveTo>
                      <a:pt x="2341702" y="512534"/>
                    </a:moveTo>
                    <a:lnTo>
                      <a:pt x="2345588" y="517563"/>
                    </a:lnTo>
                    <a:lnTo>
                      <a:pt x="2262517" y="581800"/>
                    </a:lnTo>
                    <a:lnTo>
                      <a:pt x="2258631" y="576771"/>
                    </a:lnTo>
                    <a:close/>
                    <a:moveTo>
                      <a:pt x="319900" y="508127"/>
                    </a:moveTo>
                    <a:lnTo>
                      <a:pt x="371957" y="549110"/>
                    </a:lnTo>
                    <a:lnTo>
                      <a:pt x="368033" y="554089"/>
                    </a:lnTo>
                    <a:lnTo>
                      <a:pt x="315976" y="513118"/>
                    </a:lnTo>
                    <a:close/>
                    <a:moveTo>
                      <a:pt x="2276336" y="503695"/>
                    </a:moveTo>
                    <a:lnTo>
                      <a:pt x="2280260" y="508686"/>
                    </a:lnTo>
                    <a:lnTo>
                      <a:pt x="2233740" y="545237"/>
                    </a:lnTo>
                    <a:lnTo>
                      <a:pt x="2229816" y="540246"/>
                    </a:lnTo>
                    <a:close/>
                    <a:moveTo>
                      <a:pt x="335457" y="489343"/>
                    </a:moveTo>
                    <a:lnTo>
                      <a:pt x="386410" y="531431"/>
                    </a:lnTo>
                    <a:lnTo>
                      <a:pt x="382371" y="536320"/>
                    </a:lnTo>
                    <a:lnTo>
                      <a:pt x="331419" y="494233"/>
                    </a:lnTo>
                    <a:close/>
                    <a:moveTo>
                      <a:pt x="2260727" y="484950"/>
                    </a:moveTo>
                    <a:lnTo>
                      <a:pt x="2264855" y="489776"/>
                    </a:lnTo>
                    <a:lnTo>
                      <a:pt x="2219440" y="528536"/>
                    </a:lnTo>
                    <a:lnTo>
                      <a:pt x="2215325" y="523710"/>
                    </a:lnTo>
                    <a:close/>
                    <a:moveTo>
                      <a:pt x="351029" y="471665"/>
                    </a:moveTo>
                    <a:lnTo>
                      <a:pt x="400863" y="514870"/>
                    </a:lnTo>
                    <a:lnTo>
                      <a:pt x="396710" y="519658"/>
                    </a:lnTo>
                    <a:lnTo>
                      <a:pt x="346863" y="476465"/>
                    </a:lnTo>
                    <a:close/>
                    <a:moveTo>
                      <a:pt x="2245157" y="467284"/>
                    </a:moveTo>
                    <a:lnTo>
                      <a:pt x="2249412" y="471996"/>
                    </a:lnTo>
                    <a:lnTo>
                      <a:pt x="2205102" y="511874"/>
                    </a:lnTo>
                    <a:lnTo>
                      <a:pt x="2200860" y="507149"/>
                    </a:lnTo>
                    <a:close/>
                    <a:moveTo>
                      <a:pt x="366585" y="454000"/>
                    </a:moveTo>
                    <a:lnTo>
                      <a:pt x="415315" y="498297"/>
                    </a:lnTo>
                    <a:lnTo>
                      <a:pt x="411048" y="502996"/>
                    </a:lnTo>
                    <a:lnTo>
                      <a:pt x="362318" y="458699"/>
                    </a:lnTo>
                    <a:close/>
                    <a:moveTo>
                      <a:pt x="2244040" y="436271"/>
                    </a:moveTo>
                    <a:lnTo>
                      <a:pt x="2248307" y="440982"/>
                    </a:lnTo>
                    <a:lnTo>
                      <a:pt x="2189608" y="494145"/>
                    </a:lnTo>
                    <a:lnTo>
                      <a:pt x="2185341" y="489433"/>
                    </a:lnTo>
                    <a:close/>
                    <a:moveTo>
                      <a:pt x="2217433" y="428548"/>
                    </a:moveTo>
                    <a:lnTo>
                      <a:pt x="2221764" y="433196"/>
                    </a:lnTo>
                    <a:lnTo>
                      <a:pt x="2174139" y="477507"/>
                    </a:lnTo>
                    <a:lnTo>
                      <a:pt x="2169808" y="472858"/>
                    </a:lnTo>
                    <a:close/>
                    <a:moveTo>
                      <a:pt x="364426" y="418605"/>
                    </a:moveTo>
                    <a:lnTo>
                      <a:pt x="430872" y="481737"/>
                    </a:lnTo>
                    <a:lnTo>
                      <a:pt x="426504" y="486347"/>
                    </a:lnTo>
                    <a:lnTo>
                      <a:pt x="360057" y="423215"/>
                    </a:lnTo>
                    <a:close/>
                    <a:moveTo>
                      <a:pt x="389929" y="409777"/>
                    </a:moveTo>
                    <a:lnTo>
                      <a:pt x="446418" y="465162"/>
                    </a:lnTo>
                    <a:lnTo>
                      <a:pt x="441973" y="469696"/>
                    </a:lnTo>
                    <a:lnTo>
                      <a:pt x="385484" y="414311"/>
                    </a:lnTo>
                    <a:close/>
                    <a:moveTo>
                      <a:pt x="433198" y="385495"/>
                    </a:moveTo>
                    <a:lnTo>
                      <a:pt x="478613" y="433120"/>
                    </a:lnTo>
                    <a:lnTo>
                      <a:pt x="474015" y="437502"/>
                    </a:lnTo>
                    <a:lnTo>
                      <a:pt x="428613" y="389877"/>
                    </a:lnTo>
                    <a:close/>
                    <a:moveTo>
                      <a:pt x="2194051" y="384377"/>
                    </a:moveTo>
                    <a:lnTo>
                      <a:pt x="2198624" y="388772"/>
                    </a:lnTo>
                    <a:lnTo>
                      <a:pt x="2143251" y="446366"/>
                    </a:lnTo>
                    <a:lnTo>
                      <a:pt x="2138667" y="441959"/>
                    </a:lnTo>
                    <a:close/>
                    <a:moveTo>
                      <a:pt x="2238400" y="373252"/>
                    </a:moveTo>
                    <a:lnTo>
                      <a:pt x="2242883" y="377748"/>
                    </a:lnTo>
                    <a:lnTo>
                      <a:pt x="2158707" y="461911"/>
                    </a:lnTo>
                    <a:lnTo>
                      <a:pt x="2154224" y="457428"/>
                    </a:lnTo>
                    <a:close/>
                    <a:moveTo>
                      <a:pt x="378880" y="364388"/>
                    </a:moveTo>
                    <a:lnTo>
                      <a:pt x="463055" y="448563"/>
                    </a:lnTo>
                    <a:lnTo>
                      <a:pt x="458560" y="453059"/>
                    </a:lnTo>
                    <a:lnTo>
                      <a:pt x="374397" y="368883"/>
                    </a:lnTo>
                    <a:close/>
                    <a:moveTo>
                      <a:pt x="2149665" y="361201"/>
                    </a:moveTo>
                    <a:lnTo>
                      <a:pt x="2154402" y="365430"/>
                    </a:lnTo>
                    <a:lnTo>
                      <a:pt x="2110105" y="415265"/>
                    </a:lnTo>
                    <a:lnTo>
                      <a:pt x="2105355" y="411049"/>
                    </a:lnTo>
                    <a:close/>
                    <a:moveTo>
                      <a:pt x="440994" y="358940"/>
                    </a:moveTo>
                    <a:lnTo>
                      <a:pt x="495262" y="417640"/>
                    </a:lnTo>
                    <a:lnTo>
                      <a:pt x="490601" y="421958"/>
                    </a:lnTo>
                    <a:lnTo>
                      <a:pt x="436321" y="363258"/>
                    </a:lnTo>
                    <a:close/>
                    <a:moveTo>
                      <a:pt x="2184045" y="358928"/>
                    </a:moveTo>
                    <a:lnTo>
                      <a:pt x="2188693" y="363271"/>
                    </a:lnTo>
                    <a:lnTo>
                      <a:pt x="2126666" y="429718"/>
                    </a:lnTo>
                    <a:lnTo>
                      <a:pt x="2122031" y="425387"/>
                    </a:lnTo>
                    <a:close/>
                    <a:moveTo>
                      <a:pt x="473189" y="357937"/>
                    </a:moveTo>
                    <a:lnTo>
                      <a:pt x="511962" y="403340"/>
                    </a:lnTo>
                    <a:lnTo>
                      <a:pt x="507123" y="407467"/>
                    </a:lnTo>
                    <a:lnTo>
                      <a:pt x="468363" y="362052"/>
                    </a:lnTo>
                    <a:close/>
                    <a:moveTo>
                      <a:pt x="2130781" y="345757"/>
                    </a:moveTo>
                    <a:lnTo>
                      <a:pt x="2135633" y="349859"/>
                    </a:lnTo>
                    <a:lnTo>
                      <a:pt x="2093545" y="399694"/>
                    </a:lnTo>
                    <a:lnTo>
                      <a:pt x="2088693" y="395604"/>
                    </a:lnTo>
                    <a:close/>
                    <a:moveTo>
                      <a:pt x="490918" y="342430"/>
                    </a:moveTo>
                    <a:lnTo>
                      <a:pt x="529678" y="387833"/>
                    </a:lnTo>
                    <a:lnTo>
                      <a:pt x="524853" y="391960"/>
                    </a:lnTo>
                    <a:lnTo>
                      <a:pt x="486079" y="346545"/>
                    </a:lnTo>
                    <a:close/>
                    <a:moveTo>
                      <a:pt x="2113039" y="330276"/>
                    </a:moveTo>
                    <a:lnTo>
                      <a:pt x="2117929" y="334327"/>
                    </a:lnTo>
                    <a:lnTo>
                      <a:pt x="2075854" y="385267"/>
                    </a:lnTo>
                    <a:lnTo>
                      <a:pt x="2070951" y="381228"/>
                    </a:lnTo>
                    <a:close/>
                    <a:moveTo>
                      <a:pt x="508660" y="328067"/>
                    </a:moveTo>
                    <a:lnTo>
                      <a:pt x="546316" y="373469"/>
                    </a:lnTo>
                    <a:lnTo>
                      <a:pt x="541426" y="377521"/>
                    </a:lnTo>
                    <a:lnTo>
                      <a:pt x="503771" y="332118"/>
                    </a:lnTo>
                    <a:close/>
                    <a:moveTo>
                      <a:pt x="2094180" y="315912"/>
                    </a:moveTo>
                    <a:lnTo>
                      <a:pt x="2099133" y="319900"/>
                    </a:lnTo>
                    <a:lnTo>
                      <a:pt x="2058150" y="370839"/>
                    </a:lnTo>
                    <a:lnTo>
                      <a:pt x="2053209" y="366864"/>
                    </a:lnTo>
                    <a:close/>
                    <a:moveTo>
                      <a:pt x="523087" y="308165"/>
                    </a:moveTo>
                    <a:lnTo>
                      <a:pt x="564070" y="359104"/>
                    </a:lnTo>
                    <a:lnTo>
                      <a:pt x="559117" y="363092"/>
                    </a:lnTo>
                    <a:lnTo>
                      <a:pt x="518147" y="312140"/>
                    </a:lnTo>
                    <a:close/>
                    <a:moveTo>
                      <a:pt x="2076437" y="300431"/>
                    </a:moveTo>
                    <a:lnTo>
                      <a:pt x="2081428" y="304368"/>
                    </a:lnTo>
                    <a:lnTo>
                      <a:pt x="2040458" y="356413"/>
                    </a:lnTo>
                    <a:lnTo>
                      <a:pt x="2035467" y="352489"/>
                    </a:lnTo>
                    <a:close/>
                    <a:moveTo>
                      <a:pt x="557530" y="272846"/>
                    </a:moveTo>
                    <a:lnTo>
                      <a:pt x="600722" y="332663"/>
                    </a:lnTo>
                    <a:lnTo>
                      <a:pt x="595566" y="336371"/>
                    </a:lnTo>
                    <a:lnTo>
                      <a:pt x="552373" y="276567"/>
                    </a:lnTo>
                    <a:close/>
                    <a:moveTo>
                      <a:pt x="2048676" y="270637"/>
                    </a:moveTo>
                    <a:lnTo>
                      <a:pt x="2053819" y="274358"/>
                    </a:lnTo>
                    <a:lnTo>
                      <a:pt x="2010626" y="334163"/>
                    </a:lnTo>
                    <a:lnTo>
                      <a:pt x="2005483" y="330442"/>
                    </a:lnTo>
                    <a:close/>
                    <a:moveTo>
                      <a:pt x="518732" y="261734"/>
                    </a:moveTo>
                    <a:lnTo>
                      <a:pt x="581864" y="345909"/>
                    </a:lnTo>
                    <a:lnTo>
                      <a:pt x="576784" y="349719"/>
                    </a:lnTo>
                    <a:lnTo>
                      <a:pt x="513652" y="265544"/>
                    </a:lnTo>
                    <a:close/>
                    <a:moveTo>
                      <a:pt x="594106" y="256285"/>
                    </a:moveTo>
                    <a:lnTo>
                      <a:pt x="631761" y="310552"/>
                    </a:lnTo>
                    <a:lnTo>
                      <a:pt x="626554" y="314172"/>
                    </a:lnTo>
                    <a:lnTo>
                      <a:pt x="588886" y="259905"/>
                    </a:lnTo>
                    <a:close/>
                    <a:moveTo>
                      <a:pt x="2004313" y="249681"/>
                    </a:moveTo>
                    <a:lnTo>
                      <a:pt x="2009584" y="253225"/>
                    </a:lnTo>
                    <a:lnTo>
                      <a:pt x="1973034" y="307492"/>
                    </a:lnTo>
                    <a:lnTo>
                      <a:pt x="1967763" y="303948"/>
                    </a:lnTo>
                    <a:close/>
                    <a:moveTo>
                      <a:pt x="614084" y="243052"/>
                    </a:moveTo>
                    <a:lnTo>
                      <a:pt x="650634" y="298437"/>
                    </a:lnTo>
                    <a:lnTo>
                      <a:pt x="645338" y="301929"/>
                    </a:lnTo>
                    <a:lnTo>
                      <a:pt x="608788" y="246557"/>
                    </a:lnTo>
                    <a:close/>
                    <a:moveTo>
                      <a:pt x="1981023" y="241985"/>
                    </a:moveTo>
                    <a:lnTo>
                      <a:pt x="1986357" y="245414"/>
                    </a:lnTo>
                    <a:lnTo>
                      <a:pt x="1954238" y="295262"/>
                    </a:lnTo>
                    <a:lnTo>
                      <a:pt x="1948905" y="291820"/>
                    </a:lnTo>
                    <a:close/>
                    <a:moveTo>
                      <a:pt x="2046427" y="230823"/>
                    </a:moveTo>
                    <a:lnTo>
                      <a:pt x="2051647" y="234430"/>
                    </a:lnTo>
                    <a:lnTo>
                      <a:pt x="1991830" y="320815"/>
                    </a:lnTo>
                    <a:lnTo>
                      <a:pt x="1986610" y="317208"/>
                    </a:lnTo>
                    <a:close/>
                    <a:moveTo>
                      <a:pt x="1961059" y="229845"/>
                    </a:moveTo>
                    <a:lnTo>
                      <a:pt x="1966443" y="233198"/>
                    </a:lnTo>
                    <a:lnTo>
                      <a:pt x="1935443" y="283033"/>
                    </a:lnTo>
                    <a:lnTo>
                      <a:pt x="1930045" y="279680"/>
                    </a:lnTo>
                    <a:close/>
                    <a:moveTo>
                      <a:pt x="634061" y="229831"/>
                    </a:moveTo>
                    <a:lnTo>
                      <a:pt x="669507" y="286308"/>
                    </a:lnTo>
                    <a:lnTo>
                      <a:pt x="664122" y="289686"/>
                    </a:lnTo>
                    <a:lnTo>
                      <a:pt x="628689" y="233209"/>
                    </a:lnTo>
                    <a:close/>
                    <a:moveTo>
                      <a:pt x="1941081" y="217729"/>
                    </a:moveTo>
                    <a:lnTo>
                      <a:pt x="1946555" y="220942"/>
                    </a:lnTo>
                    <a:lnTo>
                      <a:pt x="1916647" y="271895"/>
                    </a:lnTo>
                    <a:lnTo>
                      <a:pt x="1911173" y="268669"/>
                    </a:lnTo>
                    <a:close/>
                    <a:moveTo>
                      <a:pt x="655154" y="217728"/>
                    </a:moveTo>
                    <a:lnTo>
                      <a:pt x="688378" y="274205"/>
                    </a:lnTo>
                    <a:lnTo>
                      <a:pt x="682904" y="277431"/>
                    </a:lnTo>
                    <a:lnTo>
                      <a:pt x="649681" y="220941"/>
                    </a:lnTo>
                    <a:close/>
                    <a:moveTo>
                      <a:pt x="675106" y="205562"/>
                    </a:moveTo>
                    <a:lnTo>
                      <a:pt x="708329" y="263157"/>
                    </a:lnTo>
                    <a:lnTo>
                      <a:pt x="702830" y="266332"/>
                    </a:lnTo>
                    <a:lnTo>
                      <a:pt x="669594" y="208737"/>
                    </a:lnTo>
                    <a:close/>
                    <a:moveTo>
                      <a:pt x="1902244" y="187947"/>
                    </a:moveTo>
                    <a:lnTo>
                      <a:pt x="1907857" y="190906"/>
                    </a:lnTo>
                    <a:lnTo>
                      <a:pt x="1876844" y="249618"/>
                    </a:lnTo>
                    <a:lnTo>
                      <a:pt x="1871230" y="246646"/>
                    </a:lnTo>
                    <a:close/>
                    <a:moveTo>
                      <a:pt x="1929968" y="187884"/>
                    </a:moveTo>
                    <a:lnTo>
                      <a:pt x="1935518" y="190970"/>
                    </a:lnTo>
                    <a:lnTo>
                      <a:pt x="1896757" y="260744"/>
                    </a:lnTo>
                    <a:lnTo>
                      <a:pt x="1891195" y="257658"/>
                    </a:lnTo>
                    <a:close/>
                    <a:moveTo>
                      <a:pt x="683996" y="171284"/>
                    </a:moveTo>
                    <a:lnTo>
                      <a:pt x="728294" y="252145"/>
                    </a:lnTo>
                    <a:lnTo>
                      <a:pt x="722731" y="255193"/>
                    </a:lnTo>
                    <a:lnTo>
                      <a:pt x="678421" y="174345"/>
                    </a:lnTo>
                    <a:close/>
                    <a:moveTo>
                      <a:pt x="710590" y="170218"/>
                    </a:moveTo>
                    <a:lnTo>
                      <a:pt x="748258" y="241097"/>
                    </a:lnTo>
                    <a:lnTo>
                      <a:pt x="742645" y="244082"/>
                    </a:lnTo>
                    <a:lnTo>
                      <a:pt x="704989" y="173203"/>
                    </a:lnTo>
                    <a:close/>
                    <a:moveTo>
                      <a:pt x="759372" y="161455"/>
                    </a:moveTo>
                    <a:lnTo>
                      <a:pt x="788175" y="220155"/>
                    </a:lnTo>
                    <a:lnTo>
                      <a:pt x="782473" y="222949"/>
                    </a:lnTo>
                    <a:lnTo>
                      <a:pt x="753669" y="164249"/>
                    </a:lnTo>
                    <a:close/>
                    <a:moveTo>
                      <a:pt x="1865642" y="154825"/>
                    </a:moveTo>
                    <a:lnTo>
                      <a:pt x="1871357" y="157581"/>
                    </a:lnTo>
                    <a:lnTo>
                      <a:pt x="1837029" y="228472"/>
                    </a:lnTo>
                    <a:lnTo>
                      <a:pt x="1831314" y="225704"/>
                    </a:lnTo>
                    <a:close/>
                    <a:moveTo>
                      <a:pt x="805967" y="147219"/>
                    </a:moveTo>
                    <a:lnTo>
                      <a:pt x="829233" y="202603"/>
                    </a:lnTo>
                    <a:lnTo>
                      <a:pt x="823379" y="205055"/>
                    </a:lnTo>
                    <a:lnTo>
                      <a:pt x="800112" y="149683"/>
                    </a:lnTo>
                    <a:close/>
                    <a:moveTo>
                      <a:pt x="1816863" y="146075"/>
                    </a:moveTo>
                    <a:lnTo>
                      <a:pt x="1822679" y="148615"/>
                    </a:lnTo>
                    <a:lnTo>
                      <a:pt x="1796098" y="209524"/>
                    </a:lnTo>
                    <a:lnTo>
                      <a:pt x="1790281" y="206984"/>
                    </a:lnTo>
                    <a:close/>
                    <a:moveTo>
                      <a:pt x="827011" y="138353"/>
                    </a:moveTo>
                    <a:lnTo>
                      <a:pt x="850277" y="193738"/>
                    </a:lnTo>
                    <a:lnTo>
                      <a:pt x="844423" y="196202"/>
                    </a:lnTo>
                    <a:lnTo>
                      <a:pt x="821156" y="140817"/>
                    </a:lnTo>
                    <a:close/>
                    <a:moveTo>
                      <a:pt x="774917" y="138278"/>
                    </a:moveTo>
                    <a:lnTo>
                      <a:pt x="808152" y="211379"/>
                    </a:lnTo>
                    <a:lnTo>
                      <a:pt x="802361" y="214008"/>
                    </a:lnTo>
                    <a:lnTo>
                      <a:pt x="769138" y="140907"/>
                    </a:lnTo>
                    <a:close/>
                    <a:moveTo>
                      <a:pt x="1794701" y="137236"/>
                    </a:moveTo>
                    <a:lnTo>
                      <a:pt x="1800543" y="139725"/>
                    </a:lnTo>
                    <a:lnTo>
                      <a:pt x="1775067" y="199529"/>
                    </a:lnTo>
                    <a:lnTo>
                      <a:pt x="1769225" y="197040"/>
                    </a:lnTo>
                    <a:close/>
                    <a:moveTo>
                      <a:pt x="1849018" y="133808"/>
                    </a:moveTo>
                    <a:lnTo>
                      <a:pt x="1854758" y="136513"/>
                    </a:lnTo>
                    <a:lnTo>
                      <a:pt x="1815998" y="218478"/>
                    </a:lnTo>
                    <a:lnTo>
                      <a:pt x="1810257" y="215761"/>
                    </a:lnTo>
                    <a:close/>
                    <a:moveTo>
                      <a:pt x="1905547" y="130378"/>
                    </a:moveTo>
                    <a:lnTo>
                      <a:pt x="1911198" y="133299"/>
                    </a:lnTo>
                    <a:lnTo>
                      <a:pt x="1856931" y="238506"/>
                    </a:lnTo>
                    <a:lnTo>
                      <a:pt x="1851280" y="235598"/>
                    </a:lnTo>
                    <a:close/>
                    <a:moveTo>
                      <a:pt x="849186" y="129553"/>
                    </a:moveTo>
                    <a:lnTo>
                      <a:pt x="871335" y="184925"/>
                    </a:lnTo>
                    <a:lnTo>
                      <a:pt x="865442" y="187287"/>
                    </a:lnTo>
                    <a:lnTo>
                      <a:pt x="843293" y="131915"/>
                    </a:lnTo>
                    <a:close/>
                    <a:moveTo>
                      <a:pt x="1772527" y="128448"/>
                    </a:moveTo>
                    <a:lnTo>
                      <a:pt x="1778420" y="130798"/>
                    </a:lnTo>
                    <a:lnTo>
                      <a:pt x="1754048" y="191720"/>
                    </a:lnTo>
                    <a:lnTo>
                      <a:pt x="1748156" y="189357"/>
                    </a:lnTo>
                    <a:close/>
                    <a:moveTo>
                      <a:pt x="713943" y="124841"/>
                    </a:moveTo>
                    <a:lnTo>
                      <a:pt x="768210" y="230061"/>
                    </a:lnTo>
                    <a:lnTo>
                      <a:pt x="762558" y="232969"/>
                    </a:lnTo>
                    <a:lnTo>
                      <a:pt x="708291" y="127750"/>
                    </a:lnTo>
                    <a:close/>
                    <a:moveTo>
                      <a:pt x="1750353" y="119633"/>
                    </a:moveTo>
                    <a:lnTo>
                      <a:pt x="1756283" y="121894"/>
                    </a:lnTo>
                    <a:lnTo>
                      <a:pt x="1733030" y="182816"/>
                    </a:lnTo>
                    <a:lnTo>
                      <a:pt x="1727099" y="180542"/>
                    </a:lnTo>
                    <a:close/>
                    <a:moveTo>
                      <a:pt x="869151" y="115214"/>
                    </a:moveTo>
                    <a:lnTo>
                      <a:pt x="892404" y="177241"/>
                    </a:lnTo>
                    <a:lnTo>
                      <a:pt x="886461" y="179463"/>
                    </a:lnTo>
                    <a:lnTo>
                      <a:pt x="863194" y="117449"/>
                    </a:lnTo>
                    <a:close/>
                    <a:moveTo>
                      <a:pt x="1728179" y="110832"/>
                    </a:moveTo>
                    <a:lnTo>
                      <a:pt x="1734160" y="112966"/>
                    </a:lnTo>
                    <a:lnTo>
                      <a:pt x="1712011" y="174993"/>
                    </a:lnTo>
                    <a:lnTo>
                      <a:pt x="1706030" y="172859"/>
                    </a:lnTo>
                    <a:close/>
                    <a:moveTo>
                      <a:pt x="912393" y="92113"/>
                    </a:moveTo>
                    <a:lnTo>
                      <a:pt x="934542" y="161887"/>
                    </a:lnTo>
                    <a:lnTo>
                      <a:pt x="928497" y="163805"/>
                    </a:lnTo>
                    <a:lnTo>
                      <a:pt x="906335" y="94031"/>
                    </a:lnTo>
                    <a:close/>
                    <a:moveTo>
                      <a:pt x="1692695" y="91008"/>
                    </a:moveTo>
                    <a:lnTo>
                      <a:pt x="1698752" y="92925"/>
                    </a:lnTo>
                    <a:lnTo>
                      <a:pt x="1676604" y="162699"/>
                    </a:lnTo>
                    <a:lnTo>
                      <a:pt x="1670546" y="160781"/>
                    </a:lnTo>
                    <a:close/>
                    <a:moveTo>
                      <a:pt x="952284" y="87732"/>
                    </a:moveTo>
                    <a:lnTo>
                      <a:pt x="971105" y="150864"/>
                    </a:lnTo>
                    <a:lnTo>
                      <a:pt x="965022" y="152680"/>
                    </a:lnTo>
                    <a:lnTo>
                      <a:pt x="946200" y="89548"/>
                    </a:lnTo>
                    <a:close/>
                    <a:moveTo>
                      <a:pt x="1620672" y="84493"/>
                    </a:moveTo>
                    <a:lnTo>
                      <a:pt x="1626806" y="86144"/>
                    </a:lnTo>
                    <a:lnTo>
                      <a:pt x="1611299" y="143739"/>
                    </a:lnTo>
                    <a:lnTo>
                      <a:pt x="1605165" y="142088"/>
                    </a:lnTo>
                    <a:close/>
                    <a:moveTo>
                      <a:pt x="1645043" y="84468"/>
                    </a:moveTo>
                    <a:lnTo>
                      <a:pt x="1651152" y="86183"/>
                    </a:lnTo>
                    <a:lnTo>
                      <a:pt x="1633435" y="149314"/>
                    </a:lnTo>
                    <a:lnTo>
                      <a:pt x="1627327" y="147600"/>
                    </a:lnTo>
                    <a:close/>
                    <a:moveTo>
                      <a:pt x="975564" y="81153"/>
                    </a:moveTo>
                    <a:lnTo>
                      <a:pt x="993280" y="145390"/>
                    </a:lnTo>
                    <a:lnTo>
                      <a:pt x="987159" y="147079"/>
                    </a:lnTo>
                    <a:lnTo>
                      <a:pt x="969442" y="82842"/>
                    </a:lnTo>
                    <a:close/>
                    <a:moveTo>
                      <a:pt x="1597394" y="79007"/>
                    </a:moveTo>
                    <a:lnTo>
                      <a:pt x="1603553" y="80556"/>
                    </a:lnTo>
                    <a:lnTo>
                      <a:pt x="1589164" y="138151"/>
                    </a:lnTo>
                    <a:lnTo>
                      <a:pt x="1583005" y="136602"/>
                    </a:lnTo>
                    <a:close/>
                    <a:moveTo>
                      <a:pt x="998842" y="75718"/>
                    </a:moveTo>
                    <a:lnTo>
                      <a:pt x="1014349" y="139954"/>
                    </a:lnTo>
                    <a:lnTo>
                      <a:pt x="1008176" y="141440"/>
                    </a:lnTo>
                    <a:lnTo>
                      <a:pt x="992670" y="77204"/>
                    </a:lnTo>
                    <a:close/>
                    <a:moveTo>
                      <a:pt x="1574127" y="73546"/>
                    </a:moveTo>
                    <a:lnTo>
                      <a:pt x="1580311" y="74943"/>
                    </a:lnTo>
                    <a:lnTo>
                      <a:pt x="1567027" y="133642"/>
                    </a:lnTo>
                    <a:lnTo>
                      <a:pt x="1560830" y="132245"/>
                    </a:lnTo>
                    <a:close/>
                    <a:moveTo>
                      <a:pt x="1022108" y="70230"/>
                    </a:moveTo>
                    <a:lnTo>
                      <a:pt x="1036510" y="134467"/>
                    </a:lnTo>
                    <a:lnTo>
                      <a:pt x="1030312" y="135851"/>
                    </a:lnTo>
                    <a:lnTo>
                      <a:pt x="1015911" y="71615"/>
                    </a:lnTo>
                    <a:close/>
                    <a:moveTo>
                      <a:pt x="879144" y="69887"/>
                    </a:moveTo>
                    <a:lnTo>
                      <a:pt x="913472" y="169570"/>
                    </a:lnTo>
                    <a:lnTo>
                      <a:pt x="907465" y="171640"/>
                    </a:lnTo>
                    <a:lnTo>
                      <a:pt x="873137" y="71958"/>
                    </a:lnTo>
                    <a:close/>
                    <a:moveTo>
                      <a:pt x="1045376" y="64744"/>
                    </a:moveTo>
                    <a:lnTo>
                      <a:pt x="1058673" y="128980"/>
                    </a:lnTo>
                    <a:lnTo>
                      <a:pt x="1052450" y="130263"/>
                    </a:lnTo>
                    <a:lnTo>
                      <a:pt x="1039165" y="66027"/>
                    </a:lnTo>
                    <a:close/>
                    <a:moveTo>
                      <a:pt x="1528686" y="58154"/>
                    </a:moveTo>
                    <a:lnTo>
                      <a:pt x="1534934" y="59322"/>
                    </a:lnTo>
                    <a:lnTo>
                      <a:pt x="1522742" y="124664"/>
                    </a:lnTo>
                    <a:lnTo>
                      <a:pt x="1516507" y="123508"/>
                    </a:lnTo>
                    <a:close/>
                    <a:moveTo>
                      <a:pt x="1679397" y="54471"/>
                    </a:moveTo>
                    <a:lnTo>
                      <a:pt x="1685467" y="56363"/>
                    </a:lnTo>
                    <a:lnTo>
                      <a:pt x="1654454" y="156033"/>
                    </a:lnTo>
                    <a:lnTo>
                      <a:pt x="1648396" y="154153"/>
                    </a:lnTo>
                    <a:close/>
                    <a:moveTo>
                      <a:pt x="1187197" y="50686"/>
                    </a:moveTo>
                    <a:lnTo>
                      <a:pt x="1192734" y="109385"/>
                    </a:lnTo>
                    <a:lnTo>
                      <a:pt x="1186422" y="109982"/>
                    </a:lnTo>
                    <a:lnTo>
                      <a:pt x="1180872" y="51283"/>
                    </a:lnTo>
                    <a:close/>
                    <a:moveTo>
                      <a:pt x="1139571" y="49504"/>
                    </a:moveTo>
                    <a:lnTo>
                      <a:pt x="1147318" y="114845"/>
                    </a:lnTo>
                    <a:lnTo>
                      <a:pt x="1141018" y="115595"/>
                    </a:lnTo>
                    <a:lnTo>
                      <a:pt x="1133259" y="50253"/>
                    </a:lnTo>
                    <a:close/>
                    <a:moveTo>
                      <a:pt x="1555281" y="49213"/>
                    </a:moveTo>
                    <a:lnTo>
                      <a:pt x="1561491" y="50546"/>
                    </a:lnTo>
                    <a:lnTo>
                      <a:pt x="1544879" y="128067"/>
                    </a:lnTo>
                    <a:lnTo>
                      <a:pt x="1538669" y="126746"/>
                    </a:lnTo>
                    <a:close/>
                    <a:moveTo>
                      <a:pt x="1210462" y="48527"/>
                    </a:moveTo>
                    <a:lnTo>
                      <a:pt x="1214894" y="107226"/>
                    </a:lnTo>
                    <a:lnTo>
                      <a:pt x="1208557" y="107709"/>
                    </a:lnTo>
                    <a:lnTo>
                      <a:pt x="1204125" y="49010"/>
                    </a:lnTo>
                    <a:close/>
                    <a:moveTo>
                      <a:pt x="1234833" y="46381"/>
                    </a:moveTo>
                    <a:lnTo>
                      <a:pt x="1238161" y="106185"/>
                    </a:lnTo>
                    <a:lnTo>
                      <a:pt x="1231811" y="106541"/>
                    </a:lnTo>
                    <a:lnTo>
                      <a:pt x="1228496" y="46736"/>
                    </a:lnTo>
                    <a:close/>
                    <a:moveTo>
                      <a:pt x="1434504" y="45123"/>
                    </a:moveTo>
                    <a:lnTo>
                      <a:pt x="1440828" y="45771"/>
                    </a:lnTo>
                    <a:lnTo>
                      <a:pt x="1434186" y="111113"/>
                    </a:lnTo>
                    <a:lnTo>
                      <a:pt x="1427862" y="110478"/>
                    </a:lnTo>
                    <a:close/>
                    <a:moveTo>
                      <a:pt x="1411250" y="42913"/>
                    </a:moveTo>
                    <a:lnTo>
                      <a:pt x="1417562" y="43560"/>
                    </a:lnTo>
                    <a:lnTo>
                      <a:pt x="1410920" y="108902"/>
                    </a:lnTo>
                    <a:lnTo>
                      <a:pt x="1404608" y="108254"/>
                    </a:lnTo>
                    <a:close/>
                    <a:moveTo>
                      <a:pt x="1089699" y="42709"/>
                    </a:moveTo>
                    <a:lnTo>
                      <a:pt x="1102996" y="121335"/>
                    </a:lnTo>
                    <a:lnTo>
                      <a:pt x="1096735" y="122402"/>
                    </a:lnTo>
                    <a:lnTo>
                      <a:pt x="1083438" y="43764"/>
                    </a:lnTo>
                    <a:close/>
                    <a:moveTo>
                      <a:pt x="1386879" y="40804"/>
                    </a:moveTo>
                    <a:lnTo>
                      <a:pt x="1393216" y="41223"/>
                    </a:lnTo>
                    <a:lnTo>
                      <a:pt x="1388784" y="107683"/>
                    </a:lnTo>
                    <a:lnTo>
                      <a:pt x="1382446" y="107264"/>
                    </a:lnTo>
                    <a:close/>
                    <a:moveTo>
                      <a:pt x="1258100" y="39801"/>
                    </a:moveTo>
                    <a:lnTo>
                      <a:pt x="1260309" y="105143"/>
                    </a:lnTo>
                    <a:lnTo>
                      <a:pt x="1253959" y="105358"/>
                    </a:lnTo>
                    <a:lnTo>
                      <a:pt x="1251750" y="40017"/>
                    </a:lnTo>
                    <a:close/>
                    <a:moveTo>
                      <a:pt x="1363611" y="39751"/>
                    </a:moveTo>
                    <a:lnTo>
                      <a:pt x="1369949" y="40069"/>
                    </a:lnTo>
                    <a:lnTo>
                      <a:pt x="1366634" y="105423"/>
                    </a:lnTo>
                    <a:lnTo>
                      <a:pt x="1360284" y="105093"/>
                    </a:lnTo>
                    <a:close/>
                    <a:moveTo>
                      <a:pt x="1339241" y="38697"/>
                    </a:moveTo>
                    <a:lnTo>
                      <a:pt x="1345591" y="38913"/>
                    </a:lnTo>
                    <a:lnTo>
                      <a:pt x="1343381" y="105359"/>
                    </a:lnTo>
                    <a:lnTo>
                      <a:pt x="1337031" y="105156"/>
                    </a:lnTo>
                    <a:close/>
                    <a:moveTo>
                      <a:pt x="1483259" y="37249"/>
                    </a:moveTo>
                    <a:lnTo>
                      <a:pt x="1489545" y="38138"/>
                    </a:lnTo>
                    <a:lnTo>
                      <a:pt x="1478471" y="116777"/>
                    </a:lnTo>
                    <a:lnTo>
                      <a:pt x="1472185" y="115888"/>
                    </a:lnTo>
                    <a:close/>
                    <a:moveTo>
                      <a:pt x="1064223" y="34900"/>
                    </a:moveTo>
                    <a:lnTo>
                      <a:pt x="1080834" y="124613"/>
                    </a:lnTo>
                    <a:lnTo>
                      <a:pt x="1074598" y="125768"/>
                    </a:lnTo>
                    <a:lnTo>
                      <a:pt x="1057974" y="36056"/>
                    </a:lnTo>
                    <a:close/>
                    <a:moveTo>
                      <a:pt x="1161719" y="32906"/>
                    </a:moveTo>
                    <a:lnTo>
                      <a:pt x="1170584" y="111544"/>
                    </a:lnTo>
                    <a:lnTo>
                      <a:pt x="1164272" y="112256"/>
                    </a:lnTo>
                    <a:lnTo>
                      <a:pt x="1155407" y="33617"/>
                    </a:lnTo>
                    <a:close/>
                    <a:moveTo>
                      <a:pt x="1299376" y="31051"/>
                    </a:moveTo>
                    <a:lnTo>
                      <a:pt x="1305726" y="31051"/>
                    </a:lnTo>
                    <a:lnTo>
                      <a:pt x="1305726" y="104152"/>
                    </a:lnTo>
                    <a:lnTo>
                      <a:pt x="1299376" y="104152"/>
                    </a:lnTo>
                    <a:close/>
                    <a:moveTo>
                      <a:pt x="1461098" y="22911"/>
                    </a:moveTo>
                    <a:lnTo>
                      <a:pt x="1467397" y="23686"/>
                    </a:lnTo>
                    <a:lnTo>
                      <a:pt x="1456322" y="113399"/>
                    </a:lnTo>
                    <a:lnTo>
                      <a:pt x="1450023" y="112624"/>
                    </a:lnTo>
                    <a:close/>
                    <a:moveTo>
                      <a:pt x="1513166" y="1753"/>
                    </a:moveTo>
                    <a:lnTo>
                      <a:pt x="1519440" y="2756"/>
                    </a:lnTo>
                    <a:lnTo>
                      <a:pt x="1500606" y="120155"/>
                    </a:lnTo>
                    <a:lnTo>
                      <a:pt x="1494345" y="119152"/>
                    </a:lnTo>
                    <a:close/>
                    <a:moveTo>
                      <a:pt x="1107427" y="672"/>
                    </a:moveTo>
                    <a:lnTo>
                      <a:pt x="1125156" y="116966"/>
                    </a:lnTo>
                    <a:lnTo>
                      <a:pt x="1118882" y="117919"/>
                    </a:lnTo>
                    <a:lnTo>
                      <a:pt x="1101153" y="1625"/>
                    </a:lnTo>
                    <a:close/>
                    <a:moveTo>
                      <a:pt x="1281353" y="0"/>
                    </a:moveTo>
                    <a:lnTo>
                      <a:pt x="1282458" y="104115"/>
                    </a:lnTo>
                    <a:lnTo>
                      <a:pt x="1276108" y="104178"/>
                    </a:lnTo>
                    <a:lnTo>
                      <a:pt x="1275003" y="77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96" name="椭圆 195"/>
              <p:cNvSpPr/>
              <p:nvPr/>
            </p:nvSpPr>
            <p:spPr>
              <a:xfrm>
                <a:off x="4895538" y="3237683"/>
                <a:ext cx="2324100" cy="2324100"/>
              </a:xfrm>
              <a:prstGeom prst="ellipse">
                <a:avLst/>
              </a:prstGeom>
              <a:noFill/>
              <a:ln w="6350">
                <a:solidFill>
                  <a:schemeClr val="accent5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97" name="弧形 196"/>
              <p:cNvSpPr/>
              <p:nvPr/>
            </p:nvSpPr>
            <p:spPr>
              <a:xfrm>
                <a:off x="4809817" y="3151960"/>
                <a:ext cx="2495546" cy="2495544"/>
              </a:xfrm>
              <a:prstGeom prst="arc">
                <a:avLst>
                  <a:gd name="adj1" fmla="val 10708083"/>
                  <a:gd name="adj2" fmla="val 7078398"/>
                </a:avLst>
              </a:prstGeom>
              <a:ln w="6350">
                <a:solidFill>
                  <a:schemeClr val="accent1">
                    <a:alpha val="50000"/>
                  </a:schemeClr>
                </a:solidFill>
                <a:prstDash val="sysDot"/>
                <a:head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70" name="文本占位符 4"/>
            <p:cNvSpPr txBox="1"/>
            <p:nvPr/>
          </p:nvSpPr>
          <p:spPr>
            <a:xfrm>
              <a:off x="660400" y="1266657"/>
              <a:ext cx="10858500" cy="8456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Text here-14pt</a:t>
              </a:r>
              <a:r>
                <a:rPr lang="zh-CN" altLang="en-US" dirty="0"/>
                <a:t>：</a:t>
              </a:r>
              <a:r>
                <a:rPr lang="en-US" altLang="zh-CN" sz="1200" b="0" dirty="0">
                  <a:solidFill>
                    <a:schemeClr val="tx1"/>
                  </a:solidFill>
                </a:rPr>
                <a:t>Copy paste  fonts. </a:t>
              </a:r>
              <a:r>
                <a:rPr lang="en-US" altLang="zh-CN" sz="1200" dirty="0"/>
                <a:t>Choose</a:t>
              </a:r>
              <a:r>
                <a:rPr lang="zh-CN" altLang="en-US" sz="1200" dirty="0"/>
                <a:t>（重点加粗）</a:t>
              </a:r>
              <a:r>
                <a:rPr lang="en-US" altLang="zh-CN" sz="1200" b="0" dirty="0">
                  <a:solidFill>
                    <a:schemeClr val="tx1"/>
                  </a:solidFill>
                </a:rPr>
                <a:t> the only option to retain text. -12pt</a:t>
              </a:r>
              <a:endParaRPr lang="en-US" altLang="zh-CN" sz="1200" b="0" dirty="0">
                <a:solidFill>
                  <a:schemeClr val="tx1"/>
                </a:solidFill>
              </a:endParaRPr>
            </a:p>
            <a:p>
              <a:r>
                <a:rPr lang="en-US" altLang="zh-CN" dirty="0"/>
                <a:t>Text here-14pt</a:t>
              </a:r>
              <a:r>
                <a:rPr lang="zh-CN" altLang="en-US" dirty="0"/>
                <a:t>：</a:t>
              </a:r>
              <a:r>
                <a:rPr lang="en-US" altLang="zh-CN" sz="1200" b="0" dirty="0">
                  <a:solidFill>
                    <a:schemeClr val="tx1"/>
                  </a:solidFill>
                </a:rPr>
                <a:t>Theme color makes PPT more convenient to change. Adjust the spacing to adapt to Chinese typesetting, use the reference line in PPT . </a:t>
              </a:r>
              <a:endParaRPr lang="en-US" altLang="zh-CN" sz="1200" b="0" dirty="0">
                <a:solidFill>
                  <a:schemeClr val="tx1"/>
                </a:solidFill>
              </a:endParaRPr>
            </a:p>
            <a:p>
              <a:r>
                <a:rPr lang="en-US" altLang="zh-CN" dirty="0"/>
                <a:t>Text here-14pt</a:t>
              </a:r>
              <a:r>
                <a:rPr lang="zh-CN" altLang="en-US" dirty="0"/>
                <a:t>：</a:t>
              </a:r>
              <a:r>
                <a:rPr lang="en-US" altLang="zh-CN" sz="1200" b="0" dirty="0">
                  <a:solidFill>
                    <a:schemeClr val="tx1"/>
                  </a:solidFill>
                </a:rPr>
                <a:t>Theme color makes PPT more convenient to change. Adjust the spacing to adapt to Chinese typesetting, use the reference line in PPT . </a:t>
              </a:r>
              <a:endParaRPr lang="en-US" altLang="zh-CN" sz="1200" b="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58500" cy="4858016"/>
            <a:chOff x="660400" y="1266657"/>
            <a:chExt cx="10858500" cy="4858016"/>
          </a:xfrm>
        </p:grpSpPr>
        <p:grpSp>
          <p:nvGrpSpPr>
            <p:cNvPr id="5" name="组合 4"/>
            <p:cNvGrpSpPr/>
            <p:nvPr/>
          </p:nvGrpSpPr>
          <p:grpSpPr>
            <a:xfrm>
              <a:off x="660400" y="2016339"/>
              <a:ext cx="10858500" cy="4108334"/>
              <a:chOff x="660400" y="2016339"/>
              <a:chExt cx="10858500" cy="4108334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660400" y="2016339"/>
                <a:ext cx="2520000" cy="4108334"/>
                <a:chOff x="660400" y="2025766"/>
                <a:chExt cx="2520000" cy="4108334"/>
              </a:xfrm>
            </p:grpSpPr>
            <p:sp>
              <p:nvSpPr>
                <p:cNvPr id="27" name="Rectangle 24"/>
                <p:cNvSpPr/>
                <p:nvPr/>
              </p:nvSpPr>
              <p:spPr>
                <a:xfrm>
                  <a:off x="660400" y="2828926"/>
                  <a:ext cx="2520000" cy="3305174"/>
                </a:xfrm>
                <a:prstGeom prst="rect">
                  <a:avLst/>
                </a:prstGeom>
                <a:noFill/>
                <a:ln w="12700" cap="rnd">
                  <a:solidFill>
                    <a:schemeClr val="accent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 defTabSz="913765">
                    <a:lnSpc>
                      <a:spcPct val="120000"/>
                    </a:lnSpc>
                  </a:pPr>
                  <a:endParaRPr lang="en-US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" name="椭圆 7"/>
                <p:cNvSpPr>
                  <a:spLocks noChangeAspect="1"/>
                </p:cNvSpPr>
                <p:nvPr/>
              </p:nvSpPr>
              <p:spPr>
                <a:xfrm>
                  <a:off x="1110400" y="2025766"/>
                  <a:ext cx="1620000" cy="1620000"/>
                </a:xfrm>
                <a:prstGeom prst="ellipse">
                  <a:avLst/>
                </a:pr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 w="1270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文本框 44"/>
                <p:cNvSpPr txBox="1"/>
                <p:nvPr/>
              </p:nvSpPr>
              <p:spPr>
                <a:xfrm>
                  <a:off x="755183" y="4250851"/>
                  <a:ext cx="2330434" cy="1632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>
                  <a:defPPr>
                    <a:defRPr lang="zh-CN"/>
                  </a:defPPr>
                  <a:lvl1pPr>
                    <a:lnSpc>
                      <a:spcPts val="1500"/>
                    </a:lnSpc>
                    <a:defRPr sz="900"/>
                  </a:lvl1pPr>
                </a:lstStyle>
                <a:p>
                  <a:pPr marL="172720" indent="-171450"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/>
                    <a:t>Copy paste fonts. Choose the only option to retain text. </a:t>
                  </a:r>
                  <a:endParaRPr lang="en-US" altLang="zh-CN" sz="1200" dirty="0"/>
                </a:p>
                <a:p>
                  <a:pPr marL="172720" indent="-171450"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Unified fonts make reading more fluent.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  <a:p>
                  <a:pPr marL="172720" indent="-171450"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Theme color makes PPT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  <a:p>
                  <a:pPr marL="172720" indent="-171450"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Supporting text here.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文本框 45"/>
                <p:cNvSpPr txBox="1"/>
                <p:nvPr/>
              </p:nvSpPr>
              <p:spPr>
                <a:xfrm>
                  <a:off x="755183" y="3821229"/>
                  <a:ext cx="23304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algn="ctr"/>
                  <a:r>
                    <a:rPr lang="en-US" altLang="zh-CN" sz="1400" b="1" dirty="0">
                      <a:solidFill>
                        <a:schemeClr val="accent1"/>
                      </a:solidFill>
                    </a:rPr>
                    <a:t>Text here-14pt</a:t>
                  </a:r>
                  <a:endParaRPr lang="zh-CN" altLang="en-US" sz="1400" b="1" dirty="0">
                    <a:solidFill>
                      <a:schemeClr val="accent1"/>
                    </a:solidFill>
                  </a:endParaRPr>
                </a:p>
              </p:txBody>
            </p:sp>
          </p:grpSp>
          <p:grpSp>
            <p:nvGrpSpPr>
              <p:cNvPr id="62" name="组合 61"/>
              <p:cNvGrpSpPr/>
              <p:nvPr/>
            </p:nvGrpSpPr>
            <p:grpSpPr>
              <a:xfrm>
                <a:off x="3439900" y="2016339"/>
                <a:ext cx="2520000" cy="4108334"/>
                <a:chOff x="660400" y="2025766"/>
                <a:chExt cx="2520000" cy="4108334"/>
              </a:xfrm>
            </p:grpSpPr>
            <p:sp>
              <p:nvSpPr>
                <p:cNvPr id="63" name="Rectangle 24"/>
                <p:cNvSpPr/>
                <p:nvPr/>
              </p:nvSpPr>
              <p:spPr>
                <a:xfrm>
                  <a:off x="660400" y="2828926"/>
                  <a:ext cx="2520000" cy="3305174"/>
                </a:xfrm>
                <a:prstGeom prst="rect">
                  <a:avLst/>
                </a:prstGeom>
                <a:noFill/>
                <a:ln w="12700" cap="rnd">
                  <a:solidFill>
                    <a:schemeClr val="accent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 defTabSz="913765">
                    <a:lnSpc>
                      <a:spcPct val="120000"/>
                    </a:lnSpc>
                  </a:pPr>
                  <a:endParaRPr lang="en-US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4" name="椭圆 63"/>
                <p:cNvSpPr>
                  <a:spLocks noChangeAspect="1"/>
                </p:cNvSpPr>
                <p:nvPr/>
              </p:nvSpPr>
              <p:spPr>
                <a:xfrm>
                  <a:off x="1110400" y="2025766"/>
                  <a:ext cx="1620000" cy="1620000"/>
                </a:xfrm>
                <a:prstGeom prst="ellipse">
                  <a:avLst/>
                </a:pr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 w="1270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文本框 64"/>
                <p:cNvSpPr txBox="1"/>
                <p:nvPr/>
              </p:nvSpPr>
              <p:spPr>
                <a:xfrm>
                  <a:off x="755183" y="4250851"/>
                  <a:ext cx="2330434" cy="1632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>
                  <a:defPPr>
                    <a:defRPr lang="zh-CN"/>
                  </a:defPPr>
                  <a:lvl1pPr>
                    <a:lnSpc>
                      <a:spcPts val="1500"/>
                    </a:lnSpc>
                    <a:defRPr sz="900"/>
                  </a:lvl1pPr>
                </a:lstStyle>
                <a:p>
                  <a:pPr marL="172720" indent="-171450"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/>
                    <a:t>Copy paste fonts. Choose the only option to retain text. </a:t>
                  </a:r>
                  <a:endParaRPr lang="en-US" altLang="zh-CN" sz="1200" dirty="0"/>
                </a:p>
                <a:p>
                  <a:pPr marL="172720" indent="-171450"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Unified fonts make reading more fluent.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  <a:p>
                  <a:pPr marL="172720" indent="-171450"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Theme color makes PPT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  <a:p>
                  <a:pPr marL="172720" indent="-171450"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Supporting text here.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6" name="文本框 65"/>
                <p:cNvSpPr txBox="1"/>
                <p:nvPr/>
              </p:nvSpPr>
              <p:spPr>
                <a:xfrm>
                  <a:off x="755183" y="3821229"/>
                  <a:ext cx="23304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algn="ctr"/>
                  <a:r>
                    <a:rPr lang="en-US" altLang="zh-CN" sz="1400" b="1" dirty="0">
                      <a:solidFill>
                        <a:schemeClr val="accent1"/>
                      </a:solidFill>
                    </a:rPr>
                    <a:t>Text here-14pt</a:t>
                  </a:r>
                  <a:endParaRPr lang="zh-CN" altLang="en-US" sz="1400" b="1" dirty="0">
                    <a:solidFill>
                      <a:schemeClr val="accent1"/>
                    </a:solidFill>
                  </a:endParaRPr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6219400" y="2016339"/>
                <a:ext cx="2520000" cy="4108334"/>
                <a:chOff x="660400" y="2025766"/>
                <a:chExt cx="2520000" cy="4108334"/>
              </a:xfrm>
            </p:grpSpPr>
            <p:sp>
              <p:nvSpPr>
                <p:cNvPr id="68" name="Rectangle 24"/>
                <p:cNvSpPr/>
                <p:nvPr/>
              </p:nvSpPr>
              <p:spPr>
                <a:xfrm>
                  <a:off x="660400" y="2828926"/>
                  <a:ext cx="2520000" cy="3305174"/>
                </a:xfrm>
                <a:prstGeom prst="rect">
                  <a:avLst/>
                </a:prstGeom>
                <a:noFill/>
                <a:ln w="12700" cap="rnd">
                  <a:solidFill>
                    <a:schemeClr val="accent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 defTabSz="913765">
                    <a:lnSpc>
                      <a:spcPct val="120000"/>
                    </a:lnSpc>
                  </a:pPr>
                  <a:endParaRPr lang="en-US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9" name="椭圆 68"/>
                <p:cNvSpPr>
                  <a:spLocks noChangeAspect="1"/>
                </p:cNvSpPr>
                <p:nvPr/>
              </p:nvSpPr>
              <p:spPr>
                <a:xfrm>
                  <a:off x="1110400" y="2025766"/>
                  <a:ext cx="1620000" cy="1620000"/>
                </a:xfrm>
                <a:prstGeom prst="ellipse">
                  <a:avLst/>
                </a:pr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 w="1270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" name="文本框 69"/>
                <p:cNvSpPr txBox="1"/>
                <p:nvPr/>
              </p:nvSpPr>
              <p:spPr>
                <a:xfrm>
                  <a:off x="755183" y="4250851"/>
                  <a:ext cx="2330434" cy="1632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>
                  <a:defPPr>
                    <a:defRPr lang="zh-CN"/>
                  </a:defPPr>
                  <a:lvl1pPr>
                    <a:lnSpc>
                      <a:spcPts val="1500"/>
                    </a:lnSpc>
                    <a:defRPr sz="900"/>
                  </a:lvl1pPr>
                </a:lstStyle>
                <a:p>
                  <a:pPr marL="172720" indent="-171450"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/>
                    <a:t>Copy paste fonts. Choose the only option to retain text. </a:t>
                  </a:r>
                  <a:endParaRPr lang="en-US" altLang="zh-CN" sz="1200" dirty="0"/>
                </a:p>
                <a:p>
                  <a:pPr marL="172720" indent="-171450"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Unified fonts make reading more fluent.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  <a:p>
                  <a:pPr marL="172720" indent="-171450"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Theme color makes PPT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  <a:p>
                  <a:pPr marL="172720" indent="-171450"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Supporting text here.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文本框 70"/>
                <p:cNvSpPr txBox="1"/>
                <p:nvPr/>
              </p:nvSpPr>
              <p:spPr>
                <a:xfrm>
                  <a:off x="755183" y="3821229"/>
                  <a:ext cx="23304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algn="ctr"/>
                  <a:r>
                    <a:rPr lang="en-US" altLang="zh-CN" sz="1400" b="1" dirty="0">
                      <a:solidFill>
                        <a:schemeClr val="accent1"/>
                      </a:solidFill>
                    </a:rPr>
                    <a:t>Text here-14pt</a:t>
                  </a:r>
                  <a:endParaRPr lang="zh-CN" altLang="en-US" sz="1400" b="1" dirty="0">
                    <a:solidFill>
                      <a:schemeClr val="accent1"/>
                    </a:solidFill>
                  </a:endParaRPr>
                </a:p>
              </p:txBody>
            </p:sp>
          </p:grpSp>
          <p:grpSp>
            <p:nvGrpSpPr>
              <p:cNvPr id="72" name="组合 71"/>
              <p:cNvGrpSpPr/>
              <p:nvPr/>
            </p:nvGrpSpPr>
            <p:grpSpPr>
              <a:xfrm>
                <a:off x="8998900" y="2016339"/>
                <a:ext cx="2520000" cy="4108334"/>
                <a:chOff x="660400" y="2025766"/>
                <a:chExt cx="2520000" cy="4108334"/>
              </a:xfrm>
            </p:grpSpPr>
            <p:sp>
              <p:nvSpPr>
                <p:cNvPr id="73" name="Rectangle 24"/>
                <p:cNvSpPr/>
                <p:nvPr/>
              </p:nvSpPr>
              <p:spPr>
                <a:xfrm>
                  <a:off x="660400" y="2828926"/>
                  <a:ext cx="2520000" cy="3305174"/>
                </a:xfrm>
                <a:prstGeom prst="rect">
                  <a:avLst/>
                </a:prstGeom>
                <a:noFill/>
                <a:ln w="12700" cap="rnd">
                  <a:solidFill>
                    <a:schemeClr val="accent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 defTabSz="913765">
                    <a:lnSpc>
                      <a:spcPct val="120000"/>
                    </a:lnSpc>
                  </a:pPr>
                  <a:endParaRPr lang="en-US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4" name="椭圆 73"/>
                <p:cNvSpPr>
                  <a:spLocks noChangeAspect="1"/>
                </p:cNvSpPr>
                <p:nvPr/>
              </p:nvSpPr>
              <p:spPr>
                <a:xfrm>
                  <a:off x="1110400" y="2025766"/>
                  <a:ext cx="1620000" cy="1620000"/>
                </a:xfrm>
                <a:prstGeom prst="ellipse">
                  <a:avLst/>
                </a:pr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 w="1270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文本框 74"/>
                <p:cNvSpPr txBox="1"/>
                <p:nvPr/>
              </p:nvSpPr>
              <p:spPr>
                <a:xfrm>
                  <a:off x="755183" y="4250851"/>
                  <a:ext cx="2330434" cy="1632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>
                  <a:defPPr>
                    <a:defRPr lang="zh-CN"/>
                  </a:defPPr>
                  <a:lvl1pPr>
                    <a:lnSpc>
                      <a:spcPts val="1500"/>
                    </a:lnSpc>
                    <a:defRPr sz="900"/>
                  </a:lvl1pPr>
                </a:lstStyle>
                <a:p>
                  <a:pPr marL="172720" indent="-171450"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/>
                    <a:t>Copy paste fonts. Choose the only option to retain text. </a:t>
                  </a:r>
                  <a:endParaRPr lang="en-US" altLang="zh-CN" sz="1200" dirty="0"/>
                </a:p>
                <a:p>
                  <a:pPr marL="172720" indent="-171450"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Unified fonts make reading more fluent.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  <a:p>
                  <a:pPr marL="172720" indent="-171450"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Theme color makes PPT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  <a:p>
                  <a:pPr marL="172720" indent="-171450"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Supporting text here.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" name="文本框 75"/>
                <p:cNvSpPr txBox="1"/>
                <p:nvPr/>
              </p:nvSpPr>
              <p:spPr>
                <a:xfrm>
                  <a:off x="755183" y="3821229"/>
                  <a:ext cx="23304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algn="ctr"/>
                  <a:r>
                    <a:rPr lang="en-US" altLang="zh-CN" sz="1400" b="1" dirty="0">
                      <a:solidFill>
                        <a:schemeClr val="accent1"/>
                      </a:solidFill>
                    </a:rPr>
                    <a:t>Text here-14pt</a:t>
                  </a:r>
                  <a:endParaRPr lang="zh-CN" altLang="en-US" sz="1400" b="1" dirty="0">
                    <a:solidFill>
                      <a:schemeClr val="accent1"/>
                    </a:solidFill>
                  </a:endParaRPr>
                </a:p>
              </p:txBody>
            </p:sp>
          </p:grpSp>
        </p:grpSp>
        <p:sp>
          <p:nvSpPr>
            <p:cNvPr id="26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41469" y="1353777"/>
            <a:ext cx="10109062" cy="4618398"/>
            <a:chOff x="1041469" y="1353777"/>
            <a:chExt cx="10109062" cy="4618398"/>
          </a:xfrm>
        </p:grpSpPr>
        <p:sp>
          <p:nvSpPr>
            <p:cNvPr id="5" name="Rectangle: Rounded Corners 1"/>
            <p:cNvSpPr/>
            <p:nvPr/>
          </p:nvSpPr>
          <p:spPr>
            <a:xfrm>
              <a:off x="1041469" y="3260599"/>
              <a:ext cx="10109062" cy="804754"/>
            </a:xfrm>
            <a:prstGeom prst="roundRect">
              <a:avLst>
                <a:gd name="adj" fmla="val 50000"/>
              </a:avLst>
            </a:prstGeom>
            <a:noFill/>
            <a:ln w="635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041469" y="1353777"/>
              <a:ext cx="3295711" cy="17794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11"/>
            <p:cNvSpPr/>
            <p:nvPr/>
          </p:nvSpPr>
          <p:spPr>
            <a:xfrm>
              <a:off x="2346102" y="2917375"/>
              <a:ext cx="686447" cy="686447"/>
            </a:xfrm>
            <a:prstGeom prst="ellipse">
              <a:avLst/>
            </a:prstGeom>
            <a:solidFill>
              <a:schemeClr val="accent1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8" name="Rectangle 34"/>
            <p:cNvSpPr/>
            <p:nvPr/>
          </p:nvSpPr>
          <p:spPr>
            <a:xfrm>
              <a:off x="1041469" y="4192764"/>
              <a:ext cx="3295711" cy="17794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40"/>
            <p:cNvSpPr/>
            <p:nvPr/>
          </p:nvSpPr>
          <p:spPr>
            <a:xfrm>
              <a:off x="2346102" y="3722129"/>
              <a:ext cx="686447" cy="68644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0" name="Rectangle 73"/>
            <p:cNvSpPr/>
            <p:nvPr/>
          </p:nvSpPr>
          <p:spPr>
            <a:xfrm>
              <a:off x="4448144" y="1353777"/>
              <a:ext cx="3295711" cy="17794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75"/>
            <p:cNvSpPr/>
            <p:nvPr/>
          </p:nvSpPr>
          <p:spPr>
            <a:xfrm>
              <a:off x="5752777" y="2917375"/>
              <a:ext cx="686447" cy="686447"/>
            </a:xfrm>
            <a:prstGeom prst="ellipse">
              <a:avLst/>
            </a:prstGeom>
            <a:solidFill>
              <a:schemeClr val="accent2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2" name="Rectangle 68"/>
            <p:cNvSpPr/>
            <p:nvPr/>
          </p:nvSpPr>
          <p:spPr>
            <a:xfrm>
              <a:off x="4448144" y="4192764"/>
              <a:ext cx="3295711" cy="17794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70"/>
            <p:cNvSpPr/>
            <p:nvPr/>
          </p:nvSpPr>
          <p:spPr>
            <a:xfrm>
              <a:off x="5752777" y="3722129"/>
              <a:ext cx="686447" cy="686447"/>
            </a:xfrm>
            <a:prstGeom prst="ellipse">
              <a:avLst/>
            </a:prstGeom>
            <a:solidFill>
              <a:schemeClr val="accent5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4" name="Rectangle 86"/>
            <p:cNvSpPr/>
            <p:nvPr/>
          </p:nvSpPr>
          <p:spPr>
            <a:xfrm>
              <a:off x="7854820" y="1353777"/>
              <a:ext cx="3295711" cy="17794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88"/>
            <p:cNvSpPr/>
            <p:nvPr/>
          </p:nvSpPr>
          <p:spPr>
            <a:xfrm>
              <a:off x="9159452" y="2917375"/>
              <a:ext cx="686447" cy="686447"/>
            </a:xfrm>
            <a:prstGeom prst="ellipse">
              <a:avLst/>
            </a:prstGeom>
            <a:solidFill>
              <a:schemeClr val="accent3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6" name="Rectangle 81"/>
            <p:cNvSpPr/>
            <p:nvPr/>
          </p:nvSpPr>
          <p:spPr>
            <a:xfrm>
              <a:off x="7854820" y="4192764"/>
              <a:ext cx="3295711" cy="17794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83"/>
            <p:cNvSpPr/>
            <p:nvPr/>
          </p:nvSpPr>
          <p:spPr>
            <a:xfrm>
              <a:off x="9159452" y="3722129"/>
              <a:ext cx="686447" cy="686447"/>
            </a:xfrm>
            <a:prstGeom prst="ellipse">
              <a:avLst/>
            </a:prstGeom>
            <a:solidFill>
              <a:schemeClr val="accent4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18" name="Group 41"/>
            <p:cNvGrpSpPr/>
            <p:nvPr/>
          </p:nvGrpSpPr>
          <p:grpSpPr>
            <a:xfrm>
              <a:off x="2580242" y="3172200"/>
              <a:ext cx="218166" cy="176796"/>
              <a:chOff x="4200435" y="3581492"/>
              <a:chExt cx="611202" cy="495300"/>
            </a:xfrm>
            <a:solidFill>
              <a:schemeClr val="bg1"/>
            </a:solidFill>
          </p:grpSpPr>
          <p:sp>
            <p:nvSpPr>
              <p:cNvPr id="19" name="Freeform: Shape 42"/>
              <p:cNvSpPr/>
              <p:nvPr/>
            </p:nvSpPr>
            <p:spPr>
              <a:xfrm>
                <a:off x="4200435" y="3581492"/>
                <a:ext cx="428625" cy="495300"/>
              </a:xfrm>
              <a:custGeom>
                <a:avLst/>
                <a:gdLst>
                  <a:gd name="connsiteX0" fmla="*/ 279940 w 428625"/>
                  <a:gd name="connsiteY0" fmla="*/ 251936 h 495300"/>
                  <a:gd name="connsiteX1" fmla="*/ 432626 w 428625"/>
                  <a:gd name="connsiteY1" fmla="*/ 99250 h 495300"/>
                  <a:gd name="connsiteX2" fmla="*/ 432626 w 428625"/>
                  <a:gd name="connsiteY2" fmla="*/ 73819 h 495300"/>
                  <a:gd name="connsiteX3" fmla="*/ 254413 w 428625"/>
                  <a:gd name="connsiteY3" fmla="*/ 0 h 495300"/>
                  <a:gd name="connsiteX4" fmla="*/ 0 w 428625"/>
                  <a:gd name="connsiteY4" fmla="*/ 252032 h 495300"/>
                  <a:gd name="connsiteX5" fmla="*/ 254413 w 428625"/>
                  <a:gd name="connsiteY5" fmla="*/ 504063 h 495300"/>
                  <a:gd name="connsiteX6" fmla="*/ 432626 w 428625"/>
                  <a:gd name="connsiteY6" fmla="*/ 430244 h 495300"/>
                  <a:gd name="connsiteX7" fmla="*/ 432626 w 428625"/>
                  <a:gd name="connsiteY7" fmla="*/ 404813 h 495300"/>
                  <a:gd name="connsiteX8" fmla="*/ 279940 w 428625"/>
                  <a:gd name="connsiteY8" fmla="*/ 251936 h 495300"/>
                  <a:gd name="connsiteX9" fmla="*/ 254508 w 428625"/>
                  <a:gd name="connsiteY9" fmla="*/ 467868 h 495300"/>
                  <a:gd name="connsiteX10" fmla="*/ 36100 w 428625"/>
                  <a:gd name="connsiteY10" fmla="*/ 251841 h 495300"/>
                  <a:gd name="connsiteX11" fmla="*/ 254508 w 428625"/>
                  <a:gd name="connsiteY11" fmla="*/ 35814 h 495300"/>
                  <a:gd name="connsiteX12" fmla="*/ 393954 w 428625"/>
                  <a:gd name="connsiteY12" fmla="*/ 86868 h 495300"/>
                  <a:gd name="connsiteX13" fmla="*/ 241745 w 428625"/>
                  <a:gd name="connsiteY13" fmla="*/ 239078 h 495300"/>
                  <a:gd name="connsiteX14" fmla="*/ 241745 w 428625"/>
                  <a:gd name="connsiteY14" fmla="*/ 264509 h 495300"/>
                  <a:gd name="connsiteX15" fmla="*/ 393954 w 428625"/>
                  <a:gd name="connsiteY15" fmla="*/ 416719 h 495300"/>
                  <a:gd name="connsiteX16" fmla="*/ 254508 w 428625"/>
                  <a:gd name="connsiteY16" fmla="*/ 467868 h 495300"/>
                  <a:gd name="connsiteX17" fmla="*/ 254508 w 428625"/>
                  <a:gd name="connsiteY17" fmla="*/ 467868 h 495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28625" h="495300">
                    <a:moveTo>
                      <a:pt x="279940" y="251936"/>
                    </a:moveTo>
                    <a:lnTo>
                      <a:pt x="432626" y="99250"/>
                    </a:lnTo>
                    <a:cubicBezTo>
                      <a:pt x="439674" y="92202"/>
                      <a:pt x="439674" y="80867"/>
                      <a:pt x="432626" y="73819"/>
                    </a:cubicBezTo>
                    <a:cubicBezTo>
                      <a:pt x="385001" y="26194"/>
                      <a:pt x="321755" y="0"/>
                      <a:pt x="254413" y="0"/>
                    </a:cubicBezTo>
                    <a:cubicBezTo>
                      <a:pt x="115062" y="0"/>
                      <a:pt x="0" y="112776"/>
                      <a:pt x="0" y="252032"/>
                    </a:cubicBezTo>
                    <a:cubicBezTo>
                      <a:pt x="0" y="391382"/>
                      <a:pt x="115157" y="504063"/>
                      <a:pt x="254413" y="504063"/>
                    </a:cubicBezTo>
                    <a:cubicBezTo>
                      <a:pt x="321755" y="504063"/>
                      <a:pt x="385001" y="477869"/>
                      <a:pt x="432626" y="430244"/>
                    </a:cubicBezTo>
                    <a:cubicBezTo>
                      <a:pt x="439674" y="423196"/>
                      <a:pt x="439674" y="411861"/>
                      <a:pt x="432626" y="404813"/>
                    </a:cubicBezTo>
                    <a:lnTo>
                      <a:pt x="279940" y="251936"/>
                    </a:lnTo>
                    <a:close/>
                    <a:moveTo>
                      <a:pt x="254508" y="467868"/>
                    </a:moveTo>
                    <a:cubicBezTo>
                      <a:pt x="134112" y="467868"/>
                      <a:pt x="36100" y="370999"/>
                      <a:pt x="36100" y="251841"/>
                    </a:cubicBezTo>
                    <a:cubicBezTo>
                      <a:pt x="36100" y="132683"/>
                      <a:pt x="134112" y="35814"/>
                      <a:pt x="254508" y="35814"/>
                    </a:cubicBezTo>
                    <a:cubicBezTo>
                      <a:pt x="306134" y="35814"/>
                      <a:pt x="354997" y="53816"/>
                      <a:pt x="393954" y="86868"/>
                    </a:cubicBezTo>
                    <a:lnTo>
                      <a:pt x="241745" y="239078"/>
                    </a:lnTo>
                    <a:cubicBezTo>
                      <a:pt x="234696" y="246126"/>
                      <a:pt x="234696" y="257461"/>
                      <a:pt x="241745" y="264509"/>
                    </a:cubicBezTo>
                    <a:lnTo>
                      <a:pt x="393954" y="416719"/>
                    </a:lnTo>
                    <a:cubicBezTo>
                      <a:pt x="354997" y="449866"/>
                      <a:pt x="306134" y="467868"/>
                      <a:pt x="254508" y="467868"/>
                    </a:cubicBezTo>
                    <a:lnTo>
                      <a:pt x="254508" y="4678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20" name="Freeform: Shape 43"/>
              <p:cNvSpPr/>
              <p:nvPr/>
            </p:nvSpPr>
            <p:spPr>
              <a:xfrm>
                <a:off x="4544936" y="3649920"/>
                <a:ext cx="266701" cy="361950"/>
              </a:xfrm>
              <a:custGeom>
                <a:avLst/>
                <a:gdLst>
                  <a:gd name="connsiteX0" fmla="*/ 170700 w 266700"/>
                  <a:gd name="connsiteY0" fmla="*/ 5298 h 361950"/>
                  <a:gd name="connsiteX1" fmla="*/ 5251 w 266700"/>
                  <a:gd name="connsiteY1" fmla="*/ 170748 h 361950"/>
                  <a:gd name="connsiteX2" fmla="*/ 5251 w 266700"/>
                  <a:gd name="connsiteY2" fmla="*/ 196179 h 361950"/>
                  <a:gd name="connsiteX3" fmla="*/ 170700 w 266700"/>
                  <a:gd name="connsiteY3" fmla="*/ 361629 h 361950"/>
                  <a:gd name="connsiteX4" fmla="*/ 183464 w 266700"/>
                  <a:gd name="connsiteY4" fmla="*/ 366867 h 361950"/>
                  <a:gd name="connsiteX5" fmla="*/ 196227 w 266700"/>
                  <a:gd name="connsiteY5" fmla="*/ 361629 h 361950"/>
                  <a:gd name="connsiteX6" fmla="*/ 270046 w 266700"/>
                  <a:gd name="connsiteY6" fmla="*/ 183416 h 361950"/>
                  <a:gd name="connsiteX7" fmla="*/ 196227 w 266700"/>
                  <a:gd name="connsiteY7" fmla="*/ 5203 h 361950"/>
                  <a:gd name="connsiteX8" fmla="*/ 170700 w 266700"/>
                  <a:gd name="connsiteY8" fmla="*/ 5298 h 361950"/>
                  <a:gd name="connsiteX9" fmla="*/ 170700 w 266700"/>
                  <a:gd name="connsiteY9" fmla="*/ 5298 h 361950"/>
                  <a:gd name="connsiteX10" fmla="*/ 182892 w 266700"/>
                  <a:gd name="connsiteY10" fmla="*/ 43970 h 361950"/>
                  <a:gd name="connsiteX11" fmla="*/ 214420 w 266700"/>
                  <a:gd name="connsiteY11" fmla="*/ 93500 h 361950"/>
                  <a:gd name="connsiteX12" fmla="*/ 133457 w 266700"/>
                  <a:gd name="connsiteY12" fmla="*/ 93500 h 361950"/>
                  <a:gd name="connsiteX13" fmla="*/ 182892 w 266700"/>
                  <a:gd name="connsiteY13" fmla="*/ 43970 h 361950"/>
                  <a:gd name="connsiteX14" fmla="*/ 61448 w 266700"/>
                  <a:gd name="connsiteY14" fmla="*/ 201418 h 361950"/>
                  <a:gd name="connsiteX15" fmla="*/ 233279 w 266700"/>
                  <a:gd name="connsiteY15" fmla="*/ 201418 h 361950"/>
                  <a:gd name="connsiteX16" fmla="*/ 227278 w 266700"/>
                  <a:gd name="connsiteY16" fmla="*/ 237423 h 361950"/>
                  <a:gd name="connsiteX17" fmla="*/ 97548 w 266700"/>
                  <a:gd name="connsiteY17" fmla="*/ 237423 h 361950"/>
                  <a:gd name="connsiteX18" fmla="*/ 61448 w 266700"/>
                  <a:gd name="connsiteY18" fmla="*/ 201418 h 361950"/>
                  <a:gd name="connsiteX19" fmla="*/ 97453 w 266700"/>
                  <a:gd name="connsiteY19" fmla="*/ 129504 h 361950"/>
                  <a:gd name="connsiteX20" fmla="*/ 227183 w 266700"/>
                  <a:gd name="connsiteY20" fmla="*/ 129504 h 361950"/>
                  <a:gd name="connsiteX21" fmla="*/ 233184 w 266700"/>
                  <a:gd name="connsiteY21" fmla="*/ 165509 h 361950"/>
                  <a:gd name="connsiteX22" fmla="*/ 61353 w 266700"/>
                  <a:gd name="connsiteY22" fmla="*/ 165509 h 361950"/>
                  <a:gd name="connsiteX23" fmla="*/ 97453 w 266700"/>
                  <a:gd name="connsiteY23" fmla="*/ 129504 h 361950"/>
                  <a:gd name="connsiteX24" fmla="*/ 182892 w 266700"/>
                  <a:gd name="connsiteY24" fmla="*/ 322957 h 361950"/>
                  <a:gd name="connsiteX25" fmla="*/ 133362 w 266700"/>
                  <a:gd name="connsiteY25" fmla="*/ 273427 h 361950"/>
                  <a:gd name="connsiteX26" fmla="*/ 214324 w 266700"/>
                  <a:gd name="connsiteY26" fmla="*/ 273427 h 361950"/>
                  <a:gd name="connsiteX27" fmla="*/ 182892 w 266700"/>
                  <a:gd name="connsiteY27" fmla="*/ 322957 h 361950"/>
                  <a:gd name="connsiteX28" fmla="*/ 182892 w 266700"/>
                  <a:gd name="connsiteY28" fmla="*/ 322957 h 36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66700" h="361950">
                    <a:moveTo>
                      <a:pt x="170700" y="5298"/>
                    </a:moveTo>
                    <a:cubicBezTo>
                      <a:pt x="163366" y="12633"/>
                      <a:pt x="8966" y="167033"/>
                      <a:pt x="5251" y="170748"/>
                    </a:cubicBezTo>
                    <a:cubicBezTo>
                      <a:pt x="-1798" y="177796"/>
                      <a:pt x="-1702" y="189226"/>
                      <a:pt x="5251" y="196179"/>
                    </a:cubicBezTo>
                    <a:cubicBezTo>
                      <a:pt x="8966" y="199894"/>
                      <a:pt x="163366" y="354294"/>
                      <a:pt x="170700" y="361629"/>
                    </a:cubicBezTo>
                    <a:cubicBezTo>
                      <a:pt x="174224" y="365153"/>
                      <a:pt x="178796" y="366867"/>
                      <a:pt x="183464" y="366867"/>
                    </a:cubicBezTo>
                    <a:cubicBezTo>
                      <a:pt x="188035" y="366867"/>
                      <a:pt x="192703" y="365153"/>
                      <a:pt x="196227" y="361629"/>
                    </a:cubicBezTo>
                    <a:cubicBezTo>
                      <a:pt x="243852" y="314004"/>
                      <a:pt x="270046" y="250758"/>
                      <a:pt x="270046" y="183416"/>
                    </a:cubicBezTo>
                    <a:cubicBezTo>
                      <a:pt x="270046" y="116074"/>
                      <a:pt x="243852" y="52828"/>
                      <a:pt x="196227" y="5203"/>
                    </a:cubicBezTo>
                    <a:cubicBezTo>
                      <a:pt x="189083" y="-1750"/>
                      <a:pt x="177749" y="-1750"/>
                      <a:pt x="170700" y="5298"/>
                    </a:cubicBezTo>
                    <a:lnTo>
                      <a:pt x="170700" y="5298"/>
                    </a:lnTo>
                    <a:close/>
                    <a:moveTo>
                      <a:pt x="182892" y="43970"/>
                    </a:moveTo>
                    <a:cubicBezTo>
                      <a:pt x="195751" y="59115"/>
                      <a:pt x="206324" y="75783"/>
                      <a:pt x="214420" y="93500"/>
                    </a:cubicBezTo>
                    <a:lnTo>
                      <a:pt x="133457" y="93500"/>
                    </a:lnTo>
                    <a:lnTo>
                      <a:pt x="182892" y="43970"/>
                    </a:lnTo>
                    <a:close/>
                    <a:moveTo>
                      <a:pt x="61448" y="201418"/>
                    </a:moveTo>
                    <a:lnTo>
                      <a:pt x="233279" y="201418"/>
                    </a:lnTo>
                    <a:cubicBezTo>
                      <a:pt x="232232" y="213705"/>
                      <a:pt x="230231" y="225707"/>
                      <a:pt x="227278" y="237423"/>
                    </a:cubicBezTo>
                    <a:lnTo>
                      <a:pt x="97548" y="237423"/>
                    </a:lnTo>
                    <a:lnTo>
                      <a:pt x="61448" y="201418"/>
                    </a:lnTo>
                    <a:close/>
                    <a:moveTo>
                      <a:pt x="97453" y="129504"/>
                    </a:moveTo>
                    <a:lnTo>
                      <a:pt x="227183" y="129504"/>
                    </a:lnTo>
                    <a:cubicBezTo>
                      <a:pt x="230231" y="141220"/>
                      <a:pt x="232232" y="153222"/>
                      <a:pt x="233184" y="165509"/>
                    </a:cubicBezTo>
                    <a:lnTo>
                      <a:pt x="61353" y="165509"/>
                    </a:lnTo>
                    <a:lnTo>
                      <a:pt x="97453" y="129504"/>
                    </a:lnTo>
                    <a:close/>
                    <a:moveTo>
                      <a:pt x="182892" y="322957"/>
                    </a:moveTo>
                    <a:lnTo>
                      <a:pt x="133362" y="273427"/>
                    </a:lnTo>
                    <a:lnTo>
                      <a:pt x="214324" y="273427"/>
                    </a:lnTo>
                    <a:cubicBezTo>
                      <a:pt x="206324" y="291144"/>
                      <a:pt x="195751" y="307812"/>
                      <a:pt x="182892" y="322957"/>
                    </a:cubicBezTo>
                    <a:lnTo>
                      <a:pt x="182892" y="3229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</p:grpSp>
        <p:grpSp>
          <p:nvGrpSpPr>
            <p:cNvPr id="21" name="Group 44"/>
            <p:cNvGrpSpPr/>
            <p:nvPr/>
          </p:nvGrpSpPr>
          <p:grpSpPr>
            <a:xfrm>
              <a:off x="5987617" y="3152215"/>
              <a:ext cx="216766" cy="216766"/>
              <a:chOff x="7315200" y="1828800"/>
              <a:chExt cx="608552" cy="609600"/>
            </a:xfrm>
            <a:solidFill>
              <a:schemeClr val="bg1"/>
            </a:solidFill>
          </p:grpSpPr>
          <p:sp>
            <p:nvSpPr>
              <p:cNvPr id="22" name="Freeform: Shape 45"/>
              <p:cNvSpPr/>
              <p:nvPr/>
            </p:nvSpPr>
            <p:spPr>
              <a:xfrm>
                <a:off x="7315200" y="1828800"/>
                <a:ext cx="247650" cy="609600"/>
              </a:xfrm>
              <a:custGeom>
                <a:avLst/>
                <a:gdLst>
                  <a:gd name="connsiteX0" fmla="*/ 235172 w 247650"/>
                  <a:gd name="connsiteY0" fmla="*/ 434340 h 609600"/>
                  <a:gd name="connsiteX1" fmla="*/ 162020 w 247650"/>
                  <a:gd name="connsiteY1" fmla="*/ 434340 h 609600"/>
                  <a:gd name="connsiteX2" fmla="*/ 144018 w 247650"/>
                  <a:gd name="connsiteY2" fmla="*/ 416338 h 609600"/>
                  <a:gd name="connsiteX3" fmla="*/ 144018 w 247650"/>
                  <a:gd name="connsiteY3" fmla="*/ 198025 h 609600"/>
                  <a:gd name="connsiteX4" fmla="*/ 162020 w 247650"/>
                  <a:gd name="connsiteY4" fmla="*/ 180023 h 609600"/>
                  <a:gd name="connsiteX5" fmla="*/ 235172 w 247650"/>
                  <a:gd name="connsiteY5" fmla="*/ 180023 h 609600"/>
                  <a:gd name="connsiteX6" fmla="*/ 253175 w 247650"/>
                  <a:gd name="connsiteY6" fmla="*/ 162020 h 609600"/>
                  <a:gd name="connsiteX7" fmla="*/ 253175 w 247650"/>
                  <a:gd name="connsiteY7" fmla="*/ 18002 h 609600"/>
                  <a:gd name="connsiteX8" fmla="*/ 235172 w 247650"/>
                  <a:gd name="connsiteY8" fmla="*/ 0 h 609600"/>
                  <a:gd name="connsiteX9" fmla="*/ 162020 w 247650"/>
                  <a:gd name="connsiteY9" fmla="*/ 0 h 609600"/>
                  <a:gd name="connsiteX10" fmla="*/ 0 w 247650"/>
                  <a:gd name="connsiteY10" fmla="*/ 162020 h 609600"/>
                  <a:gd name="connsiteX11" fmla="*/ 0 w 247650"/>
                  <a:gd name="connsiteY11" fmla="*/ 452438 h 609600"/>
                  <a:gd name="connsiteX12" fmla="*/ 162020 w 247650"/>
                  <a:gd name="connsiteY12" fmla="*/ 614458 h 609600"/>
                  <a:gd name="connsiteX13" fmla="*/ 235172 w 247650"/>
                  <a:gd name="connsiteY13" fmla="*/ 614458 h 609600"/>
                  <a:gd name="connsiteX14" fmla="*/ 253175 w 247650"/>
                  <a:gd name="connsiteY14" fmla="*/ 596456 h 609600"/>
                  <a:gd name="connsiteX15" fmla="*/ 253175 w 247650"/>
                  <a:gd name="connsiteY15" fmla="*/ 452342 h 609600"/>
                  <a:gd name="connsiteX16" fmla="*/ 235172 w 247650"/>
                  <a:gd name="connsiteY16" fmla="*/ 434340 h 609600"/>
                  <a:gd name="connsiteX17" fmla="*/ 235172 w 247650"/>
                  <a:gd name="connsiteY17" fmla="*/ 434340 h 609600"/>
                  <a:gd name="connsiteX18" fmla="*/ 217170 w 247650"/>
                  <a:gd name="connsiteY18" fmla="*/ 144018 h 609600"/>
                  <a:gd name="connsiteX19" fmla="*/ 179927 w 247650"/>
                  <a:gd name="connsiteY19" fmla="*/ 144018 h 609600"/>
                  <a:gd name="connsiteX20" fmla="*/ 179927 w 247650"/>
                  <a:gd name="connsiteY20" fmla="*/ 36005 h 609600"/>
                  <a:gd name="connsiteX21" fmla="*/ 217170 w 247650"/>
                  <a:gd name="connsiteY21" fmla="*/ 36005 h 609600"/>
                  <a:gd name="connsiteX22" fmla="*/ 217170 w 247650"/>
                  <a:gd name="connsiteY22" fmla="*/ 144018 h 609600"/>
                  <a:gd name="connsiteX23" fmla="*/ 36005 w 247650"/>
                  <a:gd name="connsiteY23" fmla="*/ 452342 h 609600"/>
                  <a:gd name="connsiteX24" fmla="*/ 36005 w 247650"/>
                  <a:gd name="connsiteY24" fmla="*/ 162020 h 609600"/>
                  <a:gd name="connsiteX25" fmla="*/ 144018 w 247650"/>
                  <a:gd name="connsiteY25" fmla="*/ 37338 h 609600"/>
                  <a:gd name="connsiteX26" fmla="*/ 144018 w 247650"/>
                  <a:gd name="connsiteY26" fmla="*/ 147161 h 609600"/>
                  <a:gd name="connsiteX27" fmla="*/ 108014 w 247650"/>
                  <a:gd name="connsiteY27" fmla="*/ 198025 h 609600"/>
                  <a:gd name="connsiteX28" fmla="*/ 108014 w 247650"/>
                  <a:gd name="connsiteY28" fmla="*/ 416433 h 609600"/>
                  <a:gd name="connsiteX29" fmla="*/ 144018 w 247650"/>
                  <a:gd name="connsiteY29" fmla="*/ 467297 h 609600"/>
                  <a:gd name="connsiteX30" fmla="*/ 144018 w 247650"/>
                  <a:gd name="connsiteY30" fmla="*/ 577120 h 609600"/>
                  <a:gd name="connsiteX31" fmla="*/ 36005 w 247650"/>
                  <a:gd name="connsiteY31" fmla="*/ 452342 h 609600"/>
                  <a:gd name="connsiteX32" fmla="*/ 36005 w 247650"/>
                  <a:gd name="connsiteY32" fmla="*/ 452342 h 609600"/>
                  <a:gd name="connsiteX33" fmla="*/ 217170 w 247650"/>
                  <a:gd name="connsiteY33" fmla="*/ 578358 h 609600"/>
                  <a:gd name="connsiteX34" fmla="*/ 179927 w 247650"/>
                  <a:gd name="connsiteY34" fmla="*/ 578358 h 609600"/>
                  <a:gd name="connsiteX35" fmla="*/ 179927 w 247650"/>
                  <a:gd name="connsiteY35" fmla="*/ 470345 h 609600"/>
                  <a:gd name="connsiteX36" fmla="*/ 217170 w 247650"/>
                  <a:gd name="connsiteY36" fmla="*/ 470345 h 609600"/>
                  <a:gd name="connsiteX37" fmla="*/ 217170 w 247650"/>
                  <a:gd name="connsiteY37" fmla="*/ 578358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47650" h="609600">
                    <a:moveTo>
                      <a:pt x="235172" y="434340"/>
                    </a:moveTo>
                    <a:lnTo>
                      <a:pt x="162020" y="434340"/>
                    </a:lnTo>
                    <a:cubicBezTo>
                      <a:pt x="152114" y="434340"/>
                      <a:pt x="144018" y="426244"/>
                      <a:pt x="144018" y="416338"/>
                    </a:cubicBezTo>
                    <a:lnTo>
                      <a:pt x="144018" y="198025"/>
                    </a:lnTo>
                    <a:cubicBezTo>
                      <a:pt x="144018" y="188119"/>
                      <a:pt x="152114" y="180023"/>
                      <a:pt x="162020" y="180023"/>
                    </a:cubicBezTo>
                    <a:lnTo>
                      <a:pt x="235172" y="180023"/>
                    </a:lnTo>
                    <a:cubicBezTo>
                      <a:pt x="245078" y="180023"/>
                      <a:pt x="253175" y="171926"/>
                      <a:pt x="253175" y="162020"/>
                    </a:cubicBezTo>
                    <a:lnTo>
                      <a:pt x="253175" y="18002"/>
                    </a:lnTo>
                    <a:cubicBezTo>
                      <a:pt x="253175" y="8096"/>
                      <a:pt x="245078" y="0"/>
                      <a:pt x="235172" y="0"/>
                    </a:cubicBezTo>
                    <a:lnTo>
                      <a:pt x="162020" y="0"/>
                    </a:lnTo>
                    <a:cubicBezTo>
                      <a:pt x="72676" y="0"/>
                      <a:pt x="0" y="72676"/>
                      <a:pt x="0" y="162020"/>
                    </a:cubicBezTo>
                    <a:lnTo>
                      <a:pt x="0" y="452438"/>
                    </a:lnTo>
                    <a:cubicBezTo>
                      <a:pt x="0" y="541782"/>
                      <a:pt x="72676" y="614458"/>
                      <a:pt x="162020" y="614458"/>
                    </a:cubicBezTo>
                    <a:lnTo>
                      <a:pt x="235172" y="614458"/>
                    </a:lnTo>
                    <a:cubicBezTo>
                      <a:pt x="245078" y="614458"/>
                      <a:pt x="253175" y="606362"/>
                      <a:pt x="253175" y="596456"/>
                    </a:cubicBezTo>
                    <a:lnTo>
                      <a:pt x="253175" y="452342"/>
                    </a:lnTo>
                    <a:cubicBezTo>
                      <a:pt x="253175" y="442436"/>
                      <a:pt x="245173" y="434340"/>
                      <a:pt x="235172" y="434340"/>
                    </a:cubicBezTo>
                    <a:lnTo>
                      <a:pt x="235172" y="434340"/>
                    </a:lnTo>
                    <a:close/>
                    <a:moveTo>
                      <a:pt x="217170" y="144018"/>
                    </a:moveTo>
                    <a:lnTo>
                      <a:pt x="179927" y="144018"/>
                    </a:lnTo>
                    <a:lnTo>
                      <a:pt x="179927" y="36005"/>
                    </a:lnTo>
                    <a:lnTo>
                      <a:pt x="217170" y="36005"/>
                    </a:lnTo>
                    <a:lnTo>
                      <a:pt x="217170" y="144018"/>
                    </a:lnTo>
                    <a:close/>
                    <a:moveTo>
                      <a:pt x="36005" y="452342"/>
                    </a:moveTo>
                    <a:lnTo>
                      <a:pt x="36005" y="162020"/>
                    </a:lnTo>
                    <a:cubicBezTo>
                      <a:pt x="36005" y="98679"/>
                      <a:pt x="83058" y="46101"/>
                      <a:pt x="144018" y="37338"/>
                    </a:cubicBezTo>
                    <a:lnTo>
                      <a:pt x="144018" y="147161"/>
                    </a:lnTo>
                    <a:cubicBezTo>
                      <a:pt x="123063" y="154591"/>
                      <a:pt x="108014" y="174593"/>
                      <a:pt x="108014" y="198025"/>
                    </a:cubicBezTo>
                    <a:lnTo>
                      <a:pt x="108014" y="416433"/>
                    </a:lnTo>
                    <a:cubicBezTo>
                      <a:pt x="108014" y="439865"/>
                      <a:pt x="123063" y="459867"/>
                      <a:pt x="144018" y="467297"/>
                    </a:cubicBezTo>
                    <a:lnTo>
                      <a:pt x="144018" y="577120"/>
                    </a:lnTo>
                    <a:cubicBezTo>
                      <a:pt x="83058" y="568357"/>
                      <a:pt x="36005" y="515779"/>
                      <a:pt x="36005" y="452342"/>
                    </a:cubicBezTo>
                    <a:lnTo>
                      <a:pt x="36005" y="452342"/>
                    </a:lnTo>
                    <a:close/>
                    <a:moveTo>
                      <a:pt x="217170" y="578358"/>
                    </a:moveTo>
                    <a:lnTo>
                      <a:pt x="179927" y="578358"/>
                    </a:lnTo>
                    <a:lnTo>
                      <a:pt x="179927" y="470345"/>
                    </a:lnTo>
                    <a:lnTo>
                      <a:pt x="217170" y="470345"/>
                    </a:lnTo>
                    <a:lnTo>
                      <a:pt x="217170" y="5783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23" name="Freeform: Shape 46"/>
              <p:cNvSpPr/>
              <p:nvPr/>
            </p:nvSpPr>
            <p:spPr>
              <a:xfrm>
                <a:off x="7641562" y="2008822"/>
                <a:ext cx="247650" cy="247650"/>
              </a:xfrm>
              <a:custGeom>
                <a:avLst/>
                <a:gdLst>
                  <a:gd name="connsiteX0" fmla="*/ 125980 w 247650"/>
                  <a:gd name="connsiteY0" fmla="*/ 0 h 247650"/>
                  <a:gd name="connsiteX1" fmla="*/ 113217 w 247650"/>
                  <a:gd name="connsiteY1" fmla="*/ 5334 h 247650"/>
                  <a:gd name="connsiteX2" fmla="*/ 5203 w 247650"/>
                  <a:gd name="connsiteY2" fmla="*/ 114491 h 247650"/>
                  <a:gd name="connsiteX3" fmla="*/ 5298 w 247650"/>
                  <a:gd name="connsiteY3" fmla="*/ 139922 h 247650"/>
                  <a:gd name="connsiteX4" fmla="*/ 30730 w 247650"/>
                  <a:gd name="connsiteY4" fmla="*/ 139827 h 247650"/>
                  <a:gd name="connsiteX5" fmla="*/ 35969 w 247650"/>
                  <a:gd name="connsiteY5" fmla="*/ 134588 h 247650"/>
                  <a:gd name="connsiteX6" fmla="*/ 35969 w 247650"/>
                  <a:gd name="connsiteY6" fmla="*/ 236411 h 247650"/>
                  <a:gd name="connsiteX7" fmla="*/ 53971 w 247650"/>
                  <a:gd name="connsiteY7" fmla="*/ 254413 h 247650"/>
                  <a:gd name="connsiteX8" fmla="*/ 197989 w 247650"/>
                  <a:gd name="connsiteY8" fmla="*/ 254413 h 247650"/>
                  <a:gd name="connsiteX9" fmla="*/ 215991 w 247650"/>
                  <a:gd name="connsiteY9" fmla="*/ 236411 h 247650"/>
                  <a:gd name="connsiteX10" fmla="*/ 215991 w 247650"/>
                  <a:gd name="connsiteY10" fmla="*/ 134588 h 247650"/>
                  <a:gd name="connsiteX11" fmla="*/ 221230 w 247650"/>
                  <a:gd name="connsiteY11" fmla="*/ 139827 h 247650"/>
                  <a:gd name="connsiteX12" fmla="*/ 246661 w 247650"/>
                  <a:gd name="connsiteY12" fmla="*/ 139922 h 247650"/>
                  <a:gd name="connsiteX13" fmla="*/ 246757 w 247650"/>
                  <a:gd name="connsiteY13" fmla="*/ 114491 h 247650"/>
                  <a:gd name="connsiteX14" fmla="*/ 138744 w 247650"/>
                  <a:gd name="connsiteY14" fmla="*/ 5334 h 247650"/>
                  <a:gd name="connsiteX15" fmla="*/ 125980 w 247650"/>
                  <a:gd name="connsiteY15" fmla="*/ 0 h 247650"/>
                  <a:gd name="connsiteX16" fmla="*/ 125980 w 247650"/>
                  <a:gd name="connsiteY16" fmla="*/ 0 h 247650"/>
                  <a:gd name="connsiteX17" fmla="*/ 179986 w 247650"/>
                  <a:gd name="connsiteY17" fmla="*/ 218313 h 247650"/>
                  <a:gd name="connsiteX18" fmla="*/ 143982 w 247650"/>
                  <a:gd name="connsiteY18" fmla="*/ 218313 h 247650"/>
                  <a:gd name="connsiteX19" fmla="*/ 143982 w 247650"/>
                  <a:gd name="connsiteY19" fmla="*/ 163163 h 247650"/>
                  <a:gd name="connsiteX20" fmla="*/ 125980 w 247650"/>
                  <a:gd name="connsiteY20" fmla="*/ 145161 h 247650"/>
                  <a:gd name="connsiteX21" fmla="*/ 107977 w 247650"/>
                  <a:gd name="connsiteY21" fmla="*/ 163163 h 247650"/>
                  <a:gd name="connsiteX22" fmla="*/ 107977 w 247650"/>
                  <a:gd name="connsiteY22" fmla="*/ 218313 h 247650"/>
                  <a:gd name="connsiteX23" fmla="*/ 71973 w 247650"/>
                  <a:gd name="connsiteY23" fmla="*/ 218313 h 247650"/>
                  <a:gd name="connsiteX24" fmla="*/ 71973 w 247650"/>
                  <a:gd name="connsiteY24" fmla="*/ 98203 h 247650"/>
                  <a:gd name="connsiteX25" fmla="*/ 125980 w 247650"/>
                  <a:gd name="connsiteY25" fmla="*/ 43625 h 247650"/>
                  <a:gd name="connsiteX26" fmla="*/ 179986 w 247650"/>
                  <a:gd name="connsiteY26" fmla="*/ 98203 h 247650"/>
                  <a:gd name="connsiteX27" fmla="*/ 179986 w 247650"/>
                  <a:gd name="connsiteY27" fmla="*/ 218313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47650" h="247650">
                    <a:moveTo>
                      <a:pt x="125980" y="0"/>
                    </a:moveTo>
                    <a:cubicBezTo>
                      <a:pt x="121217" y="0"/>
                      <a:pt x="116550" y="1905"/>
                      <a:pt x="113217" y="5334"/>
                    </a:cubicBezTo>
                    <a:lnTo>
                      <a:pt x="5203" y="114491"/>
                    </a:lnTo>
                    <a:cubicBezTo>
                      <a:pt x="-1750" y="121539"/>
                      <a:pt x="-1750" y="132969"/>
                      <a:pt x="5298" y="139922"/>
                    </a:cubicBezTo>
                    <a:cubicBezTo>
                      <a:pt x="12347" y="146876"/>
                      <a:pt x="23777" y="146876"/>
                      <a:pt x="30730" y="139827"/>
                    </a:cubicBezTo>
                    <a:lnTo>
                      <a:pt x="35969" y="134588"/>
                    </a:lnTo>
                    <a:lnTo>
                      <a:pt x="35969" y="236411"/>
                    </a:lnTo>
                    <a:cubicBezTo>
                      <a:pt x="35969" y="246316"/>
                      <a:pt x="44065" y="254413"/>
                      <a:pt x="53971" y="254413"/>
                    </a:cubicBezTo>
                    <a:lnTo>
                      <a:pt x="197989" y="254413"/>
                    </a:lnTo>
                    <a:cubicBezTo>
                      <a:pt x="207895" y="254413"/>
                      <a:pt x="215991" y="246316"/>
                      <a:pt x="215991" y="236411"/>
                    </a:cubicBezTo>
                    <a:lnTo>
                      <a:pt x="215991" y="134588"/>
                    </a:lnTo>
                    <a:lnTo>
                      <a:pt x="221230" y="139827"/>
                    </a:lnTo>
                    <a:cubicBezTo>
                      <a:pt x="228183" y="146876"/>
                      <a:pt x="239613" y="146971"/>
                      <a:pt x="246661" y="139922"/>
                    </a:cubicBezTo>
                    <a:cubicBezTo>
                      <a:pt x="253710" y="132969"/>
                      <a:pt x="253805" y="121539"/>
                      <a:pt x="246757" y="114491"/>
                    </a:cubicBezTo>
                    <a:lnTo>
                      <a:pt x="138744" y="5334"/>
                    </a:lnTo>
                    <a:cubicBezTo>
                      <a:pt x="135410" y="1905"/>
                      <a:pt x="130838" y="0"/>
                      <a:pt x="125980" y="0"/>
                    </a:cubicBezTo>
                    <a:lnTo>
                      <a:pt x="125980" y="0"/>
                    </a:lnTo>
                    <a:close/>
                    <a:moveTo>
                      <a:pt x="179986" y="218313"/>
                    </a:moveTo>
                    <a:lnTo>
                      <a:pt x="143982" y="218313"/>
                    </a:lnTo>
                    <a:lnTo>
                      <a:pt x="143982" y="163163"/>
                    </a:lnTo>
                    <a:cubicBezTo>
                      <a:pt x="143982" y="153257"/>
                      <a:pt x="135886" y="145161"/>
                      <a:pt x="125980" y="145161"/>
                    </a:cubicBezTo>
                    <a:cubicBezTo>
                      <a:pt x="116074" y="145161"/>
                      <a:pt x="107977" y="153257"/>
                      <a:pt x="107977" y="163163"/>
                    </a:cubicBezTo>
                    <a:lnTo>
                      <a:pt x="107977" y="218313"/>
                    </a:lnTo>
                    <a:lnTo>
                      <a:pt x="71973" y="218313"/>
                    </a:lnTo>
                    <a:lnTo>
                      <a:pt x="71973" y="98203"/>
                    </a:lnTo>
                    <a:lnTo>
                      <a:pt x="125980" y="43625"/>
                    </a:lnTo>
                    <a:lnTo>
                      <a:pt x="179986" y="98203"/>
                    </a:lnTo>
                    <a:lnTo>
                      <a:pt x="179986" y="21831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24" name="Freeform: Shape 47"/>
              <p:cNvSpPr/>
              <p:nvPr/>
            </p:nvSpPr>
            <p:spPr>
              <a:xfrm>
                <a:off x="7749539" y="2081974"/>
                <a:ext cx="28575" cy="28575"/>
              </a:xfrm>
              <a:custGeom>
                <a:avLst/>
                <a:gdLst>
                  <a:gd name="connsiteX0" fmla="*/ 36005 w 28575"/>
                  <a:gd name="connsiteY0" fmla="*/ 18002 h 28575"/>
                  <a:gd name="connsiteX1" fmla="*/ 18002 w 28575"/>
                  <a:gd name="connsiteY1" fmla="*/ 36005 h 28575"/>
                  <a:gd name="connsiteX2" fmla="*/ 0 w 28575"/>
                  <a:gd name="connsiteY2" fmla="*/ 18002 h 28575"/>
                  <a:gd name="connsiteX3" fmla="*/ 18002 w 28575"/>
                  <a:gd name="connsiteY3" fmla="*/ 0 h 28575"/>
                  <a:gd name="connsiteX4" fmla="*/ 36005 w 28575"/>
                  <a:gd name="connsiteY4" fmla="*/ 18002 h 28575"/>
                  <a:gd name="connsiteX5" fmla="*/ 36005 w 28575"/>
                  <a:gd name="connsiteY5" fmla="*/ 18002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575" h="28575">
                    <a:moveTo>
                      <a:pt x="36005" y="18002"/>
                    </a:moveTo>
                    <a:cubicBezTo>
                      <a:pt x="36005" y="27908"/>
                      <a:pt x="27909" y="36005"/>
                      <a:pt x="18002" y="36005"/>
                    </a:cubicBezTo>
                    <a:cubicBezTo>
                      <a:pt x="8097" y="36005"/>
                      <a:pt x="0" y="27908"/>
                      <a:pt x="0" y="18002"/>
                    </a:cubicBezTo>
                    <a:cubicBezTo>
                      <a:pt x="0" y="8096"/>
                      <a:pt x="8097" y="0"/>
                      <a:pt x="18002" y="0"/>
                    </a:cubicBezTo>
                    <a:cubicBezTo>
                      <a:pt x="27909" y="0"/>
                      <a:pt x="36005" y="8096"/>
                      <a:pt x="36005" y="18002"/>
                    </a:cubicBezTo>
                    <a:lnTo>
                      <a:pt x="36005" y="1800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25" name="Freeform: Shape 48"/>
              <p:cNvSpPr/>
              <p:nvPr/>
            </p:nvSpPr>
            <p:spPr>
              <a:xfrm>
                <a:off x="7495127" y="1936814"/>
                <a:ext cx="428625" cy="390525"/>
              </a:xfrm>
              <a:custGeom>
                <a:avLst/>
                <a:gdLst>
                  <a:gd name="connsiteX0" fmla="*/ 380429 w 428625"/>
                  <a:gd name="connsiteY0" fmla="*/ 0 h 390525"/>
                  <a:gd name="connsiteX1" fmla="*/ 164402 w 428625"/>
                  <a:gd name="connsiteY1" fmla="*/ 0 h 390525"/>
                  <a:gd name="connsiteX2" fmla="*/ 110394 w 428625"/>
                  <a:gd name="connsiteY2" fmla="*/ 54007 h 390525"/>
                  <a:gd name="connsiteX3" fmla="*/ 110394 w 428625"/>
                  <a:gd name="connsiteY3" fmla="*/ 117443 h 390525"/>
                  <a:gd name="connsiteX4" fmla="*/ 8191 w 428625"/>
                  <a:gd name="connsiteY4" fmla="*/ 184118 h 390525"/>
                  <a:gd name="connsiteX5" fmla="*/ 0 w 428625"/>
                  <a:gd name="connsiteY5" fmla="*/ 199168 h 390525"/>
                  <a:gd name="connsiteX6" fmla="*/ 8191 w 428625"/>
                  <a:gd name="connsiteY6" fmla="*/ 214217 h 390525"/>
                  <a:gd name="connsiteX7" fmla="*/ 110394 w 428625"/>
                  <a:gd name="connsiteY7" fmla="*/ 280892 h 390525"/>
                  <a:gd name="connsiteX8" fmla="*/ 110394 w 428625"/>
                  <a:gd name="connsiteY8" fmla="*/ 344329 h 390525"/>
                  <a:gd name="connsiteX9" fmla="*/ 164402 w 428625"/>
                  <a:gd name="connsiteY9" fmla="*/ 398336 h 390525"/>
                  <a:gd name="connsiteX10" fmla="*/ 380429 w 428625"/>
                  <a:gd name="connsiteY10" fmla="*/ 398336 h 390525"/>
                  <a:gd name="connsiteX11" fmla="*/ 434435 w 428625"/>
                  <a:gd name="connsiteY11" fmla="*/ 344329 h 390525"/>
                  <a:gd name="connsiteX12" fmla="*/ 434435 w 428625"/>
                  <a:gd name="connsiteY12" fmla="*/ 54007 h 390525"/>
                  <a:gd name="connsiteX13" fmla="*/ 380429 w 428625"/>
                  <a:gd name="connsiteY13" fmla="*/ 0 h 390525"/>
                  <a:gd name="connsiteX14" fmla="*/ 380429 w 428625"/>
                  <a:gd name="connsiteY14" fmla="*/ 0 h 390525"/>
                  <a:gd name="connsiteX15" fmla="*/ 398430 w 428625"/>
                  <a:gd name="connsiteY15" fmla="*/ 344329 h 390525"/>
                  <a:gd name="connsiteX16" fmla="*/ 380429 w 428625"/>
                  <a:gd name="connsiteY16" fmla="*/ 362331 h 390525"/>
                  <a:gd name="connsiteX17" fmla="*/ 164402 w 428625"/>
                  <a:gd name="connsiteY17" fmla="*/ 362331 h 390525"/>
                  <a:gd name="connsiteX18" fmla="*/ 146399 w 428625"/>
                  <a:gd name="connsiteY18" fmla="*/ 344329 h 390525"/>
                  <a:gd name="connsiteX19" fmla="*/ 146399 w 428625"/>
                  <a:gd name="connsiteY19" fmla="*/ 271177 h 390525"/>
                  <a:gd name="connsiteX20" fmla="*/ 138208 w 428625"/>
                  <a:gd name="connsiteY20" fmla="*/ 256127 h 390525"/>
                  <a:gd name="connsiteX21" fmla="*/ 50959 w 428625"/>
                  <a:gd name="connsiteY21" fmla="*/ 199168 h 390525"/>
                  <a:gd name="connsiteX22" fmla="*/ 138208 w 428625"/>
                  <a:gd name="connsiteY22" fmla="*/ 142208 h 390525"/>
                  <a:gd name="connsiteX23" fmla="*/ 146399 w 428625"/>
                  <a:gd name="connsiteY23" fmla="*/ 127159 h 390525"/>
                  <a:gd name="connsiteX24" fmla="*/ 146399 w 428625"/>
                  <a:gd name="connsiteY24" fmla="*/ 54007 h 390525"/>
                  <a:gd name="connsiteX25" fmla="*/ 164402 w 428625"/>
                  <a:gd name="connsiteY25" fmla="*/ 36004 h 390525"/>
                  <a:gd name="connsiteX26" fmla="*/ 380429 w 428625"/>
                  <a:gd name="connsiteY26" fmla="*/ 36004 h 390525"/>
                  <a:gd name="connsiteX27" fmla="*/ 398430 w 428625"/>
                  <a:gd name="connsiteY27" fmla="*/ 54007 h 390525"/>
                  <a:gd name="connsiteX28" fmla="*/ 398430 w 428625"/>
                  <a:gd name="connsiteY28" fmla="*/ 344329 h 390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28625" h="390525">
                    <a:moveTo>
                      <a:pt x="380429" y="0"/>
                    </a:moveTo>
                    <a:lnTo>
                      <a:pt x="164402" y="0"/>
                    </a:lnTo>
                    <a:cubicBezTo>
                      <a:pt x="134588" y="0"/>
                      <a:pt x="110394" y="24194"/>
                      <a:pt x="110394" y="54007"/>
                    </a:cubicBezTo>
                    <a:lnTo>
                      <a:pt x="110394" y="117443"/>
                    </a:lnTo>
                    <a:lnTo>
                      <a:pt x="8191" y="184118"/>
                    </a:lnTo>
                    <a:cubicBezTo>
                      <a:pt x="3143" y="187452"/>
                      <a:pt x="0" y="193072"/>
                      <a:pt x="0" y="199168"/>
                    </a:cubicBezTo>
                    <a:cubicBezTo>
                      <a:pt x="0" y="205264"/>
                      <a:pt x="3048" y="210884"/>
                      <a:pt x="8191" y="214217"/>
                    </a:cubicBezTo>
                    <a:lnTo>
                      <a:pt x="110394" y="280892"/>
                    </a:lnTo>
                    <a:lnTo>
                      <a:pt x="110394" y="344329"/>
                    </a:lnTo>
                    <a:cubicBezTo>
                      <a:pt x="110394" y="374142"/>
                      <a:pt x="134588" y="398336"/>
                      <a:pt x="164402" y="398336"/>
                    </a:cubicBezTo>
                    <a:lnTo>
                      <a:pt x="380429" y="398336"/>
                    </a:lnTo>
                    <a:cubicBezTo>
                      <a:pt x="410242" y="398336"/>
                      <a:pt x="434435" y="374142"/>
                      <a:pt x="434435" y="344329"/>
                    </a:cubicBezTo>
                    <a:lnTo>
                      <a:pt x="434435" y="54007"/>
                    </a:lnTo>
                    <a:cubicBezTo>
                      <a:pt x="434435" y="24194"/>
                      <a:pt x="410242" y="0"/>
                      <a:pt x="380429" y="0"/>
                    </a:cubicBezTo>
                    <a:lnTo>
                      <a:pt x="380429" y="0"/>
                    </a:lnTo>
                    <a:close/>
                    <a:moveTo>
                      <a:pt x="398430" y="344329"/>
                    </a:moveTo>
                    <a:cubicBezTo>
                      <a:pt x="398430" y="354235"/>
                      <a:pt x="390334" y="362331"/>
                      <a:pt x="380429" y="362331"/>
                    </a:cubicBezTo>
                    <a:lnTo>
                      <a:pt x="164402" y="362331"/>
                    </a:lnTo>
                    <a:cubicBezTo>
                      <a:pt x="154495" y="362331"/>
                      <a:pt x="146399" y="354235"/>
                      <a:pt x="146399" y="344329"/>
                    </a:cubicBezTo>
                    <a:lnTo>
                      <a:pt x="146399" y="271177"/>
                    </a:lnTo>
                    <a:cubicBezTo>
                      <a:pt x="146399" y="265081"/>
                      <a:pt x="143351" y="259461"/>
                      <a:pt x="138208" y="256127"/>
                    </a:cubicBezTo>
                    <a:lnTo>
                      <a:pt x="50959" y="199168"/>
                    </a:lnTo>
                    <a:lnTo>
                      <a:pt x="138208" y="142208"/>
                    </a:lnTo>
                    <a:cubicBezTo>
                      <a:pt x="143256" y="138875"/>
                      <a:pt x="146399" y="133255"/>
                      <a:pt x="146399" y="127159"/>
                    </a:cubicBezTo>
                    <a:lnTo>
                      <a:pt x="146399" y="54007"/>
                    </a:lnTo>
                    <a:cubicBezTo>
                      <a:pt x="146399" y="44101"/>
                      <a:pt x="154495" y="36004"/>
                      <a:pt x="164402" y="36004"/>
                    </a:cubicBezTo>
                    <a:lnTo>
                      <a:pt x="380429" y="36004"/>
                    </a:lnTo>
                    <a:cubicBezTo>
                      <a:pt x="390334" y="36004"/>
                      <a:pt x="398430" y="44101"/>
                      <a:pt x="398430" y="54007"/>
                    </a:cubicBezTo>
                    <a:lnTo>
                      <a:pt x="398430" y="34432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</p:grpSp>
        <p:grpSp>
          <p:nvGrpSpPr>
            <p:cNvPr id="26" name="Group 49"/>
            <p:cNvGrpSpPr/>
            <p:nvPr/>
          </p:nvGrpSpPr>
          <p:grpSpPr>
            <a:xfrm>
              <a:off x="9394292" y="3152215"/>
              <a:ext cx="216766" cy="216766"/>
              <a:chOff x="8143779" y="2676525"/>
              <a:chExt cx="613065" cy="612969"/>
            </a:xfrm>
            <a:solidFill>
              <a:schemeClr val="bg1"/>
            </a:solidFill>
          </p:grpSpPr>
          <p:sp>
            <p:nvSpPr>
              <p:cNvPr id="27" name="Freeform: Shape 50"/>
              <p:cNvSpPr/>
              <p:nvPr/>
            </p:nvSpPr>
            <p:spPr>
              <a:xfrm>
                <a:off x="8143779" y="2965644"/>
                <a:ext cx="323850" cy="323850"/>
              </a:xfrm>
              <a:custGeom>
                <a:avLst/>
                <a:gdLst>
                  <a:gd name="connsiteX0" fmla="*/ 54102 w 323850"/>
                  <a:gd name="connsiteY0" fmla="*/ 325243 h 323850"/>
                  <a:gd name="connsiteX1" fmla="*/ 271272 w 323850"/>
                  <a:gd name="connsiteY1" fmla="*/ 325243 h 323850"/>
                  <a:gd name="connsiteX2" fmla="*/ 289274 w 323850"/>
                  <a:gd name="connsiteY2" fmla="*/ 307241 h 323850"/>
                  <a:gd name="connsiteX3" fmla="*/ 289274 w 323850"/>
                  <a:gd name="connsiteY3" fmla="*/ 169509 h 323850"/>
                  <a:gd name="connsiteX4" fmla="*/ 294513 w 323850"/>
                  <a:gd name="connsiteY4" fmla="*/ 174748 h 323850"/>
                  <a:gd name="connsiteX5" fmla="*/ 319945 w 323850"/>
                  <a:gd name="connsiteY5" fmla="*/ 174748 h 323850"/>
                  <a:gd name="connsiteX6" fmla="*/ 319945 w 323850"/>
                  <a:gd name="connsiteY6" fmla="*/ 149316 h 323850"/>
                  <a:gd name="connsiteX7" fmla="*/ 175927 w 323850"/>
                  <a:gd name="connsiteY7" fmla="*/ 5298 h 323850"/>
                  <a:gd name="connsiteX8" fmla="*/ 150495 w 323850"/>
                  <a:gd name="connsiteY8" fmla="*/ 5203 h 323850"/>
                  <a:gd name="connsiteX9" fmla="*/ 5334 w 323850"/>
                  <a:gd name="connsiteY9" fmla="*/ 149221 h 323850"/>
                  <a:gd name="connsiteX10" fmla="*/ 5239 w 323850"/>
                  <a:gd name="connsiteY10" fmla="*/ 174653 h 323850"/>
                  <a:gd name="connsiteX11" fmla="*/ 30671 w 323850"/>
                  <a:gd name="connsiteY11" fmla="*/ 174748 h 323850"/>
                  <a:gd name="connsiteX12" fmla="*/ 36005 w 323850"/>
                  <a:gd name="connsiteY12" fmla="*/ 169509 h 323850"/>
                  <a:gd name="connsiteX13" fmla="*/ 36005 w 323850"/>
                  <a:gd name="connsiteY13" fmla="*/ 307241 h 323850"/>
                  <a:gd name="connsiteX14" fmla="*/ 54102 w 323850"/>
                  <a:gd name="connsiteY14" fmla="*/ 325243 h 323850"/>
                  <a:gd name="connsiteX15" fmla="*/ 54102 w 323850"/>
                  <a:gd name="connsiteY15" fmla="*/ 325243 h 323850"/>
                  <a:gd name="connsiteX16" fmla="*/ 181261 w 323850"/>
                  <a:gd name="connsiteY16" fmla="*/ 289239 h 323850"/>
                  <a:gd name="connsiteX17" fmla="*/ 145256 w 323850"/>
                  <a:gd name="connsiteY17" fmla="*/ 289239 h 323850"/>
                  <a:gd name="connsiteX18" fmla="*/ 145256 w 323850"/>
                  <a:gd name="connsiteY18" fmla="*/ 216087 h 323850"/>
                  <a:gd name="connsiteX19" fmla="*/ 181261 w 323850"/>
                  <a:gd name="connsiteY19" fmla="*/ 216087 h 323850"/>
                  <a:gd name="connsiteX20" fmla="*/ 181261 w 323850"/>
                  <a:gd name="connsiteY20" fmla="*/ 289239 h 323850"/>
                  <a:gd name="connsiteX21" fmla="*/ 163259 w 323850"/>
                  <a:gd name="connsiteY21" fmla="*/ 43494 h 323850"/>
                  <a:gd name="connsiteX22" fmla="*/ 253366 w 323850"/>
                  <a:gd name="connsiteY22" fmla="*/ 133600 h 323850"/>
                  <a:gd name="connsiteX23" fmla="*/ 253270 w 323850"/>
                  <a:gd name="connsiteY23" fmla="*/ 135029 h 323850"/>
                  <a:gd name="connsiteX24" fmla="*/ 253270 w 323850"/>
                  <a:gd name="connsiteY24" fmla="*/ 289239 h 323850"/>
                  <a:gd name="connsiteX25" fmla="*/ 217265 w 323850"/>
                  <a:gd name="connsiteY25" fmla="*/ 289239 h 323850"/>
                  <a:gd name="connsiteX26" fmla="*/ 217265 w 323850"/>
                  <a:gd name="connsiteY26" fmla="*/ 198084 h 323850"/>
                  <a:gd name="connsiteX27" fmla="*/ 199263 w 323850"/>
                  <a:gd name="connsiteY27" fmla="*/ 180082 h 323850"/>
                  <a:gd name="connsiteX28" fmla="*/ 127254 w 323850"/>
                  <a:gd name="connsiteY28" fmla="*/ 180082 h 323850"/>
                  <a:gd name="connsiteX29" fmla="*/ 109252 w 323850"/>
                  <a:gd name="connsiteY29" fmla="*/ 198084 h 323850"/>
                  <a:gd name="connsiteX30" fmla="*/ 109252 w 323850"/>
                  <a:gd name="connsiteY30" fmla="*/ 289239 h 323850"/>
                  <a:gd name="connsiteX31" fmla="*/ 72009 w 323850"/>
                  <a:gd name="connsiteY31" fmla="*/ 289239 h 323850"/>
                  <a:gd name="connsiteX32" fmla="*/ 72009 w 323850"/>
                  <a:gd name="connsiteY32" fmla="*/ 135029 h 323850"/>
                  <a:gd name="connsiteX33" fmla="*/ 71914 w 323850"/>
                  <a:gd name="connsiteY33" fmla="*/ 133886 h 323850"/>
                  <a:gd name="connsiteX34" fmla="*/ 163259 w 323850"/>
                  <a:gd name="connsiteY34" fmla="*/ 43494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323850" h="323850">
                    <a:moveTo>
                      <a:pt x="54102" y="325243"/>
                    </a:moveTo>
                    <a:lnTo>
                      <a:pt x="271272" y="325243"/>
                    </a:lnTo>
                    <a:cubicBezTo>
                      <a:pt x="281178" y="325243"/>
                      <a:pt x="289274" y="317147"/>
                      <a:pt x="289274" y="307241"/>
                    </a:cubicBezTo>
                    <a:lnTo>
                      <a:pt x="289274" y="169509"/>
                    </a:lnTo>
                    <a:lnTo>
                      <a:pt x="294513" y="174748"/>
                    </a:lnTo>
                    <a:cubicBezTo>
                      <a:pt x="301562" y="181797"/>
                      <a:pt x="312897" y="181797"/>
                      <a:pt x="319945" y="174748"/>
                    </a:cubicBezTo>
                    <a:cubicBezTo>
                      <a:pt x="326994" y="167700"/>
                      <a:pt x="326994" y="156365"/>
                      <a:pt x="319945" y="149316"/>
                    </a:cubicBezTo>
                    <a:lnTo>
                      <a:pt x="175927" y="5298"/>
                    </a:lnTo>
                    <a:cubicBezTo>
                      <a:pt x="168878" y="-1750"/>
                      <a:pt x="157544" y="-1750"/>
                      <a:pt x="150495" y="5203"/>
                    </a:cubicBezTo>
                    <a:lnTo>
                      <a:pt x="5334" y="149221"/>
                    </a:lnTo>
                    <a:cubicBezTo>
                      <a:pt x="-1714" y="156174"/>
                      <a:pt x="-1810" y="167604"/>
                      <a:pt x="5239" y="174653"/>
                    </a:cubicBezTo>
                    <a:cubicBezTo>
                      <a:pt x="12288" y="181701"/>
                      <a:pt x="23622" y="181797"/>
                      <a:pt x="30671" y="174748"/>
                    </a:cubicBezTo>
                    <a:lnTo>
                      <a:pt x="36005" y="169509"/>
                    </a:lnTo>
                    <a:lnTo>
                      <a:pt x="36005" y="307241"/>
                    </a:lnTo>
                    <a:cubicBezTo>
                      <a:pt x="36100" y="317147"/>
                      <a:pt x="44196" y="325243"/>
                      <a:pt x="54102" y="325243"/>
                    </a:cubicBezTo>
                    <a:lnTo>
                      <a:pt x="54102" y="325243"/>
                    </a:lnTo>
                    <a:close/>
                    <a:moveTo>
                      <a:pt x="181261" y="289239"/>
                    </a:moveTo>
                    <a:lnTo>
                      <a:pt x="145256" y="289239"/>
                    </a:lnTo>
                    <a:lnTo>
                      <a:pt x="145256" y="216087"/>
                    </a:lnTo>
                    <a:lnTo>
                      <a:pt x="181261" y="216087"/>
                    </a:lnTo>
                    <a:lnTo>
                      <a:pt x="181261" y="289239"/>
                    </a:lnTo>
                    <a:close/>
                    <a:moveTo>
                      <a:pt x="163259" y="43494"/>
                    </a:moveTo>
                    <a:lnTo>
                      <a:pt x="253366" y="133600"/>
                    </a:lnTo>
                    <a:cubicBezTo>
                      <a:pt x="253366" y="134076"/>
                      <a:pt x="253270" y="134553"/>
                      <a:pt x="253270" y="135029"/>
                    </a:cubicBezTo>
                    <a:lnTo>
                      <a:pt x="253270" y="289239"/>
                    </a:lnTo>
                    <a:lnTo>
                      <a:pt x="217265" y="289239"/>
                    </a:lnTo>
                    <a:lnTo>
                      <a:pt x="217265" y="198084"/>
                    </a:lnTo>
                    <a:cubicBezTo>
                      <a:pt x="217265" y="188178"/>
                      <a:pt x="209169" y="180082"/>
                      <a:pt x="199263" y="180082"/>
                    </a:cubicBezTo>
                    <a:lnTo>
                      <a:pt x="127254" y="180082"/>
                    </a:lnTo>
                    <a:cubicBezTo>
                      <a:pt x="117348" y="180082"/>
                      <a:pt x="109252" y="188178"/>
                      <a:pt x="109252" y="198084"/>
                    </a:cubicBezTo>
                    <a:lnTo>
                      <a:pt x="109252" y="289239"/>
                    </a:lnTo>
                    <a:lnTo>
                      <a:pt x="72009" y="289239"/>
                    </a:lnTo>
                    <a:lnTo>
                      <a:pt x="72009" y="135029"/>
                    </a:lnTo>
                    <a:cubicBezTo>
                      <a:pt x="72009" y="134648"/>
                      <a:pt x="72009" y="134267"/>
                      <a:pt x="71914" y="133886"/>
                    </a:cubicBezTo>
                    <a:lnTo>
                      <a:pt x="163259" y="4349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28" name="Freeform: Shape 51"/>
              <p:cNvSpPr/>
              <p:nvPr/>
            </p:nvSpPr>
            <p:spPr>
              <a:xfrm>
                <a:off x="8289035" y="3073717"/>
                <a:ext cx="28575" cy="28575"/>
              </a:xfrm>
              <a:custGeom>
                <a:avLst/>
                <a:gdLst>
                  <a:gd name="connsiteX0" fmla="*/ 36005 w 28575"/>
                  <a:gd name="connsiteY0" fmla="*/ 18002 h 28575"/>
                  <a:gd name="connsiteX1" fmla="*/ 18002 w 28575"/>
                  <a:gd name="connsiteY1" fmla="*/ 36004 h 28575"/>
                  <a:gd name="connsiteX2" fmla="*/ 0 w 28575"/>
                  <a:gd name="connsiteY2" fmla="*/ 18002 h 28575"/>
                  <a:gd name="connsiteX3" fmla="*/ 18002 w 28575"/>
                  <a:gd name="connsiteY3" fmla="*/ 0 h 28575"/>
                  <a:gd name="connsiteX4" fmla="*/ 36005 w 28575"/>
                  <a:gd name="connsiteY4" fmla="*/ 18002 h 28575"/>
                  <a:gd name="connsiteX5" fmla="*/ 36005 w 28575"/>
                  <a:gd name="connsiteY5" fmla="*/ 18002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575" h="28575">
                    <a:moveTo>
                      <a:pt x="36005" y="18002"/>
                    </a:moveTo>
                    <a:cubicBezTo>
                      <a:pt x="36005" y="27908"/>
                      <a:pt x="27908" y="36004"/>
                      <a:pt x="18002" y="36004"/>
                    </a:cubicBezTo>
                    <a:cubicBezTo>
                      <a:pt x="8097" y="36004"/>
                      <a:pt x="0" y="27908"/>
                      <a:pt x="0" y="18002"/>
                    </a:cubicBezTo>
                    <a:cubicBezTo>
                      <a:pt x="0" y="8096"/>
                      <a:pt x="8097" y="0"/>
                      <a:pt x="18002" y="0"/>
                    </a:cubicBezTo>
                    <a:cubicBezTo>
                      <a:pt x="27908" y="0"/>
                      <a:pt x="36005" y="8001"/>
                      <a:pt x="36005" y="18002"/>
                    </a:cubicBezTo>
                    <a:lnTo>
                      <a:pt x="36005" y="1800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29" name="Freeform: Shape 52"/>
              <p:cNvSpPr/>
              <p:nvPr/>
            </p:nvSpPr>
            <p:spPr>
              <a:xfrm>
                <a:off x="8432994" y="2676525"/>
                <a:ext cx="323850" cy="323850"/>
              </a:xfrm>
              <a:custGeom>
                <a:avLst/>
                <a:gdLst>
                  <a:gd name="connsiteX0" fmla="*/ 289238 w 323850"/>
                  <a:gd name="connsiteY0" fmla="*/ 307181 h 323850"/>
                  <a:gd name="connsiteX1" fmla="*/ 289238 w 323850"/>
                  <a:gd name="connsiteY1" fmla="*/ 170688 h 323850"/>
                  <a:gd name="connsiteX2" fmla="*/ 294478 w 323850"/>
                  <a:gd name="connsiteY2" fmla="*/ 175927 h 323850"/>
                  <a:gd name="connsiteX3" fmla="*/ 319909 w 323850"/>
                  <a:gd name="connsiteY3" fmla="*/ 175927 h 323850"/>
                  <a:gd name="connsiteX4" fmla="*/ 319909 w 323850"/>
                  <a:gd name="connsiteY4" fmla="*/ 150495 h 323850"/>
                  <a:gd name="connsiteX5" fmla="*/ 174748 w 323850"/>
                  <a:gd name="connsiteY5" fmla="*/ 5239 h 323850"/>
                  <a:gd name="connsiteX6" fmla="*/ 161985 w 323850"/>
                  <a:gd name="connsiteY6" fmla="*/ 0 h 323850"/>
                  <a:gd name="connsiteX7" fmla="*/ 161985 w 323850"/>
                  <a:gd name="connsiteY7" fmla="*/ 0 h 323850"/>
                  <a:gd name="connsiteX8" fmla="*/ 149221 w 323850"/>
                  <a:gd name="connsiteY8" fmla="*/ 5334 h 323850"/>
                  <a:gd name="connsiteX9" fmla="*/ 5203 w 323850"/>
                  <a:gd name="connsiteY9" fmla="*/ 150495 h 323850"/>
                  <a:gd name="connsiteX10" fmla="*/ 5298 w 323850"/>
                  <a:gd name="connsiteY10" fmla="*/ 175927 h 323850"/>
                  <a:gd name="connsiteX11" fmla="*/ 30730 w 323850"/>
                  <a:gd name="connsiteY11" fmla="*/ 175831 h 323850"/>
                  <a:gd name="connsiteX12" fmla="*/ 35969 w 323850"/>
                  <a:gd name="connsiteY12" fmla="*/ 170593 h 323850"/>
                  <a:gd name="connsiteX13" fmla="*/ 35969 w 323850"/>
                  <a:gd name="connsiteY13" fmla="*/ 307181 h 323850"/>
                  <a:gd name="connsiteX14" fmla="*/ 53971 w 323850"/>
                  <a:gd name="connsiteY14" fmla="*/ 325184 h 323850"/>
                  <a:gd name="connsiteX15" fmla="*/ 271141 w 323850"/>
                  <a:gd name="connsiteY15" fmla="*/ 325184 h 323850"/>
                  <a:gd name="connsiteX16" fmla="*/ 289238 w 323850"/>
                  <a:gd name="connsiteY16" fmla="*/ 307181 h 323850"/>
                  <a:gd name="connsiteX17" fmla="*/ 289238 w 323850"/>
                  <a:gd name="connsiteY17" fmla="*/ 307181 h 323850"/>
                  <a:gd name="connsiteX18" fmla="*/ 180082 w 323850"/>
                  <a:gd name="connsiteY18" fmla="*/ 289179 h 323850"/>
                  <a:gd name="connsiteX19" fmla="*/ 144078 w 323850"/>
                  <a:gd name="connsiteY19" fmla="*/ 289179 h 323850"/>
                  <a:gd name="connsiteX20" fmla="*/ 144078 w 323850"/>
                  <a:gd name="connsiteY20" fmla="*/ 217170 h 323850"/>
                  <a:gd name="connsiteX21" fmla="*/ 180082 w 323850"/>
                  <a:gd name="connsiteY21" fmla="*/ 217170 h 323850"/>
                  <a:gd name="connsiteX22" fmla="*/ 180082 w 323850"/>
                  <a:gd name="connsiteY22" fmla="*/ 289179 h 323850"/>
                  <a:gd name="connsiteX23" fmla="*/ 253234 w 323850"/>
                  <a:gd name="connsiteY23" fmla="*/ 289179 h 323850"/>
                  <a:gd name="connsiteX24" fmla="*/ 215992 w 323850"/>
                  <a:gd name="connsiteY24" fmla="*/ 289179 h 323850"/>
                  <a:gd name="connsiteX25" fmla="*/ 215992 w 323850"/>
                  <a:gd name="connsiteY25" fmla="*/ 199168 h 323850"/>
                  <a:gd name="connsiteX26" fmla="*/ 197989 w 323850"/>
                  <a:gd name="connsiteY26" fmla="*/ 181165 h 323850"/>
                  <a:gd name="connsiteX27" fmla="*/ 125980 w 323850"/>
                  <a:gd name="connsiteY27" fmla="*/ 181165 h 323850"/>
                  <a:gd name="connsiteX28" fmla="*/ 107978 w 323850"/>
                  <a:gd name="connsiteY28" fmla="*/ 199168 h 323850"/>
                  <a:gd name="connsiteX29" fmla="*/ 107978 w 323850"/>
                  <a:gd name="connsiteY29" fmla="*/ 289179 h 323850"/>
                  <a:gd name="connsiteX30" fmla="*/ 71973 w 323850"/>
                  <a:gd name="connsiteY30" fmla="*/ 289179 h 323850"/>
                  <a:gd name="connsiteX31" fmla="*/ 71973 w 323850"/>
                  <a:gd name="connsiteY31" fmla="*/ 136208 h 323850"/>
                  <a:gd name="connsiteX32" fmla="*/ 71878 w 323850"/>
                  <a:gd name="connsiteY32" fmla="*/ 134398 h 323850"/>
                  <a:gd name="connsiteX33" fmla="*/ 161985 w 323850"/>
                  <a:gd name="connsiteY33" fmla="*/ 43529 h 323850"/>
                  <a:gd name="connsiteX34" fmla="*/ 253234 w 323850"/>
                  <a:gd name="connsiteY34" fmla="*/ 134779 h 323850"/>
                  <a:gd name="connsiteX35" fmla="*/ 253139 w 323850"/>
                  <a:gd name="connsiteY35" fmla="*/ 136208 h 323850"/>
                  <a:gd name="connsiteX36" fmla="*/ 253139 w 323850"/>
                  <a:gd name="connsiteY36" fmla="*/ 289179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323850" h="323850">
                    <a:moveTo>
                      <a:pt x="289238" y="307181"/>
                    </a:moveTo>
                    <a:lnTo>
                      <a:pt x="289238" y="170688"/>
                    </a:lnTo>
                    <a:lnTo>
                      <a:pt x="294478" y="175927"/>
                    </a:lnTo>
                    <a:cubicBezTo>
                      <a:pt x="301526" y="182975"/>
                      <a:pt x="312861" y="182975"/>
                      <a:pt x="319909" y="175927"/>
                    </a:cubicBezTo>
                    <a:cubicBezTo>
                      <a:pt x="326958" y="168878"/>
                      <a:pt x="326958" y="157544"/>
                      <a:pt x="319909" y="150495"/>
                    </a:cubicBezTo>
                    <a:lnTo>
                      <a:pt x="174748" y="5239"/>
                    </a:lnTo>
                    <a:cubicBezTo>
                      <a:pt x="171414" y="1905"/>
                      <a:pt x="166842" y="0"/>
                      <a:pt x="161985" y="0"/>
                    </a:cubicBezTo>
                    <a:lnTo>
                      <a:pt x="161985" y="0"/>
                    </a:lnTo>
                    <a:cubicBezTo>
                      <a:pt x="157222" y="0"/>
                      <a:pt x="152650" y="1905"/>
                      <a:pt x="149221" y="5334"/>
                    </a:cubicBezTo>
                    <a:lnTo>
                      <a:pt x="5203" y="150495"/>
                    </a:lnTo>
                    <a:cubicBezTo>
                      <a:pt x="-1750" y="157544"/>
                      <a:pt x="-1750" y="168973"/>
                      <a:pt x="5298" y="175927"/>
                    </a:cubicBezTo>
                    <a:cubicBezTo>
                      <a:pt x="12347" y="182880"/>
                      <a:pt x="23777" y="182880"/>
                      <a:pt x="30730" y="175831"/>
                    </a:cubicBezTo>
                    <a:lnTo>
                      <a:pt x="35969" y="170593"/>
                    </a:lnTo>
                    <a:lnTo>
                      <a:pt x="35969" y="307181"/>
                    </a:lnTo>
                    <a:cubicBezTo>
                      <a:pt x="35969" y="317087"/>
                      <a:pt x="44065" y="325184"/>
                      <a:pt x="53971" y="325184"/>
                    </a:cubicBezTo>
                    <a:lnTo>
                      <a:pt x="271141" y="325184"/>
                    </a:lnTo>
                    <a:cubicBezTo>
                      <a:pt x="281142" y="325184"/>
                      <a:pt x="289238" y="317087"/>
                      <a:pt x="289238" y="307181"/>
                    </a:cubicBezTo>
                    <a:lnTo>
                      <a:pt x="289238" y="307181"/>
                    </a:lnTo>
                    <a:close/>
                    <a:moveTo>
                      <a:pt x="180082" y="289179"/>
                    </a:moveTo>
                    <a:lnTo>
                      <a:pt x="144078" y="289179"/>
                    </a:lnTo>
                    <a:lnTo>
                      <a:pt x="144078" y="217170"/>
                    </a:lnTo>
                    <a:lnTo>
                      <a:pt x="180082" y="217170"/>
                    </a:lnTo>
                    <a:lnTo>
                      <a:pt x="180082" y="289179"/>
                    </a:lnTo>
                    <a:close/>
                    <a:moveTo>
                      <a:pt x="253234" y="289179"/>
                    </a:moveTo>
                    <a:lnTo>
                      <a:pt x="215992" y="289179"/>
                    </a:lnTo>
                    <a:lnTo>
                      <a:pt x="215992" y="199168"/>
                    </a:lnTo>
                    <a:cubicBezTo>
                      <a:pt x="215992" y="189262"/>
                      <a:pt x="207895" y="181165"/>
                      <a:pt x="197989" y="181165"/>
                    </a:cubicBezTo>
                    <a:lnTo>
                      <a:pt x="125980" y="181165"/>
                    </a:lnTo>
                    <a:cubicBezTo>
                      <a:pt x="116074" y="181165"/>
                      <a:pt x="107978" y="189262"/>
                      <a:pt x="107978" y="199168"/>
                    </a:cubicBezTo>
                    <a:lnTo>
                      <a:pt x="107978" y="289179"/>
                    </a:lnTo>
                    <a:lnTo>
                      <a:pt x="71973" y="289179"/>
                    </a:lnTo>
                    <a:lnTo>
                      <a:pt x="71973" y="136208"/>
                    </a:lnTo>
                    <a:cubicBezTo>
                      <a:pt x="71973" y="135636"/>
                      <a:pt x="71973" y="134969"/>
                      <a:pt x="71878" y="134398"/>
                    </a:cubicBezTo>
                    <a:lnTo>
                      <a:pt x="161985" y="43529"/>
                    </a:lnTo>
                    <a:lnTo>
                      <a:pt x="253234" y="134779"/>
                    </a:lnTo>
                    <a:cubicBezTo>
                      <a:pt x="253234" y="135255"/>
                      <a:pt x="253139" y="135731"/>
                      <a:pt x="253139" y="136208"/>
                    </a:cubicBezTo>
                    <a:lnTo>
                      <a:pt x="253139" y="2891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30" name="Freeform: Shape 53"/>
              <p:cNvSpPr/>
              <p:nvPr/>
            </p:nvSpPr>
            <p:spPr>
              <a:xfrm>
                <a:off x="8577071" y="2785681"/>
                <a:ext cx="28575" cy="28575"/>
              </a:xfrm>
              <a:custGeom>
                <a:avLst/>
                <a:gdLst>
                  <a:gd name="connsiteX0" fmla="*/ 36005 w 28575"/>
                  <a:gd name="connsiteY0" fmla="*/ 18002 h 28575"/>
                  <a:gd name="connsiteX1" fmla="*/ 18002 w 28575"/>
                  <a:gd name="connsiteY1" fmla="*/ 36004 h 28575"/>
                  <a:gd name="connsiteX2" fmla="*/ 0 w 28575"/>
                  <a:gd name="connsiteY2" fmla="*/ 18002 h 28575"/>
                  <a:gd name="connsiteX3" fmla="*/ 18002 w 28575"/>
                  <a:gd name="connsiteY3" fmla="*/ 0 h 28575"/>
                  <a:gd name="connsiteX4" fmla="*/ 36005 w 28575"/>
                  <a:gd name="connsiteY4" fmla="*/ 18002 h 28575"/>
                  <a:gd name="connsiteX5" fmla="*/ 36005 w 28575"/>
                  <a:gd name="connsiteY5" fmla="*/ 18002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575" h="28575">
                    <a:moveTo>
                      <a:pt x="36005" y="18002"/>
                    </a:moveTo>
                    <a:cubicBezTo>
                      <a:pt x="36005" y="27908"/>
                      <a:pt x="27908" y="36004"/>
                      <a:pt x="18002" y="36004"/>
                    </a:cubicBezTo>
                    <a:cubicBezTo>
                      <a:pt x="8097" y="36004"/>
                      <a:pt x="0" y="27908"/>
                      <a:pt x="0" y="18002"/>
                    </a:cubicBezTo>
                    <a:cubicBezTo>
                      <a:pt x="0" y="8096"/>
                      <a:pt x="8097" y="0"/>
                      <a:pt x="18002" y="0"/>
                    </a:cubicBezTo>
                    <a:cubicBezTo>
                      <a:pt x="27908" y="0"/>
                      <a:pt x="36005" y="8096"/>
                      <a:pt x="36005" y="18002"/>
                    </a:cubicBezTo>
                    <a:lnTo>
                      <a:pt x="36005" y="1800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31" name="Freeform: Shape 54"/>
              <p:cNvSpPr/>
              <p:nvPr/>
            </p:nvSpPr>
            <p:spPr>
              <a:xfrm>
                <a:off x="8505062" y="3037665"/>
                <a:ext cx="171450" cy="209550"/>
              </a:xfrm>
              <a:custGeom>
                <a:avLst/>
                <a:gdLst>
                  <a:gd name="connsiteX0" fmla="*/ 18002 w 171450"/>
                  <a:gd name="connsiteY0" fmla="*/ 181213 h 209550"/>
                  <a:gd name="connsiteX1" fmla="*/ 0 w 171450"/>
                  <a:gd name="connsiteY1" fmla="*/ 199215 h 209550"/>
                  <a:gd name="connsiteX2" fmla="*/ 18002 w 171450"/>
                  <a:gd name="connsiteY2" fmla="*/ 217218 h 209550"/>
                  <a:gd name="connsiteX3" fmla="*/ 144018 w 171450"/>
                  <a:gd name="connsiteY3" fmla="*/ 90059 h 209550"/>
                  <a:gd name="connsiteX4" fmla="*/ 144018 w 171450"/>
                  <a:gd name="connsiteY4" fmla="*/ 61484 h 209550"/>
                  <a:gd name="connsiteX5" fmla="*/ 149257 w 171450"/>
                  <a:gd name="connsiteY5" fmla="*/ 66723 h 209550"/>
                  <a:gd name="connsiteX6" fmla="*/ 174689 w 171450"/>
                  <a:gd name="connsiteY6" fmla="*/ 66723 h 209550"/>
                  <a:gd name="connsiteX7" fmla="*/ 174689 w 171450"/>
                  <a:gd name="connsiteY7" fmla="*/ 41291 h 209550"/>
                  <a:gd name="connsiteX8" fmla="*/ 138684 w 171450"/>
                  <a:gd name="connsiteY8" fmla="*/ 5286 h 209550"/>
                  <a:gd name="connsiteX9" fmla="*/ 113252 w 171450"/>
                  <a:gd name="connsiteY9" fmla="*/ 5286 h 209550"/>
                  <a:gd name="connsiteX10" fmla="*/ 77248 w 171450"/>
                  <a:gd name="connsiteY10" fmla="*/ 41291 h 209550"/>
                  <a:gd name="connsiteX11" fmla="*/ 77248 w 171450"/>
                  <a:gd name="connsiteY11" fmla="*/ 66723 h 209550"/>
                  <a:gd name="connsiteX12" fmla="*/ 102680 w 171450"/>
                  <a:gd name="connsiteY12" fmla="*/ 66723 h 209550"/>
                  <a:gd name="connsiteX13" fmla="*/ 107918 w 171450"/>
                  <a:gd name="connsiteY13" fmla="*/ 61484 h 209550"/>
                  <a:gd name="connsiteX14" fmla="*/ 107918 w 171450"/>
                  <a:gd name="connsiteY14" fmla="*/ 90059 h 209550"/>
                  <a:gd name="connsiteX15" fmla="*/ 18002 w 171450"/>
                  <a:gd name="connsiteY15" fmla="*/ 181213 h 209550"/>
                  <a:gd name="connsiteX16" fmla="*/ 18002 w 171450"/>
                  <a:gd name="connsiteY16" fmla="*/ 181213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1450" h="209550">
                    <a:moveTo>
                      <a:pt x="18002" y="181213"/>
                    </a:moveTo>
                    <a:cubicBezTo>
                      <a:pt x="8097" y="181213"/>
                      <a:pt x="0" y="189309"/>
                      <a:pt x="0" y="199215"/>
                    </a:cubicBezTo>
                    <a:cubicBezTo>
                      <a:pt x="0" y="209121"/>
                      <a:pt x="8097" y="217218"/>
                      <a:pt x="18002" y="217218"/>
                    </a:cubicBezTo>
                    <a:cubicBezTo>
                      <a:pt x="87439" y="217218"/>
                      <a:pt x="144018" y="160163"/>
                      <a:pt x="144018" y="90059"/>
                    </a:cubicBezTo>
                    <a:lnTo>
                      <a:pt x="144018" y="61484"/>
                    </a:lnTo>
                    <a:lnTo>
                      <a:pt x="149257" y="66723"/>
                    </a:lnTo>
                    <a:cubicBezTo>
                      <a:pt x="156306" y="73771"/>
                      <a:pt x="167640" y="73771"/>
                      <a:pt x="174689" y="66723"/>
                    </a:cubicBezTo>
                    <a:cubicBezTo>
                      <a:pt x="181737" y="59674"/>
                      <a:pt x="181737" y="48339"/>
                      <a:pt x="174689" y="41291"/>
                    </a:cubicBezTo>
                    <a:lnTo>
                      <a:pt x="138684" y="5286"/>
                    </a:lnTo>
                    <a:cubicBezTo>
                      <a:pt x="131636" y="-1762"/>
                      <a:pt x="120301" y="-1762"/>
                      <a:pt x="113252" y="5286"/>
                    </a:cubicBezTo>
                    <a:lnTo>
                      <a:pt x="77248" y="41291"/>
                    </a:lnTo>
                    <a:cubicBezTo>
                      <a:pt x="70199" y="48339"/>
                      <a:pt x="70199" y="59674"/>
                      <a:pt x="77248" y="66723"/>
                    </a:cubicBezTo>
                    <a:cubicBezTo>
                      <a:pt x="84297" y="73771"/>
                      <a:pt x="95631" y="73771"/>
                      <a:pt x="102680" y="66723"/>
                    </a:cubicBezTo>
                    <a:lnTo>
                      <a:pt x="107918" y="61484"/>
                    </a:lnTo>
                    <a:lnTo>
                      <a:pt x="107918" y="90059"/>
                    </a:lnTo>
                    <a:cubicBezTo>
                      <a:pt x="108014" y="140351"/>
                      <a:pt x="67628" y="181213"/>
                      <a:pt x="18002" y="181213"/>
                    </a:cubicBezTo>
                    <a:lnTo>
                      <a:pt x="18002" y="18121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32" name="Freeform: Shape 55"/>
              <p:cNvSpPr/>
              <p:nvPr/>
            </p:nvSpPr>
            <p:spPr>
              <a:xfrm>
                <a:off x="8217074" y="2713673"/>
                <a:ext cx="171450" cy="209550"/>
              </a:xfrm>
              <a:custGeom>
                <a:avLst/>
                <a:gdLst>
                  <a:gd name="connsiteX0" fmla="*/ 161973 w 171450"/>
                  <a:gd name="connsiteY0" fmla="*/ 36004 h 209550"/>
                  <a:gd name="connsiteX1" fmla="*/ 179975 w 171450"/>
                  <a:gd name="connsiteY1" fmla="*/ 18002 h 209550"/>
                  <a:gd name="connsiteX2" fmla="*/ 161973 w 171450"/>
                  <a:gd name="connsiteY2" fmla="*/ 0 h 209550"/>
                  <a:gd name="connsiteX3" fmla="*/ 35957 w 171450"/>
                  <a:gd name="connsiteY3" fmla="*/ 126016 h 209550"/>
                  <a:gd name="connsiteX4" fmla="*/ 35957 w 171450"/>
                  <a:gd name="connsiteY4" fmla="*/ 154591 h 209550"/>
                  <a:gd name="connsiteX5" fmla="*/ 30718 w 171450"/>
                  <a:gd name="connsiteY5" fmla="*/ 149352 h 209550"/>
                  <a:gd name="connsiteX6" fmla="*/ 5286 w 171450"/>
                  <a:gd name="connsiteY6" fmla="*/ 149352 h 209550"/>
                  <a:gd name="connsiteX7" fmla="*/ 5286 w 171450"/>
                  <a:gd name="connsiteY7" fmla="*/ 174784 h 209550"/>
                  <a:gd name="connsiteX8" fmla="*/ 41291 w 171450"/>
                  <a:gd name="connsiteY8" fmla="*/ 210788 h 209550"/>
                  <a:gd name="connsiteX9" fmla="*/ 54054 w 171450"/>
                  <a:gd name="connsiteY9" fmla="*/ 216027 h 209550"/>
                  <a:gd name="connsiteX10" fmla="*/ 66818 w 171450"/>
                  <a:gd name="connsiteY10" fmla="*/ 210788 h 209550"/>
                  <a:gd name="connsiteX11" fmla="*/ 102822 w 171450"/>
                  <a:gd name="connsiteY11" fmla="*/ 174784 h 209550"/>
                  <a:gd name="connsiteX12" fmla="*/ 102822 w 171450"/>
                  <a:gd name="connsiteY12" fmla="*/ 149352 h 209550"/>
                  <a:gd name="connsiteX13" fmla="*/ 77391 w 171450"/>
                  <a:gd name="connsiteY13" fmla="*/ 149352 h 209550"/>
                  <a:gd name="connsiteX14" fmla="*/ 72152 w 171450"/>
                  <a:gd name="connsiteY14" fmla="*/ 154591 h 209550"/>
                  <a:gd name="connsiteX15" fmla="*/ 72152 w 171450"/>
                  <a:gd name="connsiteY15" fmla="*/ 126016 h 209550"/>
                  <a:gd name="connsiteX16" fmla="*/ 161973 w 171450"/>
                  <a:gd name="connsiteY16" fmla="*/ 36004 h 209550"/>
                  <a:gd name="connsiteX17" fmla="*/ 161973 w 171450"/>
                  <a:gd name="connsiteY17" fmla="*/ 36004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1450" h="209550">
                    <a:moveTo>
                      <a:pt x="161973" y="36004"/>
                    </a:moveTo>
                    <a:cubicBezTo>
                      <a:pt x="171878" y="36004"/>
                      <a:pt x="179975" y="27908"/>
                      <a:pt x="179975" y="18002"/>
                    </a:cubicBezTo>
                    <a:cubicBezTo>
                      <a:pt x="179975" y="8096"/>
                      <a:pt x="171878" y="0"/>
                      <a:pt x="161973" y="0"/>
                    </a:cubicBezTo>
                    <a:cubicBezTo>
                      <a:pt x="92536" y="0"/>
                      <a:pt x="35957" y="56483"/>
                      <a:pt x="35957" y="126016"/>
                    </a:cubicBezTo>
                    <a:lnTo>
                      <a:pt x="35957" y="154591"/>
                    </a:lnTo>
                    <a:lnTo>
                      <a:pt x="30718" y="149352"/>
                    </a:lnTo>
                    <a:cubicBezTo>
                      <a:pt x="23669" y="142303"/>
                      <a:pt x="12335" y="142303"/>
                      <a:pt x="5286" y="149352"/>
                    </a:cubicBezTo>
                    <a:cubicBezTo>
                      <a:pt x="-1762" y="156400"/>
                      <a:pt x="-1762" y="167735"/>
                      <a:pt x="5286" y="174784"/>
                    </a:cubicBezTo>
                    <a:lnTo>
                      <a:pt x="41291" y="210788"/>
                    </a:lnTo>
                    <a:cubicBezTo>
                      <a:pt x="44815" y="214313"/>
                      <a:pt x="49387" y="216027"/>
                      <a:pt x="54054" y="216027"/>
                    </a:cubicBezTo>
                    <a:cubicBezTo>
                      <a:pt x="58721" y="216027"/>
                      <a:pt x="63294" y="214313"/>
                      <a:pt x="66818" y="210788"/>
                    </a:cubicBezTo>
                    <a:lnTo>
                      <a:pt x="102822" y="174784"/>
                    </a:lnTo>
                    <a:cubicBezTo>
                      <a:pt x="109871" y="167735"/>
                      <a:pt x="109871" y="156400"/>
                      <a:pt x="102822" y="149352"/>
                    </a:cubicBezTo>
                    <a:cubicBezTo>
                      <a:pt x="95774" y="142303"/>
                      <a:pt x="84439" y="142303"/>
                      <a:pt x="77391" y="149352"/>
                    </a:cubicBezTo>
                    <a:lnTo>
                      <a:pt x="72152" y="154591"/>
                    </a:lnTo>
                    <a:lnTo>
                      <a:pt x="72152" y="126016"/>
                    </a:lnTo>
                    <a:cubicBezTo>
                      <a:pt x="71961" y="76390"/>
                      <a:pt x="112347" y="36004"/>
                      <a:pt x="161973" y="36004"/>
                    </a:cubicBezTo>
                    <a:lnTo>
                      <a:pt x="161973" y="3600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</p:grpSp>
        <p:grpSp>
          <p:nvGrpSpPr>
            <p:cNvPr id="33" name="Group 56"/>
            <p:cNvGrpSpPr/>
            <p:nvPr/>
          </p:nvGrpSpPr>
          <p:grpSpPr>
            <a:xfrm>
              <a:off x="2580942" y="3956969"/>
              <a:ext cx="216766" cy="216766"/>
              <a:chOff x="9859674" y="4380405"/>
              <a:chExt cx="609600" cy="609600"/>
            </a:xfrm>
            <a:solidFill>
              <a:schemeClr val="bg1"/>
            </a:solidFill>
          </p:grpSpPr>
          <p:sp>
            <p:nvSpPr>
              <p:cNvPr id="34" name="Freeform: Shape 57"/>
              <p:cNvSpPr/>
              <p:nvPr/>
            </p:nvSpPr>
            <p:spPr>
              <a:xfrm>
                <a:off x="9859674" y="4380405"/>
                <a:ext cx="609600" cy="609600"/>
              </a:xfrm>
              <a:custGeom>
                <a:avLst/>
                <a:gdLst>
                  <a:gd name="connsiteX0" fmla="*/ 89759 w 609600"/>
                  <a:gd name="connsiteY0" fmla="*/ 613077 h 609600"/>
                  <a:gd name="connsiteX1" fmla="*/ 523242 w 609600"/>
                  <a:gd name="connsiteY1" fmla="*/ 613077 h 609600"/>
                  <a:gd name="connsiteX2" fmla="*/ 541245 w 609600"/>
                  <a:gd name="connsiteY2" fmla="*/ 595074 h 609600"/>
                  <a:gd name="connsiteX3" fmla="*/ 541245 w 609600"/>
                  <a:gd name="connsiteY3" fmla="*/ 340185 h 609600"/>
                  <a:gd name="connsiteX4" fmla="*/ 561342 w 609600"/>
                  <a:gd name="connsiteY4" fmla="*/ 335328 h 609600"/>
                  <a:gd name="connsiteX5" fmla="*/ 608681 w 609600"/>
                  <a:gd name="connsiteY5" fmla="*/ 281226 h 609600"/>
                  <a:gd name="connsiteX6" fmla="*/ 613063 w 609600"/>
                  <a:gd name="connsiteY6" fmla="*/ 268176 h 609600"/>
                  <a:gd name="connsiteX7" fmla="*/ 606967 w 609600"/>
                  <a:gd name="connsiteY7" fmla="*/ 255889 h 609600"/>
                  <a:gd name="connsiteX8" fmla="*/ 541245 w 609600"/>
                  <a:gd name="connsiteY8" fmla="*/ 198644 h 609600"/>
                  <a:gd name="connsiteX9" fmla="*/ 541245 w 609600"/>
                  <a:gd name="connsiteY9" fmla="*/ 71866 h 609600"/>
                  <a:gd name="connsiteX10" fmla="*/ 559246 w 609600"/>
                  <a:gd name="connsiteY10" fmla="*/ 71866 h 609600"/>
                  <a:gd name="connsiteX11" fmla="*/ 577249 w 609600"/>
                  <a:gd name="connsiteY11" fmla="*/ 53864 h 609600"/>
                  <a:gd name="connsiteX12" fmla="*/ 559246 w 609600"/>
                  <a:gd name="connsiteY12" fmla="*/ 35861 h 609600"/>
                  <a:gd name="connsiteX13" fmla="*/ 415514 w 609600"/>
                  <a:gd name="connsiteY13" fmla="*/ 35861 h 609600"/>
                  <a:gd name="connsiteX14" fmla="*/ 397512 w 609600"/>
                  <a:gd name="connsiteY14" fmla="*/ 53864 h 609600"/>
                  <a:gd name="connsiteX15" fmla="*/ 415514 w 609600"/>
                  <a:gd name="connsiteY15" fmla="*/ 71866 h 609600"/>
                  <a:gd name="connsiteX16" fmla="*/ 433517 w 609600"/>
                  <a:gd name="connsiteY16" fmla="*/ 71866 h 609600"/>
                  <a:gd name="connsiteX17" fmla="*/ 433517 w 609600"/>
                  <a:gd name="connsiteY17" fmla="*/ 104727 h 609600"/>
                  <a:gd name="connsiteX18" fmla="*/ 318359 w 609600"/>
                  <a:gd name="connsiteY18" fmla="*/ 4429 h 609600"/>
                  <a:gd name="connsiteX19" fmla="*/ 294738 w 609600"/>
                  <a:gd name="connsiteY19" fmla="*/ 4429 h 609600"/>
                  <a:gd name="connsiteX20" fmla="*/ 6130 w 609600"/>
                  <a:gd name="connsiteY20" fmla="*/ 255889 h 609600"/>
                  <a:gd name="connsiteX21" fmla="*/ 34 w 609600"/>
                  <a:gd name="connsiteY21" fmla="*/ 268176 h 609600"/>
                  <a:gd name="connsiteX22" fmla="*/ 4415 w 609600"/>
                  <a:gd name="connsiteY22" fmla="*/ 281226 h 609600"/>
                  <a:gd name="connsiteX23" fmla="*/ 51755 w 609600"/>
                  <a:gd name="connsiteY23" fmla="*/ 335328 h 609600"/>
                  <a:gd name="connsiteX24" fmla="*/ 71852 w 609600"/>
                  <a:gd name="connsiteY24" fmla="*/ 340185 h 609600"/>
                  <a:gd name="connsiteX25" fmla="*/ 71852 w 609600"/>
                  <a:gd name="connsiteY25" fmla="*/ 595170 h 609600"/>
                  <a:gd name="connsiteX26" fmla="*/ 89759 w 609600"/>
                  <a:gd name="connsiteY26" fmla="*/ 613077 h 609600"/>
                  <a:gd name="connsiteX27" fmla="*/ 89759 w 609600"/>
                  <a:gd name="connsiteY27" fmla="*/ 613077 h 609600"/>
                  <a:gd name="connsiteX28" fmla="*/ 107666 w 609600"/>
                  <a:gd name="connsiteY28" fmla="*/ 577167 h 609600"/>
                  <a:gd name="connsiteX29" fmla="*/ 107666 w 609600"/>
                  <a:gd name="connsiteY29" fmla="*/ 310277 h 609600"/>
                  <a:gd name="connsiteX30" fmla="*/ 306453 w 609600"/>
                  <a:gd name="connsiteY30" fmla="*/ 137208 h 609600"/>
                  <a:gd name="connsiteX31" fmla="*/ 505240 w 609600"/>
                  <a:gd name="connsiteY31" fmla="*/ 310277 h 609600"/>
                  <a:gd name="connsiteX32" fmla="*/ 505240 w 609600"/>
                  <a:gd name="connsiteY32" fmla="*/ 577167 h 609600"/>
                  <a:gd name="connsiteX33" fmla="*/ 107666 w 609600"/>
                  <a:gd name="connsiteY33" fmla="*/ 577167 h 609600"/>
                  <a:gd name="connsiteX34" fmla="*/ 469330 w 609600"/>
                  <a:gd name="connsiteY34" fmla="*/ 71771 h 609600"/>
                  <a:gd name="connsiteX35" fmla="*/ 505240 w 609600"/>
                  <a:gd name="connsiteY35" fmla="*/ 71771 h 609600"/>
                  <a:gd name="connsiteX36" fmla="*/ 505240 w 609600"/>
                  <a:gd name="connsiteY36" fmla="*/ 167307 h 609600"/>
                  <a:gd name="connsiteX37" fmla="*/ 469330 w 609600"/>
                  <a:gd name="connsiteY37" fmla="*/ 135969 h 609600"/>
                  <a:gd name="connsiteX38" fmla="*/ 469330 w 609600"/>
                  <a:gd name="connsiteY38" fmla="*/ 71771 h 609600"/>
                  <a:gd name="connsiteX39" fmla="*/ 43182 w 609600"/>
                  <a:gd name="connsiteY39" fmla="*/ 271034 h 609600"/>
                  <a:gd name="connsiteX40" fmla="*/ 306453 w 609600"/>
                  <a:gd name="connsiteY40" fmla="*/ 41672 h 609600"/>
                  <a:gd name="connsiteX41" fmla="*/ 569724 w 609600"/>
                  <a:gd name="connsiteY41" fmla="*/ 271034 h 609600"/>
                  <a:gd name="connsiteX42" fmla="*/ 546102 w 609600"/>
                  <a:gd name="connsiteY42" fmla="*/ 298085 h 609600"/>
                  <a:gd name="connsiteX43" fmla="*/ 318359 w 609600"/>
                  <a:gd name="connsiteY43" fmla="*/ 99774 h 609600"/>
                  <a:gd name="connsiteX44" fmla="*/ 306548 w 609600"/>
                  <a:gd name="connsiteY44" fmla="*/ 95393 h 609600"/>
                  <a:gd name="connsiteX45" fmla="*/ 294738 w 609600"/>
                  <a:gd name="connsiteY45" fmla="*/ 99774 h 609600"/>
                  <a:gd name="connsiteX46" fmla="*/ 66994 w 609600"/>
                  <a:gd name="connsiteY46" fmla="*/ 298085 h 609600"/>
                  <a:gd name="connsiteX47" fmla="*/ 43182 w 609600"/>
                  <a:gd name="connsiteY47" fmla="*/ 27103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609600" h="609600">
                    <a:moveTo>
                      <a:pt x="89759" y="613077"/>
                    </a:moveTo>
                    <a:lnTo>
                      <a:pt x="523242" y="613077"/>
                    </a:lnTo>
                    <a:cubicBezTo>
                      <a:pt x="533148" y="613077"/>
                      <a:pt x="541245" y="605076"/>
                      <a:pt x="541245" y="595074"/>
                    </a:cubicBezTo>
                    <a:lnTo>
                      <a:pt x="541245" y="340185"/>
                    </a:lnTo>
                    <a:cubicBezTo>
                      <a:pt x="548388" y="343043"/>
                      <a:pt x="556389" y="340947"/>
                      <a:pt x="561342" y="335328"/>
                    </a:cubicBezTo>
                    <a:lnTo>
                      <a:pt x="608681" y="281226"/>
                    </a:lnTo>
                    <a:cubicBezTo>
                      <a:pt x="611825" y="277606"/>
                      <a:pt x="613444" y="272939"/>
                      <a:pt x="613063" y="268176"/>
                    </a:cubicBezTo>
                    <a:cubicBezTo>
                      <a:pt x="612777" y="263414"/>
                      <a:pt x="610491" y="258937"/>
                      <a:pt x="606967" y="255889"/>
                    </a:cubicBezTo>
                    <a:lnTo>
                      <a:pt x="541245" y="198644"/>
                    </a:lnTo>
                    <a:lnTo>
                      <a:pt x="541245" y="71866"/>
                    </a:lnTo>
                    <a:lnTo>
                      <a:pt x="559246" y="71866"/>
                    </a:lnTo>
                    <a:cubicBezTo>
                      <a:pt x="569153" y="71866"/>
                      <a:pt x="577249" y="63865"/>
                      <a:pt x="577249" y="53864"/>
                    </a:cubicBezTo>
                    <a:cubicBezTo>
                      <a:pt x="577249" y="43958"/>
                      <a:pt x="569248" y="35861"/>
                      <a:pt x="559246" y="35861"/>
                    </a:cubicBezTo>
                    <a:lnTo>
                      <a:pt x="415514" y="35861"/>
                    </a:lnTo>
                    <a:cubicBezTo>
                      <a:pt x="405608" y="35861"/>
                      <a:pt x="397512" y="43862"/>
                      <a:pt x="397512" y="53864"/>
                    </a:cubicBezTo>
                    <a:cubicBezTo>
                      <a:pt x="397512" y="63770"/>
                      <a:pt x="405513" y="71866"/>
                      <a:pt x="415514" y="71866"/>
                    </a:cubicBezTo>
                    <a:lnTo>
                      <a:pt x="433517" y="71866"/>
                    </a:lnTo>
                    <a:lnTo>
                      <a:pt x="433517" y="104727"/>
                    </a:lnTo>
                    <a:lnTo>
                      <a:pt x="318359" y="4429"/>
                    </a:lnTo>
                    <a:cubicBezTo>
                      <a:pt x="311596" y="-1476"/>
                      <a:pt x="301500" y="-1476"/>
                      <a:pt x="294738" y="4429"/>
                    </a:cubicBezTo>
                    <a:lnTo>
                      <a:pt x="6130" y="255889"/>
                    </a:lnTo>
                    <a:cubicBezTo>
                      <a:pt x="2511" y="259032"/>
                      <a:pt x="319" y="263414"/>
                      <a:pt x="34" y="268176"/>
                    </a:cubicBezTo>
                    <a:cubicBezTo>
                      <a:pt x="-252" y="272939"/>
                      <a:pt x="1272" y="277606"/>
                      <a:pt x="4415" y="281226"/>
                    </a:cubicBezTo>
                    <a:lnTo>
                      <a:pt x="51755" y="335328"/>
                    </a:lnTo>
                    <a:cubicBezTo>
                      <a:pt x="56898" y="341233"/>
                      <a:pt x="64995" y="342852"/>
                      <a:pt x="71852" y="340185"/>
                    </a:cubicBezTo>
                    <a:lnTo>
                      <a:pt x="71852" y="595170"/>
                    </a:lnTo>
                    <a:cubicBezTo>
                      <a:pt x="71757" y="604980"/>
                      <a:pt x="79758" y="613077"/>
                      <a:pt x="89759" y="613077"/>
                    </a:cubicBezTo>
                    <a:lnTo>
                      <a:pt x="89759" y="613077"/>
                    </a:lnTo>
                    <a:close/>
                    <a:moveTo>
                      <a:pt x="107666" y="577167"/>
                    </a:moveTo>
                    <a:lnTo>
                      <a:pt x="107666" y="310277"/>
                    </a:lnTo>
                    <a:lnTo>
                      <a:pt x="306453" y="137208"/>
                    </a:lnTo>
                    <a:lnTo>
                      <a:pt x="505240" y="310277"/>
                    </a:lnTo>
                    <a:lnTo>
                      <a:pt x="505240" y="577167"/>
                    </a:lnTo>
                    <a:lnTo>
                      <a:pt x="107666" y="577167"/>
                    </a:lnTo>
                    <a:close/>
                    <a:moveTo>
                      <a:pt x="469330" y="71771"/>
                    </a:moveTo>
                    <a:lnTo>
                      <a:pt x="505240" y="71771"/>
                    </a:lnTo>
                    <a:lnTo>
                      <a:pt x="505240" y="167307"/>
                    </a:lnTo>
                    <a:lnTo>
                      <a:pt x="469330" y="135969"/>
                    </a:lnTo>
                    <a:lnTo>
                      <a:pt x="469330" y="71771"/>
                    </a:lnTo>
                    <a:close/>
                    <a:moveTo>
                      <a:pt x="43182" y="271034"/>
                    </a:moveTo>
                    <a:lnTo>
                      <a:pt x="306453" y="41672"/>
                    </a:lnTo>
                    <a:lnTo>
                      <a:pt x="569724" y="271034"/>
                    </a:lnTo>
                    <a:lnTo>
                      <a:pt x="546102" y="298085"/>
                    </a:lnTo>
                    <a:cubicBezTo>
                      <a:pt x="513526" y="269795"/>
                      <a:pt x="337790" y="116729"/>
                      <a:pt x="318359" y="99774"/>
                    </a:cubicBezTo>
                    <a:cubicBezTo>
                      <a:pt x="315026" y="96821"/>
                      <a:pt x="310739" y="95393"/>
                      <a:pt x="306548" y="95393"/>
                    </a:cubicBezTo>
                    <a:cubicBezTo>
                      <a:pt x="302357" y="95393"/>
                      <a:pt x="298166" y="96821"/>
                      <a:pt x="294738" y="99774"/>
                    </a:cubicBezTo>
                    <a:cubicBezTo>
                      <a:pt x="276259" y="115871"/>
                      <a:pt x="98999" y="270177"/>
                      <a:pt x="66994" y="298085"/>
                    </a:cubicBezTo>
                    <a:lnTo>
                      <a:pt x="43182" y="27103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35" name="Freeform: Shape 58"/>
              <p:cNvSpPr/>
              <p:nvPr/>
            </p:nvSpPr>
            <p:spPr>
              <a:xfrm>
                <a:off x="10003250" y="4613815"/>
                <a:ext cx="323850" cy="314325"/>
              </a:xfrm>
              <a:custGeom>
                <a:avLst/>
                <a:gdLst>
                  <a:gd name="connsiteX0" fmla="*/ 162877 w 323850"/>
                  <a:gd name="connsiteY0" fmla="*/ 0 h 314325"/>
                  <a:gd name="connsiteX1" fmla="*/ 0 w 323850"/>
                  <a:gd name="connsiteY1" fmla="*/ 161639 h 314325"/>
                  <a:gd name="connsiteX2" fmla="*/ 162877 w 323850"/>
                  <a:gd name="connsiteY2" fmla="*/ 323278 h 314325"/>
                  <a:gd name="connsiteX3" fmla="*/ 325755 w 323850"/>
                  <a:gd name="connsiteY3" fmla="*/ 161639 h 314325"/>
                  <a:gd name="connsiteX4" fmla="*/ 162877 w 323850"/>
                  <a:gd name="connsiteY4" fmla="*/ 0 h 314325"/>
                  <a:gd name="connsiteX5" fmla="*/ 162877 w 323850"/>
                  <a:gd name="connsiteY5" fmla="*/ 0 h 314325"/>
                  <a:gd name="connsiteX6" fmla="*/ 162877 w 323850"/>
                  <a:gd name="connsiteY6" fmla="*/ 287464 h 314325"/>
                  <a:gd name="connsiteX7" fmla="*/ 35909 w 323850"/>
                  <a:gd name="connsiteY7" fmla="*/ 161734 h 314325"/>
                  <a:gd name="connsiteX8" fmla="*/ 162877 w 323850"/>
                  <a:gd name="connsiteY8" fmla="*/ 36004 h 314325"/>
                  <a:gd name="connsiteX9" fmla="*/ 289846 w 323850"/>
                  <a:gd name="connsiteY9" fmla="*/ 161734 h 314325"/>
                  <a:gd name="connsiteX10" fmla="*/ 162877 w 323850"/>
                  <a:gd name="connsiteY10" fmla="*/ 287464 h 314325"/>
                  <a:gd name="connsiteX11" fmla="*/ 162877 w 323850"/>
                  <a:gd name="connsiteY11" fmla="*/ 287464 h 314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3850" h="314325">
                    <a:moveTo>
                      <a:pt x="162877" y="0"/>
                    </a:moveTo>
                    <a:cubicBezTo>
                      <a:pt x="73057" y="0"/>
                      <a:pt x="0" y="72485"/>
                      <a:pt x="0" y="161639"/>
                    </a:cubicBezTo>
                    <a:cubicBezTo>
                      <a:pt x="0" y="250793"/>
                      <a:pt x="73057" y="323278"/>
                      <a:pt x="162877" y="323278"/>
                    </a:cubicBezTo>
                    <a:cubicBezTo>
                      <a:pt x="252698" y="323278"/>
                      <a:pt x="325755" y="250793"/>
                      <a:pt x="325755" y="161639"/>
                    </a:cubicBezTo>
                    <a:cubicBezTo>
                      <a:pt x="325755" y="72580"/>
                      <a:pt x="252698" y="0"/>
                      <a:pt x="162877" y="0"/>
                    </a:cubicBezTo>
                    <a:lnTo>
                      <a:pt x="162877" y="0"/>
                    </a:lnTo>
                    <a:close/>
                    <a:moveTo>
                      <a:pt x="162877" y="287464"/>
                    </a:moveTo>
                    <a:cubicBezTo>
                      <a:pt x="92869" y="287464"/>
                      <a:pt x="35909" y="231076"/>
                      <a:pt x="35909" y="161734"/>
                    </a:cubicBezTo>
                    <a:cubicBezTo>
                      <a:pt x="35909" y="92392"/>
                      <a:pt x="92869" y="36004"/>
                      <a:pt x="162877" y="36004"/>
                    </a:cubicBezTo>
                    <a:cubicBezTo>
                      <a:pt x="232886" y="36004"/>
                      <a:pt x="289846" y="92392"/>
                      <a:pt x="289846" y="161734"/>
                    </a:cubicBezTo>
                    <a:cubicBezTo>
                      <a:pt x="289846" y="231076"/>
                      <a:pt x="232886" y="287464"/>
                      <a:pt x="162877" y="287464"/>
                    </a:cubicBezTo>
                    <a:lnTo>
                      <a:pt x="162877" y="28746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36" name="Freeform: Shape 59"/>
              <p:cNvSpPr/>
              <p:nvPr/>
            </p:nvSpPr>
            <p:spPr>
              <a:xfrm>
                <a:off x="10112216" y="4649724"/>
                <a:ext cx="104775" cy="247650"/>
              </a:xfrm>
              <a:custGeom>
                <a:avLst/>
                <a:gdLst>
                  <a:gd name="connsiteX0" fmla="*/ 71914 w 104775"/>
                  <a:gd name="connsiteY0" fmla="*/ 233553 h 247650"/>
                  <a:gd name="connsiteX1" fmla="*/ 71914 w 104775"/>
                  <a:gd name="connsiteY1" fmla="*/ 212503 h 247650"/>
                  <a:gd name="connsiteX2" fmla="*/ 107822 w 104775"/>
                  <a:gd name="connsiteY2" fmla="*/ 161735 h 247650"/>
                  <a:gd name="connsiteX3" fmla="*/ 53911 w 104775"/>
                  <a:gd name="connsiteY3" fmla="*/ 107823 h 247650"/>
                  <a:gd name="connsiteX4" fmla="*/ 35909 w 104775"/>
                  <a:gd name="connsiteY4" fmla="*/ 89821 h 247650"/>
                  <a:gd name="connsiteX5" fmla="*/ 53911 w 104775"/>
                  <a:gd name="connsiteY5" fmla="*/ 71819 h 247650"/>
                  <a:gd name="connsiteX6" fmla="*/ 71914 w 104775"/>
                  <a:gd name="connsiteY6" fmla="*/ 89821 h 247650"/>
                  <a:gd name="connsiteX7" fmla="*/ 89916 w 104775"/>
                  <a:gd name="connsiteY7" fmla="*/ 107823 h 247650"/>
                  <a:gd name="connsiteX8" fmla="*/ 107918 w 104775"/>
                  <a:gd name="connsiteY8" fmla="*/ 89821 h 247650"/>
                  <a:gd name="connsiteX9" fmla="*/ 72009 w 104775"/>
                  <a:gd name="connsiteY9" fmla="*/ 39053 h 247650"/>
                  <a:gd name="connsiteX10" fmla="*/ 72009 w 104775"/>
                  <a:gd name="connsiteY10" fmla="*/ 18002 h 247650"/>
                  <a:gd name="connsiteX11" fmla="*/ 54007 w 104775"/>
                  <a:gd name="connsiteY11" fmla="*/ 0 h 247650"/>
                  <a:gd name="connsiteX12" fmla="*/ 36004 w 104775"/>
                  <a:gd name="connsiteY12" fmla="*/ 18002 h 247650"/>
                  <a:gd name="connsiteX13" fmla="*/ 36004 w 104775"/>
                  <a:gd name="connsiteY13" fmla="*/ 39053 h 247650"/>
                  <a:gd name="connsiteX14" fmla="*/ 95 w 104775"/>
                  <a:gd name="connsiteY14" fmla="*/ 89821 h 247650"/>
                  <a:gd name="connsiteX15" fmla="*/ 54007 w 104775"/>
                  <a:gd name="connsiteY15" fmla="*/ 143732 h 247650"/>
                  <a:gd name="connsiteX16" fmla="*/ 72009 w 104775"/>
                  <a:gd name="connsiteY16" fmla="*/ 161735 h 247650"/>
                  <a:gd name="connsiteX17" fmla="*/ 54007 w 104775"/>
                  <a:gd name="connsiteY17" fmla="*/ 179737 h 247650"/>
                  <a:gd name="connsiteX18" fmla="*/ 36004 w 104775"/>
                  <a:gd name="connsiteY18" fmla="*/ 161735 h 247650"/>
                  <a:gd name="connsiteX19" fmla="*/ 18002 w 104775"/>
                  <a:gd name="connsiteY19" fmla="*/ 143732 h 247650"/>
                  <a:gd name="connsiteX20" fmla="*/ 0 w 104775"/>
                  <a:gd name="connsiteY20" fmla="*/ 161735 h 247650"/>
                  <a:gd name="connsiteX21" fmla="*/ 35909 w 104775"/>
                  <a:gd name="connsiteY21" fmla="*/ 212503 h 247650"/>
                  <a:gd name="connsiteX22" fmla="*/ 35909 w 104775"/>
                  <a:gd name="connsiteY22" fmla="*/ 233553 h 247650"/>
                  <a:gd name="connsiteX23" fmla="*/ 53911 w 104775"/>
                  <a:gd name="connsiteY23" fmla="*/ 251555 h 247650"/>
                  <a:gd name="connsiteX24" fmla="*/ 71914 w 104775"/>
                  <a:gd name="connsiteY24" fmla="*/ 233553 h 247650"/>
                  <a:gd name="connsiteX25" fmla="*/ 71914 w 104775"/>
                  <a:gd name="connsiteY25" fmla="*/ 233553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04775" h="247650">
                    <a:moveTo>
                      <a:pt x="71914" y="233553"/>
                    </a:moveTo>
                    <a:lnTo>
                      <a:pt x="71914" y="212503"/>
                    </a:lnTo>
                    <a:cubicBezTo>
                      <a:pt x="92773" y="205073"/>
                      <a:pt x="107822" y="185166"/>
                      <a:pt x="107822" y="161735"/>
                    </a:cubicBezTo>
                    <a:cubicBezTo>
                      <a:pt x="107822" y="132016"/>
                      <a:pt x="83629" y="107823"/>
                      <a:pt x="53911" y="107823"/>
                    </a:cubicBezTo>
                    <a:cubicBezTo>
                      <a:pt x="44005" y="107823"/>
                      <a:pt x="35909" y="99727"/>
                      <a:pt x="35909" y="89821"/>
                    </a:cubicBezTo>
                    <a:cubicBezTo>
                      <a:pt x="35909" y="79915"/>
                      <a:pt x="44005" y="71819"/>
                      <a:pt x="53911" y="71819"/>
                    </a:cubicBezTo>
                    <a:cubicBezTo>
                      <a:pt x="63817" y="71819"/>
                      <a:pt x="71914" y="79915"/>
                      <a:pt x="71914" y="89821"/>
                    </a:cubicBezTo>
                    <a:cubicBezTo>
                      <a:pt x="71914" y="99727"/>
                      <a:pt x="79914" y="107823"/>
                      <a:pt x="89916" y="107823"/>
                    </a:cubicBezTo>
                    <a:cubicBezTo>
                      <a:pt x="99822" y="107823"/>
                      <a:pt x="107918" y="99822"/>
                      <a:pt x="107918" y="89821"/>
                    </a:cubicBezTo>
                    <a:cubicBezTo>
                      <a:pt x="107918" y="66389"/>
                      <a:pt x="92869" y="46482"/>
                      <a:pt x="72009" y="39053"/>
                    </a:cubicBezTo>
                    <a:lnTo>
                      <a:pt x="72009" y="18002"/>
                    </a:lnTo>
                    <a:cubicBezTo>
                      <a:pt x="72009" y="8096"/>
                      <a:pt x="64008" y="0"/>
                      <a:pt x="54007" y="0"/>
                    </a:cubicBezTo>
                    <a:cubicBezTo>
                      <a:pt x="44101" y="0"/>
                      <a:pt x="36004" y="8001"/>
                      <a:pt x="36004" y="18002"/>
                    </a:cubicBezTo>
                    <a:lnTo>
                      <a:pt x="36004" y="39053"/>
                    </a:lnTo>
                    <a:cubicBezTo>
                      <a:pt x="15049" y="46482"/>
                      <a:pt x="95" y="66389"/>
                      <a:pt x="95" y="89821"/>
                    </a:cubicBezTo>
                    <a:cubicBezTo>
                      <a:pt x="95" y="119539"/>
                      <a:pt x="24289" y="143732"/>
                      <a:pt x="54007" y="143732"/>
                    </a:cubicBezTo>
                    <a:cubicBezTo>
                      <a:pt x="63912" y="143732"/>
                      <a:pt x="72009" y="151829"/>
                      <a:pt x="72009" y="161735"/>
                    </a:cubicBezTo>
                    <a:cubicBezTo>
                      <a:pt x="72009" y="171640"/>
                      <a:pt x="63912" y="179737"/>
                      <a:pt x="54007" y="179737"/>
                    </a:cubicBezTo>
                    <a:cubicBezTo>
                      <a:pt x="44101" y="179737"/>
                      <a:pt x="36004" y="171640"/>
                      <a:pt x="36004" y="161735"/>
                    </a:cubicBezTo>
                    <a:cubicBezTo>
                      <a:pt x="36004" y="151829"/>
                      <a:pt x="28004" y="143732"/>
                      <a:pt x="18002" y="143732"/>
                    </a:cubicBezTo>
                    <a:cubicBezTo>
                      <a:pt x="8096" y="143732"/>
                      <a:pt x="0" y="151733"/>
                      <a:pt x="0" y="161735"/>
                    </a:cubicBezTo>
                    <a:cubicBezTo>
                      <a:pt x="0" y="185166"/>
                      <a:pt x="15049" y="205073"/>
                      <a:pt x="35909" y="212503"/>
                    </a:cubicBezTo>
                    <a:lnTo>
                      <a:pt x="35909" y="233553"/>
                    </a:lnTo>
                    <a:cubicBezTo>
                      <a:pt x="35909" y="243459"/>
                      <a:pt x="43910" y="251555"/>
                      <a:pt x="53911" y="251555"/>
                    </a:cubicBezTo>
                    <a:cubicBezTo>
                      <a:pt x="63817" y="251555"/>
                      <a:pt x="71914" y="243459"/>
                      <a:pt x="71914" y="233553"/>
                    </a:cubicBezTo>
                    <a:lnTo>
                      <a:pt x="71914" y="23355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</p:grpSp>
        <p:grpSp>
          <p:nvGrpSpPr>
            <p:cNvPr id="37" name="Group 64"/>
            <p:cNvGrpSpPr/>
            <p:nvPr/>
          </p:nvGrpSpPr>
          <p:grpSpPr>
            <a:xfrm>
              <a:off x="5987617" y="3956969"/>
              <a:ext cx="216766" cy="216766"/>
              <a:chOff x="9059574" y="4418505"/>
              <a:chExt cx="609600" cy="609600"/>
            </a:xfrm>
            <a:solidFill>
              <a:schemeClr val="bg1"/>
            </a:solidFill>
          </p:grpSpPr>
          <p:sp>
            <p:nvSpPr>
              <p:cNvPr id="38" name="Freeform: Shape 65"/>
              <p:cNvSpPr/>
              <p:nvPr/>
            </p:nvSpPr>
            <p:spPr>
              <a:xfrm>
                <a:off x="9059574" y="4418505"/>
                <a:ext cx="609600" cy="609600"/>
              </a:xfrm>
              <a:custGeom>
                <a:avLst/>
                <a:gdLst>
                  <a:gd name="connsiteX0" fmla="*/ 89759 w 609600"/>
                  <a:gd name="connsiteY0" fmla="*/ 613077 h 609600"/>
                  <a:gd name="connsiteX1" fmla="*/ 523242 w 609600"/>
                  <a:gd name="connsiteY1" fmla="*/ 613077 h 609600"/>
                  <a:gd name="connsiteX2" fmla="*/ 541245 w 609600"/>
                  <a:gd name="connsiteY2" fmla="*/ 595074 h 609600"/>
                  <a:gd name="connsiteX3" fmla="*/ 541245 w 609600"/>
                  <a:gd name="connsiteY3" fmla="*/ 340185 h 609600"/>
                  <a:gd name="connsiteX4" fmla="*/ 547817 w 609600"/>
                  <a:gd name="connsiteY4" fmla="*/ 341424 h 609600"/>
                  <a:gd name="connsiteX5" fmla="*/ 561342 w 609600"/>
                  <a:gd name="connsiteY5" fmla="*/ 335328 h 609600"/>
                  <a:gd name="connsiteX6" fmla="*/ 608681 w 609600"/>
                  <a:gd name="connsiteY6" fmla="*/ 281226 h 609600"/>
                  <a:gd name="connsiteX7" fmla="*/ 613063 w 609600"/>
                  <a:gd name="connsiteY7" fmla="*/ 268176 h 609600"/>
                  <a:gd name="connsiteX8" fmla="*/ 606967 w 609600"/>
                  <a:gd name="connsiteY8" fmla="*/ 255889 h 609600"/>
                  <a:gd name="connsiteX9" fmla="*/ 541245 w 609600"/>
                  <a:gd name="connsiteY9" fmla="*/ 198644 h 609600"/>
                  <a:gd name="connsiteX10" fmla="*/ 541245 w 609600"/>
                  <a:gd name="connsiteY10" fmla="*/ 71866 h 609600"/>
                  <a:gd name="connsiteX11" fmla="*/ 559246 w 609600"/>
                  <a:gd name="connsiteY11" fmla="*/ 71866 h 609600"/>
                  <a:gd name="connsiteX12" fmla="*/ 577249 w 609600"/>
                  <a:gd name="connsiteY12" fmla="*/ 53864 h 609600"/>
                  <a:gd name="connsiteX13" fmla="*/ 559246 w 609600"/>
                  <a:gd name="connsiteY13" fmla="*/ 35861 h 609600"/>
                  <a:gd name="connsiteX14" fmla="*/ 415514 w 609600"/>
                  <a:gd name="connsiteY14" fmla="*/ 35861 h 609600"/>
                  <a:gd name="connsiteX15" fmla="*/ 397512 w 609600"/>
                  <a:gd name="connsiteY15" fmla="*/ 53864 h 609600"/>
                  <a:gd name="connsiteX16" fmla="*/ 415514 w 609600"/>
                  <a:gd name="connsiteY16" fmla="*/ 71866 h 609600"/>
                  <a:gd name="connsiteX17" fmla="*/ 433517 w 609600"/>
                  <a:gd name="connsiteY17" fmla="*/ 71866 h 609600"/>
                  <a:gd name="connsiteX18" fmla="*/ 433517 w 609600"/>
                  <a:gd name="connsiteY18" fmla="*/ 104727 h 609600"/>
                  <a:gd name="connsiteX19" fmla="*/ 318359 w 609600"/>
                  <a:gd name="connsiteY19" fmla="*/ 4429 h 609600"/>
                  <a:gd name="connsiteX20" fmla="*/ 294738 w 609600"/>
                  <a:gd name="connsiteY20" fmla="*/ 4429 h 609600"/>
                  <a:gd name="connsiteX21" fmla="*/ 6130 w 609600"/>
                  <a:gd name="connsiteY21" fmla="*/ 255889 h 609600"/>
                  <a:gd name="connsiteX22" fmla="*/ 34 w 609600"/>
                  <a:gd name="connsiteY22" fmla="*/ 268176 h 609600"/>
                  <a:gd name="connsiteX23" fmla="*/ 4415 w 609600"/>
                  <a:gd name="connsiteY23" fmla="*/ 281226 h 609600"/>
                  <a:gd name="connsiteX24" fmla="*/ 51755 w 609600"/>
                  <a:gd name="connsiteY24" fmla="*/ 335328 h 609600"/>
                  <a:gd name="connsiteX25" fmla="*/ 71852 w 609600"/>
                  <a:gd name="connsiteY25" fmla="*/ 340185 h 609600"/>
                  <a:gd name="connsiteX26" fmla="*/ 71852 w 609600"/>
                  <a:gd name="connsiteY26" fmla="*/ 595170 h 609600"/>
                  <a:gd name="connsiteX27" fmla="*/ 89759 w 609600"/>
                  <a:gd name="connsiteY27" fmla="*/ 613077 h 609600"/>
                  <a:gd name="connsiteX28" fmla="*/ 89759 w 609600"/>
                  <a:gd name="connsiteY28" fmla="*/ 613077 h 609600"/>
                  <a:gd name="connsiteX29" fmla="*/ 107666 w 609600"/>
                  <a:gd name="connsiteY29" fmla="*/ 577167 h 609600"/>
                  <a:gd name="connsiteX30" fmla="*/ 107666 w 609600"/>
                  <a:gd name="connsiteY30" fmla="*/ 310277 h 609600"/>
                  <a:gd name="connsiteX31" fmla="*/ 306453 w 609600"/>
                  <a:gd name="connsiteY31" fmla="*/ 137208 h 609600"/>
                  <a:gd name="connsiteX32" fmla="*/ 505240 w 609600"/>
                  <a:gd name="connsiteY32" fmla="*/ 310277 h 609600"/>
                  <a:gd name="connsiteX33" fmla="*/ 505240 w 609600"/>
                  <a:gd name="connsiteY33" fmla="*/ 577167 h 609600"/>
                  <a:gd name="connsiteX34" fmla="*/ 107666 w 609600"/>
                  <a:gd name="connsiteY34" fmla="*/ 577167 h 609600"/>
                  <a:gd name="connsiteX35" fmla="*/ 469330 w 609600"/>
                  <a:gd name="connsiteY35" fmla="*/ 71771 h 609600"/>
                  <a:gd name="connsiteX36" fmla="*/ 505240 w 609600"/>
                  <a:gd name="connsiteY36" fmla="*/ 71771 h 609600"/>
                  <a:gd name="connsiteX37" fmla="*/ 505240 w 609600"/>
                  <a:gd name="connsiteY37" fmla="*/ 167307 h 609600"/>
                  <a:gd name="connsiteX38" fmla="*/ 469330 w 609600"/>
                  <a:gd name="connsiteY38" fmla="*/ 135969 h 609600"/>
                  <a:gd name="connsiteX39" fmla="*/ 469330 w 609600"/>
                  <a:gd name="connsiteY39" fmla="*/ 71771 h 609600"/>
                  <a:gd name="connsiteX40" fmla="*/ 43182 w 609600"/>
                  <a:gd name="connsiteY40" fmla="*/ 271034 h 609600"/>
                  <a:gd name="connsiteX41" fmla="*/ 306453 w 609600"/>
                  <a:gd name="connsiteY41" fmla="*/ 41672 h 609600"/>
                  <a:gd name="connsiteX42" fmla="*/ 569724 w 609600"/>
                  <a:gd name="connsiteY42" fmla="*/ 271034 h 609600"/>
                  <a:gd name="connsiteX43" fmla="*/ 546102 w 609600"/>
                  <a:gd name="connsiteY43" fmla="*/ 298085 h 609600"/>
                  <a:gd name="connsiteX44" fmla="*/ 318359 w 609600"/>
                  <a:gd name="connsiteY44" fmla="*/ 99774 h 609600"/>
                  <a:gd name="connsiteX45" fmla="*/ 306548 w 609600"/>
                  <a:gd name="connsiteY45" fmla="*/ 95393 h 609600"/>
                  <a:gd name="connsiteX46" fmla="*/ 294738 w 609600"/>
                  <a:gd name="connsiteY46" fmla="*/ 99774 h 609600"/>
                  <a:gd name="connsiteX47" fmla="*/ 66994 w 609600"/>
                  <a:gd name="connsiteY47" fmla="*/ 298085 h 609600"/>
                  <a:gd name="connsiteX48" fmla="*/ 43182 w 609600"/>
                  <a:gd name="connsiteY48" fmla="*/ 27103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609600" h="609600">
                    <a:moveTo>
                      <a:pt x="89759" y="613077"/>
                    </a:moveTo>
                    <a:lnTo>
                      <a:pt x="523242" y="613077"/>
                    </a:lnTo>
                    <a:cubicBezTo>
                      <a:pt x="533148" y="613077"/>
                      <a:pt x="541245" y="605076"/>
                      <a:pt x="541245" y="595074"/>
                    </a:cubicBezTo>
                    <a:lnTo>
                      <a:pt x="541245" y="340185"/>
                    </a:lnTo>
                    <a:cubicBezTo>
                      <a:pt x="543340" y="341043"/>
                      <a:pt x="545626" y="341424"/>
                      <a:pt x="547817" y="341424"/>
                    </a:cubicBezTo>
                    <a:cubicBezTo>
                      <a:pt x="552865" y="341424"/>
                      <a:pt x="557818" y="339328"/>
                      <a:pt x="561342" y="335328"/>
                    </a:cubicBezTo>
                    <a:lnTo>
                      <a:pt x="608681" y="281226"/>
                    </a:lnTo>
                    <a:cubicBezTo>
                      <a:pt x="611825" y="277606"/>
                      <a:pt x="613444" y="272939"/>
                      <a:pt x="613063" y="268176"/>
                    </a:cubicBezTo>
                    <a:cubicBezTo>
                      <a:pt x="612777" y="263414"/>
                      <a:pt x="610491" y="258937"/>
                      <a:pt x="606967" y="255889"/>
                    </a:cubicBezTo>
                    <a:lnTo>
                      <a:pt x="541245" y="198644"/>
                    </a:lnTo>
                    <a:lnTo>
                      <a:pt x="541245" y="71866"/>
                    </a:lnTo>
                    <a:lnTo>
                      <a:pt x="559246" y="71866"/>
                    </a:lnTo>
                    <a:cubicBezTo>
                      <a:pt x="569153" y="71866"/>
                      <a:pt x="577249" y="63865"/>
                      <a:pt x="577249" y="53864"/>
                    </a:cubicBezTo>
                    <a:cubicBezTo>
                      <a:pt x="577249" y="43958"/>
                      <a:pt x="569248" y="35861"/>
                      <a:pt x="559246" y="35861"/>
                    </a:cubicBezTo>
                    <a:lnTo>
                      <a:pt x="415514" y="35861"/>
                    </a:lnTo>
                    <a:cubicBezTo>
                      <a:pt x="405608" y="35861"/>
                      <a:pt x="397512" y="43862"/>
                      <a:pt x="397512" y="53864"/>
                    </a:cubicBezTo>
                    <a:cubicBezTo>
                      <a:pt x="397512" y="63770"/>
                      <a:pt x="405513" y="71866"/>
                      <a:pt x="415514" y="71866"/>
                    </a:cubicBezTo>
                    <a:lnTo>
                      <a:pt x="433517" y="71866"/>
                    </a:lnTo>
                    <a:lnTo>
                      <a:pt x="433517" y="104727"/>
                    </a:lnTo>
                    <a:lnTo>
                      <a:pt x="318359" y="4429"/>
                    </a:lnTo>
                    <a:cubicBezTo>
                      <a:pt x="311596" y="-1476"/>
                      <a:pt x="301500" y="-1476"/>
                      <a:pt x="294738" y="4429"/>
                    </a:cubicBezTo>
                    <a:lnTo>
                      <a:pt x="6130" y="255889"/>
                    </a:lnTo>
                    <a:cubicBezTo>
                      <a:pt x="2511" y="259032"/>
                      <a:pt x="319" y="263414"/>
                      <a:pt x="34" y="268176"/>
                    </a:cubicBezTo>
                    <a:cubicBezTo>
                      <a:pt x="-252" y="272939"/>
                      <a:pt x="1272" y="277606"/>
                      <a:pt x="4415" y="281226"/>
                    </a:cubicBezTo>
                    <a:lnTo>
                      <a:pt x="51755" y="335328"/>
                    </a:lnTo>
                    <a:cubicBezTo>
                      <a:pt x="56898" y="341233"/>
                      <a:pt x="64995" y="342852"/>
                      <a:pt x="71852" y="340185"/>
                    </a:cubicBezTo>
                    <a:lnTo>
                      <a:pt x="71852" y="595170"/>
                    </a:lnTo>
                    <a:cubicBezTo>
                      <a:pt x="71757" y="604980"/>
                      <a:pt x="79758" y="613077"/>
                      <a:pt x="89759" y="613077"/>
                    </a:cubicBezTo>
                    <a:lnTo>
                      <a:pt x="89759" y="613077"/>
                    </a:lnTo>
                    <a:close/>
                    <a:moveTo>
                      <a:pt x="107666" y="577167"/>
                    </a:moveTo>
                    <a:lnTo>
                      <a:pt x="107666" y="310277"/>
                    </a:lnTo>
                    <a:lnTo>
                      <a:pt x="306453" y="137208"/>
                    </a:lnTo>
                    <a:lnTo>
                      <a:pt x="505240" y="310277"/>
                    </a:lnTo>
                    <a:lnTo>
                      <a:pt x="505240" y="577167"/>
                    </a:lnTo>
                    <a:lnTo>
                      <a:pt x="107666" y="577167"/>
                    </a:lnTo>
                    <a:close/>
                    <a:moveTo>
                      <a:pt x="469330" y="71771"/>
                    </a:moveTo>
                    <a:lnTo>
                      <a:pt x="505240" y="71771"/>
                    </a:lnTo>
                    <a:lnTo>
                      <a:pt x="505240" y="167307"/>
                    </a:lnTo>
                    <a:lnTo>
                      <a:pt x="469330" y="135969"/>
                    </a:lnTo>
                    <a:lnTo>
                      <a:pt x="469330" y="71771"/>
                    </a:lnTo>
                    <a:close/>
                    <a:moveTo>
                      <a:pt x="43182" y="271034"/>
                    </a:moveTo>
                    <a:lnTo>
                      <a:pt x="306453" y="41672"/>
                    </a:lnTo>
                    <a:lnTo>
                      <a:pt x="569724" y="271034"/>
                    </a:lnTo>
                    <a:lnTo>
                      <a:pt x="546102" y="298085"/>
                    </a:lnTo>
                    <a:cubicBezTo>
                      <a:pt x="511431" y="267891"/>
                      <a:pt x="340553" y="119110"/>
                      <a:pt x="318359" y="99774"/>
                    </a:cubicBezTo>
                    <a:cubicBezTo>
                      <a:pt x="315026" y="96821"/>
                      <a:pt x="310739" y="95393"/>
                      <a:pt x="306548" y="95393"/>
                    </a:cubicBezTo>
                    <a:cubicBezTo>
                      <a:pt x="302357" y="95393"/>
                      <a:pt x="298166" y="96821"/>
                      <a:pt x="294738" y="99774"/>
                    </a:cubicBezTo>
                    <a:cubicBezTo>
                      <a:pt x="276259" y="115871"/>
                      <a:pt x="98999" y="270177"/>
                      <a:pt x="66994" y="298085"/>
                    </a:cubicBezTo>
                    <a:lnTo>
                      <a:pt x="43182" y="27103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39" name="Freeform: Shape 78"/>
              <p:cNvSpPr/>
              <p:nvPr/>
            </p:nvSpPr>
            <p:spPr>
              <a:xfrm>
                <a:off x="9203150" y="4651915"/>
                <a:ext cx="323850" cy="314325"/>
              </a:xfrm>
              <a:custGeom>
                <a:avLst/>
                <a:gdLst>
                  <a:gd name="connsiteX0" fmla="*/ 162877 w 323850"/>
                  <a:gd name="connsiteY0" fmla="*/ 0 h 314325"/>
                  <a:gd name="connsiteX1" fmla="*/ 0 w 323850"/>
                  <a:gd name="connsiteY1" fmla="*/ 161639 h 314325"/>
                  <a:gd name="connsiteX2" fmla="*/ 162877 w 323850"/>
                  <a:gd name="connsiteY2" fmla="*/ 323278 h 314325"/>
                  <a:gd name="connsiteX3" fmla="*/ 325755 w 323850"/>
                  <a:gd name="connsiteY3" fmla="*/ 161639 h 314325"/>
                  <a:gd name="connsiteX4" fmla="*/ 162877 w 323850"/>
                  <a:gd name="connsiteY4" fmla="*/ 0 h 314325"/>
                  <a:gd name="connsiteX5" fmla="*/ 162877 w 323850"/>
                  <a:gd name="connsiteY5" fmla="*/ 0 h 314325"/>
                  <a:gd name="connsiteX6" fmla="*/ 162877 w 323850"/>
                  <a:gd name="connsiteY6" fmla="*/ 287464 h 314325"/>
                  <a:gd name="connsiteX7" fmla="*/ 35909 w 323850"/>
                  <a:gd name="connsiteY7" fmla="*/ 161734 h 314325"/>
                  <a:gd name="connsiteX8" fmla="*/ 162877 w 323850"/>
                  <a:gd name="connsiteY8" fmla="*/ 36004 h 314325"/>
                  <a:gd name="connsiteX9" fmla="*/ 289846 w 323850"/>
                  <a:gd name="connsiteY9" fmla="*/ 161734 h 314325"/>
                  <a:gd name="connsiteX10" fmla="*/ 162877 w 323850"/>
                  <a:gd name="connsiteY10" fmla="*/ 287464 h 314325"/>
                  <a:gd name="connsiteX11" fmla="*/ 162877 w 323850"/>
                  <a:gd name="connsiteY11" fmla="*/ 287464 h 314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3850" h="314325">
                    <a:moveTo>
                      <a:pt x="162877" y="0"/>
                    </a:moveTo>
                    <a:cubicBezTo>
                      <a:pt x="73057" y="0"/>
                      <a:pt x="0" y="72485"/>
                      <a:pt x="0" y="161639"/>
                    </a:cubicBezTo>
                    <a:cubicBezTo>
                      <a:pt x="0" y="250793"/>
                      <a:pt x="73057" y="323278"/>
                      <a:pt x="162877" y="323278"/>
                    </a:cubicBezTo>
                    <a:cubicBezTo>
                      <a:pt x="252698" y="323278"/>
                      <a:pt x="325755" y="250793"/>
                      <a:pt x="325755" y="161639"/>
                    </a:cubicBezTo>
                    <a:cubicBezTo>
                      <a:pt x="325755" y="72580"/>
                      <a:pt x="252698" y="0"/>
                      <a:pt x="162877" y="0"/>
                    </a:cubicBezTo>
                    <a:lnTo>
                      <a:pt x="162877" y="0"/>
                    </a:lnTo>
                    <a:close/>
                    <a:moveTo>
                      <a:pt x="162877" y="287464"/>
                    </a:moveTo>
                    <a:cubicBezTo>
                      <a:pt x="92869" y="287464"/>
                      <a:pt x="35909" y="231076"/>
                      <a:pt x="35909" y="161734"/>
                    </a:cubicBezTo>
                    <a:cubicBezTo>
                      <a:pt x="35909" y="92392"/>
                      <a:pt x="92869" y="36004"/>
                      <a:pt x="162877" y="36004"/>
                    </a:cubicBezTo>
                    <a:cubicBezTo>
                      <a:pt x="232886" y="36004"/>
                      <a:pt x="289846" y="92392"/>
                      <a:pt x="289846" y="161734"/>
                    </a:cubicBezTo>
                    <a:cubicBezTo>
                      <a:pt x="289846" y="231076"/>
                      <a:pt x="232886" y="287464"/>
                      <a:pt x="162877" y="287464"/>
                    </a:cubicBezTo>
                    <a:lnTo>
                      <a:pt x="162877" y="28746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40" name="Freeform: Shape 91"/>
              <p:cNvSpPr/>
              <p:nvPr/>
            </p:nvSpPr>
            <p:spPr>
              <a:xfrm>
                <a:off x="9312116" y="4741736"/>
                <a:ext cx="28575" cy="28575"/>
              </a:xfrm>
              <a:custGeom>
                <a:avLst/>
                <a:gdLst>
                  <a:gd name="connsiteX0" fmla="*/ 36004 w 28575"/>
                  <a:gd name="connsiteY0" fmla="*/ 18002 h 28575"/>
                  <a:gd name="connsiteX1" fmla="*/ 18002 w 28575"/>
                  <a:gd name="connsiteY1" fmla="*/ 36004 h 28575"/>
                  <a:gd name="connsiteX2" fmla="*/ 0 w 28575"/>
                  <a:gd name="connsiteY2" fmla="*/ 18002 h 28575"/>
                  <a:gd name="connsiteX3" fmla="*/ 18002 w 28575"/>
                  <a:gd name="connsiteY3" fmla="*/ 0 h 28575"/>
                  <a:gd name="connsiteX4" fmla="*/ 36004 w 28575"/>
                  <a:gd name="connsiteY4" fmla="*/ 18002 h 28575"/>
                  <a:gd name="connsiteX5" fmla="*/ 36004 w 28575"/>
                  <a:gd name="connsiteY5" fmla="*/ 18002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575" h="28575">
                    <a:moveTo>
                      <a:pt x="36004" y="18002"/>
                    </a:moveTo>
                    <a:cubicBezTo>
                      <a:pt x="36004" y="27908"/>
                      <a:pt x="28004" y="36004"/>
                      <a:pt x="18002" y="36004"/>
                    </a:cubicBezTo>
                    <a:cubicBezTo>
                      <a:pt x="8096" y="36004"/>
                      <a:pt x="0" y="28004"/>
                      <a:pt x="0" y="18002"/>
                    </a:cubicBezTo>
                    <a:cubicBezTo>
                      <a:pt x="0" y="8096"/>
                      <a:pt x="8001" y="0"/>
                      <a:pt x="18002" y="0"/>
                    </a:cubicBezTo>
                    <a:cubicBezTo>
                      <a:pt x="27908" y="0"/>
                      <a:pt x="36004" y="8096"/>
                      <a:pt x="36004" y="18002"/>
                    </a:cubicBezTo>
                    <a:lnTo>
                      <a:pt x="36004" y="1800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41" name="Freeform: Shape 92"/>
              <p:cNvSpPr/>
              <p:nvPr/>
            </p:nvSpPr>
            <p:spPr>
              <a:xfrm>
                <a:off x="9383934" y="4849463"/>
                <a:ext cx="28575" cy="28575"/>
              </a:xfrm>
              <a:custGeom>
                <a:avLst/>
                <a:gdLst>
                  <a:gd name="connsiteX0" fmla="*/ 36004 w 28575"/>
                  <a:gd name="connsiteY0" fmla="*/ 18002 h 28575"/>
                  <a:gd name="connsiteX1" fmla="*/ 18002 w 28575"/>
                  <a:gd name="connsiteY1" fmla="*/ 36004 h 28575"/>
                  <a:gd name="connsiteX2" fmla="*/ 0 w 28575"/>
                  <a:gd name="connsiteY2" fmla="*/ 18002 h 28575"/>
                  <a:gd name="connsiteX3" fmla="*/ 18002 w 28575"/>
                  <a:gd name="connsiteY3" fmla="*/ 0 h 28575"/>
                  <a:gd name="connsiteX4" fmla="*/ 36004 w 28575"/>
                  <a:gd name="connsiteY4" fmla="*/ 18002 h 28575"/>
                  <a:gd name="connsiteX5" fmla="*/ 36004 w 28575"/>
                  <a:gd name="connsiteY5" fmla="*/ 18002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575" h="28575">
                    <a:moveTo>
                      <a:pt x="36004" y="18002"/>
                    </a:moveTo>
                    <a:cubicBezTo>
                      <a:pt x="36004" y="27908"/>
                      <a:pt x="28004" y="36004"/>
                      <a:pt x="18002" y="36004"/>
                    </a:cubicBezTo>
                    <a:cubicBezTo>
                      <a:pt x="8096" y="36004"/>
                      <a:pt x="0" y="28004"/>
                      <a:pt x="0" y="18002"/>
                    </a:cubicBezTo>
                    <a:cubicBezTo>
                      <a:pt x="0" y="8096"/>
                      <a:pt x="8001" y="0"/>
                      <a:pt x="18002" y="0"/>
                    </a:cubicBezTo>
                    <a:cubicBezTo>
                      <a:pt x="28004" y="95"/>
                      <a:pt x="36004" y="8096"/>
                      <a:pt x="36004" y="18002"/>
                    </a:cubicBezTo>
                    <a:lnTo>
                      <a:pt x="36004" y="1800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42" name="Freeform: Shape 93"/>
              <p:cNvSpPr/>
              <p:nvPr/>
            </p:nvSpPr>
            <p:spPr>
              <a:xfrm>
                <a:off x="9294161" y="4741759"/>
                <a:ext cx="142875" cy="142875"/>
              </a:xfrm>
              <a:custGeom>
                <a:avLst/>
                <a:gdLst>
                  <a:gd name="connsiteX0" fmla="*/ 113109 w 142875"/>
                  <a:gd name="connsiteY0" fmla="*/ 5215 h 142875"/>
                  <a:gd name="connsiteX1" fmla="*/ 5286 w 142875"/>
                  <a:gd name="connsiteY1" fmla="*/ 113038 h 142875"/>
                  <a:gd name="connsiteX2" fmla="*/ 5286 w 142875"/>
                  <a:gd name="connsiteY2" fmla="*/ 138469 h 142875"/>
                  <a:gd name="connsiteX3" fmla="*/ 30718 w 142875"/>
                  <a:gd name="connsiteY3" fmla="*/ 138469 h 142875"/>
                  <a:gd name="connsiteX4" fmla="*/ 138541 w 142875"/>
                  <a:gd name="connsiteY4" fmla="*/ 30647 h 142875"/>
                  <a:gd name="connsiteX5" fmla="*/ 138541 w 142875"/>
                  <a:gd name="connsiteY5" fmla="*/ 5215 h 142875"/>
                  <a:gd name="connsiteX6" fmla="*/ 113109 w 142875"/>
                  <a:gd name="connsiteY6" fmla="*/ 5215 h 142875"/>
                  <a:gd name="connsiteX7" fmla="*/ 113109 w 142875"/>
                  <a:gd name="connsiteY7" fmla="*/ 5215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875" h="142875">
                    <a:moveTo>
                      <a:pt x="113109" y="5215"/>
                    </a:moveTo>
                    <a:lnTo>
                      <a:pt x="5286" y="113038"/>
                    </a:lnTo>
                    <a:cubicBezTo>
                      <a:pt x="-1762" y="120086"/>
                      <a:pt x="-1762" y="131421"/>
                      <a:pt x="5286" y="138469"/>
                    </a:cubicBezTo>
                    <a:cubicBezTo>
                      <a:pt x="12335" y="145518"/>
                      <a:pt x="23669" y="145518"/>
                      <a:pt x="30718" y="138469"/>
                    </a:cubicBezTo>
                    <a:lnTo>
                      <a:pt x="138541" y="30647"/>
                    </a:lnTo>
                    <a:cubicBezTo>
                      <a:pt x="145589" y="23598"/>
                      <a:pt x="145589" y="12263"/>
                      <a:pt x="138541" y="5215"/>
                    </a:cubicBezTo>
                    <a:cubicBezTo>
                      <a:pt x="131493" y="-1738"/>
                      <a:pt x="120062" y="-1738"/>
                      <a:pt x="113109" y="5215"/>
                    </a:cubicBezTo>
                    <a:lnTo>
                      <a:pt x="113109" y="521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</p:grpSp>
        <p:grpSp>
          <p:nvGrpSpPr>
            <p:cNvPr id="43" name="Group 94"/>
            <p:cNvGrpSpPr/>
            <p:nvPr/>
          </p:nvGrpSpPr>
          <p:grpSpPr>
            <a:xfrm>
              <a:off x="9396359" y="3943849"/>
              <a:ext cx="212632" cy="243006"/>
              <a:chOff x="5826192" y="1489483"/>
              <a:chExt cx="539614" cy="616698"/>
            </a:xfrm>
          </p:grpSpPr>
          <p:sp>
            <p:nvSpPr>
              <p:cNvPr id="44" name="Freeform: Shape 95"/>
              <p:cNvSpPr/>
              <p:nvPr/>
            </p:nvSpPr>
            <p:spPr>
              <a:xfrm>
                <a:off x="5935126" y="1562379"/>
                <a:ext cx="250535" cy="250534"/>
              </a:xfrm>
              <a:custGeom>
                <a:avLst/>
                <a:gdLst>
                  <a:gd name="connsiteX0" fmla="*/ 30813 w 247650"/>
                  <a:gd name="connsiteY0" fmla="*/ 138732 h 247650"/>
                  <a:gd name="connsiteX1" fmla="*/ 36052 w 247650"/>
                  <a:gd name="connsiteY1" fmla="*/ 133493 h 247650"/>
                  <a:gd name="connsiteX2" fmla="*/ 36052 w 247650"/>
                  <a:gd name="connsiteY2" fmla="*/ 234077 h 247650"/>
                  <a:gd name="connsiteX3" fmla="*/ 54054 w 247650"/>
                  <a:gd name="connsiteY3" fmla="*/ 252079 h 247650"/>
                  <a:gd name="connsiteX4" fmla="*/ 198072 w 247650"/>
                  <a:gd name="connsiteY4" fmla="*/ 252079 h 247650"/>
                  <a:gd name="connsiteX5" fmla="*/ 216075 w 247650"/>
                  <a:gd name="connsiteY5" fmla="*/ 234077 h 247650"/>
                  <a:gd name="connsiteX6" fmla="*/ 216075 w 247650"/>
                  <a:gd name="connsiteY6" fmla="*/ 133493 h 247650"/>
                  <a:gd name="connsiteX7" fmla="*/ 221313 w 247650"/>
                  <a:gd name="connsiteY7" fmla="*/ 138732 h 247650"/>
                  <a:gd name="connsiteX8" fmla="*/ 246745 w 247650"/>
                  <a:gd name="connsiteY8" fmla="*/ 138732 h 247650"/>
                  <a:gd name="connsiteX9" fmla="*/ 246745 w 247650"/>
                  <a:gd name="connsiteY9" fmla="*/ 113300 h 247650"/>
                  <a:gd name="connsiteX10" fmla="*/ 138732 w 247650"/>
                  <a:gd name="connsiteY10" fmla="*/ 5286 h 247650"/>
                  <a:gd name="connsiteX11" fmla="*/ 113299 w 247650"/>
                  <a:gd name="connsiteY11" fmla="*/ 5286 h 247650"/>
                  <a:gd name="connsiteX12" fmla="*/ 5286 w 247650"/>
                  <a:gd name="connsiteY12" fmla="*/ 113300 h 247650"/>
                  <a:gd name="connsiteX13" fmla="*/ 5286 w 247650"/>
                  <a:gd name="connsiteY13" fmla="*/ 138732 h 247650"/>
                  <a:gd name="connsiteX14" fmla="*/ 30813 w 247650"/>
                  <a:gd name="connsiteY14" fmla="*/ 138732 h 247650"/>
                  <a:gd name="connsiteX15" fmla="*/ 30813 w 247650"/>
                  <a:gd name="connsiteY15" fmla="*/ 138732 h 247650"/>
                  <a:gd name="connsiteX16" fmla="*/ 126159 w 247650"/>
                  <a:gd name="connsiteY16" fmla="*/ 43482 h 247650"/>
                  <a:gd name="connsiteX17" fmla="*/ 180165 w 247650"/>
                  <a:gd name="connsiteY17" fmla="*/ 97489 h 247650"/>
                  <a:gd name="connsiteX18" fmla="*/ 180165 w 247650"/>
                  <a:gd name="connsiteY18" fmla="*/ 216075 h 247650"/>
                  <a:gd name="connsiteX19" fmla="*/ 144161 w 247650"/>
                  <a:gd name="connsiteY19" fmla="*/ 216075 h 247650"/>
                  <a:gd name="connsiteX20" fmla="*/ 144161 w 247650"/>
                  <a:gd name="connsiteY20" fmla="*/ 162068 h 247650"/>
                  <a:gd name="connsiteX21" fmla="*/ 126159 w 247650"/>
                  <a:gd name="connsiteY21" fmla="*/ 144066 h 247650"/>
                  <a:gd name="connsiteX22" fmla="*/ 108156 w 247650"/>
                  <a:gd name="connsiteY22" fmla="*/ 162068 h 247650"/>
                  <a:gd name="connsiteX23" fmla="*/ 108156 w 247650"/>
                  <a:gd name="connsiteY23" fmla="*/ 216075 h 247650"/>
                  <a:gd name="connsiteX24" fmla="*/ 72152 w 247650"/>
                  <a:gd name="connsiteY24" fmla="*/ 216075 h 247650"/>
                  <a:gd name="connsiteX25" fmla="*/ 72152 w 247650"/>
                  <a:gd name="connsiteY25" fmla="*/ 97489 h 247650"/>
                  <a:gd name="connsiteX26" fmla="*/ 126159 w 247650"/>
                  <a:gd name="connsiteY26" fmla="*/ 43482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47650" h="247650">
                    <a:moveTo>
                      <a:pt x="30813" y="138732"/>
                    </a:moveTo>
                    <a:lnTo>
                      <a:pt x="36052" y="133493"/>
                    </a:lnTo>
                    <a:lnTo>
                      <a:pt x="36052" y="234077"/>
                    </a:lnTo>
                    <a:cubicBezTo>
                      <a:pt x="36052" y="243983"/>
                      <a:pt x="44148" y="252079"/>
                      <a:pt x="54054" y="252079"/>
                    </a:cubicBezTo>
                    <a:lnTo>
                      <a:pt x="198072" y="252079"/>
                    </a:lnTo>
                    <a:cubicBezTo>
                      <a:pt x="207978" y="252079"/>
                      <a:pt x="216075" y="243983"/>
                      <a:pt x="216075" y="234077"/>
                    </a:cubicBezTo>
                    <a:lnTo>
                      <a:pt x="216075" y="133493"/>
                    </a:lnTo>
                    <a:lnTo>
                      <a:pt x="221313" y="138732"/>
                    </a:lnTo>
                    <a:cubicBezTo>
                      <a:pt x="228362" y="145780"/>
                      <a:pt x="239696" y="145780"/>
                      <a:pt x="246745" y="138732"/>
                    </a:cubicBezTo>
                    <a:cubicBezTo>
                      <a:pt x="253793" y="131683"/>
                      <a:pt x="253793" y="120348"/>
                      <a:pt x="246745" y="113300"/>
                    </a:cubicBezTo>
                    <a:lnTo>
                      <a:pt x="138732" y="5286"/>
                    </a:lnTo>
                    <a:cubicBezTo>
                      <a:pt x="131683" y="-1762"/>
                      <a:pt x="120348" y="-1762"/>
                      <a:pt x="113299" y="5286"/>
                    </a:cubicBezTo>
                    <a:cubicBezTo>
                      <a:pt x="107013" y="11573"/>
                      <a:pt x="11573" y="107014"/>
                      <a:pt x="5286" y="113300"/>
                    </a:cubicBezTo>
                    <a:cubicBezTo>
                      <a:pt x="-1762" y="120348"/>
                      <a:pt x="-1762" y="131683"/>
                      <a:pt x="5286" y="138732"/>
                    </a:cubicBezTo>
                    <a:cubicBezTo>
                      <a:pt x="12430" y="145780"/>
                      <a:pt x="23860" y="145780"/>
                      <a:pt x="30813" y="138732"/>
                    </a:cubicBezTo>
                    <a:lnTo>
                      <a:pt x="30813" y="138732"/>
                    </a:lnTo>
                    <a:close/>
                    <a:moveTo>
                      <a:pt x="126159" y="43482"/>
                    </a:moveTo>
                    <a:lnTo>
                      <a:pt x="180165" y="97489"/>
                    </a:lnTo>
                    <a:lnTo>
                      <a:pt x="180165" y="216075"/>
                    </a:lnTo>
                    <a:lnTo>
                      <a:pt x="144161" y="216075"/>
                    </a:lnTo>
                    <a:lnTo>
                      <a:pt x="144161" y="162068"/>
                    </a:lnTo>
                    <a:cubicBezTo>
                      <a:pt x="144161" y="152162"/>
                      <a:pt x="136064" y="144066"/>
                      <a:pt x="126159" y="144066"/>
                    </a:cubicBezTo>
                    <a:cubicBezTo>
                      <a:pt x="116253" y="144066"/>
                      <a:pt x="108156" y="152162"/>
                      <a:pt x="108156" y="162068"/>
                    </a:cubicBezTo>
                    <a:lnTo>
                      <a:pt x="108156" y="216075"/>
                    </a:lnTo>
                    <a:lnTo>
                      <a:pt x="72152" y="216075"/>
                    </a:lnTo>
                    <a:lnTo>
                      <a:pt x="72152" y="97489"/>
                    </a:lnTo>
                    <a:lnTo>
                      <a:pt x="126159" y="43482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45" name="Freeform: Shape 96"/>
              <p:cNvSpPr/>
              <p:nvPr/>
            </p:nvSpPr>
            <p:spPr>
              <a:xfrm>
                <a:off x="6044542" y="1635275"/>
                <a:ext cx="28908" cy="28908"/>
              </a:xfrm>
              <a:custGeom>
                <a:avLst/>
                <a:gdLst>
                  <a:gd name="connsiteX0" fmla="*/ 36005 w 28575"/>
                  <a:gd name="connsiteY0" fmla="*/ 18002 h 28575"/>
                  <a:gd name="connsiteX1" fmla="*/ 18002 w 28575"/>
                  <a:gd name="connsiteY1" fmla="*/ 36004 h 28575"/>
                  <a:gd name="connsiteX2" fmla="*/ 0 w 28575"/>
                  <a:gd name="connsiteY2" fmla="*/ 18002 h 28575"/>
                  <a:gd name="connsiteX3" fmla="*/ 18002 w 28575"/>
                  <a:gd name="connsiteY3" fmla="*/ 0 h 28575"/>
                  <a:gd name="connsiteX4" fmla="*/ 36005 w 28575"/>
                  <a:gd name="connsiteY4" fmla="*/ 18002 h 28575"/>
                  <a:gd name="connsiteX5" fmla="*/ 36005 w 28575"/>
                  <a:gd name="connsiteY5" fmla="*/ 18002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575" h="28575">
                    <a:moveTo>
                      <a:pt x="36005" y="18002"/>
                    </a:moveTo>
                    <a:cubicBezTo>
                      <a:pt x="36005" y="27908"/>
                      <a:pt x="27908" y="36004"/>
                      <a:pt x="18002" y="36004"/>
                    </a:cubicBezTo>
                    <a:cubicBezTo>
                      <a:pt x="8097" y="36004"/>
                      <a:pt x="0" y="27908"/>
                      <a:pt x="0" y="18002"/>
                    </a:cubicBezTo>
                    <a:cubicBezTo>
                      <a:pt x="0" y="8096"/>
                      <a:pt x="8097" y="0"/>
                      <a:pt x="18002" y="0"/>
                    </a:cubicBezTo>
                    <a:cubicBezTo>
                      <a:pt x="27908" y="0"/>
                      <a:pt x="36005" y="8001"/>
                      <a:pt x="36005" y="18002"/>
                    </a:cubicBezTo>
                    <a:lnTo>
                      <a:pt x="36005" y="18002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46" name="Freeform: Shape 97"/>
              <p:cNvSpPr/>
              <p:nvPr/>
            </p:nvSpPr>
            <p:spPr>
              <a:xfrm>
                <a:off x="5826192" y="1489483"/>
                <a:ext cx="539614" cy="616698"/>
              </a:xfrm>
              <a:custGeom>
                <a:avLst/>
                <a:gdLst>
                  <a:gd name="connsiteX0" fmla="*/ 71914 w 533400"/>
                  <a:gd name="connsiteY0" fmla="*/ 596457 h 609600"/>
                  <a:gd name="connsiteX1" fmla="*/ 89821 w 533400"/>
                  <a:gd name="connsiteY1" fmla="*/ 614459 h 609600"/>
                  <a:gd name="connsiteX2" fmla="*/ 305848 w 533400"/>
                  <a:gd name="connsiteY2" fmla="*/ 614459 h 609600"/>
                  <a:gd name="connsiteX3" fmla="*/ 323850 w 533400"/>
                  <a:gd name="connsiteY3" fmla="*/ 596457 h 609600"/>
                  <a:gd name="connsiteX4" fmla="*/ 323850 w 533400"/>
                  <a:gd name="connsiteY4" fmla="*/ 538735 h 609600"/>
                  <a:gd name="connsiteX5" fmla="*/ 341852 w 533400"/>
                  <a:gd name="connsiteY5" fmla="*/ 539973 h 609600"/>
                  <a:gd name="connsiteX6" fmla="*/ 449866 w 533400"/>
                  <a:gd name="connsiteY6" fmla="*/ 539973 h 609600"/>
                  <a:gd name="connsiteX7" fmla="*/ 467868 w 533400"/>
                  <a:gd name="connsiteY7" fmla="*/ 521971 h 609600"/>
                  <a:gd name="connsiteX8" fmla="*/ 467868 w 533400"/>
                  <a:gd name="connsiteY8" fmla="*/ 395955 h 609600"/>
                  <a:gd name="connsiteX9" fmla="*/ 521875 w 533400"/>
                  <a:gd name="connsiteY9" fmla="*/ 395955 h 609600"/>
                  <a:gd name="connsiteX10" fmla="*/ 538544 w 533400"/>
                  <a:gd name="connsiteY10" fmla="*/ 384811 h 609600"/>
                  <a:gd name="connsiteX11" fmla="*/ 534639 w 533400"/>
                  <a:gd name="connsiteY11" fmla="*/ 365190 h 609600"/>
                  <a:gd name="connsiteX12" fmla="*/ 513588 w 533400"/>
                  <a:gd name="connsiteY12" fmla="*/ 344139 h 609600"/>
                  <a:gd name="connsiteX13" fmla="*/ 467678 w 533400"/>
                  <a:gd name="connsiteY13" fmla="*/ 230792 h 609600"/>
                  <a:gd name="connsiteX14" fmla="*/ 262605 w 533400"/>
                  <a:gd name="connsiteY14" fmla="*/ 1716 h 609600"/>
                  <a:gd name="connsiteX15" fmla="*/ 0 w 533400"/>
                  <a:gd name="connsiteY15" fmla="*/ 234030 h 609600"/>
                  <a:gd name="connsiteX16" fmla="*/ 37814 w 533400"/>
                  <a:gd name="connsiteY16" fmla="*/ 361570 h 609600"/>
                  <a:gd name="connsiteX17" fmla="*/ 72199 w 533400"/>
                  <a:gd name="connsiteY17" fmla="*/ 557690 h 609600"/>
                  <a:gd name="connsiteX18" fmla="*/ 71914 w 533400"/>
                  <a:gd name="connsiteY18" fmla="*/ 596457 h 609600"/>
                  <a:gd name="connsiteX19" fmla="*/ 71914 w 533400"/>
                  <a:gd name="connsiteY19" fmla="*/ 596457 h 609600"/>
                  <a:gd name="connsiteX20" fmla="*/ 67723 w 533400"/>
                  <a:gd name="connsiteY20" fmla="*/ 341949 h 609600"/>
                  <a:gd name="connsiteX21" fmla="*/ 35814 w 533400"/>
                  <a:gd name="connsiteY21" fmla="*/ 234030 h 609600"/>
                  <a:gd name="connsiteX22" fmla="*/ 258128 w 533400"/>
                  <a:gd name="connsiteY22" fmla="*/ 37530 h 609600"/>
                  <a:gd name="connsiteX23" fmla="*/ 431768 w 533400"/>
                  <a:gd name="connsiteY23" fmla="*/ 242794 h 609600"/>
                  <a:gd name="connsiteX24" fmla="*/ 478917 w 533400"/>
                  <a:gd name="connsiteY24" fmla="*/ 360046 h 609600"/>
                  <a:gd name="connsiteX25" fmla="*/ 449771 w 533400"/>
                  <a:gd name="connsiteY25" fmla="*/ 360046 h 609600"/>
                  <a:gd name="connsiteX26" fmla="*/ 431768 w 533400"/>
                  <a:gd name="connsiteY26" fmla="*/ 378048 h 609600"/>
                  <a:gd name="connsiteX27" fmla="*/ 431768 w 533400"/>
                  <a:gd name="connsiteY27" fmla="*/ 432055 h 609600"/>
                  <a:gd name="connsiteX28" fmla="*/ 428721 w 533400"/>
                  <a:gd name="connsiteY28" fmla="*/ 432055 h 609600"/>
                  <a:gd name="connsiteX29" fmla="*/ 354521 w 533400"/>
                  <a:gd name="connsiteY29" fmla="*/ 401289 h 609600"/>
                  <a:gd name="connsiteX30" fmla="*/ 329089 w 533400"/>
                  <a:gd name="connsiteY30" fmla="*/ 401289 h 609600"/>
                  <a:gd name="connsiteX31" fmla="*/ 329089 w 533400"/>
                  <a:gd name="connsiteY31" fmla="*/ 426721 h 609600"/>
                  <a:gd name="connsiteX32" fmla="*/ 428721 w 533400"/>
                  <a:gd name="connsiteY32" fmla="*/ 467964 h 609600"/>
                  <a:gd name="connsiteX33" fmla="*/ 431768 w 533400"/>
                  <a:gd name="connsiteY33" fmla="*/ 467964 h 609600"/>
                  <a:gd name="connsiteX34" fmla="*/ 431768 w 533400"/>
                  <a:gd name="connsiteY34" fmla="*/ 503969 h 609600"/>
                  <a:gd name="connsiteX35" fmla="*/ 341757 w 533400"/>
                  <a:gd name="connsiteY35" fmla="*/ 503969 h 609600"/>
                  <a:gd name="connsiteX36" fmla="*/ 251746 w 533400"/>
                  <a:gd name="connsiteY36" fmla="*/ 413958 h 609600"/>
                  <a:gd name="connsiteX37" fmla="*/ 233744 w 533400"/>
                  <a:gd name="connsiteY37" fmla="*/ 395955 h 609600"/>
                  <a:gd name="connsiteX38" fmla="*/ 215741 w 533400"/>
                  <a:gd name="connsiteY38" fmla="*/ 413958 h 609600"/>
                  <a:gd name="connsiteX39" fmla="*/ 287750 w 533400"/>
                  <a:gd name="connsiteY39" fmla="*/ 527781 h 609600"/>
                  <a:gd name="connsiteX40" fmla="*/ 287750 w 533400"/>
                  <a:gd name="connsiteY40" fmla="*/ 578359 h 609600"/>
                  <a:gd name="connsiteX41" fmla="*/ 107728 w 533400"/>
                  <a:gd name="connsiteY41" fmla="*/ 578359 h 609600"/>
                  <a:gd name="connsiteX42" fmla="*/ 107633 w 533400"/>
                  <a:gd name="connsiteY42" fmla="*/ 558262 h 609600"/>
                  <a:gd name="connsiteX43" fmla="*/ 67723 w 533400"/>
                  <a:gd name="connsiteY43" fmla="*/ 341949 h 609600"/>
                  <a:gd name="connsiteX44" fmla="*/ 67723 w 533400"/>
                  <a:gd name="connsiteY44" fmla="*/ 341949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33400" h="609600">
                    <a:moveTo>
                      <a:pt x="71914" y="596457"/>
                    </a:moveTo>
                    <a:cubicBezTo>
                      <a:pt x="71914" y="606363"/>
                      <a:pt x="79820" y="614459"/>
                      <a:pt x="89821" y="614459"/>
                    </a:cubicBezTo>
                    <a:lnTo>
                      <a:pt x="305848" y="614459"/>
                    </a:lnTo>
                    <a:cubicBezTo>
                      <a:pt x="315754" y="614459"/>
                      <a:pt x="323850" y="606363"/>
                      <a:pt x="323850" y="596457"/>
                    </a:cubicBezTo>
                    <a:lnTo>
                      <a:pt x="323850" y="538735"/>
                    </a:lnTo>
                    <a:cubicBezTo>
                      <a:pt x="329756" y="539593"/>
                      <a:pt x="335757" y="539973"/>
                      <a:pt x="341852" y="539973"/>
                    </a:cubicBezTo>
                    <a:lnTo>
                      <a:pt x="449866" y="539973"/>
                    </a:lnTo>
                    <a:cubicBezTo>
                      <a:pt x="459772" y="539973"/>
                      <a:pt x="467868" y="531877"/>
                      <a:pt x="467868" y="521971"/>
                    </a:cubicBezTo>
                    <a:lnTo>
                      <a:pt x="467868" y="395955"/>
                    </a:lnTo>
                    <a:lnTo>
                      <a:pt x="521875" y="395955"/>
                    </a:lnTo>
                    <a:cubicBezTo>
                      <a:pt x="529114" y="395955"/>
                      <a:pt x="535686" y="391574"/>
                      <a:pt x="538544" y="384811"/>
                    </a:cubicBezTo>
                    <a:cubicBezTo>
                      <a:pt x="541306" y="378048"/>
                      <a:pt x="539782" y="370333"/>
                      <a:pt x="534639" y="365190"/>
                    </a:cubicBezTo>
                    <a:lnTo>
                      <a:pt x="513588" y="344139"/>
                    </a:lnTo>
                    <a:cubicBezTo>
                      <a:pt x="464534" y="295086"/>
                      <a:pt x="469107" y="238603"/>
                      <a:pt x="467678" y="230792"/>
                    </a:cubicBezTo>
                    <a:cubicBezTo>
                      <a:pt x="462153" y="115539"/>
                      <a:pt x="377381" y="15432"/>
                      <a:pt x="262605" y="1716"/>
                    </a:cubicBezTo>
                    <a:cubicBezTo>
                      <a:pt x="120301" y="-15239"/>
                      <a:pt x="0" y="95728"/>
                      <a:pt x="0" y="234030"/>
                    </a:cubicBezTo>
                    <a:cubicBezTo>
                      <a:pt x="0" y="279465"/>
                      <a:pt x="13049" y="323565"/>
                      <a:pt x="37814" y="361570"/>
                    </a:cubicBezTo>
                    <a:cubicBezTo>
                      <a:pt x="74867" y="418435"/>
                      <a:pt x="73342" y="486062"/>
                      <a:pt x="72199" y="557690"/>
                    </a:cubicBezTo>
                    <a:cubicBezTo>
                      <a:pt x="71723" y="570358"/>
                      <a:pt x="71914" y="583503"/>
                      <a:pt x="71914" y="596457"/>
                    </a:cubicBezTo>
                    <a:lnTo>
                      <a:pt x="71914" y="596457"/>
                    </a:lnTo>
                    <a:close/>
                    <a:moveTo>
                      <a:pt x="67723" y="341949"/>
                    </a:moveTo>
                    <a:cubicBezTo>
                      <a:pt x="46863" y="309849"/>
                      <a:pt x="35814" y="272512"/>
                      <a:pt x="35814" y="234030"/>
                    </a:cubicBezTo>
                    <a:cubicBezTo>
                      <a:pt x="35814" y="118873"/>
                      <a:pt x="135636" y="22956"/>
                      <a:pt x="258128" y="37530"/>
                    </a:cubicBezTo>
                    <a:cubicBezTo>
                      <a:pt x="357092" y="49341"/>
                      <a:pt x="431768" y="137542"/>
                      <a:pt x="431768" y="242794"/>
                    </a:cubicBezTo>
                    <a:cubicBezTo>
                      <a:pt x="433864" y="284608"/>
                      <a:pt x="449294" y="326137"/>
                      <a:pt x="478917" y="360046"/>
                    </a:cubicBezTo>
                    <a:lnTo>
                      <a:pt x="449771" y="360046"/>
                    </a:lnTo>
                    <a:cubicBezTo>
                      <a:pt x="439865" y="360046"/>
                      <a:pt x="431768" y="368143"/>
                      <a:pt x="431768" y="378048"/>
                    </a:cubicBezTo>
                    <a:lnTo>
                      <a:pt x="431768" y="432055"/>
                    </a:lnTo>
                    <a:lnTo>
                      <a:pt x="428721" y="432055"/>
                    </a:lnTo>
                    <a:cubicBezTo>
                      <a:pt x="400717" y="432055"/>
                      <a:pt x="374333" y="421102"/>
                      <a:pt x="354521" y="401289"/>
                    </a:cubicBezTo>
                    <a:cubicBezTo>
                      <a:pt x="347472" y="394241"/>
                      <a:pt x="336137" y="394241"/>
                      <a:pt x="329089" y="401289"/>
                    </a:cubicBezTo>
                    <a:cubicBezTo>
                      <a:pt x="322041" y="408338"/>
                      <a:pt x="322041" y="419673"/>
                      <a:pt x="329089" y="426721"/>
                    </a:cubicBezTo>
                    <a:cubicBezTo>
                      <a:pt x="355663" y="453296"/>
                      <a:pt x="391097" y="467964"/>
                      <a:pt x="428721" y="467964"/>
                    </a:cubicBezTo>
                    <a:lnTo>
                      <a:pt x="431768" y="467964"/>
                    </a:lnTo>
                    <a:lnTo>
                      <a:pt x="431768" y="503969"/>
                    </a:lnTo>
                    <a:lnTo>
                      <a:pt x="341757" y="503969"/>
                    </a:lnTo>
                    <a:cubicBezTo>
                      <a:pt x="292132" y="503969"/>
                      <a:pt x="251746" y="463583"/>
                      <a:pt x="251746" y="413958"/>
                    </a:cubicBezTo>
                    <a:cubicBezTo>
                      <a:pt x="251746" y="404052"/>
                      <a:pt x="243649" y="395955"/>
                      <a:pt x="233744" y="395955"/>
                    </a:cubicBezTo>
                    <a:cubicBezTo>
                      <a:pt x="223838" y="395955"/>
                      <a:pt x="215741" y="404052"/>
                      <a:pt x="215741" y="413958"/>
                    </a:cubicBezTo>
                    <a:cubicBezTo>
                      <a:pt x="215741" y="464154"/>
                      <a:pt x="245174" y="507493"/>
                      <a:pt x="287750" y="527781"/>
                    </a:cubicBezTo>
                    <a:lnTo>
                      <a:pt x="287750" y="578359"/>
                    </a:lnTo>
                    <a:lnTo>
                      <a:pt x="107728" y="578359"/>
                    </a:lnTo>
                    <a:cubicBezTo>
                      <a:pt x="107823" y="571596"/>
                      <a:pt x="107537" y="564834"/>
                      <a:pt x="107633" y="558262"/>
                    </a:cubicBezTo>
                    <a:cubicBezTo>
                      <a:pt x="108966" y="484443"/>
                      <a:pt x="110776" y="408052"/>
                      <a:pt x="67723" y="341949"/>
                    </a:cubicBezTo>
                    <a:lnTo>
                      <a:pt x="67723" y="341949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</p:grpSp>
        <p:grpSp>
          <p:nvGrpSpPr>
            <p:cNvPr id="61" name="组合 60"/>
            <p:cNvGrpSpPr/>
            <p:nvPr/>
          </p:nvGrpSpPr>
          <p:grpSpPr>
            <a:xfrm>
              <a:off x="1236086" y="1461838"/>
              <a:ext cx="2906476" cy="1617129"/>
              <a:chOff x="1303865" y="1625318"/>
              <a:chExt cx="2906476" cy="1617129"/>
            </a:xfrm>
          </p:grpSpPr>
          <p:sp>
            <p:nvSpPr>
              <p:cNvPr id="47" name="Text Placeholder 3"/>
              <p:cNvSpPr txBox="1"/>
              <p:nvPr/>
            </p:nvSpPr>
            <p:spPr>
              <a:xfrm>
                <a:off x="1303867" y="1625318"/>
                <a:ext cx="2906474" cy="36945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400" b="1" dirty="0"/>
                  <a:t>Text Here-14pt</a:t>
                </a:r>
                <a:endParaRPr lang="en-US" sz="1400" b="1" dirty="0"/>
              </a:p>
            </p:txBody>
          </p:sp>
          <p:sp>
            <p:nvSpPr>
              <p:cNvPr id="48" name="Text Placeholder 4"/>
              <p:cNvSpPr txBox="1"/>
              <p:nvPr/>
            </p:nvSpPr>
            <p:spPr>
              <a:xfrm>
                <a:off x="1303865" y="1994772"/>
                <a:ext cx="2906476" cy="124767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Theme color makes PPT more convenient to </a:t>
                </a:r>
                <a:r>
                  <a:rPr kumimoji="0" lang="en-US" altLang="zh-CN" sz="1200" b="0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change.Supporting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text </a:t>
                </a:r>
                <a:r>
                  <a:rPr kumimoji="0" lang="en-US" altLang="zh-CN" sz="1200" b="0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here.Copy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paste  fonts. Choose the only option to retain text. 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7" name="组合 76"/>
            <p:cNvGrpSpPr/>
            <p:nvPr/>
          </p:nvGrpSpPr>
          <p:grpSpPr>
            <a:xfrm>
              <a:off x="4642761" y="1461838"/>
              <a:ext cx="2906476" cy="1617129"/>
              <a:chOff x="1303865" y="1625318"/>
              <a:chExt cx="2906476" cy="1617129"/>
            </a:xfrm>
          </p:grpSpPr>
          <p:sp>
            <p:nvSpPr>
              <p:cNvPr id="78" name="Text Placeholder 3"/>
              <p:cNvSpPr txBox="1"/>
              <p:nvPr/>
            </p:nvSpPr>
            <p:spPr>
              <a:xfrm>
                <a:off x="1303867" y="1625318"/>
                <a:ext cx="2906474" cy="36945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400" b="1" dirty="0"/>
                  <a:t>Text Here-14pt</a:t>
                </a:r>
                <a:endParaRPr lang="en-US" sz="1400" b="1" dirty="0"/>
              </a:p>
            </p:txBody>
          </p:sp>
          <p:sp>
            <p:nvSpPr>
              <p:cNvPr id="79" name="Text Placeholder 4"/>
              <p:cNvSpPr txBox="1"/>
              <p:nvPr/>
            </p:nvSpPr>
            <p:spPr>
              <a:xfrm>
                <a:off x="1303865" y="1994772"/>
                <a:ext cx="2906476" cy="124767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Theme color makes PPT more convenient to </a:t>
                </a:r>
                <a:r>
                  <a:rPr kumimoji="0" lang="en-US" altLang="zh-CN" sz="1200" b="0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change.Supporting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text </a:t>
                </a:r>
                <a:r>
                  <a:rPr kumimoji="0" lang="en-US" altLang="zh-CN" sz="1200" b="0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here.Copy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paste  fonts. Choose the only option to retain text. 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8049437" y="1461838"/>
              <a:ext cx="2906476" cy="1617129"/>
              <a:chOff x="1303865" y="1625318"/>
              <a:chExt cx="2906476" cy="1617129"/>
            </a:xfrm>
          </p:grpSpPr>
          <p:sp>
            <p:nvSpPr>
              <p:cNvPr id="81" name="Text Placeholder 3"/>
              <p:cNvSpPr txBox="1"/>
              <p:nvPr/>
            </p:nvSpPr>
            <p:spPr>
              <a:xfrm>
                <a:off x="1303867" y="1625318"/>
                <a:ext cx="2906474" cy="36945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400" b="1" dirty="0"/>
                  <a:t>Text Here-14pt</a:t>
                </a:r>
                <a:endParaRPr lang="en-US" sz="1400" b="1" dirty="0"/>
              </a:p>
            </p:txBody>
          </p:sp>
          <p:sp>
            <p:nvSpPr>
              <p:cNvPr id="82" name="Text Placeholder 4"/>
              <p:cNvSpPr txBox="1"/>
              <p:nvPr/>
            </p:nvSpPr>
            <p:spPr>
              <a:xfrm>
                <a:off x="1303865" y="1994772"/>
                <a:ext cx="2906476" cy="124767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Theme color makes PPT more convenient to </a:t>
                </a:r>
                <a:r>
                  <a:rPr kumimoji="0" lang="en-US" altLang="zh-CN" sz="1200" b="0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change.Supporting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text </a:t>
                </a:r>
                <a:r>
                  <a:rPr kumimoji="0" lang="en-US" altLang="zh-CN" sz="1200" b="0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here.Copy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paste  fonts. Choose the only option to retain text. 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1236086" y="4535987"/>
              <a:ext cx="2906476" cy="1436187"/>
              <a:chOff x="1303865" y="1625318"/>
              <a:chExt cx="2906476" cy="1436187"/>
            </a:xfrm>
          </p:grpSpPr>
          <p:sp>
            <p:nvSpPr>
              <p:cNvPr id="84" name="Text Placeholder 3"/>
              <p:cNvSpPr txBox="1"/>
              <p:nvPr/>
            </p:nvSpPr>
            <p:spPr>
              <a:xfrm>
                <a:off x="1303867" y="1625318"/>
                <a:ext cx="2906474" cy="36945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400" b="1" dirty="0"/>
                  <a:t>Text Here-14pt</a:t>
                </a:r>
                <a:endParaRPr lang="en-US" sz="1400" b="1" dirty="0"/>
              </a:p>
            </p:txBody>
          </p:sp>
          <p:sp>
            <p:nvSpPr>
              <p:cNvPr id="85" name="Text Placeholder 4"/>
              <p:cNvSpPr txBox="1"/>
              <p:nvPr/>
            </p:nvSpPr>
            <p:spPr>
              <a:xfrm>
                <a:off x="1303865" y="1994772"/>
                <a:ext cx="2906476" cy="106673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Theme color makes PPT more convenient to </a:t>
                </a:r>
                <a:r>
                  <a:rPr kumimoji="0" lang="en-US" altLang="zh-CN" sz="1200" b="0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change.Supporting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text </a:t>
                </a:r>
                <a:r>
                  <a:rPr kumimoji="0" lang="en-US" altLang="zh-CN" sz="1200" b="0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here.Copy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paste  fonts. Choose the only option to retain text. 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4642761" y="4535987"/>
              <a:ext cx="2906476" cy="1436187"/>
              <a:chOff x="1303865" y="1625318"/>
              <a:chExt cx="2906476" cy="1436187"/>
            </a:xfrm>
          </p:grpSpPr>
          <p:sp>
            <p:nvSpPr>
              <p:cNvPr id="87" name="Text Placeholder 3"/>
              <p:cNvSpPr txBox="1"/>
              <p:nvPr/>
            </p:nvSpPr>
            <p:spPr>
              <a:xfrm>
                <a:off x="1303867" y="1625318"/>
                <a:ext cx="2906474" cy="36945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400" b="1" dirty="0"/>
                  <a:t>Text Here-14pt</a:t>
                </a:r>
                <a:endParaRPr lang="en-US" sz="1400" b="1" dirty="0"/>
              </a:p>
            </p:txBody>
          </p:sp>
          <p:sp>
            <p:nvSpPr>
              <p:cNvPr id="88" name="Text Placeholder 4"/>
              <p:cNvSpPr txBox="1"/>
              <p:nvPr/>
            </p:nvSpPr>
            <p:spPr>
              <a:xfrm>
                <a:off x="1303865" y="1994772"/>
                <a:ext cx="2906476" cy="106673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Theme color makes PPT more convenient to </a:t>
                </a:r>
                <a:r>
                  <a:rPr kumimoji="0" lang="en-US" altLang="zh-CN" sz="1200" b="0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change.Supporting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text </a:t>
                </a:r>
                <a:r>
                  <a:rPr kumimoji="0" lang="en-US" altLang="zh-CN" sz="1200" b="0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here.Copy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paste  fonts. Choose the only option to retain text. 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9" name="组合 88"/>
            <p:cNvGrpSpPr/>
            <p:nvPr/>
          </p:nvGrpSpPr>
          <p:grpSpPr>
            <a:xfrm>
              <a:off x="8049437" y="4535987"/>
              <a:ext cx="2906476" cy="1436187"/>
              <a:chOff x="1303865" y="1625318"/>
              <a:chExt cx="2906476" cy="1436187"/>
            </a:xfrm>
          </p:grpSpPr>
          <p:sp>
            <p:nvSpPr>
              <p:cNvPr id="90" name="Text Placeholder 3"/>
              <p:cNvSpPr txBox="1"/>
              <p:nvPr/>
            </p:nvSpPr>
            <p:spPr>
              <a:xfrm>
                <a:off x="1303867" y="1625318"/>
                <a:ext cx="2906474" cy="36945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400" b="1" dirty="0"/>
                  <a:t>Text Here-14pt</a:t>
                </a:r>
                <a:endParaRPr lang="en-US" sz="1400" b="1" dirty="0"/>
              </a:p>
            </p:txBody>
          </p:sp>
          <p:sp>
            <p:nvSpPr>
              <p:cNvPr id="91" name="Text Placeholder 4"/>
              <p:cNvSpPr txBox="1"/>
              <p:nvPr/>
            </p:nvSpPr>
            <p:spPr>
              <a:xfrm>
                <a:off x="1303865" y="1994772"/>
                <a:ext cx="2906476" cy="106673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Theme color makes PPT more convenient to </a:t>
                </a:r>
                <a:r>
                  <a:rPr kumimoji="0" lang="en-US" altLang="zh-CN" sz="1200" b="0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change.Supporting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text </a:t>
                </a:r>
                <a:r>
                  <a:rPr kumimoji="0" lang="en-US" altLang="zh-CN" sz="1200" b="0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here.Copy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paste  fonts. Choose the only option to retain text. 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58500" cy="4969043"/>
            <a:chOff x="660400" y="1266657"/>
            <a:chExt cx="10858500" cy="4969043"/>
          </a:xfrm>
        </p:grpSpPr>
        <p:grpSp>
          <p:nvGrpSpPr>
            <p:cNvPr id="3" name="组合 2"/>
            <p:cNvGrpSpPr/>
            <p:nvPr/>
          </p:nvGrpSpPr>
          <p:grpSpPr>
            <a:xfrm>
              <a:off x="660400" y="1670321"/>
              <a:ext cx="10858500" cy="4565379"/>
              <a:chOff x="660400" y="1670321"/>
              <a:chExt cx="10858500" cy="4565379"/>
            </a:xfrm>
          </p:grpSpPr>
          <p:sp>
            <p:nvSpPr>
              <p:cNvPr id="49" name="矩形 48"/>
              <p:cNvSpPr/>
              <p:nvPr/>
            </p:nvSpPr>
            <p:spPr>
              <a:xfrm>
                <a:off x="669925" y="2101339"/>
                <a:ext cx="10846302" cy="413436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" name="直接连接符 7"/>
              <p:cNvCxnSpPr/>
              <p:nvPr/>
            </p:nvCxnSpPr>
            <p:spPr>
              <a:xfrm>
                <a:off x="2275777" y="2641339"/>
                <a:ext cx="0" cy="3594361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5491840" y="2641339"/>
                <a:ext cx="0" cy="3594361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6955760" y="2922494"/>
                <a:ext cx="0" cy="3313206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8398480" y="2922494"/>
                <a:ext cx="0" cy="3313206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>
                <a:off x="9835954" y="2641339"/>
                <a:ext cx="0" cy="3594361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矩形 19"/>
              <p:cNvSpPr/>
              <p:nvPr/>
            </p:nvSpPr>
            <p:spPr bwMode="auto">
              <a:xfrm>
                <a:off x="5584687" y="2791006"/>
                <a:ext cx="4158420" cy="432000"/>
              </a:xfrm>
              <a:prstGeom prst="rect">
                <a:avLst/>
              </a:prstGeom>
              <a:solidFill>
                <a:schemeClr val="accent2"/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lang="en-US" altLang="zh-CN" sz="12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here-12pt</a:t>
                </a:r>
                <a:endPara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 bwMode="auto">
              <a:xfrm>
                <a:off x="9928801" y="2791006"/>
                <a:ext cx="1501845" cy="432000"/>
              </a:xfrm>
              <a:prstGeom prst="rect">
                <a:avLst/>
              </a:prstGeom>
              <a:solidFill>
                <a:schemeClr val="accent2"/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lang="en-US" altLang="zh-CN" sz="12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here-12pt</a:t>
                </a:r>
                <a:endPara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 bwMode="auto">
              <a:xfrm>
                <a:off x="5600641" y="3372673"/>
                <a:ext cx="1267521" cy="36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fontAlgn="base">
                  <a:spcAft>
                    <a:spcPct val="0"/>
                  </a:spcAft>
                </a:pPr>
                <a:r>
                  <a:rPr lang="en-US" altLang="zh-CN" sz="1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here-11pt</a:t>
                </a:r>
                <a:endParaRPr lang="en-US" altLang="zh-CN" sz="1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 bwMode="auto">
              <a:xfrm>
                <a:off x="7043359" y="3372673"/>
                <a:ext cx="1267521" cy="36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fontAlgn="base">
                  <a:spcAft>
                    <a:spcPct val="0"/>
                  </a:spcAft>
                </a:pPr>
                <a:r>
                  <a:rPr lang="en-US" altLang="zh-CN" sz="1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here-11pt</a:t>
                </a:r>
                <a:endParaRPr lang="en-US" altLang="zh-CN" sz="1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 bwMode="auto">
              <a:xfrm>
                <a:off x="8486080" y="3372673"/>
                <a:ext cx="1267521" cy="36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fontAlgn="base">
                  <a:spcAft>
                    <a:spcPct val="0"/>
                  </a:spcAft>
                </a:pPr>
                <a:r>
                  <a:rPr lang="en-US" altLang="zh-CN" sz="1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here-11pt</a:t>
                </a:r>
                <a:endParaRPr lang="en-US" altLang="zh-CN" sz="1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 25"/>
              <p:cNvSpPr/>
              <p:nvPr/>
            </p:nvSpPr>
            <p:spPr bwMode="auto">
              <a:xfrm>
                <a:off x="675773" y="2101339"/>
                <a:ext cx="10840454" cy="540000"/>
              </a:xfrm>
              <a:prstGeom prst="rect">
                <a:avLst/>
              </a:prstGeom>
              <a:solidFill>
                <a:schemeClr val="accent1"/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normAutofit/>
              </a:bodyPr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lang="en-US" altLang="zh-CN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Here-14pt</a:t>
                </a:r>
                <a:endParaRPr lang="en-US" altLang="zh-CN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 bwMode="auto">
              <a:xfrm>
                <a:off x="9928801" y="3372673"/>
                <a:ext cx="1501845" cy="36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fontAlgn="base">
                  <a:spcAft>
                    <a:spcPct val="0"/>
                  </a:spcAft>
                </a:pPr>
                <a:r>
                  <a:rPr lang="en-US" altLang="zh-CN" sz="11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here-11pt</a:t>
                </a:r>
                <a:endParaRPr lang="en-US" altLang="zh-CN" sz="1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8" name="矩形 27"/>
              <p:cNvSpPr/>
              <p:nvPr/>
            </p:nvSpPr>
            <p:spPr bwMode="auto">
              <a:xfrm>
                <a:off x="5590891" y="3882340"/>
                <a:ext cx="1267519" cy="36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normAutofit/>
              </a:bodyPr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lang="en-US" altLang="zh-CN" sz="1000" dirty="0"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here-10pt</a:t>
                </a:r>
                <a:endParaRPr lang="en-US" altLang="zh-CN" sz="10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 bwMode="auto">
              <a:xfrm>
                <a:off x="7043359" y="3882340"/>
                <a:ext cx="1267521" cy="36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normAutofit/>
              </a:bodyPr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lang="en-US" altLang="zh-CN" sz="1000" dirty="0"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here-10pt</a:t>
                </a:r>
                <a:endParaRPr lang="en-US" altLang="zh-CN" sz="10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1" name="矩形 30"/>
              <p:cNvSpPr/>
              <p:nvPr/>
            </p:nvSpPr>
            <p:spPr bwMode="auto">
              <a:xfrm>
                <a:off x="8486080" y="3882340"/>
                <a:ext cx="1267521" cy="36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normAutofit/>
              </a:bodyPr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lang="en-US" altLang="zh-CN" sz="1000" dirty="0"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here-10pt</a:t>
                </a:r>
                <a:endParaRPr lang="en-US" altLang="zh-CN" sz="10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2" name="矩形 31"/>
              <p:cNvSpPr/>
              <p:nvPr/>
            </p:nvSpPr>
            <p:spPr bwMode="auto">
              <a:xfrm>
                <a:off x="7043359" y="4392007"/>
                <a:ext cx="1267521" cy="36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normAutofit/>
              </a:bodyPr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lang="en-US" altLang="zh-CN" sz="1000" dirty="0"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here-10pt</a:t>
                </a:r>
                <a:endParaRPr lang="en-US" altLang="zh-CN" sz="10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 bwMode="auto">
              <a:xfrm>
                <a:off x="7043359" y="4901674"/>
                <a:ext cx="1267521" cy="36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normAutofit/>
              </a:bodyPr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lang="en-US" altLang="zh-CN" sz="1000" dirty="0"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here-10pt</a:t>
                </a:r>
                <a:endParaRPr lang="en-US" altLang="zh-CN" sz="10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 bwMode="auto">
              <a:xfrm>
                <a:off x="761354" y="2791006"/>
                <a:ext cx="1420050" cy="432000"/>
              </a:xfrm>
              <a:prstGeom prst="rect">
                <a:avLst/>
              </a:prstGeom>
              <a:solidFill>
                <a:schemeClr val="accent2"/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lang="en-US" altLang="zh-CN" sz="12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here-12pt</a:t>
                </a:r>
                <a:endPara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 bwMode="auto">
              <a:xfrm>
                <a:off x="2370148" y="2791006"/>
                <a:ext cx="3034089" cy="432000"/>
              </a:xfrm>
              <a:prstGeom prst="rect">
                <a:avLst/>
              </a:prstGeom>
              <a:solidFill>
                <a:schemeClr val="accent2"/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 fontAlgn="base">
                  <a:spcAft>
                    <a:spcPct val="0"/>
                  </a:spcAft>
                </a:pPr>
                <a:r>
                  <a:rPr lang="en-US" altLang="zh-CN" sz="12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here-12pt</a:t>
                </a:r>
                <a:endParaRPr lang="en-US" alt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7" name="矩形 36"/>
              <p:cNvSpPr/>
              <p:nvPr/>
            </p:nvSpPr>
            <p:spPr bwMode="auto">
              <a:xfrm>
                <a:off x="2370148" y="3372673"/>
                <a:ext cx="3034089" cy="36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fontAlgn="base">
                  <a:spcAft>
                    <a:spcPct val="0"/>
                  </a:spcAft>
                </a:pPr>
                <a:r>
                  <a:rPr lang="en-US" altLang="zh-CN" sz="1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here-11pt</a:t>
                </a:r>
                <a:endParaRPr lang="en-US" altLang="zh-CN" sz="1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 bwMode="auto">
              <a:xfrm>
                <a:off x="2370148" y="3882340"/>
                <a:ext cx="3034089" cy="36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fontAlgn="base">
                  <a:spcAft>
                    <a:spcPct val="0"/>
                  </a:spcAft>
                </a:pPr>
                <a:r>
                  <a:rPr lang="en-US" altLang="zh-CN" sz="11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here-11pt</a:t>
                </a:r>
                <a:endParaRPr lang="en-US" altLang="zh-CN" sz="1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 bwMode="auto">
              <a:xfrm>
                <a:off x="2370148" y="4392007"/>
                <a:ext cx="3034089" cy="36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fontAlgn="base">
                  <a:spcAft>
                    <a:spcPct val="0"/>
                  </a:spcAft>
                </a:pPr>
                <a:r>
                  <a:rPr lang="en-US" altLang="zh-CN" sz="11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here-11pt</a:t>
                </a:r>
                <a:endParaRPr lang="en-US" altLang="zh-CN" sz="1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 bwMode="auto">
              <a:xfrm>
                <a:off x="2370148" y="4901674"/>
                <a:ext cx="3034089" cy="36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fontAlgn="base">
                  <a:spcAft>
                    <a:spcPct val="0"/>
                  </a:spcAft>
                </a:pPr>
                <a:r>
                  <a:rPr lang="en-US" altLang="zh-CN" sz="11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here-11pt</a:t>
                </a:r>
                <a:endParaRPr lang="en-US" altLang="zh-CN" sz="1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1" name="矩形 40"/>
              <p:cNvSpPr/>
              <p:nvPr/>
            </p:nvSpPr>
            <p:spPr bwMode="auto">
              <a:xfrm>
                <a:off x="2370148" y="5411343"/>
                <a:ext cx="3034089" cy="36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fontAlgn="base">
                  <a:spcAft>
                    <a:spcPct val="0"/>
                  </a:spcAft>
                </a:pPr>
                <a:r>
                  <a:rPr lang="en-US" altLang="zh-CN" sz="11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here-11pt</a:t>
                </a:r>
                <a:endParaRPr lang="en-US" altLang="zh-CN" sz="1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2" name="矩形 41"/>
              <p:cNvSpPr/>
              <p:nvPr/>
            </p:nvSpPr>
            <p:spPr bwMode="auto">
              <a:xfrm>
                <a:off x="761354" y="3372673"/>
                <a:ext cx="1420050" cy="36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fontAlgn="base">
                  <a:spcAft>
                    <a:spcPct val="0"/>
                  </a:spcAft>
                </a:pPr>
                <a:r>
                  <a:rPr lang="en-US" altLang="zh-CN" sz="1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here-11pt</a:t>
                </a:r>
                <a:endParaRPr lang="en-US" altLang="zh-CN" sz="1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3" name="矩形 42"/>
              <p:cNvSpPr/>
              <p:nvPr/>
            </p:nvSpPr>
            <p:spPr bwMode="auto">
              <a:xfrm>
                <a:off x="761354" y="3882340"/>
                <a:ext cx="1420050" cy="36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fontAlgn="base">
                  <a:spcAft>
                    <a:spcPct val="0"/>
                  </a:spcAft>
                </a:pPr>
                <a:r>
                  <a:rPr lang="en-US" altLang="zh-CN" sz="11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here-11pt</a:t>
                </a:r>
                <a:endParaRPr lang="en-US" altLang="zh-CN" sz="1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4" name="矩形 43"/>
              <p:cNvSpPr/>
              <p:nvPr/>
            </p:nvSpPr>
            <p:spPr bwMode="auto">
              <a:xfrm>
                <a:off x="761354" y="4392007"/>
                <a:ext cx="1420050" cy="36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fontAlgn="base">
                  <a:spcAft>
                    <a:spcPct val="0"/>
                  </a:spcAft>
                </a:pPr>
                <a:r>
                  <a:rPr lang="en-US" altLang="zh-CN" sz="11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here-11pt</a:t>
                </a:r>
                <a:endParaRPr lang="en-US" altLang="zh-CN" sz="1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8" name="矩形 47"/>
              <p:cNvSpPr/>
              <p:nvPr/>
            </p:nvSpPr>
            <p:spPr bwMode="auto">
              <a:xfrm>
                <a:off x="9928801" y="3882340"/>
                <a:ext cx="1501845" cy="36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fontAlgn="base">
                  <a:spcAft>
                    <a:spcPct val="0"/>
                  </a:spcAft>
                </a:pPr>
                <a:r>
                  <a:rPr lang="en-US" altLang="zh-CN" sz="11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here-11pt</a:t>
                </a:r>
                <a:endParaRPr lang="en-US" altLang="zh-CN" sz="1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59" name="文本框 58"/>
              <p:cNvSpPr txBox="1"/>
              <p:nvPr/>
            </p:nvSpPr>
            <p:spPr>
              <a:xfrm>
                <a:off x="660400" y="1670321"/>
                <a:ext cx="10858500" cy="29360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R="0" lvl="0" indent="0" fontAlgn="auto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Pct val="25000"/>
                  <a:buFontTx/>
                  <a:buNone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Theme color makes PPT more convenient to change. Adjust the spacing to adapt to Chinese typesetting, use the reference line in PPT . 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  <p:sp>
          <p:nvSpPr>
            <p:cNvPr id="36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58500" cy="4976575"/>
            <a:chOff x="660400" y="1266657"/>
            <a:chExt cx="10858500" cy="4976575"/>
          </a:xfrm>
        </p:grpSpPr>
        <p:grpSp>
          <p:nvGrpSpPr>
            <p:cNvPr id="3" name="组合 2"/>
            <p:cNvGrpSpPr/>
            <p:nvPr/>
          </p:nvGrpSpPr>
          <p:grpSpPr>
            <a:xfrm>
              <a:off x="669923" y="1827314"/>
              <a:ext cx="10848976" cy="4415918"/>
              <a:chOff x="669923" y="1827314"/>
              <a:chExt cx="10848976" cy="4415918"/>
            </a:xfrm>
          </p:grpSpPr>
          <p:grpSp>
            <p:nvGrpSpPr>
              <p:cNvPr id="106" name="组合 105"/>
              <p:cNvGrpSpPr/>
              <p:nvPr/>
            </p:nvGrpSpPr>
            <p:grpSpPr>
              <a:xfrm>
                <a:off x="669923" y="1827314"/>
                <a:ext cx="5341199" cy="1332000"/>
                <a:chOff x="669922" y="1263514"/>
                <a:chExt cx="5461535" cy="1512000"/>
              </a:xfrm>
            </p:grpSpPr>
            <p:sp>
              <p:nvSpPr>
                <p:cNvPr id="13" name="矩形 12"/>
                <p:cNvSpPr/>
                <p:nvPr/>
              </p:nvSpPr>
              <p:spPr>
                <a:xfrm>
                  <a:off x="669925" y="1263514"/>
                  <a:ext cx="1152000" cy="1512000"/>
                </a:xfrm>
                <a:prstGeom prst="rect">
                  <a:avLst/>
                </a:pr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  <a:headEnd/>
                      <a:tailEnd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>
                  <a:off x="1904282" y="1964843"/>
                  <a:ext cx="4097315" cy="732278"/>
                </a:xfrm>
                <a:prstGeom prst="rect">
                  <a:avLst/>
                </a:prstGeom>
              </p:spPr>
              <p:txBody>
                <a:bodyPr wrap="square">
                  <a:normAutofit lnSpcReduction="10000"/>
                </a:bodyPr>
                <a:lstStyle/>
                <a:p>
                  <a:pPr marL="171450" marR="0" lvl="0" indent="-17145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Theme color makes PPT more convenient to change.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Supporting text here.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Copy paste  fonts. Choose the only option to retain text. 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" name="矩形 33"/>
                <p:cNvSpPr/>
                <p:nvPr/>
              </p:nvSpPr>
              <p:spPr>
                <a:xfrm>
                  <a:off x="1904282" y="1334023"/>
                  <a:ext cx="4097315" cy="371277"/>
                </a:xfrm>
                <a:prstGeom prst="rect">
                  <a:avLst/>
                </a:prstGeom>
              </p:spPr>
              <p:txBody>
                <a:bodyPr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  <a:defRPr/>
                  </a:pPr>
                  <a:r>
                    <a:rPr lang="en-US" altLang="zh-CN" sz="1400" b="1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Text Here-14pt</a:t>
                  </a:r>
                  <a:endParaRPr lang="en-US" altLang="zh-CN" sz="1400" b="1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" name="矩形 35"/>
                <p:cNvSpPr/>
                <p:nvPr/>
              </p:nvSpPr>
              <p:spPr>
                <a:xfrm>
                  <a:off x="1904282" y="1622017"/>
                  <a:ext cx="4097315" cy="314757"/>
                </a:xfrm>
                <a:prstGeom prst="rect">
                  <a:avLst/>
                </a:prstGeom>
              </p:spPr>
              <p:txBody>
                <a:bodyPr wrap="square">
                  <a:normAutofit lnSpcReduction="10000"/>
                </a:bodyPr>
                <a:lstStyle/>
                <a:p>
                  <a:pPr>
                    <a:lnSpc>
                      <a:spcPct val="120000"/>
                    </a:lnSpc>
                    <a:defRPr/>
                  </a:pPr>
                  <a:r>
                    <a:rPr lang="en-US" altLang="zh-CN" sz="12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Supporting text here-12pt</a:t>
                  </a:r>
                  <a:endParaRPr lang="en-US" altLang="zh-CN" sz="12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669922" y="1263515"/>
                  <a:ext cx="5461535" cy="1511999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5" name="直接连接符 34"/>
                <p:cNvCxnSpPr/>
                <p:nvPr/>
              </p:nvCxnSpPr>
              <p:spPr>
                <a:xfrm>
                  <a:off x="1999136" y="1970128"/>
                  <a:ext cx="3865163" cy="0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7" name="组合 106"/>
              <p:cNvGrpSpPr/>
              <p:nvPr/>
            </p:nvGrpSpPr>
            <p:grpSpPr>
              <a:xfrm>
                <a:off x="669923" y="3369273"/>
                <a:ext cx="5331675" cy="1332000"/>
                <a:chOff x="669922" y="1263514"/>
                <a:chExt cx="5451797" cy="1512000"/>
              </a:xfrm>
            </p:grpSpPr>
            <p:sp>
              <p:nvSpPr>
                <p:cNvPr id="108" name="矩形 107"/>
                <p:cNvSpPr/>
                <p:nvPr/>
              </p:nvSpPr>
              <p:spPr>
                <a:xfrm>
                  <a:off x="669925" y="1263514"/>
                  <a:ext cx="1152000" cy="1512000"/>
                </a:xfrm>
                <a:prstGeom prst="rect">
                  <a:avLst/>
                </a:pr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  <a:headEnd/>
                      <a:tailEnd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9" name="矩形 108"/>
                <p:cNvSpPr/>
                <p:nvPr/>
              </p:nvSpPr>
              <p:spPr>
                <a:xfrm>
                  <a:off x="1904283" y="1964843"/>
                  <a:ext cx="4097314" cy="732278"/>
                </a:xfrm>
                <a:prstGeom prst="rect">
                  <a:avLst/>
                </a:prstGeom>
              </p:spPr>
              <p:txBody>
                <a:bodyPr wrap="square">
                  <a:normAutofit lnSpcReduction="10000"/>
                </a:bodyPr>
                <a:lstStyle/>
                <a:p>
                  <a:pPr marL="171450" marR="0" lvl="0" indent="-17145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Theme color makes PPT more convenient to change.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Supporting text here.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Copy paste  fonts. Choose the only option to retain text. 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" name="矩形 109"/>
                <p:cNvSpPr/>
                <p:nvPr/>
              </p:nvSpPr>
              <p:spPr>
                <a:xfrm>
                  <a:off x="1904283" y="1334023"/>
                  <a:ext cx="4097314" cy="371277"/>
                </a:xfrm>
                <a:prstGeom prst="rect">
                  <a:avLst/>
                </a:prstGeom>
              </p:spPr>
              <p:txBody>
                <a:bodyPr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  <a:defRPr/>
                  </a:pPr>
                  <a:r>
                    <a:rPr lang="en-US" altLang="zh-CN" sz="1400" b="1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Text Here-14pt</a:t>
                  </a:r>
                  <a:endParaRPr lang="en-US" altLang="zh-CN" sz="1400" b="1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" name="矩形 110"/>
                <p:cNvSpPr/>
                <p:nvPr/>
              </p:nvSpPr>
              <p:spPr>
                <a:xfrm>
                  <a:off x="1904283" y="1622017"/>
                  <a:ext cx="4097314" cy="314757"/>
                </a:xfrm>
                <a:prstGeom prst="rect">
                  <a:avLst/>
                </a:prstGeom>
              </p:spPr>
              <p:txBody>
                <a:bodyPr wrap="square">
                  <a:normAutofit lnSpcReduction="10000"/>
                </a:bodyPr>
                <a:lstStyle/>
                <a:p>
                  <a:pPr>
                    <a:lnSpc>
                      <a:spcPct val="120000"/>
                    </a:lnSpc>
                    <a:defRPr/>
                  </a:pPr>
                  <a:r>
                    <a:rPr lang="en-US" altLang="zh-CN" sz="12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Supporting text here-12pt</a:t>
                  </a:r>
                  <a:endParaRPr lang="en-US" altLang="zh-CN" sz="12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" name="矩形 111"/>
                <p:cNvSpPr/>
                <p:nvPr/>
              </p:nvSpPr>
              <p:spPr>
                <a:xfrm>
                  <a:off x="669922" y="1263515"/>
                  <a:ext cx="5451797" cy="1511999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13" name="直接连接符 112"/>
                <p:cNvCxnSpPr/>
                <p:nvPr/>
              </p:nvCxnSpPr>
              <p:spPr>
                <a:xfrm>
                  <a:off x="1999136" y="1970128"/>
                  <a:ext cx="3865163" cy="0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4" name="组合 113"/>
              <p:cNvGrpSpPr/>
              <p:nvPr/>
            </p:nvGrpSpPr>
            <p:grpSpPr>
              <a:xfrm>
                <a:off x="669924" y="4911232"/>
                <a:ext cx="5331674" cy="1332000"/>
                <a:chOff x="669923" y="1263514"/>
                <a:chExt cx="5451796" cy="1512000"/>
              </a:xfrm>
            </p:grpSpPr>
            <p:sp>
              <p:nvSpPr>
                <p:cNvPr id="115" name="矩形 114"/>
                <p:cNvSpPr/>
                <p:nvPr/>
              </p:nvSpPr>
              <p:spPr>
                <a:xfrm>
                  <a:off x="669925" y="1263514"/>
                  <a:ext cx="1152000" cy="1512000"/>
                </a:xfrm>
                <a:prstGeom prst="rect">
                  <a:avLst/>
                </a:pr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  <a:headEnd/>
                      <a:tailEnd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6" name="矩形 115"/>
                <p:cNvSpPr/>
                <p:nvPr/>
              </p:nvSpPr>
              <p:spPr>
                <a:xfrm>
                  <a:off x="1904283" y="1964843"/>
                  <a:ext cx="4097314" cy="732278"/>
                </a:xfrm>
                <a:prstGeom prst="rect">
                  <a:avLst/>
                </a:prstGeom>
              </p:spPr>
              <p:txBody>
                <a:bodyPr wrap="square">
                  <a:normAutofit lnSpcReduction="10000"/>
                </a:bodyPr>
                <a:lstStyle/>
                <a:p>
                  <a:pPr marL="171450" marR="0" lvl="0" indent="-17145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Theme color makes PPT more convenient to change.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Supporting text here.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Copy paste  fonts. Choose the only option to retain text. 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" name="矩形 116"/>
                <p:cNvSpPr/>
                <p:nvPr/>
              </p:nvSpPr>
              <p:spPr>
                <a:xfrm>
                  <a:off x="1904283" y="1334023"/>
                  <a:ext cx="4097314" cy="371277"/>
                </a:xfrm>
                <a:prstGeom prst="rect">
                  <a:avLst/>
                </a:prstGeom>
              </p:spPr>
              <p:txBody>
                <a:bodyPr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  <a:defRPr/>
                  </a:pPr>
                  <a:r>
                    <a:rPr lang="en-US" altLang="zh-CN" sz="1400" b="1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Text Here-14pt</a:t>
                  </a:r>
                  <a:endParaRPr lang="en-US" altLang="zh-CN" sz="1400" b="1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8" name="矩形 117"/>
                <p:cNvSpPr/>
                <p:nvPr/>
              </p:nvSpPr>
              <p:spPr>
                <a:xfrm>
                  <a:off x="1904283" y="1622017"/>
                  <a:ext cx="4097314" cy="314757"/>
                </a:xfrm>
                <a:prstGeom prst="rect">
                  <a:avLst/>
                </a:prstGeom>
              </p:spPr>
              <p:txBody>
                <a:bodyPr wrap="square">
                  <a:normAutofit lnSpcReduction="10000"/>
                </a:bodyPr>
                <a:lstStyle/>
                <a:p>
                  <a:pPr>
                    <a:lnSpc>
                      <a:spcPct val="120000"/>
                    </a:lnSpc>
                    <a:defRPr/>
                  </a:pPr>
                  <a:r>
                    <a:rPr lang="en-US" altLang="zh-CN" sz="12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Supporting text here-12pt</a:t>
                  </a:r>
                  <a:endParaRPr lang="en-US" altLang="zh-CN" sz="12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9" name="矩形 118"/>
                <p:cNvSpPr/>
                <p:nvPr/>
              </p:nvSpPr>
              <p:spPr>
                <a:xfrm>
                  <a:off x="669923" y="1263515"/>
                  <a:ext cx="5451796" cy="1511999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0" name="直接连接符 119"/>
                <p:cNvCxnSpPr/>
                <p:nvPr/>
              </p:nvCxnSpPr>
              <p:spPr>
                <a:xfrm>
                  <a:off x="1999136" y="1970128"/>
                  <a:ext cx="3865163" cy="0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1" name="组合 120"/>
              <p:cNvGrpSpPr/>
              <p:nvPr/>
            </p:nvGrpSpPr>
            <p:grpSpPr>
              <a:xfrm>
                <a:off x="6177700" y="1827314"/>
                <a:ext cx="5341199" cy="1332000"/>
                <a:chOff x="669922" y="1263514"/>
                <a:chExt cx="5461535" cy="1512000"/>
              </a:xfrm>
            </p:grpSpPr>
            <p:sp>
              <p:nvSpPr>
                <p:cNvPr id="122" name="矩形 121"/>
                <p:cNvSpPr/>
                <p:nvPr/>
              </p:nvSpPr>
              <p:spPr>
                <a:xfrm>
                  <a:off x="669925" y="1263514"/>
                  <a:ext cx="1152000" cy="1512000"/>
                </a:xfrm>
                <a:prstGeom prst="rect">
                  <a:avLst/>
                </a:pr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  <a:headEnd/>
                      <a:tailEnd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3" name="矩形 122"/>
                <p:cNvSpPr/>
                <p:nvPr/>
              </p:nvSpPr>
              <p:spPr>
                <a:xfrm>
                  <a:off x="1904283" y="1964843"/>
                  <a:ext cx="4097314" cy="732278"/>
                </a:xfrm>
                <a:prstGeom prst="rect">
                  <a:avLst/>
                </a:prstGeom>
              </p:spPr>
              <p:txBody>
                <a:bodyPr wrap="square">
                  <a:normAutofit lnSpcReduction="10000"/>
                </a:bodyPr>
                <a:lstStyle/>
                <a:p>
                  <a:pPr marL="171450" marR="0" lvl="0" indent="-17145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Theme color makes PPT more convenient to change.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Supporting text here.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Copy paste  fonts. Choose the only option to retain text. 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" name="矩形 123"/>
                <p:cNvSpPr/>
                <p:nvPr/>
              </p:nvSpPr>
              <p:spPr>
                <a:xfrm>
                  <a:off x="1904283" y="1334023"/>
                  <a:ext cx="4097314" cy="371277"/>
                </a:xfrm>
                <a:prstGeom prst="rect">
                  <a:avLst/>
                </a:prstGeom>
              </p:spPr>
              <p:txBody>
                <a:bodyPr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  <a:defRPr/>
                  </a:pPr>
                  <a:r>
                    <a:rPr lang="en-US" altLang="zh-CN" sz="1400" b="1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Text Here-14pt</a:t>
                  </a:r>
                  <a:endParaRPr lang="en-US" altLang="zh-CN" sz="1400" b="1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" name="矩形 124"/>
                <p:cNvSpPr/>
                <p:nvPr/>
              </p:nvSpPr>
              <p:spPr>
                <a:xfrm>
                  <a:off x="1904283" y="1622017"/>
                  <a:ext cx="4097314" cy="314757"/>
                </a:xfrm>
                <a:prstGeom prst="rect">
                  <a:avLst/>
                </a:prstGeom>
              </p:spPr>
              <p:txBody>
                <a:bodyPr wrap="square">
                  <a:normAutofit lnSpcReduction="10000"/>
                </a:bodyPr>
                <a:lstStyle/>
                <a:p>
                  <a:pPr>
                    <a:lnSpc>
                      <a:spcPct val="120000"/>
                    </a:lnSpc>
                    <a:defRPr/>
                  </a:pPr>
                  <a:r>
                    <a:rPr lang="en-US" altLang="zh-CN" sz="12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Supporting text here-12pt</a:t>
                  </a:r>
                  <a:endParaRPr lang="en-US" altLang="zh-CN" sz="12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" name="矩形 125"/>
                <p:cNvSpPr/>
                <p:nvPr/>
              </p:nvSpPr>
              <p:spPr>
                <a:xfrm>
                  <a:off x="669922" y="1263515"/>
                  <a:ext cx="5461535" cy="1511999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7" name="直接连接符 126"/>
                <p:cNvCxnSpPr/>
                <p:nvPr/>
              </p:nvCxnSpPr>
              <p:spPr>
                <a:xfrm>
                  <a:off x="1999136" y="1970128"/>
                  <a:ext cx="3865163" cy="0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8" name="组合 127"/>
              <p:cNvGrpSpPr/>
              <p:nvPr/>
            </p:nvGrpSpPr>
            <p:grpSpPr>
              <a:xfrm>
                <a:off x="6177700" y="3369273"/>
                <a:ext cx="5341199" cy="1332000"/>
                <a:chOff x="669922" y="1263514"/>
                <a:chExt cx="5461535" cy="1512000"/>
              </a:xfrm>
            </p:grpSpPr>
            <p:sp>
              <p:nvSpPr>
                <p:cNvPr id="129" name="矩形 128"/>
                <p:cNvSpPr/>
                <p:nvPr/>
              </p:nvSpPr>
              <p:spPr>
                <a:xfrm>
                  <a:off x="669925" y="1263514"/>
                  <a:ext cx="1152000" cy="1512000"/>
                </a:xfrm>
                <a:prstGeom prst="rect">
                  <a:avLst/>
                </a:pr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  <a:headEnd/>
                      <a:tailEnd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0" name="矩形 129"/>
                <p:cNvSpPr/>
                <p:nvPr/>
              </p:nvSpPr>
              <p:spPr>
                <a:xfrm>
                  <a:off x="1904283" y="1964843"/>
                  <a:ext cx="4097314" cy="732278"/>
                </a:xfrm>
                <a:prstGeom prst="rect">
                  <a:avLst/>
                </a:prstGeom>
              </p:spPr>
              <p:txBody>
                <a:bodyPr wrap="square">
                  <a:normAutofit lnSpcReduction="10000"/>
                </a:bodyPr>
                <a:lstStyle/>
                <a:p>
                  <a:pPr marL="171450" marR="0" lvl="0" indent="-17145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Theme color makes PPT more convenient to change.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Supporting text here.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Copy paste  fonts. Choose the only option to retain text. 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1" name="矩形 130"/>
                <p:cNvSpPr/>
                <p:nvPr/>
              </p:nvSpPr>
              <p:spPr>
                <a:xfrm>
                  <a:off x="1904283" y="1334023"/>
                  <a:ext cx="4097314" cy="371277"/>
                </a:xfrm>
                <a:prstGeom prst="rect">
                  <a:avLst/>
                </a:prstGeom>
              </p:spPr>
              <p:txBody>
                <a:bodyPr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  <a:defRPr/>
                  </a:pPr>
                  <a:r>
                    <a:rPr lang="en-US" altLang="zh-CN" sz="1400" b="1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Text Here-14pt</a:t>
                  </a:r>
                  <a:endParaRPr lang="en-US" altLang="zh-CN" sz="1400" b="1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2" name="矩形 131"/>
                <p:cNvSpPr/>
                <p:nvPr/>
              </p:nvSpPr>
              <p:spPr>
                <a:xfrm>
                  <a:off x="1904283" y="1622017"/>
                  <a:ext cx="4097314" cy="314757"/>
                </a:xfrm>
                <a:prstGeom prst="rect">
                  <a:avLst/>
                </a:prstGeom>
              </p:spPr>
              <p:txBody>
                <a:bodyPr wrap="square">
                  <a:normAutofit lnSpcReduction="10000"/>
                </a:bodyPr>
                <a:lstStyle/>
                <a:p>
                  <a:pPr>
                    <a:lnSpc>
                      <a:spcPct val="120000"/>
                    </a:lnSpc>
                    <a:defRPr/>
                  </a:pPr>
                  <a:r>
                    <a:rPr lang="en-US" altLang="zh-CN" sz="12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Supporting text here-12pt</a:t>
                  </a:r>
                  <a:endParaRPr lang="en-US" altLang="zh-CN" sz="12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3" name="矩形 132"/>
                <p:cNvSpPr/>
                <p:nvPr/>
              </p:nvSpPr>
              <p:spPr>
                <a:xfrm>
                  <a:off x="669922" y="1263515"/>
                  <a:ext cx="5461535" cy="1511999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34" name="直接连接符 133"/>
                <p:cNvCxnSpPr/>
                <p:nvPr/>
              </p:nvCxnSpPr>
              <p:spPr>
                <a:xfrm>
                  <a:off x="1999136" y="1970128"/>
                  <a:ext cx="3865163" cy="0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5" name="组合 134"/>
              <p:cNvGrpSpPr/>
              <p:nvPr/>
            </p:nvGrpSpPr>
            <p:grpSpPr>
              <a:xfrm>
                <a:off x="6177700" y="4911232"/>
                <a:ext cx="5341199" cy="1332000"/>
                <a:chOff x="669922" y="1263514"/>
                <a:chExt cx="5461535" cy="1512000"/>
              </a:xfrm>
            </p:grpSpPr>
            <p:sp>
              <p:nvSpPr>
                <p:cNvPr id="136" name="矩形 135"/>
                <p:cNvSpPr/>
                <p:nvPr/>
              </p:nvSpPr>
              <p:spPr>
                <a:xfrm>
                  <a:off x="669925" y="1263514"/>
                  <a:ext cx="1152000" cy="1512000"/>
                </a:xfrm>
                <a:prstGeom prst="rect">
                  <a:avLst/>
                </a:pr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  <a:headEnd/>
                      <a:tailEnd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7" name="矩形 136"/>
                <p:cNvSpPr/>
                <p:nvPr/>
              </p:nvSpPr>
              <p:spPr>
                <a:xfrm>
                  <a:off x="1904282" y="1964843"/>
                  <a:ext cx="4097315" cy="732278"/>
                </a:xfrm>
                <a:prstGeom prst="rect">
                  <a:avLst/>
                </a:prstGeom>
              </p:spPr>
              <p:txBody>
                <a:bodyPr wrap="square">
                  <a:normAutofit lnSpcReduction="10000"/>
                </a:bodyPr>
                <a:lstStyle/>
                <a:p>
                  <a:pPr marL="171450" marR="0" lvl="0" indent="-17145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Theme color makes PPT more convenient to change.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Supporting text here.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Copy paste  fonts. Choose the only option to retain text. 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" name="矩形 137"/>
                <p:cNvSpPr/>
                <p:nvPr/>
              </p:nvSpPr>
              <p:spPr>
                <a:xfrm>
                  <a:off x="1904282" y="1334023"/>
                  <a:ext cx="4097315" cy="371277"/>
                </a:xfrm>
                <a:prstGeom prst="rect">
                  <a:avLst/>
                </a:prstGeom>
              </p:spPr>
              <p:txBody>
                <a:bodyPr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  <a:defRPr/>
                  </a:pPr>
                  <a:r>
                    <a:rPr lang="en-US" altLang="zh-CN" sz="1400" b="1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Text Here-14pt</a:t>
                  </a:r>
                  <a:endParaRPr lang="en-US" altLang="zh-CN" sz="1400" b="1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" name="矩形 138"/>
                <p:cNvSpPr/>
                <p:nvPr/>
              </p:nvSpPr>
              <p:spPr>
                <a:xfrm>
                  <a:off x="1904282" y="1622017"/>
                  <a:ext cx="4097315" cy="314757"/>
                </a:xfrm>
                <a:prstGeom prst="rect">
                  <a:avLst/>
                </a:prstGeom>
              </p:spPr>
              <p:txBody>
                <a:bodyPr wrap="square">
                  <a:normAutofit lnSpcReduction="10000"/>
                </a:bodyPr>
                <a:lstStyle/>
                <a:p>
                  <a:pPr>
                    <a:lnSpc>
                      <a:spcPct val="120000"/>
                    </a:lnSpc>
                    <a:defRPr/>
                  </a:pPr>
                  <a:r>
                    <a:rPr lang="en-US" altLang="zh-CN" sz="12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Supporting text here-12pt</a:t>
                  </a:r>
                  <a:endParaRPr lang="en-US" altLang="zh-CN" sz="12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0" name="矩形 139"/>
                <p:cNvSpPr/>
                <p:nvPr/>
              </p:nvSpPr>
              <p:spPr>
                <a:xfrm>
                  <a:off x="669922" y="1263515"/>
                  <a:ext cx="5461535" cy="1511999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41" name="直接连接符 140"/>
                <p:cNvCxnSpPr/>
                <p:nvPr/>
              </p:nvCxnSpPr>
              <p:spPr>
                <a:xfrm>
                  <a:off x="1999136" y="1970128"/>
                  <a:ext cx="3865163" cy="0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9" name="文本占位符 4"/>
            <p:cNvSpPr txBox="1"/>
            <p:nvPr/>
          </p:nvSpPr>
          <p:spPr>
            <a:xfrm>
              <a:off x="660400" y="1266657"/>
              <a:ext cx="5341199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  <p:sp>
          <p:nvSpPr>
            <p:cNvPr id="50" name="文本占位符 4"/>
            <p:cNvSpPr txBox="1"/>
            <p:nvPr/>
          </p:nvSpPr>
          <p:spPr>
            <a:xfrm>
              <a:off x="6177701" y="1266657"/>
              <a:ext cx="5341199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1266657"/>
            <a:ext cx="12192000" cy="5064611"/>
            <a:chOff x="0" y="1266657"/>
            <a:chExt cx="12192000" cy="5064611"/>
          </a:xfrm>
        </p:grpSpPr>
        <p:grpSp>
          <p:nvGrpSpPr>
            <p:cNvPr id="5" name="Group 16"/>
            <p:cNvGrpSpPr/>
            <p:nvPr/>
          </p:nvGrpSpPr>
          <p:grpSpPr>
            <a:xfrm>
              <a:off x="0" y="1833165"/>
              <a:ext cx="12192000" cy="4498103"/>
              <a:chOff x="0" y="1439863"/>
              <a:chExt cx="12192000" cy="4498103"/>
            </a:xfrm>
          </p:grpSpPr>
          <p:sp>
            <p:nvSpPr>
              <p:cNvPr id="6" name="iṥḷíḑe"/>
              <p:cNvSpPr/>
              <p:nvPr/>
            </p:nvSpPr>
            <p:spPr>
              <a:xfrm>
                <a:off x="0" y="4653136"/>
                <a:ext cx="12192000" cy="1284830"/>
              </a:xfrm>
              <a:prstGeom prst="trapezoid">
                <a:avLst>
                  <a:gd name="adj" fmla="val 110363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endParaRPr sz="1600" dirty="0"/>
              </a:p>
            </p:txBody>
          </p:sp>
          <p:grpSp>
            <p:nvGrpSpPr>
              <p:cNvPr id="7" name="组合 6"/>
              <p:cNvGrpSpPr/>
              <p:nvPr/>
            </p:nvGrpSpPr>
            <p:grpSpPr>
              <a:xfrm>
                <a:off x="1356783" y="1439863"/>
                <a:ext cx="9063653" cy="3883108"/>
                <a:chOff x="1356783" y="1058060"/>
                <a:chExt cx="9063653" cy="3883108"/>
              </a:xfrm>
            </p:grpSpPr>
            <p:sp>
              <p:nvSpPr>
                <p:cNvPr id="8" name="íṡľîḍé"/>
                <p:cNvSpPr/>
                <p:nvPr/>
              </p:nvSpPr>
              <p:spPr>
                <a:xfrm>
                  <a:off x="6227549" y="1058060"/>
                  <a:ext cx="4192887" cy="3883108"/>
                </a:xfrm>
                <a:prstGeom prst="snip1Rect">
                  <a:avLst>
                    <a:gd name="adj" fmla="val 29383"/>
                  </a:avLst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:endParaRPr sz="1600"/>
                </a:p>
              </p:txBody>
            </p:sp>
            <p:sp>
              <p:nvSpPr>
                <p:cNvPr id="9" name="ïŝḷíḍê"/>
                <p:cNvSpPr/>
                <p:nvPr/>
              </p:nvSpPr>
              <p:spPr>
                <a:xfrm>
                  <a:off x="1356783" y="1058060"/>
                  <a:ext cx="4192887" cy="3883108"/>
                </a:xfrm>
                <a:prstGeom prst="snip1Rect">
                  <a:avLst>
                    <a:gd name="adj" fmla="val 29383"/>
                  </a:avLst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:endParaRPr sz="1600"/>
                </a:p>
              </p:txBody>
            </p:sp>
            <p:sp>
              <p:nvSpPr>
                <p:cNvPr id="10" name="ïṧ1íďê"/>
                <p:cNvSpPr/>
                <p:nvPr/>
              </p:nvSpPr>
              <p:spPr>
                <a:xfrm>
                  <a:off x="1356784" y="2022569"/>
                  <a:ext cx="4192885" cy="2104562"/>
                </a:xfrm>
                <a:prstGeom prst="snip2SameRect">
                  <a:avLst>
                    <a:gd name="adj1" fmla="val 0"/>
                    <a:gd name="adj2" fmla="val 0"/>
                  </a:avLst>
                </a:prstGeom>
                <a:ln>
                  <a:noFill/>
                </a:ln>
              </p:spPr>
              <p:txBody>
                <a:bodyPr wrap="square" lIns="91440" tIns="45720" rIns="91440" bIns="45720" anchor="t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172720" indent="-172720">
                    <a:lnSpc>
                      <a:spcPct val="120000"/>
                    </a:lnSpc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/>
                    <a:t>Supporting text here</a:t>
                  </a:r>
                  <a:endParaRPr lang="en-US" altLang="zh-CN" sz="1200" dirty="0"/>
                </a:p>
                <a:p>
                  <a:pPr marL="172720" indent="-172720">
                    <a:lnSpc>
                      <a:spcPct val="120000"/>
                    </a:lnSpc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/>
                    <a:t>Supporting text here</a:t>
                  </a:r>
                  <a:endParaRPr lang="en-US" altLang="zh-CN" sz="1200" dirty="0"/>
                </a:p>
                <a:p>
                  <a:pPr marL="172720" indent="-172720">
                    <a:lnSpc>
                      <a:spcPct val="120000"/>
                    </a:lnSpc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/>
                    <a:t>……</a:t>
                  </a:r>
                  <a:endParaRPr lang="en-US" altLang="zh-CN" sz="1200" dirty="0"/>
                </a:p>
                <a:p>
                  <a:pPr marL="285750" indent="-285750">
                    <a:lnSpc>
                      <a:spcPct val="120000"/>
                    </a:lnSpc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endParaRPr lang="en-US" altLang="zh-CN" sz="1200" dirty="0"/>
                </a:p>
              </p:txBody>
            </p:sp>
            <p:sp>
              <p:nvSpPr>
                <p:cNvPr id="11" name="íṣ1iḑé"/>
                <p:cNvSpPr txBox="1"/>
                <p:nvPr/>
              </p:nvSpPr>
              <p:spPr bwMode="auto">
                <a:xfrm>
                  <a:off x="1356784" y="1490341"/>
                  <a:ext cx="4192885" cy="5162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</a:pPr>
                  <a:r>
                    <a:rPr lang="en-US" altLang="zh-CN" sz="1600" b="1" dirty="0"/>
                    <a:t>Text Here</a:t>
                  </a:r>
                  <a:endParaRPr lang="en-US" altLang="zh-CN" sz="1600" b="1" dirty="0"/>
                </a:p>
              </p:txBody>
            </p:sp>
            <p:sp>
              <p:nvSpPr>
                <p:cNvPr id="12" name="íś1îḓè"/>
                <p:cNvSpPr/>
                <p:nvPr/>
              </p:nvSpPr>
              <p:spPr bwMode="auto">
                <a:xfrm>
                  <a:off x="4661965" y="1058060"/>
                  <a:ext cx="887707" cy="897489"/>
                </a:xfrm>
                <a:custGeom>
                  <a:avLst/>
                  <a:gdLst>
                    <a:gd name="T0" fmla="*/ 608 w 608"/>
                    <a:gd name="T1" fmla="*/ 0 h 608"/>
                    <a:gd name="T2" fmla="*/ 0 w 608"/>
                    <a:gd name="T3" fmla="*/ 0 h 608"/>
                    <a:gd name="T4" fmla="*/ 608 w 608"/>
                    <a:gd name="T5" fmla="*/ 608 h 608"/>
                    <a:gd name="T6" fmla="*/ 608 w 608"/>
                    <a:gd name="T7" fmla="*/ 0 h 6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08" h="608">
                      <a:moveTo>
                        <a:pt x="608" y="0"/>
                      </a:moveTo>
                      <a:lnTo>
                        <a:pt x="0" y="0"/>
                      </a:lnTo>
                      <a:lnTo>
                        <a:pt x="608" y="608"/>
                      </a:lnTo>
                      <a:lnTo>
                        <a:pt x="608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3175">
                  <a:solidFill>
                    <a:schemeClr val="accent1"/>
                  </a:solidFill>
                  <a:prstDash val="solid"/>
                  <a:round/>
                </a:ln>
                <a:effectLst/>
              </p:spPr>
              <p:txBody>
                <a:bodyPr vert="horz" wrap="square" lIns="121920" tIns="60960" rIns="121920" bIns="60960" anchor="t" anchorCtr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r"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ko-KR" sz="2000" b="1" dirty="0">
                      <a:solidFill>
                        <a:schemeClr val="bg1"/>
                      </a:solidFill>
                    </a:rPr>
                    <a:t>1</a:t>
                  </a:r>
                  <a:endParaRPr lang="en-US" altLang="ko-K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iśľiďé"/>
                <p:cNvSpPr/>
                <p:nvPr/>
              </p:nvSpPr>
              <p:spPr>
                <a:xfrm>
                  <a:off x="6223595" y="2022569"/>
                  <a:ext cx="4192885" cy="2104562"/>
                </a:xfrm>
                <a:prstGeom prst="snip2SameRect">
                  <a:avLst>
                    <a:gd name="adj1" fmla="val 0"/>
                    <a:gd name="adj2" fmla="val 0"/>
                  </a:avLst>
                </a:prstGeom>
                <a:ln>
                  <a:noFill/>
                </a:ln>
              </p:spPr>
              <p:txBody>
                <a:bodyPr wrap="square" lIns="91440" tIns="45720" rIns="91440" bIns="45720" anchor="t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172720" indent="-172720">
                    <a:lnSpc>
                      <a:spcPct val="120000"/>
                    </a:lnSpc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/>
                    <a:t>Supporting text here</a:t>
                  </a:r>
                  <a:endParaRPr lang="en-US" altLang="zh-CN" sz="1200" dirty="0"/>
                </a:p>
                <a:p>
                  <a:pPr marL="172720" indent="-172720">
                    <a:lnSpc>
                      <a:spcPct val="120000"/>
                    </a:lnSpc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/>
                    <a:t>Supporting text here</a:t>
                  </a:r>
                  <a:endParaRPr lang="en-US" altLang="zh-CN" sz="1200" dirty="0"/>
                </a:p>
                <a:p>
                  <a:pPr marL="172720" indent="-172720">
                    <a:lnSpc>
                      <a:spcPct val="120000"/>
                    </a:lnSpc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200" dirty="0"/>
                    <a:t>…… -12pt</a:t>
                  </a:r>
                  <a:endParaRPr lang="en-US" altLang="zh-CN" sz="1200" dirty="0"/>
                </a:p>
                <a:p>
                  <a:pPr marL="285750" indent="-285750">
                    <a:lnSpc>
                      <a:spcPct val="120000"/>
                    </a:lnSpc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endParaRPr lang="en-US" altLang="zh-CN" sz="1200" dirty="0"/>
                </a:p>
              </p:txBody>
            </p:sp>
            <p:sp>
              <p:nvSpPr>
                <p:cNvPr id="14" name="işlïḓe"/>
                <p:cNvSpPr txBox="1"/>
                <p:nvPr/>
              </p:nvSpPr>
              <p:spPr bwMode="auto">
                <a:xfrm>
                  <a:off x="6223595" y="1490341"/>
                  <a:ext cx="4192885" cy="5162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</a:pPr>
                  <a:r>
                    <a:rPr lang="en-US" altLang="zh-CN" sz="1600" b="1" dirty="0"/>
                    <a:t>Text Here -16pt</a:t>
                  </a:r>
                  <a:endParaRPr lang="en-US" altLang="zh-CN" sz="1600" b="1" dirty="0"/>
                </a:p>
              </p:txBody>
            </p:sp>
            <p:sp>
              <p:nvSpPr>
                <p:cNvPr id="15" name="ïśḷide" title="ry6MHxwOH8WsTKLSa514qPVJnvhhWFnRDjZGIbRZNsFBp"/>
                <p:cNvSpPr/>
                <p:nvPr/>
              </p:nvSpPr>
              <p:spPr bwMode="auto">
                <a:xfrm>
                  <a:off x="2878020" y="3702881"/>
                  <a:ext cx="1150412" cy="832196"/>
                </a:xfrm>
                <a:custGeom>
                  <a:avLst/>
                  <a:gdLst>
                    <a:gd name="connsiteX0" fmla="*/ 0 w 608697"/>
                    <a:gd name="connsiteY0" fmla="*/ 384511 h 440328"/>
                    <a:gd name="connsiteX1" fmla="*/ 273317 w 608697"/>
                    <a:gd name="connsiteY1" fmla="*/ 384511 h 440328"/>
                    <a:gd name="connsiteX2" fmla="*/ 273317 w 608697"/>
                    <a:gd name="connsiteY2" fmla="*/ 415512 h 440328"/>
                    <a:gd name="connsiteX3" fmla="*/ 335380 w 608697"/>
                    <a:gd name="connsiteY3" fmla="*/ 415512 h 440328"/>
                    <a:gd name="connsiteX4" fmla="*/ 335380 w 608697"/>
                    <a:gd name="connsiteY4" fmla="*/ 384511 h 440328"/>
                    <a:gd name="connsiteX5" fmla="*/ 608697 w 608697"/>
                    <a:gd name="connsiteY5" fmla="*/ 384511 h 440328"/>
                    <a:gd name="connsiteX6" fmla="*/ 608697 w 608697"/>
                    <a:gd name="connsiteY6" fmla="*/ 415512 h 440328"/>
                    <a:gd name="connsiteX7" fmla="*/ 583857 w 608697"/>
                    <a:gd name="connsiteY7" fmla="*/ 440328 h 440328"/>
                    <a:gd name="connsiteX8" fmla="*/ 24840 w 608697"/>
                    <a:gd name="connsiteY8" fmla="*/ 440328 h 440328"/>
                    <a:gd name="connsiteX9" fmla="*/ 0 w 608697"/>
                    <a:gd name="connsiteY9" fmla="*/ 415512 h 440328"/>
                    <a:gd name="connsiteX10" fmla="*/ 216210 w 608697"/>
                    <a:gd name="connsiteY10" fmla="*/ 86798 h 440328"/>
                    <a:gd name="connsiteX11" fmla="*/ 269323 w 608697"/>
                    <a:gd name="connsiteY11" fmla="*/ 179836 h 440328"/>
                    <a:gd name="connsiteX12" fmla="*/ 236052 w 608697"/>
                    <a:gd name="connsiteY12" fmla="*/ 179836 h 440328"/>
                    <a:gd name="connsiteX13" fmla="*/ 236052 w 608697"/>
                    <a:gd name="connsiteY13" fmla="*/ 210824 h 440328"/>
                    <a:gd name="connsiteX14" fmla="*/ 285734 w 608697"/>
                    <a:gd name="connsiteY14" fmla="*/ 210824 h 440328"/>
                    <a:gd name="connsiteX15" fmla="*/ 285734 w 608697"/>
                    <a:gd name="connsiteY15" fmla="*/ 235629 h 440328"/>
                    <a:gd name="connsiteX16" fmla="*/ 236052 w 608697"/>
                    <a:gd name="connsiteY16" fmla="*/ 235629 h 440328"/>
                    <a:gd name="connsiteX17" fmla="*/ 236052 w 608697"/>
                    <a:gd name="connsiteY17" fmla="*/ 260434 h 440328"/>
                    <a:gd name="connsiteX18" fmla="*/ 285734 w 608697"/>
                    <a:gd name="connsiteY18" fmla="*/ 260434 h 440328"/>
                    <a:gd name="connsiteX19" fmla="*/ 285734 w 608697"/>
                    <a:gd name="connsiteY19" fmla="*/ 285239 h 440328"/>
                    <a:gd name="connsiteX20" fmla="*/ 323033 w 608697"/>
                    <a:gd name="connsiteY20" fmla="*/ 285239 h 440328"/>
                    <a:gd name="connsiteX21" fmla="*/ 323033 w 608697"/>
                    <a:gd name="connsiteY21" fmla="*/ 260434 h 440328"/>
                    <a:gd name="connsiteX22" fmla="*/ 372715 w 608697"/>
                    <a:gd name="connsiteY22" fmla="*/ 260434 h 440328"/>
                    <a:gd name="connsiteX23" fmla="*/ 372715 w 608697"/>
                    <a:gd name="connsiteY23" fmla="*/ 235629 h 440328"/>
                    <a:gd name="connsiteX24" fmla="*/ 323033 w 608697"/>
                    <a:gd name="connsiteY24" fmla="*/ 235629 h 440328"/>
                    <a:gd name="connsiteX25" fmla="*/ 323033 w 608697"/>
                    <a:gd name="connsiteY25" fmla="*/ 210824 h 440328"/>
                    <a:gd name="connsiteX26" fmla="*/ 372715 w 608697"/>
                    <a:gd name="connsiteY26" fmla="*/ 210824 h 440328"/>
                    <a:gd name="connsiteX27" fmla="*/ 372715 w 608697"/>
                    <a:gd name="connsiteY27" fmla="*/ 179836 h 440328"/>
                    <a:gd name="connsiteX28" fmla="*/ 339444 w 608697"/>
                    <a:gd name="connsiteY28" fmla="*/ 179836 h 440328"/>
                    <a:gd name="connsiteX29" fmla="*/ 392558 w 608697"/>
                    <a:gd name="connsiteY29" fmla="*/ 86798 h 440328"/>
                    <a:gd name="connsiteX30" fmla="*/ 348993 w 608697"/>
                    <a:gd name="connsiteY30" fmla="*/ 86798 h 440328"/>
                    <a:gd name="connsiteX31" fmla="*/ 304831 w 608697"/>
                    <a:gd name="connsiteY31" fmla="*/ 167396 h 440328"/>
                    <a:gd name="connsiteX32" fmla="*/ 303936 w 608697"/>
                    <a:gd name="connsiteY32" fmla="*/ 167396 h 440328"/>
                    <a:gd name="connsiteX33" fmla="*/ 259849 w 608697"/>
                    <a:gd name="connsiteY33" fmla="*/ 86798 h 440328"/>
                    <a:gd name="connsiteX34" fmla="*/ 87007 w 608697"/>
                    <a:gd name="connsiteY34" fmla="*/ 37188 h 440328"/>
                    <a:gd name="connsiteX35" fmla="*/ 521760 w 608697"/>
                    <a:gd name="connsiteY35" fmla="*/ 37188 h 440328"/>
                    <a:gd name="connsiteX36" fmla="*/ 521760 w 608697"/>
                    <a:gd name="connsiteY36" fmla="*/ 322484 h 440328"/>
                    <a:gd name="connsiteX37" fmla="*/ 87007 w 608697"/>
                    <a:gd name="connsiteY37" fmla="*/ 322484 h 440328"/>
                    <a:gd name="connsiteX38" fmla="*/ 74518 w 608697"/>
                    <a:gd name="connsiteY38" fmla="*/ 24802 h 440328"/>
                    <a:gd name="connsiteX39" fmla="*/ 74518 w 608697"/>
                    <a:gd name="connsiteY39" fmla="*/ 334870 h 440328"/>
                    <a:gd name="connsiteX40" fmla="*/ 534179 w 608697"/>
                    <a:gd name="connsiteY40" fmla="*/ 334870 h 440328"/>
                    <a:gd name="connsiteX41" fmla="*/ 534179 w 608697"/>
                    <a:gd name="connsiteY41" fmla="*/ 24802 h 440328"/>
                    <a:gd name="connsiteX42" fmla="*/ 74518 w 608697"/>
                    <a:gd name="connsiteY42" fmla="*/ 0 h 440328"/>
                    <a:gd name="connsiteX43" fmla="*/ 534179 w 608697"/>
                    <a:gd name="connsiteY43" fmla="*/ 0 h 440328"/>
                    <a:gd name="connsiteX44" fmla="*/ 559019 w 608697"/>
                    <a:gd name="connsiteY44" fmla="*/ 24802 h 440328"/>
                    <a:gd name="connsiteX45" fmla="*/ 559019 w 608697"/>
                    <a:gd name="connsiteY45" fmla="*/ 359672 h 440328"/>
                    <a:gd name="connsiteX46" fmla="*/ 49678 w 608697"/>
                    <a:gd name="connsiteY46" fmla="*/ 359672 h 440328"/>
                    <a:gd name="connsiteX47" fmla="*/ 49678 w 608697"/>
                    <a:gd name="connsiteY47" fmla="*/ 24802 h 440328"/>
                    <a:gd name="connsiteX48" fmla="*/ 74518 w 608697"/>
                    <a:gd name="connsiteY48" fmla="*/ 0 h 440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</a:cxnLst>
                  <a:rect l="l" t="t" r="r" b="b"/>
                  <a:pathLst>
                    <a:path w="608697" h="440328">
                      <a:moveTo>
                        <a:pt x="0" y="384511"/>
                      </a:moveTo>
                      <a:lnTo>
                        <a:pt x="273317" y="384511"/>
                      </a:lnTo>
                      <a:lnTo>
                        <a:pt x="273317" y="415512"/>
                      </a:lnTo>
                      <a:lnTo>
                        <a:pt x="335380" y="415512"/>
                      </a:lnTo>
                      <a:lnTo>
                        <a:pt x="335380" y="384511"/>
                      </a:lnTo>
                      <a:lnTo>
                        <a:pt x="608697" y="384511"/>
                      </a:lnTo>
                      <a:lnTo>
                        <a:pt x="608697" y="415512"/>
                      </a:lnTo>
                      <a:cubicBezTo>
                        <a:pt x="608697" y="429150"/>
                        <a:pt x="597508" y="440328"/>
                        <a:pt x="583857" y="440328"/>
                      </a:cubicBezTo>
                      <a:lnTo>
                        <a:pt x="24840" y="440328"/>
                      </a:lnTo>
                      <a:cubicBezTo>
                        <a:pt x="11189" y="440328"/>
                        <a:pt x="0" y="429150"/>
                        <a:pt x="0" y="415512"/>
                      </a:cubicBezTo>
                      <a:close/>
                      <a:moveTo>
                        <a:pt x="216210" y="86798"/>
                      </a:moveTo>
                      <a:lnTo>
                        <a:pt x="269323" y="179836"/>
                      </a:lnTo>
                      <a:lnTo>
                        <a:pt x="236052" y="179836"/>
                      </a:lnTo>
                      <a:lnTo>
                        <a:pt x="236052" y="210824"/>
                      </a:lnTo>
                      <a:lnTo>
                        <a:pt x="285734" y="210824"/>
                      </a:lnTo>
                      <a:lnTo>
                        <a:pt x="285734" y="235629"/>
                      </a:lnTo>
                      <a:lnTo>
                        <a:pt x="236052" y="235629"/>
                      </a:lnTo>
                      <a:lnTo>
                        <a:pt x="236052" y="260434"/>
                      </a:lnTo>
                      <a:lnTo>
                        <a:pt x="285734" y="260434"/>
                      </a:lnTo>
                      <a:lnTo>
                        <a:pt x="285734" y="285239"/>
                      </a:lnTo>
                      <a:lnTo>
                        <a:pt x="323033" y="285239"/>
                      </a:lnTo>
                      <a:lnTo>
                        <a:pt x="323033" y="260434"/>
                      </a:lnTo>
                      <a:lnTo>
                        <a:pt x="372715" y="260434"/>
                      </a:lnTo>
                      <a:lnTo>
                        <a:pt x="372715" y="235629"/>
                      </a:lnTo>
                      <a:lnTo>
                        <a:pt x="323033" y="235629"/>
                      </a:lnTo>
                      <a:lnTo>
                        <a:pt x="323033" y="210824"/>
                      </a:lnTo>
                      <a:lnTo>
                        <a:pt x="372715" y="210824"/>
                      </a:lnTo>
                      <a:lnTo>
                        <a:pt x="372715" y="179836"/>
                      </a:lnTo>
                      <a:lnTo>
                        <a:pt x="339444" y="179836"/>
                      </a:lnTo>
                      <a:lnTo>
                        <a:pt x="392558" y="86798"/>
                      </a:lnTo>
                      <a:lnTo>
                        <a:pt x="348993" y="86798"/>
                      </a:lnTo>
                      <a:lnTo>
                        <a:pt x="304831" y="167396"/>
                      </a:lnTo>
                      <a:lnTo>
                        <a:pt x="303936" y="167396"/>
                      </a:lnTo>
                      <a:lnTo>
                        <a:pt x="259849" y="86798"/>
                      </a:lnTo>
                      <a:close/>
                      <a:moveTo>
                        <a:pt x="87007" y="37188"/>
                      </a:moveTo>
                      <a:lnTo>
                        <a:pt x="521760" y="37188"/>
                      </a:lnTo>
                      <a:lnTo>
                        <a:pt x="521760" y="322484"/>
                      </a:lnTo>
                      <a:lnTo>
                        <a:pt x="87007" y="322484"/>
                      </a:lnTo>
                      <a:close/>
                      <a:moveTo>
                        <a:pt x="74518" y="24802"/>
                      </a:moveTo>
                      <a:lnTo>
                        <a:pt x="74518" y="334870"/>
                      </a:lnTo>
                      <a:lnTo>
                        <a:pt x="534179" y="334870"/>
                      </a:lnTo>
                      <a:lnTo>
                        <a:pt x="534179" y="24802"/>
                      </a:lnTo>
                      <a:close/>
                      <a:moveTo>
                        <a:pt x="74518" y="0"/>
                      </a:moveTo>
                      <a:lnTo>
                        <a:pt x="534179" y="0"/>
                      </a:lnTo>
                      <a:cubicBezTo>
                        <a:pt x="547830" y="0"/>
                        <a:pt x="559019" y="11172"/>
                        <a:pt x="559019" y="24802"/>
                      </a:cubicBezTo>
                      <a:lnTo>
                        <a:pt x="559019" y="359672"/>
                      </a:lnTo>
                      <a:lnTo>
                        <a:pt x="49678" y="359672"/>
                      </a:lnTo>
                      <a:lnTo>
                        <a:pt x="49678" y="24802"/>
                      </a:lnTo>
                      <a:cubicBezTo>
                        <a:pt x="49678" y="11172"/>
                        <a:pt x="60867" y="0"/>
                        <a:pt x="745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wrap="square" lIns="91440" tIns="45720" rIns="91440" bIns="4572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endParaRPr lang="zh-CN" altLang="en-US" sz="1600" dirty="0"/>
                </a:p>
              </p:txBody>
            </p:sp>
            <p:sp>
              <p:nvSpPr>
                <p:cNvPr id="16" name="íś1îḓè"/>
                <p:cNvSpPr/>
                <p:nvPr/>
              </p:nvSpPr>
              <p:spPr bwMode="auto">
                <a:xfrm>
                  <a:off x="9532729" y="1058060"/>
                  <a:ext cx="887707" cy="897489"/>
                </a:xfrm>
                <a:custGeom>
                  <a:avLst/>
                  <a:gdLst>
                    <a:gd name="T0" fmla="*/ 608 w 608"/>
                    <a:gd name="T1" fmla="*/ 0 h 608"/>
                    <a:gd name="T2" fmla="*/ 0 w 608"/>
                    <a:gd name="T3" fmla="*/ 0 h 608"/>
                    <a:gd name="T4" fmla="*/ 608 w 608"/>
                    <a:gd name="T5" fmla="*/ 608 h 608"/>
                    <a:gd name="T6" fmla="*/ 608 w 608"/>
                    <a:gd name="T7" fmla="*/ 0 h 6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08" h="608">
                      <a:moveTo>
                        <a:pt x="608" y="0"/>
                      </a:moveTo>
                      <a:lnTo>
                        <a:pt x="0" y="0"/>
                      </a:lnTo>
                      <a:lnTo>
                        <a:pt x="608" y="608"/>
                      </a:lnTo>
                      <a:lnTo>
                        <a:pt x="60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3175">
                  <a:solidFill>
                    <a:schemeClr val="accent2"/>
                  </a:solidFill>
                  <a:prstDash val="solid"/>
                  <a:round/>
                </a:ln>
                <a:effectLst/>
              </p:spPr>
              <p:txBody>
                <a:bodyPr vert="horz" wrap="square" lIns="121920" tIns="60960" rIns="121920" bIns="60960" anchor="t" anchorCtr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r"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2000" b="1" dirty="0">
                      <a:solidFill>
                        <a:schemeClr val="bg1"/>
                      </a:solidFill>
                    </a:rPr>
                    <a:t>2</a:t>
                  </a:r>
                  <a:endParaRPr lang="en-US" altLang="ko-K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ïśḷide" title="ry6MHxwOH8WsTKLSa514qPVJnvhhWFnRDjZGIbRZNsFBp"/>
                <p:cNvSpPr/>
                <p:nvPr/>
              </p:nvSpPr>
              <p:spPr bwMode="auto">
                <a:xfrm>
                  <a:off x="7877074" y="3717252"/>
                  <a:ext cx="885926" cy="803454"/>
                </a:xfrm>
                <a:custGeom>
                  <a:avLst/>
                  <a:gdLst>
                    <a:gd name="connsiteX0" fmla="*/ 308584 w 604251"/>
                    <a:gd name="connsiteY0" fmla="*/ 289801 h 548000"/>
                    <a:gd name="connsiteX1" fmla="*/ 347312 w 604251"/>
                    <a:gd name="connsiteY1" fmla="*/ 305261 h 548000"/>
                    <a:gd name="connsiteX2" fmla="*/ 362568 w 604251"/>
                    <a:gd name="connsiteY2" fmla="*/ 340867 h 548000"/>
                    <a:gd name="connsiteX3" fmla="*/ 345199 w 604251"/>
                    <a:gd name="connsiteY3" fmla="*/ 340867 h 548000"/>
                    <a:gd name="connsiteX4" fmla="*/ 333464 w 604251"/>
                    <a:gd name="connsiteY4" fmla="*/ 316974 h 548000"/>
                    <a:gd name="connsiteX5" fmla="*/ 308819 w 604251"/>
                    <a:gd name="connsiteY5" fmla="*/ 308072 h 548000"/>
                    <a:gd name="connsiteX6" fmla="*/ 277368 w 604251"/>
                    <a:gd name="connsiteY6" fmla="*/ 324235 h 548000"/>
                    <a:gd name="connsiteX7" fmla="*/ 267979 w 604251"/>
                    <a:gd name="connsiteY7" fmla="*/ 347425 h 548000"/>
                    <a:gd name="connsiteX8" fmla="*/ 327361 w 604251"/>
                    <a:gd name="connsiteY8" fmla="*/ 347425 h 548000"/>
                    <a:gd name="connsiteX9" fmla="*/ 322902 w 604251"/>
                    <a:gd name="connsiteY9" fmla="*/ 362417 h 548000"/>
                    <a:gd name="connsiteX10" fmla="*/ 265867 w 604251"/>
                    <a:gd name="connsiteY10" fmla="*/ 362417 h 548000"/>
                    <a:gd name="connsiteX11" fmla="*/ 265397 w 604251"/>
                    <a:gd name="connsiteY11" fmla="*/ 373895 h 548000"/>
                    <a:gd name="connsiteX12" fmla="*/ 265632 w 604251"/>
                    <a:gd name="connsiteY12" fmla="*/ 379283 h 548000"/>
                    <a:gd name="connsiteX13" fmla="*/ 327361 w 604251"/>
                    <a:gd name="connsiteY13" fmla="*/ 379283 h 548000"/>
                    <a:gd name="connsiteX14" fmla="*/ 322902 w 604251"/>
                    <a:gd name="connsiteY14" fmla="*/ 394275 h 548000"/>
                    <a:gd name="connsiteX15" fmla="*/ 267275 w 604251"/>
                    <a:gd name="connsiteY15" fmla="*/ 394275 h 548000"/>
                    <a:gd name="connsiteX16" fmla="*/ 276194 w 604251"/>
                    <a:gd name="connsiteY16" fmla="*/ 418402 h 548000"/>
                    <a:gd name="connsiteX17" fmla="*/ 308350 w 604251"/>
                    <a:gd name="connsiteY17" fmla="*/ 435502 h 548000"/>
                    <a:gd name="connsiteX18" fmla="*/ 338393 w 604251"/>
                    <a:gd name="connsiteY18" fmla="*/ 417465 h 548000"/>
                    <a:gd name="connsiteX19" fmla="*/ 346608 w 604251"/>
                    <a:gd name="connsiteY19" fmla="*/ 392635 h 548000"/>
                    <a:gd name="connsiteX20" fmla="*/ 363976 w 604251"/>
                    <a:gd name="connsiteY20" fmla="*/ 392635 h 548000"/>
                    <a:gd name="connsiteX21" fmla="*/ 348485 w 604251"/>
                    <a:gd name="connsiteY21" fmla="*/ 433862 h 548000"/>
                    <a:gd name="connsiteX22" fmla="*/ 306237 w 604251"/>
                    <a:gd name="connsiteY22" fmla="*/ 454007 h 548000"/>
                    <a:gd name="connsiteX23" fmla="*/ 267979 w 604251"/>
                    <a:gd name="connsiteY23" fmla="*/ 437610 h 548000"/>
                    <a:gd name="connsiteX24" fmla="*/ 249202 w 604251"/>
                    <a:gd name="connsiteY24" fmla="*/ 394275 h 548000"/>
                    <a:gd name="connsiteX25" fmla="*/ 222210 w 604251"/>
                    <a:gd name="connsiteY25" fmla="*/ 394275 h 548000"/>
                    <a:gd name="connsiteX26" fmla="*/ 226670 w 604251"/>
                    <a:gd name="connsiteY26" fmla="*/ 379283 h 548000"/>
                    <a:gd name="connsiteX27" fmla="*/ 247559 w 604251"/>
                    <a:gd name="connsiteY27" fmla="*/ 379283 h 548000"/>
                    <a:gd name="connsiteX28" fmla="*/ 247324 w 604251"/>
                    <a:gd name="connsiteY28" fmla="*/ 370382 h 548000"/>
                    <a:gd name="connsiteX29" fmla="*/ 247559 w 604251"/>
                    <a:gd name="connsiteY29" fmla="*/ 362417 h 548000"/>
                    <a:gd name="connsiteX30" fmla="*/ 222210 w 604251"/>
                    <a:gd name="connsiteY30" fmla="*/ 362417 h 548000"/>
                    <a:gd name="connsiteX31" fmla="*/ 226670 w 604251"/>
                    <a:gd name="connsiteY31" fmla="*/ 347425 h 548000"/>
                    <a:gd name="connsiteX32" fmla="*/ 249202 w 604251"/>
                    <a:gd name="connsiteY32" fmla="*/ 347425 h 548000"/>
                    <a:gd name="connsiteX33" fmla="*/ 262815 w 604251"/>
                    <a:gd name="connsiteY33" fmla="*/ 313694 h 548000"/>
                    <a:gd name="connsiteX34" fmla="*/ 308584 w 604251"/>
                    <a:gd name="connsiteY34" fmla="*/ 289801 h 548000"/>
                    <a:gd name="connsiteX35" fmla="*/ 302008 w 604251"/>
                    <a:gd name="connsiteY35" fmla="*/ 254609 h 548000"/>
                    <a:gd name="connsiteX36" fmla="*/ 184678 w 604251"/>
                    <a:gd name="connsiteY36" fmla="*/ 371778 h 548000"/>
                    <a:gd name="connsiteX37" fmla="*/ 302008 w 604251"/>
                    <a:gd name="connsiteY37" fmla="*/ 489181 h 548000"/>
                    <a:gd name="connsiteX38" fmla="*/ 419573 w 604251"/>
                    <a:gd name="connsiteY38" fmla="*/ 371778 h 548000"/>
                    <a:gd name="connsiteX39" fmla="*/ 302008 w 604251"/>
                    <a:gd name="connsiteY39" fmla="*/ 254609 h 548000"/>
                    <a:gd name="connsiteX40" fmla="*/ 259154 w 604251"/>
                    <a:gd name="connsiteY40" fmla="*/ 0 h 548000"/>
                    <a:gd name="connsiteX41" fmla="*/ 283940 w 604251"/>
                    <a:gd name="connsiteY41" fmla="*/ 10194 h 548000"/>
                    <a:gd name="connsiteX42" fmla="*/ 283940 w 604251"/>
                    <a:gd name="connsiteY42" fmla="*/ 59873 h 548000"/>
                    <a:gd name="connsiteX43" fmla="*/ 242639 w 604251"/>
                    <a:gd name="connsiteY43" fmla="*/ 65966 h 548000"/>
                    <a:gd name="connsiteX44" fmla="*/ 138919 w 604251"/>
                    <a:gd name="connsiteY44" fmla="*/ 169309 h 548000"/>
                    <a:gd name="connsiteX45" fmla="*/ 465332 w 604251"/>
                    <a:gd name="connsiteY45" fmla="*/ 169309 h 548000"/>
                    <a:gd name="connsiteX46" fmla="*/ 361612 w 604251"/>
                    <a:gd name="connsiteY46" fmla="*/ 65966 h 548000"/>
                    <a:gd name="connsiteX47" fmla="*/ 320077 w 604251"/>
                    <a:gd name="connsiteY47" fmla="*/ 59873 h 548000"/>
                    <a:gd name="connsiteX48" fmla="*/ 320077 w 604251"/>
                    <a:gd name="connsiteY48" fmla="*/ 10194 h 548000"/>
                    <a:gd name="connsiteX49" fmla="*/ 369825 w 604251"/>
                    <a:gd name="connsiteY49" fmla="*/ 10194 h 548000"/>
                    <a:gd name="connsiteX50" fmla="*/ 375926 w 604251"/>
                    <a:gd name="connsiteY50" fmla="*/ 51672 h 548000"/>
                    <a:gd name="connsiteX51" fmla="*/ 493726 w 604251"/>
                    <a:gd name="connsiteY51" fmla="*/ 169309 h 548000"/>
                    <a:gd name="connsiteX52" fmla="*/ 548167 w 604251"/>
                    <a:gd name="connsiteY52" fmla="*/ 169309 h 548000"/>
                    <a:gd name="connsiteX53" fmla="*/ 604251 w 604251"/>
                    <a:gd name="connsiteY53" fmla="*/ 210787 h 548000"/>
                    <a:gd name="connsiteX54" fmla="*/ 561778 w 604251"/>
                    <a:gd name="connsiteY54" fmla="*/ 250859 h 548000"/>
                    <a:gd name="connsiteX55" fmla="*/ 538546 w 604251"/>
                    <a:gd name="connsiteY55" fmla="*/ 492462 h 548000"/>
                    <a:gd name="connsiteX56" fmla="*/ 476361 w 604251"/>
                    <a:gd name="connsiteY56" fmla="*/ 548000 h 548000"/>
                    <a:gd name="connsiteX57" fmla="*/ 127890 w 604251"/>
                    <a:gd name="connsiteY57" fmla="*/ 548000 h 548000"/>
                    <a:gd name="connsiteX58" fmla="*/ 65705 w 604251"/>
                    <a:gd name="connsiteY58" fmla="*/ 492462 h 548000"/>
                    <a:gd name="connsiteX59" fmla="*/ 42474 w 604251"/>
                    <a:gd name="connsiteY59" fmla="*/ 250859 h 548000"/>
                    <a:gd name="connsiteX60" fmla="*/ 0 w 604251"/>
                    <a:gd name="connsiteY60" fmla="*/ 210787 h 548000"/>
                    <a:gd name="connsiteX61" fmla="*/ 56084 w 604251"/>
                    <a:gd name="connsiteY61" fmla="*/ 169309 h 548000"/>
                    <a:gd name="connsiteX62" fmla="*/ 110525 w 604251"/>
                    <a:gd name="connsiteY62" fmla="*/ 169309 h 548000"/>
                    <a:gd name="connsiteX63" fmla="*/ 228325 w 604251"/>
                    <a:gd name="connsiteY63" fmla="*/ 51672 h 548000"/>
                    <a:gd name="connsiteX64" fmla="*/ 234192 w 604251"/>
                    <a:gd name="connsiteY64" fmla="*/ 10194 h 548000"/>
                    <a:gd name="connsiteX65" fmla="*/ 259154 w 604251"/>
                    <a:gd name="connsiteY65" fmla="*/ 0 h 54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4251" h="548000">
                      <a:moveTo>
                        <a:pt x="308584" y="289801"/>
                      </a:moveTo>
                      <a:cubicBezTo>
                        <a:pt x="325249" y="289801"/>
                        <a:pt x="338158" y="294955"/>
                        <a:pt x="347312" y="305261"/>
                      </a:cubicBezTo>
                      <a:cubicBezTo>
                        <a:pt x="356465" y="315802"/>
                        <a:pt x="361629" y="327515"/>
                        <a:pt x="362568" y="340867"/>
                      </a:cubicBezTo>
                      <a:lnTo>
                        <a:pt x="345199" y="340867"/>
                      </a:lnTo>
                      <a:cubicBezTo>
                        <a:pt x="343322" y="330794"/>
                        <a:pt x="339331" y="322830"/>
                        <a:pt x="333464" y="316974"/>
                      </a:cubicBezTo>
                      <a:cubicBezTo>
                        <a:pt x="327596" y="311117"/>
                        <a:pt x="319381" y="308072"/>
                        <a:pt x="308819" y="308072"/>
                      </a:cubicBezTo>
                      <a:cubicBezTo>
                        <a:pt x="295910" y="308072"/>
                        <a:pt x="285348" y="313460"/>
                        <a:pt x="277368" y="324235"/>
                      </a:cubicBezTo>
                      <a:cubicBezTo>
                        <a:pt x="272908" y="330326"/>
                        <a:pt x="269857" y="338056"/>
                        <a:pt x="267979" y="347425"/>
                      </a:cubicBezTo>
                      <a:lnTo>
                        <a:pt x="327361" y="347425"/>
                      </a:lnTo>
                      <a:lnTo>
                        <a:pt x="322902" y="362417"/>
                      </a:lnTo>
                      <a:lnTo>
                        <a:pt x="265867" y="362417"/>
                      </a:lnTo>
                      <a:cubicBezTo>
                        <a:pt x="265632" y="366165"/>
                        <a:pt x="265397" y="369913"/>
                        <a:pt x="265397" y="373895"/>
                      </a:cubicBezTo>
                      <a:cubicBezTo>
                        <a:pt x="265397" y="375769"/>
                        <a:pt x="265632" y="377409"/>
                        <a:pt x="265632" y="379283"/>
                      </a:cubicBezTo>
                      <a:lnTo>
                        <a:pt x="327361" y="379283"/>
                      </a:lnTo>
                      <a:lnTo>
                        <a:pt x="322902" y="394275"/>
                      </a:lnTo>
                      <a:lnTo>
                        <a:pt x="267275" y="394275"/>
                      </a:lnTo>
                      <a:cubicBezTo>
                        <a:pt x="268918" y="403644"/>
                        <a:pt x="271969" y="411609"/>
                        <a:pt x="276194" y="418402"/>
                      </a:cubicBezTo>
                      <a:cubicBezTo>
                        <a:pt x="283470" y="429646"/>
                        <a:pt x="294032" y="435502"/>
                        <a:pt x="308350" y="435502"/>
                      </a:cubicBezTo>
                      <a:cubicBezTo>
                        <a:pt x="321493" y="435502"/>
                        <a:pt x="331586" y="429411"/>
                        <a:pt x="338393" y="417465"/>
                      </a:cubicBezTo>
                      <a:cubicBezTo>
                        <a:pt x="341913" y="411140"/>
                        <a:pt x="344730" y="402942"/>
                        <a:pt x="346608" y="392635"/>
                      </a:cubicBezTo>
                      <a:lnTo>
                        <a:pt x="363976" y="392635"/>
                      </a:lnTo>
                      <a:cubicBezTo>
                        <a:pt x="362333" y="409032"/>
                        <a:pt x="357170" y="422852"/>
                        <a:pt x="348485" y="433862"/>
                      </a:cubicBezTo>
                      <a:cubicBezTo>
                        <a:pt x="338158" y="447448"/>
                        <a:pt x="324075" y="454007"/>
                        <a:pt x="306237" y="454007"/>
                      </a:cubicBezTo>
                      <a:cubicBezTo>
                        <a:pt x="291216" y="454007"/>
                        <a:pt x="278306" y="448619"/>
                        <a:pt x="267979" y="437610"/>
                      </a:cubicBezTo>
                      <a:cubicBezTo>
                        <a:pt x="258121" y="427303"/>
                        <a:pt x="251784" y="412780"/>
                        <a:pt x="249202" y="394275"/>
                      </a:cubicBezTo>
                      <a:lnTo>
                        <a:pt x="222210" y="394275"/>
                      </a:lnTo>
                      <a:lnTo>
                        <a:pt x="226670" y="379283"/>
                      </a:lnTo>
                      <a:lnTo>
                        <a:pt x="247559" y="379283"/>
                      </a:lnTo>
                      <a:cubicBezTo>
                        <a:pt x="247324" y="376472"/>
                        <a:pt x="247324" y="373427"/>
                        <a:pt x="247324" y="370382"/>
                      </a:cubicBezTo>
                      <a:cubicBezTo>
                        <a:pt x="247324" y="367805"/>
                        <a:pt x="247324" y="365228"/>
                        <a:pt x="247559" y="362417"/>
                      </a:cubicBezTo>
                      <a:lnTo>
                        <a:pt x="222210" y="362417"/>
                      </a:lnTo>
                      <a:lnTo>
                        <a:pt x="226670" y="347425"/>
                      </a:lnTo>
                      <a:lnTo>
                        <a:pt x="249202" y="347425"/>
                      </a:lnTo>
                      <a:cubicBezTo>
                        <a:pt x="251784" y="334542"/>
                        <a:pt x="256243" y="323298"/>
                        <a:pt x="262815" y="313694"/>
                      </a:cubicBezTo>
                      <a:cubicBezTo>
                        <a:pt x="273847" y="297765"/>
                        <a:pt x="289103" y="289801"/>
                        <a:pt x="308584" y="289801"/>
                      </a:cubicBezTo>
                      <a:close/>
                      <a:moveTo>
                        <a:pt x="302008" y="254609"/>
                      </a:moveTo>
                      <a:cubicBezTo>
                        <a:pt x="237242" y="254609"/>
                        <a:pt x="184678" y="307100"/>
                        <a:pt x="184678" y="371778"/>
                      </a:cubicBezTo>
                      <a:cubicBezTo>
                        <a:pt x="184678" y="436689"/>
                        <a:pt x="237242" y="489181"/>
                        <a:pt x="302008" y="489181"/>
                      </a:cubicBezTo>
                      <a:cubicBezTo>
                        <a:pt x="367009" y="489181"/>
                        <a:pt x="419573" y="436689"/>
                        <a:pt x="419573" y="371778"/>
                      </a:cubicBezTo>
                      <a:cubicBezTo>
                        <a:pt x="419573" y="307100"/>
                        <a:pt x="367009" y="254609"/>
                        <a:pt x="302008" y="254609"/>
                      </a:cubicBezTo>
                      <a:close/>
                      <a:moveTo>
                        <a:pt x="259154" y="0"/>
                      </a:moveTo>
                      <a:cubicBezTo>
                        <a:pt x="268159" y="0"/>
                        <a:pt x="277135" y="3398"/>
                        <a:pt x="283940" y="10194"/>
                      </a:cubicBezTo>
                      <a:cubicBezTo>
                        <a:pt x="297785" y="24020"/>
                        <a:pt x="297785" y="46282"/>
                        <a:pt x="283940" y="59873"/>
                      </a:cubicBezTo>
                      <a:cubicBezTo>
                        <a:pt x="272676" y="71122"/>
                        <a:pt x="255780" y="72996"/>
                        <a:pt x="242639" y="65966"/>
                      </a:cubicBezTo>
                      <a:lnTo>
                        <a:pt x="138919" y="169309"/>
                      </a:lnTo>
                      <a:lnTo>
                        <a:pt x="465332" y="169309"/>
                      </a:lnTo>
                      <a:lnTo>
                        <a:pt x="361612" y="65966"/>
                      </a:lnTo>
                      <a:cubicBezTo>
                        <a:pt x="348237" y="72996"/>
                        <a:pt x="331341" y="71122"/>
                        <a:pt x="320077" y="59873"/>
                      </a:cubicBezTo>
                      <a:cubicBezTo>
                        <a:pt x="306467" y="46282"/>
                        <a:pt x="306467" y="24020"/>
                        <a:pt x="320077" y="10194"/>
                      </a:cubicBezTo>
                      <a:cubicBezTo>
                        <a:pt x="333922" y="-3398"/>
                        <a:pt x="356215" y="-3398"/>
                        <a:pt x="369825" y="10194"/>
                      </a:cubicBezTo>
                      <a:cubicBezTo>
                        <a:pt x="381089" y="21442"/>
                        <a:pt x="382966" y="38314"/>
                        <a:pt x="375926" y="51672"/>
                      </a:cubicBezTo>
                      <a:lnTo>
                        <a:pt x="493726" y="169309"/>
                      </a:lnTo>
                      <a:lnTo>
                        <a:pt x="548167" y="169309"/>
                      </a:lnTo>
                      <a:cubicBezTo>
                        <a:pt x="578908" y="169309"/>
                        <a:pt x="604251" y="188057"/>
                        <a:pt x="604251" y="210787"/>
                      </a:cubicBezTo>
                      <a:cubicBezTo>
                        <a:pt x="604251" y="230003"/>
                        <a:pt x="586182" y="246172"/>
                        <a:pt x="561778" y="250859"/>
                      </a:cubicBezTo>
                      <a:lnTo>
                        <a:pt x="538546" y="492462"/>
                      </a:lnTo>
                      <a:cubicBezTo>
                        <a:pt x="535026" y="522926"/>
                        <a:pt x="507102" y="548000"/>
                        <a:pt x="476361" y="548000"/>
                      </a:cubicBezTo>
                      <a:lnTo>
                        <a:pt x="127890" y="548000"/>
                      </a:lnTo>
                      <a:cubicBezTo>
                        <a:pt x="97150" y="548000"/>
                        <a:pt x="69225" y="522926"/>
                        <a:pt x="65705" y="492462"/>
                      </a:cubicBezTo>
                      <a:lnTo>
                        <a:pt x="42474" y="250859"/>
                      </a:lnTo>
                      <a:cubicBezTo>
                        <a:pt x="18069" y="246172"/>
                        <a:pt x="0" y="230003"/>
                        <a:pt x="0" y="210787"/>
                      </a:cubicBezTo>
                      <a:cubicBezTo>
                        <a:pt x="0" y="188057"/>
                        <a:pt x="25109" y="169309"/>
                        <a:pt x="56084" y="169309"/>
                      </a:cubicBezTo>
                      <a:lnTo>
                        <a:pt x="110525" y="169309"/>
                      </a:lnTo>
                      <a:lnTo>
                        <a:pt x="228325" y="51672"/>
                      </a:lnTo>
                      <a:cubicBezTo>
                        <a:pt x="221051" y="38314"/>
                        <a:pt x="222928" y="21442"/>
                        <a:pt x="234192" y="10194"/>
                      </a:cubicBezTo>
                      <a:cubicBezTo>
                        <a:pt x="241114" y="3398"/>
                        <a:pt x="250148" y="0"/>
                        <a:pt x="25915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wrap="square" lIns="91440" tIns="45720" rIns="91440" bIns="4572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endParaRPr lang="zh-CN" altLang="en-US" sz="1600" dirty="0"/>
                </a:p>
              </p:txBody>
            </p:sp>
          </p:grpSp>
        </p:grpSp>
        <p:sp>
          <p:nvSpPr>
            <p:cNvPr id="18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60089" cy="4294989"/>
            <a:chOff x="660400" y="1266657"/>
            <a:chExt cx="10860089" cy="4294989"/>
          </a:xfrm>
        </p:grpSpPr>
        <p:sp>
          <p:nvSpPr>
            <p:cNvPr id="36" name="文本框 35"/>
            <p:cNvSpPr txBox="1"/>
            <p:nvPr/>
          </p:nvSpPr>
          <p:spPr>
            <a:xfrm>
              <a:off x="660400" y="1670321"/>
              <a:ext cx="10858500" cy="293607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marR="0" lvl="0" indent="0" fontAlgn="auto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Tx/>
                <a:buSzPct val="25000"/>
                <a:buFontTx/>
                <a:buNone/>
                <a:defRPr/>
              </a:pPr>
              <a:r>
                <a:rPr lang="en-US" altLang="zh-CN" sz="1200" dirty="0">
                  <a:latin typeface="Arial" panose="020B0604020202020204" pitchFamily="34" charset="0"/>
                  <a:ea typeface="微软雅黑" panose="020B0503020204020204" charset="-122"/>
                </a:rPr>
                <a:t>Adjust the spacing to adapt to Chinese typesetting, use the reference line in PPT . </a:t>
              </a:r>
              <a:endParaRPr lang="en-US" altLang="zh-CN" sz="12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671512" y="2425065"/>
              <a:ext cx="10848977" cy="3136581"/>
              <a:chOff x="671512" y="2425065"/>
              <a:chExt cx="10848977" cy="3136581"/>
            </a:xfrm>
          </p:grpSpPr>
          <p:pic>
            <p:nvPicPr>
              <p:cNvPr id="19" name="Graphic 159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600933" y="2766382"/>
                <a:ext cx="399888" cy="399888"/>
              </a:xfrm>
              <a:prstGeom prst="rect">
                <a:avLst/>
              </a:prstGeom>
            </p:spPr>
          </p:pic>
          <p:pic>
            <p:nvPicPr>
              <p:cNvPr id="20" name="Graphic 160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635554" y="4815649"/>
                <a:ext cx="365267" cy="365267"/>
              </a:xfrm>
              <a:prstGeom prst="rect">
                <a:avLst/>
              </a:prstGeom>
            </p:spPr>
          </p:pic>
          <p:pic>
            <p:nvPicPr>
              <p:cNvPr id="21" name="Graphic 161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190443" y="4797970"/>
                <a:ext cx="400624" cy="400624"/>
              </a:xfrm>
              <a:prstGeom prst="rect">
                <a:avLst/>
              </a:prstGeom>
            </p:spPr>
          </p:pic>
          <p:pic>
            <p:nvPicPr>
              <p:cNvPr id="22" name="Graphic 162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225023" y="2800227"/>
                <a:ext cx="366043" cy="366043"/>
              </a:xfrm>
              <a:prstGeom prst="rect">
                <a:avLst/>
              </a:prstGeom>
            </p:spPr>
          </p:pic>
          <p:grpSp>
            <p:nvGrpSpPr>
              <p:cNvPr id="23" name="Group 4"/>
              <p:cNvGrpSpPr/>
              <p:nvPr/>
            </p:nvGrpSpPr>
            <p:grpSpPr>
              <a:xfrm>
                <a:off x="8804429" y="2689436"/>
                <a:ext cx="2716060" cy="832333"/>
                <a:chOff x="8802840" y="2835127"/>
                <a:chExt cx="2716060" cy="832333"/>
              </a:xfrm>
            </p:grpSpPr>
            <p:sp>
              <p:nvSpPr>
                <p:cNvPr id="24" name="TextBox 137"/>
                <p:cNvSpPr txBox="1"/>
                <p:nvPr/>
              </p:nvSpPr>
              <p:spPr>
                <a:xfrm>
                  <a:off x="8802841" y="3152254"/>
                  <a:ext cx="2716059" cy="5152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marR="0" lvl="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Copy paste  fonts. Choose the only option to retain text. </a:t>
                  </a:r>
                  <a:endPara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TextBox 138"/>
                <p:cNvSpPr txBox="1"/>
                <p:nvPr/>
              </p:nvSpPr>
              <p:spPr>
                <a:xfrm>
                  <a:off x="8802840" y="2835127"/>
                  <a:ext cx="2716060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>
                    <a:lnSpc>
                      <a:spcPct val="120000"/>
                    </a:lnSpc>
                    <a:defRPr/>
                  </a:pPr>
                  <a:r>
                    <a:rPr lang="en-US" altLang="zh-CN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Text Here-14pt</a:t>
                  </a:r>
                  <a:endParaRPr lang="en-US" altLang="zh-CN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6" name="Group 3"/>
              <p:cNvGrpSpPr/>
              <p:nvPr/>
            </p:nvGrpSpPr>
            <p:grpSpPr>
              <a:xfrm>
                <a:off x="8804429" y="4712050"/>
                <a:ext cx="2716060" cy="849596"/>
                <a:chOff x="8802840" y="4638396"/>
                <a:chExt cx="2716060" cy="849596"/>
              </a:xfrm>
            </p:grpSpPr>
            <p:sp>
              <p:nvSpPr>
                <p:cNvPr id="27" name="TextBox 140"/>
                <p:cNvSpPr txBox="1"/>
                <p:nvPr/>
              </p:nvSpPr>
              <p:spPr>
                <a:xfrm>
                  <a:off x="8802841" y="4972786"/>
                  <a:ext cx="2716059" cy="5152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marR="0" lvl="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Copy paste  fonts. Choose the only option to retain text. </a:t>
                  </a:r>
                  <a:endPara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TextBox 141"/>
                <p:cNvSpPr txBox="1"/>
                <p:nvPr/>
              </p:nvSpPr>
              <p:spPr>
                <a:xfrm>
                  <a:off x="8802840" y="4638396"/>
                  <a:ext cx="2716060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>
                    <a:lnSpc>
                      <a:spcPct val="120000"/>
                    </a:lnSpc>
                    <a:defRPr/>
                  </a:pPr>
                  <a:r>
                    <a:rPr lang="en-US" altLang="zh-CN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Text Here-14pt</a:t>
                  </a:r>
                  <a:endParaRPr lang="en-US" altLang="zh-CN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9" name="Group 1"/>
              <p:cNvGrpSpPr/>
              <p:nvPr/>
            </p:nvGrpSpPr>
            <p:grpSpPr>
              <a:xfrm>
                <a:off x="671513" y="2689436"/>
                <a:ext cx="2719236" cy="842283"/>
                <a:chOff x="669924" y="2835127"/>
                <a:chExt cx="2719236" cy="842283"/>
              </a:xfrm>
            </p:grpSpPr>
            <p:sp>
              <p:nvSpPr>
                <p:cNvPr id="30" name="TextBox 150"/>
                <p:cNvSpPr txBox="1"/>
                <p:nvPr/>
              </p:nvSpPr>
              <p:spPr>
                <a:xfrm>
                  <a:off x="669925" y="3162204"/>
                  <a:ext cx="2719235" cy="5152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marR="0" lvl="0" algn="r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Copy paste  fonts. Choose the only option to retain text. </a:t>
                  </a:r>
                  <a:endPara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TextBox 151"/>
                <p:cNvSpPr txBox="1"/>
                <p:nvPr/>
              </p:nvSpPr>
              <p:spPr>
                <a:xfrm>
                  <a:off x="669924" y="2835127"/>
                  <a:ext cx="2719236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  <a:defRPr/>
                  </a:pPr>
                  <a:r>
                    <a:rPr lang="en-US" altLang="zh-CN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Text Here-14pt</a:t>
                  </a:r>
                  <a:endParaRPr lang="en-US" altLang="zh-CN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2" name="Group 2"/>
              <p:cNvGrpSpPr/>
              <p:nvPr/>
            </p:nvGrpSpPr>
            <p:grpSpPr>
              <a:xfrm>
                <a:off x="671512" y="4712050"/>
                <a:ext cx="2719238" cy="849596"/>
                <a:chOff x="669923" y="4638396"/>
                <a:chExt cx="2719238" cy="849596"/>
              </a:xfrm>
            </p:grpSpPr>
            <p:sp>
              <p:nvSpPr>
                <p:cNvPr id="33" name="TextBox 153"/>
                <p:cNvSpPr txBox="1"/>
                <p:nvPr/>
              </p:nvSpPr>
              <p:spPr>
                <a:xfrm>
                  <a:off x="669925" y="4972786"/>
                  <a:ext cx="2719236" cy="5152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marR="0" lvl="0" algn="r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Copy paste  fonts. Choose the only option to retain text. </a:t>
                  </a:r>
                  <a:endPara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" name="TextBox 154"/>
                <p:cNvSpPr txBox="1"/>
                <p:nvPr/>
              </p:nvSpPr>
              <p:spPr>
                <a:xfrm>
                  <a:off x="669923" y="4638396"/>
                  <a:ext cx="2719237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  <a:defRPr/>
                  </a:pPr>
                  <a:r>
                    <a:rPr lang="en-US" altLang="zh-CN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Text Here-14pt</a:t>
                  </a:r>
                  <a:endParaRPr lang="en-US" altLang="zh-CN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组合 10"/>
              <p:cNvGrpSpPr/>
              <p:nvPr/>
            </p:nvGrpSpPr>
            <p:grpSpPr>
              <a:xfrm>
                <a:off x="4552315" y="2425065"/>
                <a:ext cx="3093720" cy="3093720"/>
                <a:chOff x="4549140" y="2425065"/>
                <a:chExt cx="3093720" cy="3093720"/>
              </a:xfrm>
            </p:grpSpPr>
            <p:sp>
              <p:nvSpPr>
                <p:cNvPr id="35" name="椭圆 34"/>
                <p:cNvSpPr/>
                <p:nvPr/>
              </p:nvSpPr>
              <p:spPr>
                <a:xfrm>
                  <a:off x="5129213" y="3005138"/>
                  <a:ext cx="1933574" cy="1933574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微软雅黑" panose="020B0503020204020204" charset="-122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>
                  <a:off x="5179219" y="3055144"/>
                  <a:ext cx="1833562" cy="1833562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微软雅黑" panose="020B0503020204020204" charset="-122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>
                  <a:off x="5374579" y="3572072"/>
                  <a:ext cx="1444626" cy="799706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ea"/>
                      <a:sym typeface="Arial" panose="020B0604020202020204" pitchFamily="34" charset="0"/>
                    </a:rPr>
                    <a:t>Text Here</a:t>
                  </a:r>
                  <a:endPara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Arial" panose="020B0604020202020204" pitchFamily="34" charset="0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ea"/>
                      <a:sym typeface="Arial" panose="020B0604020202020204" pitchFamily="34" charset="0"/>
                    </a:rPr>
                    <a:t>-20pt</a:t>
                  </a:r>
                  <a:endPara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0" name="旁门左道出品"/>
                <p:cNvSpPr/>
                <p:nvPr/>
              </p:nvSpPr>
              <p:spPr>
                <a:xfrm>
                  <a:off x="5000627" y="2877496"/>
                  <a:ext cx="2190748" cy="2188858"/>
                </a:xfrm>
                <a:custGeom>
                  <a:avLst/>
                  <a:gdLst>
                    <a:gd name="connsiteX0" fmla="*/ 1302690 w 2608416"/>
                    <a:gd name="connsiteY0" fmla="*/ 2501988 h 2606167"/>
                    <a:gd name="connsiteX1" fmla="*/ 1309040 w 2608416"/>
                    <a:gd name="connsiteY1" fmla="*/ 2501988 h 2606167"/>
                    <a:gd name="connsiteX2" fmla="*/ 1309040 w 2608416"/>
                    <a:gd name="connsiteY2" fmla="*/ 2575089 h 2606167"/>
                    <a:gd name="connsiteX3" fmla="*/ 1302690 w 2608416"/>
                    <a:gd name="connsiteY3" fmla="*/ 2575089 h 2606167"/>
                    <a:gd name="connsiteX4" fmla="*/ 1332307 w 2608416"/>
                    <a:gd name="connsiteY4" fmla="*/ 2500821 h 2606167"/>
                    <a:gd name="connsiteX5" fmla="*/ 1334517 w 2608416"/>
                    <a:gd name="connsiteY5" fmla="*/ 2606040 h 2606167"/>
                    <a:gd name="connsiteX6" fmla="*/ 1328167 w 2608416"/>
                    <a:gd name="connsiteY6" fmla="*/ 2606167 h 2606167"/>
                    <a:gd name="connsiteX7" fmla="*/ 1325957 w 2608416"/>
                    <a:gd name="connsiteY7" fmla="*/ 2500948 h 2606167"/>
                    <a:gd name="connsiteX8" fmla="*/ 1354455 w 2608416"/>
                    <a:gd name="connsiteY8" fmla="*/ 2500770 h 2606167"/>
                    <a:gd name="connsiteX9" fmla="*/ 1356664 w 2608416"/>
                    <a:gd name="connsiteY9" fmla="*/ 2566124 h 2606167"/>
                    <a:gd name="connsiteX10" fmla="*/ 1350314 w 2608416"/>
                    <a:gd name="connsiteY10" fmla="*/ 2566340 h 2606167"/>
                    <a:gd name="connsiteX11" fmla="*/ 1348105 w 2608416"/>
                    <a:gd name="connsiteY11" fmla="*/ 2500986 h 2606167"/>
                    <a:gd name="connsiteX12" fmla="*/ 1265035 w 2608416"/>
                    <a:gd name="connsiteY12" fmla="*/ 2500770 h 2606167"/>
                    <a:gd name="connsiteX13" fmla="*/ 1271385 w 2608416"/>
                    <a:gd name="connsiteY13" fmla="*/ 2500986 h 2606167"/>
                    <a:gd name="connsiteX14" fmla="*/ 1269175 w 2608416"/>
                    <a:gd name="connsiteY14" fmla="*/ 2566340 h 2606167"/>
                    <a:gd name="connsiteX15" fmla="*/ 1262825 w 2608416"/>
                    <a:gd name="connsiteY15" fmla="*/ 2566124 h 2606167"/>
                    <a:gd name="connsiteX16" fmla="*/ 1241781 w 2608416"/>
                    <a:gd name="connsiteY16" fmla="*/ 2499664 h 2606167"/>
                    <a:gd name="connsiteX17" fmla="*/ 1248131 w 2608416"/>
                    <a:gd name="connsiteY17" fmla="*/ 2499880 h 2606167"/>
                    <a:gd name="connsiteX18" fmla="*/ 1245909 w 2608416"/>
                    <a:gd name="connsiteY18" fmla="*/ 2566339 h 2606167"/>
                    <a:gd name="connsiteX19" fmla="*/ 1239571 w 2608416"/>
                    <a:gd name="connsiteY19" fmla="*/ 2566123 h 2606167"/>
                    <a:gd name="connsiteX20" fmla="*/ 1377709 w 2608416"/>
                    <a:gd name="connsiteY20" fmla="*/ 2499600 h 2606167"/>
                    <a:gd name="connsiteX21" fmla="*/ 1381024 w 2608416"/>
                    <a:gd name="connsiteY21" fmla="*/ 2558300 h 2606167"/>
                    <a:gd name="connsiteX22" fmla="*/ 1374687 w 2608416"/>
                    <a:gd name="connsiteY22" fmla="*/ 2558655 h 2606167"/>
                    <a:gd name="connsiteX23" fmla="*/ 1371372 w 2608416"/>
                    <a:gd name="connsiteY23" fmla="*/ 2499956 h 2606167"/>
                    <a:gd name="connsiteX24" fmla="*/ 1219632 w 2608416"/>
                    <a:gd name="connsiteY24" fmla="*/ 2498458 h 2606167"/>
                    <a:gd name="connsiteX25" fmla="*/ 1225970 w 2608416"/>
                    <a:gd name="connsiteY25" fmla="*/ 2498877 h 2606167"/>
                    <a:gd name="connsiteX26" fmla="*/ 1221537 w 2608416"/>
                    <a:gd name="connsiteY26" fmla="*/ 2564231 h 2606167"/>
                    <a:gd name="connsiteX27" fmla="*/ 1215200 w 2608416"/>
                    <a:gd name="connsiteY27" fmla="*/ 2563799 h 2606167"/>
                    <a:gd name="connsiteX28" fmla="*/ 1399857 w 2608416"/>
                    <a:gd name="connsiteY28" fmla="*/ 2498433 h 2606167"/>
                    <a:gd name="connsiteX29" fmla="*/ 1404277 w 2608416"/>
                    <a:gd name="connsiteY29" fmla="*/ 2557132 h 2606167"/>
                    <a:gd name="connsiteX30" fmla="*/ 1397952 w 2608416"/>
                    <a:gd name="connsiteY30" fmla="*/ 2557603 h 2606167"/>
                    <a:gd name="connsiteX31" fmla="*/ 1393520 w 2608416"/>
                    <a:gd name="connsiteY31" fmla="*/ 2498903 h 2606167"/>
                    <a:gd name="connsiteX32" fmla="*/ 1197483 w 2608416"/>
                    <a:gd name="connsiteY32" fmla="*/ 2496185 h 2606167"/>
                    <a:gd name="connsiteX33" fmla="*/ 1203820 w 2608416"/>
                    <a:gd name="connsiteY33" fmla="*/ 2496719 h 2606167"/>
                    <a:gd name="connsiteX34" fmla="*/ 1198283 w 2608416"/>
                    <a:gd name="connsiteY34" fmla="*/ 2563165 h 2606167"/>
                    <a:gd name="connsiteX35" fmla="*/ 1191945 w 2608416"/>
                    <a:gd name="connsiteY35" fmla="*/ 2562645 h 2606167"/>
                    <a:gd name="connsiteX36" fmla="*/ 1421994 w 2608416"/>
                    <a:gd name="connsiteY36" fmla="*/ 2496160 h 2606167"/>
                    <a:gd name="connsiteX37" fmla="*/ 1427544 w 2608416"/>
                    <a:gd name="connsiteY37" fmla="*/ 2554859 h 2606167"/>
                    <a:gd name="connsiteX38" fmla="*/ 1421220 w 2608416"/>
                    <a:gd name="connsiteY38" fmla="*/ 2555456 h 2606167"/>
                    <a:gd name="connsiteX39" fmla="*/ 1415682 w 2608416"/>
                    <a:gd name="connsiteY39" fmla="*/ 2496757 h 2606167"/>
                    <a:gd name="connsiteX40" fmla="*/ 1174230 w 2608416"/>
                    <a:gd name="connsiteY40" fmla="*/ 2495029 h 2606167"/>
                    <a:gd name="connsiteX41" fmla="*/ 1180554 w 2608416"/>
                    <a:gd name="connsiteY41" fmla="*/ 2495664 h 2606167"/>
                    <a:gd name="connsiteX42" fmla="*/ 1173912 w 2608416"/>
                    <a:gd name="connsiteY42" fmla="*/ 2561018 h 2606167"/>
                    <a:gd name="connsiteX43" fmla="*/ 1167588 w 2608416"/>
                    <a:gd name="connsiteY43" fmla="*/ 2560370 h 2606167"/>
                    <a:gd name="connsiteX44" fmla="*/ 1445247 w 2608416"/>
                    <a:gd name="connsiteY44" fmla="*/ 2492781 h 2606167"/>
                    <a:gd name="connsiteX45" fmla="*/ 1454112 w 2608416"/>
                    <a:gd name="connsiteY45" fmla="*/ 2572524 h 2606167"/>
                    <a:gd name="connsiteX46" fmla="*/ 1447800 w 2608416"/>
                    <a:gd name="connsiteY46" fmla="*/ 2573222 h 2606167"/>
                    <a:gd name="connsiteX47" fmla="*/ 1438935 w 2608416"/>
                    <a:gd name="connsiteY47" fmla="*/ 2493479 h 2606167"/>
                    <a:gd name="connsiteX48" fmla="*/ 1152094 w 2608416"/>
                    <a:gd name="connsiteY48" fmla="*/ 2491639 h 2606167"/>
                    <a:gd name="connsiteX49" fmla="*/ 1158393 w 2608416"/>
                    <a:gd name="connsiteY49" fmla="*/ 2492414 h 2606167"/>
                    <a:gd name="connsiteX50" fmla="*/ 1147319 w 2608416"/>
                    <a:gd name="connsiteY50" fmla="*/ 2583231 h 2606167"/>
                    <a:gd name="connsiteX51" fmla="*/ 1141019 w 2608416"/>
                    <a:gd name="connsiteY51" fmla="*/ 2582457 h 2606167"/>
                    <a:gd name="connsiteX52" fmla="*/ 1467396 w 2608416"/>
                    <a:gd name="connsiteY52" fmla="*/ 2490482 h 2606167"/>
                    <a:gd name="connsiteX53" fmla="*/ 1476260 w 2608416"/>
                    <a:gd name="connsiteY53" fmla="*/ 2555836 h 2606167"/>
                    <a:gd name="connsiteX54" fmla="*/ 1469961 w 2608416"/>
                    <a:gd name="connsiteY54" fmla="*/ 2556687 h 2606167"/>
                    <a:gd name="connsiteX55" fmla="*/ 1461097 w 2608416"/>
                    <a:gd name="connsiteY55" fmla="*/ 2491346 h 2606167"/>
                    <a:gd name="connsiteX56" fmla="*/ 1129944 w 2608416"/>
                    <a:gd name="connsiteY56" fmla="*/ 2489364 h 2606167"/>
                    <a:gd name="connsiteX57" fmla="*/ 1136231 w 2608416"/>
                    <a:gd name="connsiteY57" fmla="*/ 2490253 h 2606167"/>
                    <a:gd name="connsiteX58" fmla="*/ 1125156 w 2608416"/>
                    <a:gd name="connsiteY58" fmla="*/ 2568879 h 2606167"/>
                    <a:gd name="connsiteX59" fmla="*/ 1118870 w 2608416"/>
                    <a:gd name="connsiteY59" fmla="*/ 2568003 h 2606167"/>
                    <a:gd name="connsiteX60" fmla="*/ 1489532 w 2608416"/>
                    <a:gd name="connsiteY60" fmla="*/ 2487117 h 2606167"/>
                    <a:gd name="connsiteX61" fmla="*/ 1507261 w 2608416"/>
                    <a:gd name="connsiteY61" fmla="*/ 2604516 h 2606167"/>
                    <a:gd name="connsiteX62" fmla="*/ 1500975 w 2608416"/>
                    <a:gd name="connsiteY62" fmla="*/ 2605469 h 2606167"/>
                    <a:gd name="connsiteX63" fmla="*/ 1483258 w 2608416"/>
                    <a:gd name="connsiteY63" fmla="*/ 2488070 h 2606167"/>
                    <a:gd name="connsiteX64" fmla="*/ 1107808 w 2608416"/>
                    <a:gd name="connsiteY64" fmla="*/ 2484868 h 2606167"/>
                    <a:gd name="connsiteX65" fmla="*/ 1114069 w 2608416"/>
                    <a:gd name="connsiteY65" fmla="*/ 2485885 h 2606167"/>
                    <a:gd name="connsiteX66" fmla="*/ 1095248 w 2608416"/>
                    <a:gd name="connsiteY66" fmla="*/ 2603283 h 2606167"/>
                    <a:gd name="connsiteX67" fmla="*/ 1088974 w 2608416"/>
                    <a:gd name="connsiteY67" fmla="*/ 2602280 h 2606167"/>
                    <a:gd name="connsiteX68" fmla="*/ 1511682 w 2608416"/>
                    <a:gd name="connsiteY68" fmla="*/ 2483738 h 2606167"/>
                    <a:gd name="connsiteX69" fmla="*/ 1524966 w 2608416"/>
                    <a:gd name="connsiteY69" fmla="*/ 2562377 h 2606167"/>
                    <a:gd name="connsiteX70" fmla="*/ 1518705 w 2608416"/>
                    <a:gd name="connsiteY70" fmla="*/ 2563431 h 2606167"/>
                    <a:gd name="connsiteX71" fmla="*/ 1505420 w 2608416"/>
                    <a:gd name="connsiteY71" fmla="*/ 2484792 h 2606167"/>
                    <a:gd name="connsiteX72" fmla="*/ 1085673 w 2608416"/>
                    <a:gd name="connsiteY72" fmla="*/ 2481466 h 2606167"/>
                    <a:gd name="connsiteX73" fmla="*/ 1091908 w 2608416"/>
                    <a:gd name="connsiteY73" fmla="*/ 2482647 h 2606167"/>
                    <a:gd name="connsiteX74" fmla="*/ 1079729 w 2608416"/>
                    <a:gd name="connsiteY74" fmla="*/ 2546884 h 2606167"/>
                    <a:gd name="connsiteX75" fmla="*/ 1073494 w 2608416"/>
                    <a:gd name="connsiteY75" fmla="*/ 2545703 h 2606167"/>
                    <a:gd name="connsiteX76" fmla="*/ 1533818 w 2608416"/>
                    <a:gd name="connsiteY76" fmla="*/ 2479217 h 2606167"/>
                    <a:gd name="connsiteX77" fmla="*/ 1551534 w 2608416"/>
                    <a:gd name="connsiteY77" fmla="*/ 2568930 h 2606167"/>
                    <a:gd name="connsiteX78" fmla="*/ 1545311 w 2608416"/>
                    <a:gd name="connsiteY78" fmla="*/ 2570162 h 2606167"/>
                    <a:gd name="connsiteX79" fmla="*/ 1527582 w 2608416"/>
                    <a:gd name="connsiteY79" fmla="*/ 2480449 h 2606167"/>
                    <a:gd name="connsiteX80" fmla="*/ 1063523 w 2608416"/>
                    <a:gd name="connsiteY80" fmla="*/ 2477007 h 2606167"/>
                    <a:gd name="connsiteX81" fmla="*/ 1069759 w 2608416"/>
                    <a:gd name="connsiteY81" fmla="*/ 2478239 h 2606167"/>
                    <a:gd name="connsiteX82" fmla="*/ 1054252 w 2608416"/>
                    <a:gd name="connsiteY82" fmla="*/ 2556878 h 2606167"/>
                    <a:gd name="connsiteX83" fmla="*/ 1048016 w 2608416"/>
                    <a:gd name="connsiteY83" fmla="*/ 2555646 h 2606167"/>
                    <a:gd name="connsiteX84" fmla="*/ 1555953 w 2608416"/>
                    <a:gd name="connsiteY84" fmla="*/ 2474709 h 2606167"/>
                    <a:gd name="connsiteX85" fmla="*/ 1570342 w 2608416"/>
                    <a:gd name="connsiteY85" fmla="*/ 2538958 h 2606167"/>
                    <a:gd name="connsiteX86" fmla="*/ 1564157 w 2608416"/>
                    <a:gd name="connsiteY86" fmla="*/ 2540342 h 2606167"/>
                    <a:gd name="connsiteX87" fmla="*/ 1549755 w 2608416"/>
                    <a:gd name="connsiteY87" fmla="*/ 2476105 h 2606167"/>
                    <a:gd name="connsiteX88" fmla="*/ 1041400 w 2608416"/>
                    <a:gd name="connsiteY88" fmla="*/ 2472486 h 2606167"/>
                    <a:gd name="connsiteX89" fmla="*/ 1047584 w 2608416"/>
                    <a:gd name="connsiteY89" fmla="*/ 2473909 h 2606167"/>
                    <a:gd name="connsiteX90" fmla="*/ 1034288 w 2608416"/>
                    <a:gd name="connsiteY90" fmla="*/ 2531503 h 2606167"/>
                    <a:gd name="connsiteX91" fmla="*/ 1028103 w 2608416"/>
                    <a:gd name="connsiteY91" fmla="*/ 2530068 h 2606167"/>
                    <a:gd name="connsiteX92" fmla="*/ 1578102 w 2608416"/>
                    <a:gd name="connsiteY92" fmla="*/ 2470289 h 2606167"/>
                    <a:gd name="connsiteX93" fmla="*/ 1592503 w 2608416"/>
                    <a:gd name="connsiteY93" fmla="*/ 2534525 h 2606167"/>
                    <a:gd name="connsiteX94" fmla="*/ 1586306 w 2608416"/>
                    <a:gd name="connsiteY94" fmla="*/ 2535910 h 2606167"/>
                    <a:gd name="connsiteX95" fmla="*/ 1571904 w 2608416"/>
                    <a:gd name="connsiteY95" fmla="*/ 2471673 h 2606167"/>
                    <a:gd name="connsiteX96" fmla="*/ 1019239 w 2608416"/>
                    <a:gd name="connsiteY96" fmla="*/ 2466949 h 2606167"/>
                    <a:gd name="connsiteX97" fmla="*/ 1025437 w 2608416"/>
                    <a:gd name="connsiteY97" fmla="*/ 2468359 h 2606167"/>
                    <a:gd name="connsiteX98" fmla="*/ 1012140 w 2608416"/>
                    <a:gd name="connsiteY98" fmla="*/ 2527058 h 2606167"/>
                    <a:gd name="connsiteX99" fmla="*/ 1005955 w 2608416"/>
                    <a:gd name="connsiteY99" fmla="*/ 2525661 h 2606167"/>
                    <a:gd name="connsiteX100" fmla="*/ 1600239 w 2608416"/>
                    <a:gd name="connsiteY100" fmla="*/ 2464702 h 2606167"/>
                    <a:gd name="connsiteX101" fmla="*/ 1615745 w 2608416"/>
                    <a:gd name="connsiteY101" fmla="*/ 2528938 h 2606167"/>
                    <a:gd name="connsiteX102" fmla="*/ 1609573 w 2608416"/>
                    <a:gd name="connsiteY102" fmla="*/ 2530424 h 2606167"/>
                    <a:gd name="connsiteX103" fmla="*/ 1594067 w 2608416"/>
                    <a:gd name="connsiteY103" fmla="*/ 2466188 h 2606167"/>
                    <a:gd name="connsiteX104" fmla="*/ 997102 w 2608416"/>
                    <a:gd name="connsiteY104" fmla="*/ 2461348 h 2606167"/>
                    <a:gd name="connsiteX105" fmla="*/ 1003262 w 2608416"/>
                    <a:gd name="connsiteY105" fmla="*/ 2462885 h 2606167"/>
                    <a:gd name="connsiteX106" fmla="*/ 988872 w 2608416"/>
                    <a:gd name="connsiteY106" fmla="*/ 2520479 h 2606167"/>
                    <a:gd name="connsiteX107" fmla="*/ 982713 w 2608416"/>
                    <a:gd name="connsiteY107" fmla="*/ 2518943 h 2606167"/>
                    <a:gd name="connsiteX108" fmla="*/ 1622374 w 2608416"/>
                    <a:gd name="connsiteY108" fmla="*/ 2459100 h 2606167"/>
                    <a:gd name="connsiteX109" fmla="*/ 1638985 w 2608416"/>
                    <a:gd name="connsiteY109" fmla="*/ 2522232 h 2606167"/>
                    <a:gd name="connsiteX110" fmla="*/ 1632851 w 2608416"/>
                    <a:gd name="connsiteY110" fmla="*/ 2523845 h 2606167"/>
                    <a:gd name="connsiteX111" fmla="*/ 1616240 w 2608416"/>
                    <a:gd name="connsiteY111" fmla="*/ 2460713 h 2606167"/>
                    <a:gd name="connsiteX112" fmla="*/ 974979 w 2608416"/>
                    <a:gd name="connsiteY112" fmla="*/ 2455723 h 2606167"/>
                    <a:gd name="connsiteX113" fmla="*/ 981087 w 2608416"/>
                    <a:gd name="connsiteY113" fmla="*/ 2457438 h 2606167"/>
                    <a:gd name="connsiteX114" fmla="*/ 963371 w 2608416"/>
                    <a:gd name="connsiteY114" fmla="*/ 2520569 h 2606167"/>
                    <a:gd name="connsiteX115" fmla="*/ 957262 w 2608416"/>
                    <a:gd name="connsiteY115" fmla="*/ 2518855 h 2606167"/>
                    <a:gd name="connsiteX116" fmla="*/ 1643392 w 2608416"/>
                    <a:gd name="connsiteY116" fmla="*/ 2453450 h 2606167"/>
                    <a:gd name="connsiteX117" fmla="*/ 1662214 w 2608416"/>
                    <a:gd name="connsiteY117" fmla="*/ 2515464 h 2606167"/>
                    <a:gd name="connsiteX118" fmla="*/ 1656143 w 2608416"/>
                    <a:gd name="connsiteY118" fmla="*/ 2517318 h 2606167"/>
                    <a:gd name="connsiteX119" fmla="*/ 1637309 w 2608416"/>
                    <a:gd name="connsiteY119" fmla="*/ 2455291 h 2606167"/>
                    <a:gd name="connsiteX120" fmla="*/ 953947 w 2608416"/>
                    <a:gd name="connsiteY120" fmla="*/ 2450134 h 2606167"/>
                    <a:gd name="connsiteX121" fmla="*/ 960031 w 2608416"/>
                    <a:gd name="connsiteY121" fmla="*/ 2451950 h 2606167"/>
                    <a:gd name="connsiteX122" fmla="*/ 930122 w 2608416"/>
                    <a:gd name="connsiteY122" fmla="*/ 2551633 h 2606167"/>
                    <a:gd name="connsiteX123" fmla="*/ 924052 w 2608416"/>
                    <a:gd name="connsiteY123" fmla="*/ 2549804 h 2606167"/>
                    <a:gd name="connsiteX124" fmla="*/ 931811 w 2608416"/>
                    <a:gd name="connsiteY124" fmla="*/ 2442349 h 2606167"/>
                    <a:gd name="connsiteX125" fmla="*/ 937869 w 2608416"/>
                    <a:gd name="connsiteY125" fmla="*/ 2444241 h 2606167"/>
                    <a:gd name="connsiteX126" fmla="*/ 915720 w 2608416"/>
                    <a:gd name="connsiteY126" fmla="*/ 2515120 h 2606167"/>
                    <a:gd name="connsiteX127" fmla="*/ 909662 w 2608416"/>
                    <a:gd name="connsiteY127" fmla="*/ 2513228 h 2606167"/>
                    <a:gd name="connsiteX128" fmla="*/ 1679918 w 2608416"/>
                    <a:gd name="connsiteY128" fmla="*/ 2441194 h 2606167"/>
                    <a:gd name="connsiteX129" fmla="*/ 1703172 w 2608416"/>
                    <a:gd name="connsiteY129" fmla="*/ 2512073 h 2606167"/>
                    <a:gd name="connsiteX130" fmla="*/ 1697140 w 2608416"/>
                    <a:gd name="connsiteY130" fmla="*/ 2514054 h 2606167"/>
                    <a:gd name="connsiteX131" fmla="*/ 1673886 w 2608416"/>
                    <a:gd name="connsiteY131" fmla="*/ 2443175 h 2606167"/>
                    <a:gd name="connsiteX132" fmla="*/ 1700923 w 2608416"/>
                    <a:gd name="connsiteY132" fmla="*/ 2434463 h 2606167"/>
                    <a:gd name="connsiteX133" fmla="*/ 1736369 w 2608416"/>
                    <a:gd name="connsiteY133" fmla="*/ 2533041 h 2606167"/>
                    <a:gd name="connsiteX134" fmla="*/ 1730400 w 2608416"/>
                    <a:gd name="connsiteY134" fmla="*/ 2535187 h 2606167"/>
                    <a:gd name="connsiteX135" fmla="*/ 1694954 w 2608416"/>
                    <a:gd name="connsiteY135" fmla="*/ 2436610 h 2606167"/>
                    <a:gd name="connsiteX136" fmla="*/ 896405 w 2608416"/>
                    <a:gd name="connsiteY136" fmla="*/ 2430044 h 2606167"/>
                    <a:gd name="connsiteX137" fmla="*/ 902386 w 2608416"/>
                    <a:gd name="connsiteY137" fmla="*/ 2432177 h 2606167"/>
                    <a:gd name="connsiteX138" fmla="*/ 880238 w 2608416"/>
                    <a:gd name="connsiteY138" fmla="*/ 2494204 h 2606167"/>
                    <a:gd name="connsiteX139" fmla="*/ 874256 w 2608416"/>
                    <a:gd name="connsiteY139" fmla="*/ 2492058 h 2606167"/>
                    <a:gd name="connsiteX140" fmla="*/ 1721956 w 2608416"/>
                    <a:gd name="connsiteY140" fmla="*/ 2426666 h 2606167"/>
                    <a:gd name="connsiteX141" fmla="*/ 1745222 w 2608416"/>
                    <a:gd name="connsiteY141" fmla="*/ 2488692 h 2606167"/>
                    <a:gd name="connsiteX142" fmla="*/ 1739265 w 2608416"/>
                    <a:gd name="connsiteY142" fmla="*/ 2490928 h 2606167"/>
                    <a:gd name="connsiteX143" fmla="*/ 1716012 w 2608416"/>
                    <a:gd name="connsiteY143" fmla="*/ 2428901 h 2606167"/>
                    <a:gd name="connsiteX144" fmla="*/ 875386 w 2608416"/>
                    <a:gd name="connsiteY144" fmla="*/ 2422245 h 2606167"/>
                    <a:gd name="connsiteX145" fmla="*/ 881330 w 2608416"/>
                    <a:gd name="connsiteY145" fmla="*/ 2424467 h 2606167"/>
                    <a:gd name="connsiteX146" fmla="*/ 858076 w 2608416"/>
                    <a:gd name="connsiteY146" fmla="*/ 2486494 h 2606167"/>
                    <a:gd name="connsiteX147" fmla="*/ 852120 w 2608416"/>
                    <a:gd name="connsiteY147" fmla="*/ 2484259 h 2606167"/>
                    <a:gd name="connsiteX148" fmla="*/ 1744103 w 2608416"/>
                    <a:gd name="connsiteY148" fmla="*/ 2418905 h 2606167"/>
                    <a:gd name="connsiteX149" fmla="*/ 1765147 w 2608416"/>
                    <a:gd name="connsiteY149" fmla="*/ 2474277 h 2606167"/>
                    <a:gd name="connsiteX150" fmla="*/ 1759216 w 2608416"/>
                    <a:gd name="connsiteY150" fmla="*/ 2476538 h 2606167"/>
                    <a:gd name="connsiteX151" fmla="*/ 1738172 w 2608416"/>
                    <a:gd name="connsiteY151" fmla="*/ 2421153 h 2606167"/>
                    <a:gd name="connsiteX152" fmla="*/ 854368 w 2608416"/>
                    <a:gd name="connsiteY152" fmla="*/ 2414422 h 2606167"/>
                    <a:gd name="connsiteX153" fmla="*/ 860260 w 2608416"/>
                    <a:gd name="connsiteY153" fmla="*/ 2416784 h 2606167"/>
                    <a:gd name="connsiteX154" fmla="*/ 835889 w 2608416"/>
                    <a:gd name="connsiteY154" fmla="*/ 2477693 h 2606167"/>
                    <a:gd name="connsiteX155" fmla="*/ 829996 w 2608416"/>
                    <a:gd name="connsiteY155" fmla="*/ 2475343 h 2606167"/>
                    <a:gd name="connsiteX156" fmla="*/ 1763992 w 2608416"/>
                    <a:gd name="connsiteY156" fmla="*/ 2409940 h 2606167"/>
                    <a:gd name="connsiteX157" fmla="*/ 1787258 w 2608416"/>
                    <a:gd name="connsiteY157" fmla="*/ 2465324 h 2606167"/>
                    <a:gd name="connsiteX158" fmla="*/ 1781403 w 2608416"/>
                    <a:gd name="connsiteY158" fmla="*/ 2467776 h 2606167"/>
                    <a:gd name="connsiteX159" fmla="*/ 1758137 w 2608416"/>
                    <a:gd name="connsiteY159" fmla="*/ 2412403 h 2606167"/>
                    <a:gd name="connsiteX160" fmla="*/ 833336 w 2608416"/>
                    <a:gd name="connsiteY160" fmla="*/ 2405520 h 2606167"/>
                    <a:gd name="connsiteX161" fmla="*/ 839204 w 2608416"/>
                    <a:gd name="connsiteY161" fmla="*/ 2407971 h 2606167"/>
                    <a:gd name="connsiteX162" fmla="*/ 813728 w 2608416"/>
                    <a:gd name="connsiteY162" fmla="*/ 2468880 h 2606167"/>
                    <a:gd name="connsiteX163" fmla="*/ 807860 w 2608416"/>
                    <a:gd name="connsiteY163" fmla="*/ 2466429 h 2606167"/>
                    <a:gd name="connsiteX164" fmla="*/ 1785011 w 2608416"/>
                    <a:gd name="connsiteY164" fmla="*/ 2401010 h 2606167"/>
                    <a:gd name="connsiteX165" fmla="*/ 1809382 w 2608416"/>
                    <a:gd name="connsiteY165" fmla="*/ 2455278 h 2606167"/>
                    <a:gd name="connsiteX166" fmla="*/ 1803591 w 2608416"/>
                    <a:gd name="connsiteY166" fmla="*/ 2457881 h 2606167"/>
                    <a:gd name="connsiteX167" fmla="*/ 1779220 w 2608416"/>
                    <a:gd name="connsiteY167" fmla="*/ 2403614 h 2606167"/>
                    <a:gd name="connsiteX168" fmla="*/ 812317 w 2608416"/>
                    <a:gd name="connsiteY168" fmla="*/ 2396592 h 2606167"/>
                    <a:gd name="connsiteX169" fmla="*/ 818121 w 2608416"/>
                    <a:gd name="connsiteY169" fmla="*/ 2399170 h 2606167"/>
                    <a:gd name="connsiteX170" fmla="*/ 791540 w 2608416"/>
                    <a:gd name="connsiteY170" fmla="*/ 2458974 h 2606167"/>
                    <a:gd name="connsiteX171" fmla="*/ 785736 w 2608416"/>
                    <a:gd name="connsiteY171" fmla="*/ 2456396 h 2606167"/>
                    <a:gd name="connsiteX172" fmla="*/ 1806042 w 2608416"/>
                    <a:gd name="connsiteY172" fmla="*/ 2392122 h 2606167"/>
                    <a:gd name="connsiteX173" fmla="*/ 1839266 w 2608416"/>
                    <a:gd name="connsiteY173" fmla="*/ 2464105 h 2606167"/>
                    <a:gd name="connsiteX174" fmla="*/ 1833500 w 2608416"/>
                    <a:gd name="connsiteY174" fmla="*/ 2466772 h 2606167"/>
                    <a:gd name="connsiteX175" fmla="*/ 1800276 w 2608416"/>
                    <a:gd name="connsiteY175" fmla="*/ 2394776 h 2606167"/>
                    <a:gd name="connsiteX176" fmla="*/ 792417 w 2608416"/>
                    <a:gd name="connsiteY176" fmla="*/ 2386572 h 2606167"/>
                    <a:gd name="connsiteX177" fmla="*/ 798170 w 2608416"/>
                    <a:gd name="connsiteY177" fmla="*/ 2389251 h 2606167"/>
                    <a:gd name="connsiteX178" fmla="*/ 759397 w 2608416"/>
                    <a:gd name="connsiteY178" fmla="*/ 2472322 h 2606167"/>
                    <a:gd name="connsiteX179" fmla="*/ 753644 w 2608416"/>
                    <a:gd name="connsiteY179" fmla="*/ 2469642 h 2606167"/>
                    <a:gd name="connsiteX180" fmla="*/ 1825955 w 2608416"/>
                    <a:gd name="connsiteY180" fmla="*/ 2382100 h 2606167"/>
                    <a:gd name="connsiteX181" fmla="*/ 1854746 w 2608416"/>
                    <a:gd name="connsiteY181" fmla="*/ 2441917 h 2606167"/>
                    <a:gd name="connsiteX182" fmla="*/ 1849031 w 2608416"/>
                    <a:gd name="connsiteY182" fmla="*/ 2444673 h 2606167"/>
                    <a:gd name="connsiteX183" fmla="*/ 1820227 w 2608416"/>
                    <a:gd name="connsiteY183" fmla="*/ 2384856 h 2606167"/>
                    <a:gd name="connsiteX184" fmla="*/ 771385 w 2608416"/>
                    <a:gd name="connsiteY184" fmla="*/ 2376576 h 2606167"/>
                    <a:gd name="connsiteX185" fmla="*/ 777113 w 2608416"/>
                    <a:gd name="connsiteY185" fmla="*/ 2379306 h 2606167"/>
                    <a:gd name="connsiteX186" fmla="*/ 742772 w 2608416"/>
                    <a:gd name="connsiteY186" fmla="*/ 2451303 h 2606167"/>
                    <a:gd name="connsiteX187" fmla="*/ 737044 w 2608416"/>
                    <a:gd name="connsiteY187" fmla="*/ 2448572 h 2606167"/>
                    <a:gd name="connsiteX188" fmla="*/ 1846974 w 2608416"/>
                    <a:gd name="connsiteY188" fmla="*/ 2372093 h 2606167"/>
                    <a:gd name="connsiteX189" fmla="*/ 1900137 w 2608416"/>
                    <a:gd name="connsiteY189" fmla="*/ 2478417 h 2606167"/>
                    <a:gd name="connsiteX190" fmla="*/ 1894459 w 2608416"/>
                    <a:gd name="connsiteY190" fmla="*/ 2481262 h 2606167"/>
                    <a:gd name="connsiteX191" fmla="*/ 1841297 w 2608416"/>
                    <a:gd name="connsiteY191" fmla="*/ 2374938 h 2606167"/>
                    <a:gd name="connsiteX192" fmla="*/ 751485 w 2608416"/>
                    <a:gd name="connsiteY192" fmla="*/ 2366518 h 2606167"/>
                    <a:gd name="connsiteX193" fmla="*/ 757136 w 2608416"/>
                    <a:gd name="connsiteY193" fmla="*/ 2369439 h 2606167"/>
                    <a:gd name="connsiteX194" fmla="*/ 702857 w 2608416"/>
                    <a:gd name="connsiteY194" fmla="*/ 2474646 h 2606167"/>
                    <a:gd name="connsiteX195" fmla="*/ 697218 w 2608416"/>
                    <a:gd name="connsiteY195" fmla="*/ 2471738 h 2606167"/>
                    <a:gd name="connsiteX196" fmla="*/ 1866888 w 2608416"/>
                    <a:gd name="connsiteY196" fmla="*/ 2362073 h 2606167"/>
                    <a:gd name="connsiteX197" fmla="*/ 1903438 w 2608416"/>
                    <a:gd name="connsiteY197" fmla="*/ 2431847 h 2606167"/>
                    <a:gd name="connsiteX198" fmla="*/ 1897812 w 2608416"/>
                    <a:gd name="connsiteY198" fmla="*/ 2434793 h 2606167"/>
                    <a:gd name="connsiteX199" fmla="*/ 1861262 w 2608416"/>
                    <a:gd name="connsiteY199" fmla="*/ 2365020 h 2606167"/>
                    <a:gd name="connsiteX200" fmla="*/ 731583 w 2608416"/>
                    <a:gd name="connsiteY200" fmla="*/ 2356510 h 2606167"/>
                    <a:gd name="connsiteX201" fmla="*/ 737171 w 2608416"/>
                    <a:gd name="connsiteY201" fmla="*/ 2359520 h 2606167"/>
                    <a:gd name="connsiteX202" fmla="*/ 706158 w 2608416"/>
                    <a:gd name="connsiteY202" fmla="*/ 2417101 h 2606167"/>
                    <a:gd name="connsiteX203" fmla="*/ 700570 w 2608416"/>
                    <a:gd name="connsiteY203" fmla="*/ 2414091 h 2606167"/>
                    <a:gd name="connsiteX204" fmla="*/ 1886800 w 2608416"/>
                    <a:gd name="connsiteY204" fmla="*/ 2350961 h 2606167"/>
                    <a:gd name="connsiteX205" fmla="*/ 1929993 w 2608416"/>
                    <a:gd name="connsiteY205" fmla="*/ 2430704 h 2606167"/>
                    <a:gd name="connsiteX206" fmla="*/ 1924418 w 2608416"/>
                    <a:gd name="connsiteY206" fmla="*/ 2433727 h 2606167"/>
                    <a:gd name="connsiteX207" fmla="*/ 1881212 w 2608416"/>
                    <a:gd name="connsiteY207" fmla="*/ 2353983 h 2606167"/>
                    <a:gd name="connsiteX208" fmla="*/ 711670 w 2608416"/>
                    <a:gd name="connsiteY208" fmla="*/ 2345372 h 2606167"/>
                    <a:gd name="connsiteX209" fmla="*/ 717208 w 2608416"/>
                    <a:gd name="connsiteY209" fmla="*/ 2348496 h 2606167"/>
                    <a:gd name="connsiteX210" fmla="*/ 678435 w 2608416"/>
                    <a:gd name="connsiteY210" fmla="*/ 2417165 h 2606167"/>
                    <a:gd name="connsiteX211" fmla="*/ 672910 w 2608416"/>
                    <a:gd name="connsiteY211" fmla="*/ 2414041 h 2606167"/>
                    <a:gd name="connsiteX212" fmla="*/ 1905585 w 2608416"/>
                    <a:gd name="connsiteY212" fmla="*/ 2339810 h 2606167"/>
                    <a:gd name="connsiteX213" fmla="*/ 1938808 w 2608416"/>
                    <a:gd name="connsiteY213" fmla="*/ 2397405 h 2606167"/>
                    <a:gd name="connsiteX214" fmla="*/ 1933309 w 2608416"/>
                    <a:gd name="connsiteY214" fmla="*/ 2400580 h 2606167"/>
                    <a:gd name="connsiteX215" fmla="*/ 1900086 w 2608416"/>
                    <a:gd name="connsiteY215" fmla="*/ 2342985 h 2606167"/>
                    <a:gd name="connsiteX216" fmla="*/ 692899 w 2608416"/>
                    <a:gd name="connsiteY216" fmla="*/ 2334209 h 2606167"/>
                    <a:gd name="connsiteX217" fmla="*/ 698322 w 2608416"/>
                    <a:gd name="connsiteY217" fmla="*/ 2337510 h 2606167"/>
                    <a:gd name="connsiteX218" fmla="*/ 667308 w 2608416"/>
                    <a:gd name="connsiteY218" fmla="*/ 2388450 h 2606167"/>
                    <a:gd name="connsiteX219" fmla="*/ 661885 w 2608416"/>
                    <a:gd name="connsiteY219" fmla="*/ 2385148 h 2606167"/>
                    <a:gd name="connsiteX220" fmla="*/ 1925485 w 2608416"/>
                    <a:gd name="connsiteY220" fmla="*/ 2328671 h 2606167"/>
                    <a:gd name="connsiteX221" fmla="*/ 1959813 w 2608416"/>
                    <a:gd name="connsiteY221" fmla="*/ 2385161 h 2606167"/>
                    <a:gd name="connsiteX222" fmla="*/ 1954390 w 2608416"/>
                    <a:gd name="connsiteY222" fmla="*/ 2388450 h 2606167"/>
                    <a:gd name="connsiteX223" fmla="*/ 1920062 w 2608416"/>
                    <a:gd name="connsiteY223" fmla="*/ 2331973 h 2606167"/>
                    <a:gd name="connsiteX224" fmla="*/ 672961 w 2608416"/>
                    <a:gd name="connsiteY224" fmla="*/ 2322030 h 2606167"/>
                    <a:gd name="connsiteX225" fmla="*/ 678384 w 2608416"/>
                    <a:gd name="connsiteY225" fmla="*/ 2325332 h 2606167"/>
                    <a:gd name="connsiteX226" fmla="*/ 647370 w 2608416"/>
                    <a:gd name="connsiteY226" fmla="*/ 2376272 h 2606167"/>
                    <a:gd name="connsiteX227" fmla="*/ 641948 w 2608416"/>
                    <a:gd name="connsiteY227" fmla="*/ 2372970 h 2606167"/>
                    <a:gd name="connsiteX228" fmla="*/ 1944281 w 2608416"/>
                    <a:gd name="connsiteY228" fmla="*/ 2316428 h 2606167"/>
                    <a:gd name="connsiteX229" fmla="*/ 1979714 w 2608416"/>
                    <a:gd name="connsiteY229" fmla="*/ 2371801 h 2606167"/>
                    <a:gd name="connsiteX230" fmla="*/ 1974367 w 2608416"/>
                    <a:gd name="connsiteY230" fmla="*/ 2375229 h 2606167"/>
                    <a:gd name="connsiteX231" fmla="*/ 1938921 w 2608416"/>
                    <a:gd name="connsiteY231" fmla="*/ 2319845 h 2606167"/>
                    <a:gd name="connsiteX232" fmla="*/ 654177 w 2608416"/>
                    <a:gd name="connsiteY232" fmla="*/ 2309775 h 2606167"/>
                    <a:gd name="connsiteX233" fmla="*/ 659511 w 2608416"/>
                    <a:gd name="connsiteY233" fmla="*/ 2313216 h 2606167"/>
                    <a:gd name="connsiteX234" fmla="*/ 627392 w 2608416"/>
                    <a:gd name="connsiteY234" fmla="*/ 2363051 h 2606167"/>
                    <a:gd name="connsiteX235" fmla="*/ 622058 w 2608416"/>
                    <a:gd name="connsiteY235" fmla="*/ 2359610 h 2606167"/>
                    <a:gd name="connsiteX236" fmla="*/ 1964207 w 2608416"/>
                    <a:gd name="connsiteY236" fmla="*/ 2304237 h 2606167"/>
                    <a:gd name="connsiteX237" fmla="*/ 1999653 w 2608416"/>
                    <a:gd name="connsiteY237" fmla="*/ 2359622 h 2606167"/>
                    <a:gd name="connsiteX238" fmla="*/ 1994306 w 2608416"/>
                    <a:gd name="connsiteY238" fmla="*/ 2363039 h 2606167"/>
                    <a:gd name="connsiteX239" fmla="*/ 1958860 w 2608416"/>
                    <a:gd name="connsiteY239" fmla="*/ 2307666 h 2606167"/>
                    <a:gd name="connsiteX240" fmla="*/ 635368 w 2608416"/>
                    <a:gd name="connsiteY240" fmla="*/ 2297557 h 2606167"/>
                    <a:gd name="connsiteX241" fmla="*/ 640664 w 2608416"/>
                    <a:gd name="connsiteY241" fmla="*/ 2301062 h 2606167"/>
                    <a:gd name="connsiteX242" fmla="*/ 604113 w 2608416"/>
                    <a:gd name="connsiteY242" fmla="*/ 2356435 h 2606167"/>
                    <a:gd name="connsiteX243" fmla="*/ 598817 w 2608416"/>
                    <a:gd name="connsiteY243" fmla="*/ 2352942 h 2606167"/>
                    <a:gd name="connsiteX244" fmla="*/ 1981860 w 2608416"/>
                    <a:gd name="connsiteY244" fmla="*/ 2291956 h 2606167"/>
                    <a:gd name="connsiteX245" fmla="*/ 2019528 w 2608416"/>
                    <a:gd name="connsiteY245" fmla="*/ 2346236 h 2606167"/>
                    <a:gd name="connsiteX246" fmla="*/ 2014309 w 2608416"/>
                    <a:gd name="connsiteY246" fmla="*/ 2349856 h 2606167"/>
                    <a:gd name="connsiteX247" fmla="*/ 1976653 w 2608416"/>
                    <a:gd name="connsiteY247" fmla="*/ 2295576 h 2606167"/>
                    <a:gd name="connsiteX248" fmla="*/ 616586 w 2608416"/>
                    <a:gd name="connsiteY248" fmla="*/ 2285301 h 2606167"/>
                    <a:gd name="connsiteX249" fmla="*/ 621793 w 2608416"/>
                    <a:gd name="connsiteY249" fmla="*/ 2288946 h 2606167"/>
                    <a:gd name="connsiteX250" fmla="*/ 561976 w 2608416"/>
                    <a:gd name="connsiteY250" fmla="*/ 2374226 h 2606167"/>
                    <a:gd name="connsiteX251" fmla="*/ 556781 w 2608416"/>
                    <a:gd name="connsiteY251" fmla="*/ 2370581 h 2606167"/>
                    <a:gd name="connsiteX252" fmla="*/ 597790 w 2608416"/>
                    <a:gd name="connsiteY252" fmla="*/ 2271979 h 2606167"/>
                    <a:gd name="connsiteX253" fmla="*/ 602933 w 2608416"/>
                    <a:gd name="connsiteY253" fmla="*/ 2275700 h 2606167"/>
                    <a:gd name="connsiteX254" fmla="*/ 559740 w 2608416"/>
                    <a:gd name="connsiteY254" fmla="*/ 2335505 h 2606167"/>
                    <a:gd name="connsiteX255" fmla="*/ 554597 w 2608416"/>
                    <a:gd name="connsiteY255" fmla="*/ 2331784 h 2606167"/>
                    <a:gd name="connsiteX256" fmla="*/ 2013928 w 2608416"/>
                    <a:gd name="connsiteY256" fmla="*/ 2269743 h 2606167"/>
                    <a:gd name="connsiteX257" fmla="*/ 2057133 w 2608416"/>
                    <a:gd name="connsiteY257" fmla="*/ 2328443 h 2606167"/>
                    <a:gd name="connsiteX258" fmla="*/ 2052015 w 2608416"/>
                    <a:gd name="connsiteY258" fmla="*/ 2332202 h 2606167"/>
                    <a:gd name="connsiteX259" fmla="*/ 2008822 w 2608416"/>
                    <a:gd name="connsiteY259" fmla="*/ 2273503 h 2606167"/>
                    <a:gd name="connsiteX260" fmla="*/ 2031620 w 2608416"/>
                    <a:gd name="connsiteY260" fmla="*/ 2256409 h 2606167"/>
                    <a:gd name="connsiteX261" fmla="*/ 2094751 w 2608416"/>
                    <a:gd name="connsiteY261" fmla="*/ 2339480 h 2606167"/>
                    <a:gd name="connsiteX262" fmla="*/ 2089697 w 2608416"/>
                    <a:gd name="connsiteY262" fmla="*/ 2343315 h 2606167"/>
                    <a:gd name="connsiteX263" fmla="*/ 2026565 w 2608416"/>
                    <a:gd name="connsiteY263" fmla="*/ 2260258 h 2606167"/>
                    <a:gd name="connsiteX264" fmla="*/ 567931 w 2608416"/>
                    <a:gd name="connsiteY264" fmla="*/ 2248650 h 2606167"/>
                    <a:gd name="connsiteX265" fmla="*/ 572973 w 2608416"/>
                    <a:gd name="connsiteY265" fmla="*/ 2252510 h 2606167"/>
                    <a:gd name="connsiteX266" fmla="*/ 533107 w 2608416"/>
                    <a:gd name="connsiteY266" fmla="*/ 2304568 h 2606167"/>
                    <a:gd name="connsiteX267" fmla="*/ 528066 w 2608416"/>
                    <a:gd name="connsiteY267" fmla="*/ 2300707 h 2606167"/>
                    <a:gd name="connsiteX268" fmla="*/ 2049311 w 2608416"/>
                    <a:gd name="connsiteY268" fmla="*/ 2241969 h 2606167"/>
                    <a:gd name="connsiteX269" fmla="*/ 2090294 w 2608416"/>
                    <a:gd name="connsiteY269" fmla="*/ 2294026 h 2606167"/>
                    <a:gd name="connsiteX270" fmla="*/ 2085303 w 2608416"/>
                    <a:gd name="connsiteY270" fmla="*/ 2297950 h 2606167"/>
                    <a:gd name="connsiteX271" fmla="*/ 2044320 w 2608416"/>
                    <a:gd name="connsiteY271" fmla="*/ 2245893 h 2606167"/>
                    <a:gd name="connsiteX272" fmla="*/ 550266 w 2608416"/>
                    <a:gd name="connsiteY272" fmla="*/ 2235301 h 2606167"/>
                    <a:gd name="connsiteX273" fmla="*/ 555207 w 2608416"/>
                    <a:gd name="connsiteY273" fmla="*/ 2239276 h 2606167"/>
                    <a:gd name="connsiteX274" fmla="*/ 514236 w 2608416"/>
                    <a:gd name="connsiteY274" fmla="*/ 2290228 h 2606167"/>
                    <a:gd name="connsiteX275" fmla="*/ 509283 w 2608416"/>
                    <a:gd name="connsiteY275" fmla="*/ 2286241 h 2606167"/>
                    <a:gd name="connsiteX276" fmla="*/ 2067002 w 2608416"/>
                    <a:gd name="connsiteY276" fmla="*/ 2227542 h 2606167"/>
                    <a:gd name="connsiteX277" fmla="*/ 2104670 w 2608416"/>
                    <a:gd name="connsiteY277" fmla="*/ 2274050 h 2606167"/>
                    <a:gd name="connsiteX278" fmla="*/ 2099730 w 2608416"/>
                    <a:gd name="connsiteY278" fmla="*/ 2278050 h 2606167"/>
                    <a:gd name="connsiteX279" fmla="*/ 2062074 w 2608416"/>
                    <a:gd name="connsiteY279" fmla="*/ 2231530 h 2606167"/>
                    <a:gd name="connsiteX280" fmla="*/ 532587 w 2608416"/>
                    <a:gd name="connsiteY280" fmla="*/ 2220837 h 2606167"/>
                    <a:gd name="connsiteX281" fmla="*/ 537438 w 2608416"/>
                    <a:gd name="connsiteY281" fmla="*/ 2224939 h 2606167"/>
                    <a:gd name="connsiteX282" fmla="*/ 495350 w 2608416"/>
                    <a:gd name="connsiteY282" fmla="*/ 2274773 h 2606167"/>
                    <a:gd name="connsiteX283" fmla="*/ 490499 w 2608416"/>
                    <a:gd name="connsiteY283" fmla="*/ 2270684 h 2606167"/>
                    <a:gd name="connsiteX284" fmla="*/ 2084680 w 2608416"/>
                    <a:gd name="connsiteY284" fmla="*/ 2214181 h 2606167"/>
                    <a:gd name="connsiteX285" fmla="*/ 2122336 w 2608416"/>
                    <a:gd name="connsiteY285" fmla="*/ 2258491 h 2606167"/>
                    <a:gd name="connsiteX286" fmla="*/ 2117497 w 2608416"/>
                    <a:gd name="connsiteY286" fmla="*/ 2262606 h 2606167"/>
                    <a:gd name="connsiteX287" fmla="*/ 2079842 w 2608416"/>
                    <a:gd name="connsiteY287" fmla="*/ 2218296 h 2606167"/>
                    <a:gd name="connsiteX288" fmla="*/ 516026 w 2608416"/>
                    <a:gd name="connsiteY288" fmla="*/ 2206384 h 2606167"/>
                    <a:gd name="connsiteX289" fmla="*/ 520776 w 2608416"/>
                    <a:gd name="connsiteY289" fmla="*/ 2210601 h 2606167"/>
                    <a:gd name="connsiteX290" fmla="*/ 477583 w 2608416"/>
                    <a:gd name="connsiteY290" fmla="*/ 2259330 h 2606167"/>
                    <a:gd name="connsiteX291" fmla="*/ 472833 w 2608416"/>
                    <a:gd name="connsiteY291" fmla="*/ 2255114 h 2606167"/>
                    <a:gd name="connsiteX292" fmla="*/ 2101227 w 2608416"/>
                    <a:gd name="connsiteY292" fmla="*/ 2198612 h 2606167"/>
                    <a:gd name="connsiteX293" fmla="*/ 2141105 w 2608416"/>
                    <a:gd name="connsiteY293" fmla="*/ 2242922 h 2606167"/>
                    <a:gd name="connsiteX294" fmla="*/ 2136381 w 2608416"/>
                    <a:gd name="connsiteY294" fmla="*/ 2247164 h 2606167"/>
                    <a:gd name="connsiteX295" fmla="*/ 2096516 w 2608416"/>
                    <a:gd name="connsiteY295" fmla="*/ 2202866 h 2606167"/>
                    <a:gd name="connsiteX296" fmla="*/ 498310 w 2608416"/>
                    <a:gd name="connsiteY296" fmla="*/ 2190876 h 2606167"/>
                    <a:gd name="connsiteX297" fmla="*/ 503060 w 2608416"/>
                    <a:gd name="connsiteY297" fmla="*/ 2195093 h 2606167"/>
                    <a:gd name="connsiteX298" fmla="*/ 459868 w 2608416"/>
                    <a:gd name="connsiteY298" fmla="*/ 2243823 h 2606167"/>
                    <a:gd name="connsiteX299" fmla="*/ 455118 w 2608416"/>
                    <a:gd name="connsiteY299" fmla="*/ 2239606 h 2606167"/>
                    <a:gd name="connsiteX300" fmla="*/ 2117814 w 2608416"/>
                    <a:gd name="connsiteY300" fmla="*/ 2183078 h 2606167"/>
                    <a:gd name="connsiteX301" fmla="*/ 2172094 w 2608416"/>
                    <a:gd name="connsiteY301" fmla="*/ 2241778 h 2606167"/>
                    <a:gd name="connsiteX302" fmla="*/ 2167421 w 2608416"/>
                    <a:gd name="connsiteY302" fmla="*/ 2246083 h 2606167"/>
                    <a:gd name="connsiteX303" fmla="*/ 2113154 w 2608416"/>
                    <a:gd name="connsiteY303" fmla="*/ 2187384 h 2606167"/>
                    <a:gd name="connsiteX304" fmla="*/ 481750 w 2608416"/>
                    <a:gd name="connsiteY304" fmla="*/ 2175307 h 2606167"/>
                    <a:gd name="connsiteX305" fmla="*/ 486385 w 2608416"/>
                    <a:gd name="connsiteY305" fmla="*/ 2179650 h 2606167"/>
                    <a:gd name="connsiteX306" fmla="*/ 424371 w 2608416"/>
                    <a:gd name="connsiteY306" fmla="*/ 2246097 h 2606167"/>
                    <a:gd name="connsiteX307" fmla="*/ 419723 w 2608416"/>
                    <a:gd name="connsiteY307" fmla="*/ 2241766 h 2606167"/>
                    <a:gd name="connsiteX308" fmla="*/ 2134401 w 2608416"/>
                    <a:gd name="connsiteY308" fmla="*/ 2168640 h 2606167"/>
                    <a:gd name="connsiteX309" fmla="*/ 2179803 w 2608416"/>
                    <a:gd name="connsiteY309" fmla="*/ 2216265 h 2606167"/>
                    <a:gd name="connsiteX310" fmla="*/ 2175206 w 2608416"/>
                    <a:gd name="connsiteY310" fmla="*/ 2220646 h 2606167"/>
                    <a:gd name="connsiteX311" fmla="*/ 2129803 w 2608416"/>
                    <a:gd name="connsiteY311" fmla="*/ 2173021 h 2606167"/>
                    <a:gd name="connsiteX312" fmla="*/ 466267 w 2608416"/>
                    <a:gd name="connsiteY312" fmla="*/ 2159774 h 2606167"/>
                    <a:gd name="connsiteX313" fmla="*/ 470852 w 2608416"/>
                    <a:gd name="connsiteY313" fmla="*/ 2164168 h 2606167"/>
                    <a:gd name="connsiteX314" fmla="*/ 415467 w 2608416"/>
                    <a:gd name="connsiteY314" fmla="*/ 2221763 h 2606167"/>
                    <a:gd name="connsiteX315" fmla="*/ 410895 w 2608416"/>
                    <a:gd name="connsiteY315" fmla="*/ 2217369 h 2606167"/>
                    <a:gd name="connsiteX316" fmla="*/ 2150974 w 2608416"/>
                    <a:gd name="connsiteY316" fmla="*/ 2151989 h 2606167"/>
                    <a:gd name="connsiteX317" fmla="*/ 2234045 w 2608416"/>
                    <a:gd name="connsiteY317" fmla="*/ 2236165 h 2606167"/>
                    <a:gd name="connsiteX318" fmla="*/ 2229524 w 2608416"/>
                    <a:gd name="connsiteY318" fmla="*/ 2240622 h 2606167"/>
                    <a:gd name="connsiteX319" fmla="*/ 2146453 w 2608416"/>
                    <a:gd name="connsiteY319" fmla="*/ 2156447 h 2606167"/>
                    <a:gd name="connsiteX320" fmla="*/ 449719 w 2608416"/>
                    <a:gd name="connsiteY320" fmla="*/ 2144205 h 2606167"/>
                    <a:gd name="connsiteX321" fmla="*/ 454177 w 2608416"/>
                    <a:gd name="connsiteY321" fmla="*/ 2148726 h 2606167"/>
                    <a:gd name="connsiteX322" fmla="*/ 370001 w 2608416"/>
                    <a:gd name="connsiteY322" fmla="*/ 2231797 h 2606167"/>
                    <a:gd name="connsiteX323" fmla="*/ 365544 w 2608416"/>
                    <a:gd name="connsiteY323" fmla="*/ 2227275 h 2606167"/>
                    <a:gd name="connsiteX324" fmla="*/ 2166443 w 2608416"/>
                    <a:gd name="connsiteY324" fmla="*/ 2136444 h 2606167"/>
                    <a:gd name="connsiteX325" fmla="*/ 2222932 w 2608416"/>
                    <a:gd name="connsiteY325" fmla="*/ 2191829 h 2606167"/>
                    <a:gd name="connsiteX326" fmla="*/ 2218487 w 2608416"/>
                    <a:gd name="connsiteY326" fmla="*/ 2196363 h 2606167"/>
                    <a:gd name="connsiteX327" fmla="*/ 2161998 w 2608416"/>
                    <a:gd name="connsiteY327" fmla="*/ 2140978 h 2606167"/>
                    <a:gd name="connsiteX328" fmla="*/ 434252 w 2608416"/>
                    <a:gd name="connsiteY328" fmla="*/ 2127554 h 2606167"/>
                    <a:gd name="connsiteX329" fmla="*/ 438633 w 2608416"/>
                    <a:gd name="connsiteY329" fmla="*/ 2132152 h 2606167"/>
                    <a:gd name="connsiteX330" fmla="*/ 391008 w 2608416"/>
                    <a:gd name="connsiteY330" fmla="*/ 2177567 h 2606167"/>
                    <a:gd name="connsiteX331" fmla="*/ 386627 w 2608416"/>
                    <a:gd name="connsiteY331" fmla="*/ 2172969 h 2606167"/>
                    <a:gd name="connsiteX332" fmla="*/ 2181886 w 2608416"/>
                    <a:gd name="connsiteY332" fmla="*/ 2119783 h 2606167"/>
                    <a:gd name="connsiteX333" fmla="*/ 2248345 w 2608416"/>
                    <a:gd name="connsiteY333" fmla="*/ 2181810 h 2606167"/>
                    <a:gd name="connsiteX334" fmla="*/ 2244015 w 2608416"/>
                    <a:gd name="connsiteY334" fmla="*/ 2186445 h 2606167"/>
                    <a:gd name="connsiteX335" fmla="*/ 2177555 w 2608416"/>
                    <a:gd name="connsiteY335" fmla="*/ 2124418 h 2606167"/>
                    <a:gd name="connsiteX336" fmla="*/ 418783 w 2608416"/>
                    <a:gd name="connsiteY336" fmla="*/ 2110904 h 2606167"/>
                    <a:gd name="connsiteX337" fmla="*/ 423088 w 2608416"/>
                    <a:gd name="connsiteY337" fmla="*/ 2115578 h 2606167"/>
                    <a:gd name="connsiteX338" fmla="*/ 364389 w 2608416"/>
                    <a:gd name="connsiteY338" fmla="*/ 2169845 h 2606167"/>
                    <a:gd name="connsiteX339" fmla="*/ 360084 w 2608416"/>
                    <a:gd name="connsiteY339" fmla="*/ 2165184 h 2606167"/>
                    <a:gd name="connsiteX340" fmla="*/ 2197366 w 2608416"/>
                    <a:gd name="connsiteY340" fmla="*/ 2103146 h 2606167"/>
                    <a:gd name="connsiteX341" fmla="*/ 2246096 w 2608416"/>
                    <a:gd name="connsiteY341" fmla="*/ 2147443 h 2606167"/>
                    <a:gd name="connsiteX342" fmla="*/ 2241829 w 2608416"/>
                    <a:gd name="connsiteY342" fmla="*/ 2152142 h 2606167"/>
                    <a:gd name="connsiteX343" fmla="*/ 2193099 w 2608416"/>
                    <a:gd name="connsiteY343" fmla="*/ 2107845 h 2606167"/>
                    <a:gd name="connsiteX344" fmla="*/ 403314 w 2608416"/>
                    <a:gd name="connsiteY344" fmla="*/ 2094268 h 2606167"/>
                    <a:gd name="connsiteX345" fmla="*/ 407556 w 2608416"/>
                    <a:gd name="connsiteY345" fmla="*/ 2098993 h 2606167"/>
                    <a:gd name="connsiteX346" fmla="*/ 363259 w 2608416"/>
                    <a:gd name="connsiteY346" fmla="*/ 2138858 h 2606167"/>
                    <a:gd name="connsiteX347" fmla="*/ 359004 w 2608416"/>
                    <a:gd name="connsiteY347" fmla="*/ 2134146 h 2606167"/>
                    <a:gd name="connsiteX348" fmla="*/ 2211706 w 2608416"/>
                    <a:gd name="connsiteY348" fmla="*/ 2086470 h 2606167"/>
                    <a:gd name="connsiteX349" fmla="*/ 2261553 w 2608416"/>
                    <a:gd name="connsiteY349" fmla="*/ 2129675 h 2606167"/>
                    <a:gd name="connsiteX350" fmla="*/ 2257387 w 2608416"/>
                    <a:gd name="connsiteY350" fmla="*/ 2134475 h 2606167"/>
                    <a:gd name="connsiteX351" fmla="*/ 2207553 w 2608416"/>
                    <a:gd name="connsiteY351" fmla="*/ 2091270 h 2606167"/>
                    <a:gd name="connsiteX352" fmla="*/ 389013 w 2608416"/>
                    <a:gd name="connsiteY352" fmla="*/ 2077567 h 2606167"/>
                    <a:gd name="connsiteX353" fmla="*/ 393065 w 2608416"/>
                    <a:gd name="connsiteY353" fmla="*/ 2082457 h 2606167"/>
                    <a:gd name="connsiteX354" fmla="*/ 347649 w 2608416"/>
                    <a:gd name="connsiteY354" fmla="*/ 2120112 h 2606167"/>
                    <a:gd name="connsiteX355" fmla="*/ 343598 w 2608416"/>
                    <a:gd name="connsiteY355" fmla="*/ 2115222 h 2606167"/>
                    <a:gd name="connsiteX356" fmla="*/ 2227186 w 2608416"/>
                    <a:gd name="connsiteY356" fmla="*/ 2068728 h 2606167"/>
                    <a:gd name="connsiteX357" fmla="*/ 2277021 w 2608416"/>
                    <a:gd name="connsiteY357" fmla="*/ 2110815 h 2606167"/>
                    <a:gd name="connsiteX358" fmla="*/ 2272919 w 2608416"/>
                    <a:gd name="connsiteY358" fmla="*/ 2115667 h 2606167"/>
                    <a:gd name="connsiteX359" fmla="*/ 2223084 w 2608416"/>
                    <a:gd name="connsiteY359" fmla="*/ 2073579 h 2606167"/>
                    <a:gd name="connsiteX360" fmla="*/ 374638 w 2608416"/>
                    <a:gd name="connsiteY360" fmla="*/ 2059826 h 2606167"/>
                    <a:gd name="connsiteX361" fmla="*/ 378638 w 2608416"/>
                    <a:gd name="connsiteY361" fmla="*/ 2064766 h 2606167"/>
                    <a:gd name="connsiteX362" fmla="*/ 332118 w 2608416"/>
                    <a:gd name="connsiteY362" fmla="*/ 2102422 h 2606167"/>
                    <a:gd name="connsiteX363" fmla="*/ 328118 w 2608416"/>
                    <a:gd name="connsiteY363" fmla="*/ 2097481 h 2606167"/>
                    <a:gd name="connsiteX364" fmla="*/ 2241550 w 2608416"/>
                    <a:gd name="connsiteY364" fmla="*/ 2050986 h 2606167"/>
                    <a:gd name="connsiteX365" fmla="*/ 2292502 w 2608416"/>
                    <a:gd name="connsiteY365" fmla="*/ 2093074 h 2606167"/>
                    <a:gd name="connsiteX366" fmla="*/ 2288451 w 2608416"/>
                    <a:gd name="connsiteY366" fmla="*/ 2097963 h 2606167"/>
                    <a:gd name="connsiteX367" fmla="*/ 2237511 w 2608416"/>
                    <a:gd name="connsiteY367" fmla="*/ 2055875 h 2606167"/>
                    <a:gd name="connsiteX368" fmla="*/ 360273 w 2608416"/>
                    <a:gd name="connsiteY368" fmla="*/ 2042083 h 2606167"/>
                    <a:gd name="connsiteX369" fmla="*/ 364197 w 2608416"/>
                    <a:gd name="connsiteY369" fmla="*/ 2047061 h 2606167"/>
                    <a:gd name="connsiteX370" fmla="*/ 312140 w 2608416"/>
                    <a:gd name="connsiteY370" fmla="*/ 2088044 h 2606167"/>
                    <a:gd name="connsiteX371" fmla="*/ 308216 w 2608416"/>
                    <a:gd name="connsiteY371" fmla="*/ 2083053 h 2606167"/>
                    <a:gd name="connsiteX372" fmla="*/ 2254757 w 2608416"/>
                    <a:gd name="connsiteY372" fmla="*/ 2034299 h 2606167"/>
                    <a:gd name="connsiteX373" fmla="*/ 2306802 w 2608416"/>
                    <a:gd name="connsiteY373" fmla="*/ 2074177 h 2606167"/>
                    <a:gd name="connsiteX374" fmla="*/ 2302941 w 2608416"/>
                    <a:gd name="connsiteY374" fmla="*/ 2079219 h 2606167"/>
                    <a:gd name="connsiteX375" fmla="*/ 2250897 w 2608416"/>
                    <a:gd name="connsiteY375" fmla="*/ 2039341 h 2606167"/>
                    <a:gd name="connsiteX376" fmla="*/ 347041 w 2608416"/>
                    <a:gd name="connsiteY376" fmla="*/ 2024317 h 2606167"/>
                    <a:gd name="connsiteX377" fmla="*/ 350851 w 2608416"/>
                    <a:gd name="connsiteY377" fmla="*/ 2029397 h 2606167"/>
                    <a:gd name="connsiteX378" fmla="*/ 266675 w 2608416"/>
                    <a:gd name="connsiteY378" fmla="*/ 2092529 h 2606167"/>
                    <a:gd name="connsiteX379" fmla="*/ 262865 w 2608416"/>
                    <a:gd name="connsiteY379" fmla="*/ 2087448 h 2606167"/>
                    <a:gd name="connsiteX380" fmla="*/ 332663 w 2608416"/>
                    <a:gd name="connsiteY380" fmla="*/ 2006574 h 2606167"/>
                    <a:gd name="connsiteX381" fmla="*/ 336435 w 2608416"/>
                    <a:gd name="connsiteY381" fmla="*/ 2011692 h 2606167"/>
                    <a:gd name="connsiteX382" fmla="*/ 277736 w 2608416"/>
                    <a:gd name="connsiteY382" fmla="*/ 2054885 h 2606167"/>
                    <a:gd name="connsiteX383" fmla="*/ 273964 w 2608416"/>
                    <a:gd name="connsiteY383" fmla="*/ 2049767 h 2606167"/>
                    <a:gd name="connsiteX384" fmla="*/ 2277935 w 2608416"/>
                    <a:gd name="connsiteY384" fmla="*/ 2003234 h 2606167"/>
                    <a:gd name="connsiteX385" fmla="*/ 2337752 w 2608416"/>
                    <a:gd name="connsiteY385" fmla="*/ 2046427 h 2606167"/>
                    <a:gd name="connsiteX386" fmla="*/ 2334031 w 2608416"/>
                    <a:gd name="connsiteY386" fmla="*/ 2051583 h 2606167"/>
                    <a:gd name="connsiteX387" fmla="*/ 2274227 w 2608416"/>
                    <a:gd name="connsiteY387" fmla="*/ 2008377 h 2606167"/>
                    <a:gd name="connsiteX388" fmla="*/ 2291208 w 2608416"/>
                    <a:gd name="connsiteY388" fmla="*/ 1984387 h 2606167"/>
                    <a:gd name="connsiteX389" fmla="*/ 2377593 w 2608416"/>
                    <a:gd name="connsiteY389" fmla="*/ 2045296 h 2606167"/>
                    <a:gd name="connsiteX390" fmla="*/ 2373935 w 2608416"/>
                    <a:gd name="connsiteY390" fmla="*/ 2050490 h 2606167"/>
                    <a:gd name="connsiteX391" fmla="*/ 2287537 w 2608416"/>
                    <a:gd name="connsiteY391" fmla="*/ 1989568 h 2606167"/>
                    <a:gd name="connsiteX392" fmla="*/ 311735 w 2608416"/>
                    <a:gd name="connsiteY392" fmla="*/ 1975485 h 2606167"/>
                    <a:gd name="connsiteX393" fmla="*/ 315278 w 2608416"/>
                    <a:gd name="connsiteY393" fmla="*/ 1980756 h 2606167"/>
                    <a:gd name="connsiteX394" fmla="*/ 261011 w 2608416"/>
                    <a:gd name="connsiteY394" fmla="*/ 2017307 h 2606167"/>
                    <a:gd name="connsiteX395" fmla="*/ 257468 w 2608416"/>
                    <a:gd name="connsiteY395" fmla="*/ 2012036 h 2606167"/>
                    <a:gd name="connsiteX396" fmla="*/ 2303322 w 2608416"/>
                    <a:gd name="connsiteY396" fmla="*/ 1966620 h 2606167"/>
                    <a:gd name="connsiteX397" fmla="*/ 2357602 w 2608416"/>
                    <a:gd name="connsiteY397" fmla="*/ 2003170 h 2606167"/>
                    <a:gd name="connsiteX398" fmla="*/ 2354046 w 2608416"/>
                    <a:gd name="connsiteY398" fmla="*/ 2008441 h 2606167"/>
                    <a:gd name="connsiteX399" fmla="*/ 2299779 w 2608416"/>
                    <a:gd name="connsiteY399" fmla="*/ 1971890 h 2606167"/>
                    <a:gd name="connsiteX400" fmla="*/ 298500 w 2608416"/>
                    <a:gd name="connsiteY400" fmla="*/ 1956613 h 2606167"/>
                    <a:gd name="connsiteX401" fmla="*/ 301929 w 2608416"/>
                    <a:gd name="connsiteY401" fmla="*/ 1961960 h 2606167"/>
                    <a:gd name="connsiteX402" fmla="*/ 246545 w 2608416"/>
                    <a:gd name="connsiteY402" fmla="*/ 1997405 h 2606167"/>
                    <a:gd name="connsiteX403" fmla="*/ 243128 w 2608416"/>
                    <a:gd name="connsiteY403" fmla="*/ 1992059 h 2606167"/>
                    <a:gd name="connsiteX404" fmla="*/ 2315476 w 2608416"/>
                    <a:gd name="connsiteY404" fmla="*/ 1946668 h 2606167"/>
                    <a:gd name="connsiteX405" fmla="*/ 2366416 w 2608416"/>
                    <a:gd name="connsiteY405" fmla="*/ 1979891 h 2606167"/>
                    <a:gd name="connsiteX406" fmla="*/ 2362949 w 2608416"/>
                    <a:gd name="connsiteY406" fmla="*/ 1985213 h 2606167"/>
                    <a:gd name="connsiteX407" fmla="*/ 2311997 w 2608416"/>
                    <a:gd name="connsiteY407" fmla="*/ 1951989 h 2606167"/>
                    <a:gd name="connsiteX408" fmla="*/ 286360 w 2608416"/>
                    <a:gd name="connsiteY408" fmla="*/ 1937766 h 2606167"/>
                    <a:gd name="connsiteX409" fmla="*/ 289700 w 2608416"/>
                    <a:gd name="connsiteY409" fmla="*/ 1943164 h 2606167"/>
                    <a:gd name="connsiteX410" fmla="*/ 234328 w 2608416"/>
                    <a:gd name="connsiteY410" fmla="*/ 1977492 h 2606167"/>
                    <a:gd name="connsiteX411" fmla="*/ 230988 w 2608416"/>
                    <a:gd name="connsiteY411" fmla="*/ 1972095 h 2606167"/>
                    <a:gd name="connsiteX412" fmla="*/ 2327568 w 2608416"/>
                    <a:gd name="connsiteY412" fmla="*/ 1927784 h 2606167"/>
                    <a:gd name="connsiteX413" fmla="*/ 2378520 w 2608416"/>
                    <a:gd name="connsiteY413" fmla="*/ 1958798 h 2606167"/>
                    <a:gd name="connsiteX414" fmla="*/ 2375218 w 2608416"/>
                    <a:gd name="connsiteY414" fmla="*/ 1964220 h 2606167"/>
                    <a:gd name="connsiteX415" fmla="*/ 2324266 w 2608416"/>
                    <a:gd name="connsiteY415" fmla="*/ 1933207 h 2606167"/>
                    <a:gd name="connsiteX416" fmla="*/ 274180 w 2608416"/>
                    <a:gd name="connsiteY416" fmla="*/ 1917826 h 2606167"/>
                    <a:gd name="connsiteX417" fmla="*/ 277520 w 2608416"/>
                    <a:gd name="connsiteY417" fmla="*/ 1923224 h 2606167"/>
                    <a:gd name="connsiteX418" fmla="*/ 222148 w 2608416"/>
                    <a:gd name="connsiteY418" fmla="*/ 1957565 h 2606167"/>
                    <a:gd name="connsiteX419" fmla="*/ 218795 w 2608416"/>
                    <a:gd name="connsiteY419" fmla="*/ 1952167 h 2606167"/>
                    <a:gd name="connsiteX420" fmla="*/ 2339708 w 2608416"/>
                    <a:gd name="connsiteY420" fmla="*/ 1908925 h 2606167"/>
                    <a:gd name="connsiteX421" fmla="*/ 2390660 w 2608416"/>
                    <a:gd name="connsiteY421" fmla="*/ 1938833 h 2606167"/>
                    <a:gd name="connsiteX422" fmla="*/ 2387447 w 2608416"/>
                    <a:gd name="connsiteY422" fmla="*/ 1944307 h 2606167"/>
                    <a:gd name="connsiteX423" fmla="*/ 2336495 w 2608416"/>
                    <a:gd name="connsiteY423" fmla="*/ 1914411 h 2606167"/>
                    <a:gd name="connsiteX424" fmla="*/ 263169 w 2608416"/>
                    <a:gd name="connsiteY424" fmla="*/ 1898967 h 2606167"/>
                    <a:gd name="connsiteX425" fmla="*/ 266382 w 2608416"/>
                    <a:gd name="connsiteY425" fmla="*/ 1904440 h 2606167"/>
                    <a:gd name="connsiteX426" fmla="*/ 209893 w 2608416"/>
                    <a:gd name="connsiteY426" fmla="*/ 1937664 h 2606167"/>
                    <a:gd name="connsiteX427" fmla="*/ 206679 w 2608416"/>
                    <a:gd name="connsiteY427" fmla="*/ 1932190 h 2606167"/>
                    <a:gd name="connsiteX428" fmla="*/ 2350771 w 2608416"/>
                    <a:gd name="connsiteY428" fmla="*/ 1888986 h 2606167"/>
                    <a:gd name="connsiteX429" fmla="*/ 2419439 w 2608416"/>
                    <a:gd name="connsiteY429" fmla="*/ 1928863 h 2606167"/>
                    <a:gd name="connsiteX430" fmla="*/ 2416252 w 2608416"/>
                    <a:gd name="connsiteY430" fmla="*/ 1934350 h 2606167"/>
                    <a:gd name="connsiteX431" fmla="*/ 2347583 w 2608416"/>
                    <a:gd name="connsiteY431" fmla="*/ 1894472 h 2606167"/>
                    <a:gd name="connsiteX432" fmla="*/ 252158 w 2608416"/>
                    <a:gd name="connsiteY432" fmla="*/ 1878990 h 2606167"/>
                    <a:gd name="connsiteX433" fmla="*/ 255244 w 2608416"/>
                    <a:gd name="connsiteY433" fmla="*/ 1884540 h 2606167"/>
                    <a:gd name="connsiteX434" fmla="*/ 175501 w 2608416"/>
                    <a:gd name="connsiteY434" fmla="*/ 1928837 h 2606167"/>
                    <a:gd name="connsiteX435" fmla="*/ 172415 w 2608416"/>
                    <a:gd name="connsiteY435" fmla="*/ 1923287 h 2606167"/>
                    <a:gd name="connsiteX436" fmla="*/ 2361806 w 2608416"/>
                    <a:gd name="connsiteY436" fmla="*/ 1869021 h 2606167"/>
                    <a:gd name="connsiteX437" fmla="*/ 2419388 w 2608416"/>
                    <a:gd name="connsiteY437" fmla="*/ 1901140 h 2606167"/>
                    <a:gd name="connsiteX438" fmla="*/ 2416301 w 2608416"/>
                    <a:gd name="connsiteY438" fmla="*/ 1906689 h 2606167"/>
                    <a:gd name="connsiteX439" fmla="*/ 2358707 w 2608416"/>
                    <a:gd name="connsiteY439" fmla="*/ 1874571 h 2606167"/>
                    <a:gd name="connsiteX440" fmla="*/ 241109 w 2608416"/>
                    <a:gd name="connsiteY440" fmla="*/ 1859039 h 2606167"/>
                    <a:gd name="connsiteX441" fmla="*/ 244132 w 2608416"/>
                    <a:gd name="connsiteY441" fmla="*/ 1864627 h 2606167"/>
                    <a:gd name="connsiteX442" fmla="*/ 174358 w 2608416"/>
                    <a:gd name="connsiteY442" fmla="*/ 1902283 h 2606167"/>
                    <a:gd name="connsiteX443" fmla="*/ 171335 w 2608416"/>
                    <a:gd name="connsiteY443" fmla="*/ 1896695 h 2606167"/>
                    <a:gd name="connsiteX444" fmla="*/ 2371687 w 2608416"/>
                    <a:gd name="connsiteY444" fmla="*/ 1849043 h 2606167"/>
                    <a:gd name="connsiteX445" fmla="*/ 2478012 w 2608416"/>
                    <a:gd name="connsiteY445" fmla="*/ 1904415 h 2606167"/>
                    <a:gd name="connsiteX446" fmla="*/ 2475078 w 2608416"/>
                    <a:gd name="connsiteY446" fmla="*/ 1910054 h 2606167"/>
                    <a:gd name="connsiteX447" fmla="*/ 2368754 w 2608416"/>
                    <a:gd name="connsiteY447" fmla="*/ 1854669 h 2606167"/>
                    <a:gd name="connsiteX448" fmla="*/ 231228 w 2608416"/>
                    <a:gd name="connsiteY448" fmla="*/ 1839048 h 2606167"/>
                    <a:gd name="connsiteX449" fmla="*/ 234073 w 2608416"/>
                    <a:gd name="connsiteY449" fmla="*/ 1844725 h 2606167"/>
                    <a:gd name="connsiteX450" fmla="*/ 127749 w 2608416"/>
                    <a:gd name="connsiteY450" fmla="*/ 1897887 h 2606167"/>
                    <a:gd name="connsiteX451" fmla="*/ 124904 w 2608416"/>
                    <a:gd name="connsiteY451" fmla="*/ 1892210 h 2606167"/>
                    <a:gd name="connsiteX452" fmla="*/ 2382724 w 2608416"/>
                    <a:gd name="connsiteY452" fmla="*/ 1829080 h 2606167"/>
                    <a:gd name="connsiteX453" fmla="*/ 2453603 w 2608416"/>
                    <a:gd name="connsiteY453" fmla="*/ 1864526 h 2606167"/>
                    <a:gd name="connsiteX454" fmla="*/ 2450758 w 2608416"/>
                    <a:gd name="connsiteY454" fmla="*/ 1870202 h 2606167"/>
                    <a:gd name="connsiteX455" fmla="*/ 2379879 w 2608416"/>
                    <a:gd name="connsiteY455" fmla="*/ 1834769 h 2606167"/>
                    <a:gd name="connsiteX456" fmla="*/ 221348 w 2608416"/>
                    <a:gd name="connsiteY456" fmla="*/ 1819072 h 2606167"/>
                    <a:gd name="connsiteX457" fmla="*/ 224015 w 2608416"/>
                    <a:gd name="connsiteY457" fmla="*/ 1824838 h 2606167"/>
                    <a:gd name="connsiteX458" fmla="*/ 164211 w 2608416"/>
                    <a:gd name="connsiteY458" fmla="*/ 1852524 h 2606167"/>
                    <a:gd name="connsiteX459" fmla="*/ 161544 w 2608416"/>
                    <a:gd name="connsiteY459" fmla="*/ 1846758 h 2606167"/>
                    <a:gd name="connsiteX460" fmla="*/ 2391499 w 2608416"/>
                    <a:gd name="connsiteY460" fmla="*/ 1809115 h 2606167"/>
                    <a:gd name="connsiteX461" fmla="*/ 2474570 w 2608416"/>
                    <a:gd name="connsiteY461" fmla="*/ 1847876 h 2606167"/>
                    <a:gd name="connsiteX462" fmla="*/ 2471878 w 2608416"/>
                    <a:gd name="connsiteY462" fmla="*/ 1853629 h 2606167"/>
                    <a:gd name="connsiteX463" fmla="*/ 2388820 w 2608416"/>
                    <a:gd name="connsiteY463" fmla="*/ 1814868 h 2606167"/>
                    <a:gd name="connsiteX464" fmla="*/ 212510 w 2608416"/>
                    <a:gd name="connsiteY464" fmla="*/ 1798028 h 2606167"/>
                    <a:gd name="connsiteX465" fmla="*/ 215139 w 2608416"/>
                    <a:gd name="connsiteY465" fmla="*/ 1803807 h 2606167"/>
                    <a:gd name="connsiteX466" fmla="*/ 142037 w 2608416"/>
                    <a:gd name="connsiteY466" fmla="*/ 1837030 h 2606167"/>
                    <a:gd name="connsiteX467" fmla="*/ 139421 w 2608416"/>
                    <a:gd name="connsiteY467" fmla="*/ 1831251 h 2606167"/>
                    <a:gd name="connsiteX468" fmla="*/ 2401417 w 2608416"/>
                    <a:gd name="connsiteY468" fmla="*/ 1788045 h 2606167"/>
                    <a:gd name="connsiteX469" fmla="*/ 2461222 w 2608416"/>
                    <a:gd name="connsiteY469" fmla="*/ 1814626 h 2606167"/>
                    <a:gd name="connsiteX470" fmla="*/ 2458643 w 2608416"/>
                    <a:gd name="connsiteY470" fmla="*/ 1820430 h 2606167"/>
                    <a:gd name="connsiteX471" fmla="*/ 2398839 w 2608416"/>
                    <a:gd name="connsiteY471" fmla="*/ 1793849 h 2606167"/>
                    <a:gd name="connsiteX472" fmla="*/ 202603 w 2608416"/>
                    <a:gd name="connsiteY472" fmla="*/ 1778064 h 2606167"/>
                    <a:gd name="connsiteX473" fmla="*/ 205105 w 2608416"/>
                    <a:gd name="connsiteY473" fmla="*/ 1783893 h 2606167"/>
                    <a:gd name="connsiteX474" fmla="*/ 150837 w 2608416"/>
                    <a:gd name="connsiteY474" fmla="*/ 1807160 h 2606167"/>
                    <a:gd name="connsiteX475" fmla="*/ 148336 w 2608416"/>
                    <a:gd name="connsiteY475" fmla="*/ 1801317 h 2606167"/>
                    <a:gd name="connsiteX476" fmla="*/ 2410206 w 2608416"/>
                    <a:gd name="connsiteY476" fmla="*/ 1768080 h 2606167"/>
                    <a:gd name="connsiteX477" fmla="*/ 2471128 w 2608416"/>
                    <a:gd name="connsiteY477" fmla="*/ 1793557 h 2606167"/>
                    <a:gd name="connsiteX478" fmla="*/ 2468677 w 2608416"/>
                    <a:gd name="connsiteY478" fmla="*/ 1799411 h 2606167"/>
                    <a:gd name="connsiteX479" fmla="*/ 2407767 w 2608416"/>
                    <a:gd name="connsiteY479" fmla="*/ 1773935 h 2606167"/>
                    <a:gd name="connsiteX480" fmla="*/ 193803 w 2608416"/>
                    <a:gd name="connsiteY480" fmla="*/ 1756995 h 2606167"/>
                    <a:gd name="connsiteX481" fmla="*/ 196203 w 2608416"/>
                    <a:gd name="connsiteY481" fmla="*/ 1762875 h 2606167"/>
                    <a:gd name="connsiteX482" fmla="*/ 141923 w 2608416"/>
                    <a:gd name="connsiteY482" fmla="*/ 1785023 h 2606167"/>
                    <a:gd name="connsiteX483" fmla="*/ 139535 w 2608416"/>
                    <a:gd name="connsiteY483" fmla="*/ 1779143 h 2606167"/>
                    <a:gd name="connsiteX484" fmla="*/ 2419032 w 2608416"/>
                    <a:gd name="connsiteY484" fmla="*/ 1747012 h 2606167"/>
                    <a:gd name="connsiteX485" fmla="*/ 2479941 w 2608416"/>
                    <a:gd name="connsiteY485" fmla="*/ 1771384 h 2606167"/>
                    <a:gd name="connsiteX486" fmla="*/ 2477579 w 2608416"/>
                    <a:gd name="connsiteY486" fmla="*/ 1777276 h 2606167"/>
                    <a:gd name="connsiteX487" fmla="*/ 2416670 w 2608416"/>
                    <a:gd name="connsiteY487" fmla="*/ 1752918 h 2606167"/>
                    <a:gd name="connsiteX488" fmla="*/ 186068 w 2608416"/>
                    <a:gd name="connsiteY488" fmla="*/ 1735938 h 2606167"/>
                    <a:gd name="connsiteX489" fmla="*/ 188430 w 2608416"/>
                    <a:gd name="connsiteY489" fmla="*/ 1741843 h 2606167"/>
                    <a:gd name="connsiteX490" fmla="*/ 133046 w 2608416"/>
                    <a:gd name="connsiteY490" fmla="*/ 1763992 h 2606167"/>
                    <a:gd name="connsiteX491" fmla="*/ 130684 w 2608416"/>
                    <a:gd name="connsiteY491" fmla="*/ 1758099 h 2606167"/>
                    <a:gd name="connsiteX492" fmla="*/ 2426717 w 2608416"/>
                    <a:gd name="connsiteY492" fmla="*/ 1725955 h 2606167"/>
                    <a:gd name="connsiteX493" fmla="*/ 2488743 w 2608416"/>
                    <a:gd name="connsiteY493" fmla="*/ 1749208 h 2606167"/>
                    <a:gd name="connsiteX494" fmla="*/ 2486508 w 2608416"/>
                    <a:gd name="connsiteY494" fmla="*/ 1755152 h 2606167"/>
                    <a:gd name="connsiteX495" fmla="*/ 2424481 w 2608416"/>
                    <a:gd name="connsiteY495" fmla="*/ 1731898 h 2606167"/>
                    <a:gd name="connsiteX496" fmla="*/ 177254 w 2608416"/>
                    <a:gd name="connsiteY496" fmla="*/ 1714880 h 2606167"/>
                    <a:gd name="connsiteX497" fmla="*/ 179515 w 2608416"/>
                    <a:gd name="connsiteY497" fmla="*/ 1720811 h 2606167"/>
                    <a:gd name="connsiteX498" fmla="*/ 118606 w 2608416"/>
                    <a:gd name="connsiteY498" fmla="*/ 1744065 h 2606167"/>
                    <a:gd name="connsiteX499" fmla="*/ 116333 w 2608416"/>
                    <a:gd name="connsiteY499" fmla="*/ 1738134 h 2606167"/>
                    <a:gd name="connsiteX500" fmla="*/ 2434425 w 2608416"/>
                    <a:gd name="connsiteY500" fmla="*/ 1704885 h 2606167"/>
                    <a:gd name="connsiteX501" fmla="*/ 2496439 w 2608416"/>
                    <a:gd name="connsiteY501" fmla="*/ 1727034 h 2606167"/>
                    <a:gd name="connsiteX502" fmla="*/ 2494306 w 2608416"/>
                    <a:gd name="connsiteY502" fmla="*/ 1733016 h 2606167"/>
                    <a:gd name="connsiteX503" fmla="*/ 2432279 w 2608416"/>
                    <a:gd name="connsiteY503" fmla="*/ 1710867 h 2606167"/>
                    <a:gd name="connsiteX504" fmla="*/ 170700 w 2608416"/>
                    <a:gd name="connsiteY504" fmla="*/ 1693799 h 2606167"/>
                    <a:gd name="connsiteX505" fmla="*/ 172770 w 2608416"/>
                    <a:gd name="connsiteY505" fmla="*/ 1699807 h 2606167"/>
                    <a:gd name="connsiteX506" fmla="*/ 73088 w 2608416"/>
                    <a:gd name="connsiteY506" fmla="*/ 1734135 h 2606167"/>
                    <a:gd name="connsiteX507" fmla="*/ 71031 w 2608416"/>
                    <a:gd name="connsiteY507" fmla="*/ 1728140 h 2606167"/>
                    <a:gd name="connsiteX508" fmla="*/ 162980 w 2608416"/>
                    <a:gd name="connsiteY508" fmla="*/ 1671638 h 2606167"/>
                    <a:gd name="connsiteX509" fmla="*/ 164986 w 2608416"/>
                    <a:gd name="connsiteY509" fmla="*/ 1677670 h 2606167"/>
                    <a:gd name="connsiteX510" fmla="*/ 95213 w 2608416"/>
                    <a:gd name="connsiteY510" fmla="*/ 1700924 h 2606167"/>
                    <a:gd name="connsiteX511" fmla="*/ 93206 w 2608416"/>
                    <a:gd name="connsiteY511" fmla="*/ 1694904 h 2606167"/>
                    <a:gd name="connsiteX512" fmla="*/ 2446529 w 2608416"/>
                    <a:gd name="connsiteY512" fmla="*/ 1668309 h 2606167"/>
                    <a:gd name="connsiteX513" fmla="*/ 2517407 w 2608416"/>
                    <a:gd name="connsiteY513" fmla="*/ 1691576 h 2606167"/>
                    <a:gd name="connsiteX514" fmla="*/ 2515426 w 2608416"/>
                    <a:gd name="connsiteY514" fmla="*/ 1697608 h 2606167"/>
                    <a:gd name="connsiteX515" fmla="*/ 2444547 w 2608416"/>
                    <a:gd name="connsiteY515" fmla="*/ 1674342 h 2606167"/>
                    <a:gd name="connsiteX516" fmla="*/ 2453081 w 2608416"/>
                    <a:gd name="connsiteY516" fmla="*/ 1647241 h 2606167"/>
                    <a:gd name="connsiteX517" fmla="*/ 2553868 w 2608416"/>
                    <a:gd name="connsiteY517" fmla="*/ 1677150 h 2606167"/>
                    <a:gd name="connsiteX518" fmla="*/ 2552064 w 2608416"/>
                    <a:gd name="connsiteY518" fmla="*/ 1683233 h 2606167"/>
                    <a:gd name="connsiteX519" fmla="*/ 2451277 w 2608416"/>
                    <a:gd name="connsiteY519" fmla="*/ 1653337 h 2606167"/>
                    <a:gd name="connsiteX520" fmla="*/ 152058 w 2608416"/>
                    <a:gd name="connsiteY520" fmla="*/ 1636154 h 2606167"/>
                    <a:gd name="connsiteX521" fmla="*/ 153772 w 2608416"/>
                    <a:gd name="connsiteY521" fmla="*/ 1642263 h 2606167"/>
                    <a:gd name="connsiteX522" fmla="*/ 90641 w 2608416"/>
                    <a:gd name="connsiteY522" fmla="*/ 1659992 h 2606167"/>
                    <a:gd name="connsiteX523" fmla="*/ 88926 w 2608416"/>
                    <a:gd name="connsiteY523" fmla="*/ 1653871 h 2606167"/>
                    <a:gd name="connsiteX524" fmla="*/ 2459685 w 2608416"/>
                    <a:gd name="connsiteY524" fmla="*/ 1625079 h 2606167"/>
                    <a:gd name="connsiteX525" fmla="*/ 2522817 w 2608416"/>
                    <a:gd name="connsiteY525" fmla="*/ 1642795 h 2606167"/>
                    <a:gd name="connsiteX526" fmla="*/ 2521102 w 2608416"/>
                    <a:gd name="connsiteY526" fmla="*/ 1648916 h 2606167"/>
                    <a:gd name="connsiteX527" fmla="*/ 2457970 w 2608416"/>
                    <a:gd name="connsiteY527" fmla="*/ 1631187 h 2606167"/>
                    <a:gd name="connsiteX528" fmla="*/ 145403 w 2608416"/>
                    <a:gd name="connsiteY528" fmla="*/ 1614005 h 2606167"/>
                    <a:gd name="connsiteX529" fmla="*/ 147130 w 2608416"/>
                    <a:gd name="connsiteY529" fmla="*/ 1620114 h 2606167"/>
                    <a:gd name="connsiteX530" fmla="*/ 83998 w 2608416"/>
                    <a:gd name="connsiteY530" fmla="*/ 1637843 h 2606167"/>
                    <a:gd name="connsiteX531" fmla="*/ 82284 w 2608416"/>
                    <a:gd name="connsiteY531" fmla="*/ 1631722 h 2606167"/>
                    <a:gd name="connsiteX532" fmla="*/ 2466252 w 2608416"/>
                    <a:gd name="connsiteY532" fmla="*/ 1604010 h 2606167"/>
                    <a:gd name="connsiteX533" fmla="*/ 2522741 w 2608416"/>
                    <a:gd name="connsiteY533" fmla="*/ 1618412 h 2606167"/>
                    <a:gd name="connsiteX534" fmla="*/ 2521167 w 2608416"/>
                    <a:gd name="connsiteY534" fmla="*/ 1624572 h 2606167"/>
                    <a:gd name="connsiteX535" fmla="*/ 2464689 w 2608416"/>
                    <a:gd name="connsiteY535" fmla="*/ 1610170 h 2606167"/>
                    <a:gd name="connsiteX536" fmla="*/ 139929 w 2608416"/>
                    <a:gd name="connsiteY536" fmla="*/ 1591830 h 2606167"/>
                    <a:gd name="connsiteX537" fmla="*/ 141529 w 2608416"/>
                    <a:gd name="connsiteY537" fmla="*/ 1597977 h 2606167"/>
                    <a:gd name="connsiteX538" fmla="*/ 77280 w 2608416"/>
                    <a:gd name="connsiteY538" fmla="*/ 1614601 h 2606167"/>
                    <a:gd name="connsiteX539" fmla="*/ 75693 w 2608416"/>
                    <a:gd name="connsiteY539" fmla="*/ 1608454 h 2606167"/>
                    <a:gd name="connsiteX540" fmla="*/ 2470607 w 2608416"/>
                    <a:gd name="connsiteY540" fmla="*/ 1581849 h 2606167"/>
                    <a:gd name="connsiteX541" fmla="*/ 2529306 w 2608416"/>
                    <a:gd name="connsiteY541" fmla="*/ 1595133 h 2606167"/>
                    <a:gd name="connsiteX542" fmla="*/ 2527897 w 2608416"/>
                    <a:gd name="connsiteY542" fmla="*/ 1601331 h 2606167"/>
                    <a:gd name="connsiteX543" fmla="*/ 2469197 w 2608416"/>
                    <a:gd name="connsiteY543" fmla="*/ 1588034 h 2606167"/>
                    <a:gd name="connsiteX544" fmla="*/ 134494 w 2608416"/>
                    <a:gd name="connsiteY544" fmla="*/ 1570761 h 2606167"/>
                    <a:gd name="connsiteX545" fmla="*/ 135891 w 2608416"/>
                    <a:gd name="connsiteY545" fmla="*/ 1576958 h 2606167"/>
                    <a:gd name="connsiteX546" fmla="*/ 71641 w 2608416"/>
                    <a:gd name="connsiteY546" fmla="*/ 1591360 h 2606167"/>
                    <a:gd name="connsiteX547" fmla="*/ 70257 w 2608416"/>
                    <a:gd name="connsiteY547" fmla="*/ 1585163 h 2606167"/>
                    <a:gd name="connsiteX548" fmla="*/ 2476144 w 2608416"/>
                    <a:gd name="connsiteY548" fmla="*/ 1559686 h 2606167"/>
                    <a:gd name="connsiteX549" fmla="*/ 2534843 w 2608416"/>
                    <a:gd name="connsiteY549" fmla="*/ 1572983 h 2606167"/>
                    <a:gd name="connsiteX550" fmla="*/ 2533434 w 2608416"/>
                    <a:gd name="connsiteY550" fmla="*/ 1579181 h 2606167"/>
                    <a:gd name="connsiteX551" fmla="*/ 2474734 w 2608416"/>
                    <a:gd name="connsiteY551" fmla="*/ 1565884 h 2606167"/>
                    <a:gd name="connsiteX552" fmla="*/ 130111 w 2608416"/>
                    <a:gd name="connsiteY552" fmla="*/ 1548600 h 2606167"/>
                    <a:gd name="connsiteX553" fmla="*/ 131406 w 2608416"/>
                    <a:gd name="connsiteY553" fmla="*/ 1554823 h 2606167"/>
                    <a:gd name="connsiteX554" fmla="*/ 67170 w 2608416"/>
                    <a:gd name="connsiteY554" fmla="*/ 1568120 h 2606167"/>
                    <a:gd name="connsiteX555" fmla="*/ 65875 w 2608416"/>
                    <a:gd name="connsiteY555" fmla="*/ 1561897 h 2606167"/>
                    <a:gd name="connsiteX556" fmla="*/ 2480487 w 2608416"/>
                    <a:gd name="connsiteY556" fmla="*/ 1537525 h 2606167"/>
                    <a:gd name="connsiteX557" fmla="*/ 2559126 w 2608416"/>
                    <a:gd name="connsiteY557" fmla="*/ 1553032 h 2606167"/>
                    <a:gd name="connsiteX558" fmla="*/ 2557894 w 2608416"/>
                    <a:gd name="connsiteY558" fmla="*/ 1559254 h 2606167"/>
                    <a:gd name="connsiteX559" fmla="*/ 2479255 w 2608416"/>
                    <a:gd name="connsiteY559" fmla="*/ 1543748 h 2606167"/>
                    <a:gd name="connsiteX560" fmla="*/ 125755 w 2608416"/>
                    <a:gd name="connsiteY560" fmla="*/ 1526439 h 2606167"/>
                    <a:gd name="connsiteX561" fmla="*/ 126911 w 2608416"/>
                    <a:gd name="connsiteY561" fmla="*/ 1532687 h 2606167"/>
                    <a:gd name="connsiteX562" fmla="*/ 37198 w 2608416"/>
                    <a:gd name="connsiteY562" fmla="*/ 1549299 h 2606167"/>
                    <a:gd name="connsiteX563" fmla="*/ 36042 w 2608416"/>
                    <a:gd name="connsiteY563" fmla="*/ 1543050 h 2606167"/>
                    <a:gd name="connsiteX564" fmla="*/ 2484883 w 2608416"/>
                    <a:gd name="connsiteY564" fmla="*/ 1515364 h 2606167"/>
                    <a:gd name="connsiteX565" fmla="*/ 2550224 w 2608416"/>
                    <a:gd name="connsiteY565" fmla="*/ 1527556 h 2606167"/>
                    <a:gd name="connsiteX566" fmla="*/ 2549068 w 2608416"/>
                    <a:gd name="connsiteY566" fmla="*/ 1533792 h 2606167"/>
                    <a:gd name="connsiteX567" fmla="*/ 2483714 w 2608416"/>
                    <a:gd name="connsiteY567" fmla="*/ 1521613 h 2606167"/>
                    <a:gd name="connsiteX568" fmla="*/ 121323 w 2608416"/>
                    <a:gd name="connsiteY568" fmla="*/ 1503185 h 2606167"/>
                    <a:gd name="connsiteX569" fmla="*/ 122478 w 2608416"/>
                    <a:gd name="connsiteY569" fmla="*/ 1509421 h 2606167"/>
                    <a:gd name="connsiteX570" fmla="*/ 44945 w 2608416"/>
                    <a:gd name="connsiteY570" fmla="*/ 1523823 h 2606167"/>
                    <a:gd name="connsiteX571" fmla="*/ 43789 w 2608416"/>
                    <a:gd name="connsiteY571" fmla="*/ 1517587 h 2606167"/>
                    <a:gd name="connsiteX572" fmla="*/ 2489239 w 2608416"/>
                    <a:gd name="connsiteY572" fmla="*/ 1493202 h 2606167"/>
                    <a:gd name="connsiteX573" fmla="*/ 2605533 w 2608416"/>
                    <a:gd name="connsiteY573" fmla="*/ 1512036 h 2606167"/>
                    <a:gd name="connsiteX574" fmla="*/ 2604517 w 2608416"/>
                    <a:gd name="connsiteY574" fmla="*/ 1518297 h 2606167"/>
                    <a:gd name="connsiteX575" fmla="*/ 2488223 w 2608416"/>
                    <a:gd name="connsiteY575" fmla="*/ 1499475 h 2606167"/>
                    <a:gd name="connsiteX576" fmla="*/ 118073 w 2608416"/>
                    <a:gd name="connsiteY576" fmla="*/ 1481023 h 2606167"/>
                    <a:gd name="connsiteX577" fmla="*/ 119076 w 2608416"/>
                    <a:gd name="connsiteY577" fmla="*/ 1487284 h 2606167"/>
                    <a:gd name="connsiteX578" fmla="*/ 1677 w 2608416"/>
                    <a:gd name="connsiteY578" fmla="*/ 1506118 h 2606167"/>
                    <a:gd name="connsiteX579" fmla="*/ 674 w 2608416"/>
                    <a:gd name="connsiteY579" fmla="*/ 1499844 h 2606167"/>
                    <a:gd name="connsiteX580" fmla="*/ 2491384 w 2608416"/>
                    <a:gd name="connsiteY580" fmla="*/ 1471040 h 2606167"/>
                    <a:gd name="connsiteX581" fmla="*/ 2571127 w 2608416"/>
                    <a:gd name="connsiteY581" fmla="*/ 1482115 h 2606167"/>
                    <a:gd name="connsiteX582" fmla="*/ 2570251 w 2608416"/>
                    <a:gd name="connsiteY582" fmla="*/ 1488401 h 2606167"/>
                    <a:gd name="connsiteX583" fmla="*/ 2490508 w 2608416"/>
                    <a:gd name="connsiteY583" fmla="*/ 1477327 h 2606167"/>
                    <a:gd name="connsiteX584" fmla="*/ 114833 w 2608416"/>
                    <a:gd name="connsiteY584" fmla="*/ 1458861 h 2606167"/>
                    <a:gd name="connsiteX585" fmla="*/ 115684 w 2608416"/>
                    <a:gd name="connsiteY585" fmla="*/ 1465148 h 2606167"/>
                    <a:gd name="connsiteX586" fmla="*/ 50330 w 2608416"/>
                    <a:gd name="connsiteY586" fmla="*/ 1474012 h 2606167"/>
                    <a:gd name="connsiteX587" fmla="*/ 49479 w 2608416"/>
                    <a:gd name="connsiteY587" fmla="*/ 1467713 h 2606167"/>
                    <a:gd name="connsiteX588" fmla="*/ 2494649 w 2608416"/>
                    <a:gd name="connsiteY588" fmla="*/ 1448880 h 2606167"/>
                    <a:gd name="connsiteX589" fmla="*/ 2585467 w 2608416"/>
                    <a:gd name="connsiteY589" fmla="*/ 1459954 h 2606167"/>
                    <a:gd name="connsiteX590" fmla="*/ 2584705 w 2608416"/>
                    <a:gd name="connsiteY590" fmla="*/ 1466266 h 2606167"/>
                    <a:gd name="connsiteX591" fmla="*/ 2493887 w 2608416"/>
                    <a:gd name="connsiteY591" fmla="*/ 1455192 h 2606167"/>
                    <a:gd name="connsiteX592" fmla="*/ 112688 w 2608416"/>
                    <a:gd name="connsiteY592" fmla="*/ 1436700 h 2606167"/>
                    <a:gd name="connsiteX593" fmla="*/ 113386 w 2608416"/>
                    <a:gd name="connsiteY593" fmla="*/ 1443012 h 2606167"/>
                    <a:gd name="connsiteX594" fmla="*/ 33643 w 2608416"/>
                    <a:gd name="connsiteY594" fmla="*/ 1451864 h 2606167"/>
                    <a:gd name="connsiteX595" fmla="*/ 32944 w 2608416"/>
                    <a:gd name="connsiteY595" fmla="*/ 1445552 h 2606167"/>
                    <a:gd name="connsiteX596" fmla="*/ 2497963 w 2608416"/>
                    <a:gd name="connsiteY596" fmla="*/ 1425625 h 2606167"/>
                    <a:gd name="connsiteX597" fmla="*/ 2563304 w 2608416"/>
                    <a:gd name="connsiteY597" fmla="*/ 1433372 h 2606167"/>
                    <a:gd name="connsiteX598" fmla="*/ 2562567 w 2608416"/>
                    <a:gd name="connsiteY598" fmla="*/ 1439684 h 2606167"/>
                    <a:gd name="connsiteX599" fmla="*/ 2497213 w 2608416"/>
                    <a:gd name="connsiteY599" fmla="*/ 1431924 h 2606167"/>
                    <a:gd name="connsiteX600" fmla="*/ 110528 w 2608416"/>
                    <a:gd name="connsiteY600" fmla="*/ 1414539 h 2606167"/>
                    <a:gd name="connsiteX601" fmla="*/ 111112 w 2608416"/>
                    <a:gd name="connsiteY601" fmla="*/ 1420864 h 2606167"/>
                    <a:gd name="connsiteX602" fmla="*/ 51308 w 2608416"/>
                    <a:gd name="connsiteY602" fmla="*/ 1426401 h 2606167"/>
                    <a:gd name="connsiteX603" fmla="*/ 50723 w 2608416"/>
                    <a:gd name="connsiteY603" fmla="*/ 1420076 h 2606167"/>
                    <a:gd name="connsiteX604" fmla="*/ 2500072 w 2608416"/>
                    <a:gd name="connsiteY604" fmla="*/ 1403464 h 2606167"/>
                    <a:gd name="connsiteX605" fmla="*/ 2565426 w 2608416"/>
                    <a:gd name="connsiteY605" fmla="*/ 1409001 h 2606167"/>
                    <a:gd name="connsiteX606" fmla="*/ 2564880 w 2608416"/>
                    <a:gd name="connsiteY606" fmla="*/ 1415325 h 2606167"/>
                    <a:gd name="connsiteX607" fmla="*/ 2499538 w 2608416"/>
                    <a:gd name="connsiteY607" fmla="*/ 1409788 h 2606167"/>
                    <a:gd name="connsiteX608" fmla="*/ 108319 w 2608416"/>
                    <a:gd name="connsiteY608" fmla="*/ 1391285 h 2606167"/>
                    <a:gd name="connsiteX609" fmla="*/ 108903 w 2608416"/>
                    <a:gd name="connsiteY609" fmla="*/ 1397610 h 2606167"/>
                    <a:gd name="connsiteX610" fmla="*/ 49099 w 2608416"/>
                    <a:gd name="connsiteY610" fmla="*/ 1403147 h 2606167"/>
                    <a:gd name="connsiteX611" fmla="*/ 48515 w 2608416"/>
                    <a:gd name="connsiteY611" fmla="*/ 1396822 h 2606167"/>
                    <a:gd name="connsiteX612" fmla="*/ 2501126 w 2608416"/>
                    <a:gd name="connsiteY612" fmla="*/ 1381303 h 2606167"/>
                    <a:gd name="connsiteX613" fmla="*/ 2566480 w 2608416"/>
                    <a:gd name="connsiteY613" fmla="*/ 1385735 h 2606167"/>
                    <a:gd name="connsiteX614" fmla="*/ 2566048 w 2608416"/>
                    <a:gd name="connsiteY614" fmla="*/ 1392073 h 2606167"/>
                    <a:gd name="connsiteX615" fmla="*/ 2500694 w 2608416"/>
                    <a:gd name="connsiteY615" fmla="*/ 1387640 h 2606167"/>
                    <a:gd name="connsiteX616" fmla="*/ 106211 w 2608416"/>
                    <a:gd name="connsiteY616" fmla="*/ 1369123 h 2606167"/>
                    <a:gd name="connsiteX617" fmla="*/ 106579 w 2608416"/>
                    <a:gd name="connsiteY617" fmla="*/ 1375460 h 2606167"/>
                    <a:gd name="connsiteX618" fmla="*/ 47880 w 2608416"/>
                    <a:gd name="connsiteY618" fmla="*/ 1378788 h 2606167"/>
                    <a:gd name="connsiteX619" fmla="*/ 47511 w 2608416"/>
                    <a:gd name="connsiteY619" fmla="*/ 1372450 h 2606167"/>
                    <a:gd name="connsiteX620" fmla="*/ 2502179 w 2608416"/>
                    <a:gd name="connsiteY620" fmla="*/ 1358048 h 2606167"/>
                    <a:gd name="connsiteX621" fmla="*/ 2568638 w 2608416"/>
                    <a:gd name="connsiteY621" fmla="*/ 1361363 h 2606167"/>
                    <a:gd name="connsiteX622" fmla="*/ 2568320 w 2608416"/>
                    <a:gd name="connsiteY622" fmla="*/ 1367713 h 2606167"/>
                    <a:gd name="connsiteX623" fmla="*/ 2501861 w 2608416"/>
                    <a:gd name="connsiteY623" fmla="*/ 1364386 h 2606167"/>
                    <a:gd name="connsiteX624" fmla="*/ 106287 w 2608416"/>
                    <a:gd name="connsiteY624" fmla="*/ 1346961 h 2606167"/>
                    <a:gd name="connsiteX625" fmla="*/ 106503 w 2608416"/>
                    <a:gd name="connsiteY625" fmla="*/ 1353311 h 2606167"/>
                    <a:gd name="connsiteX626" fmla="*/ 40044 w 2608416"/>
                    <a:gd name="connsiteY626" fmla="*/ 1355534 h 2606167"/>
                    <a:gd name="connsiteX627" fmla="*/ 39841 w 2608416"/>
                    <a:gd name="connsiteY627" fmla="*/ 1349184 h 2606167"/>
                    <a:gd name="connsiteX628" fmla="*/ 2503233 w 2608416"/>
                    <a:gd name="connsiteY628" fmla="*/ 1335888 h 2606167"/>
                    <a:gd name="connsiteX629" fmla="*/ 2569692 w 2608416"/>
                    <a:gd name="connsiteY629" fmla="*/ 1338110 h 2606167"/>
                    <a:gd name="connsiteX630" fmla="*/ 2569476 w 2608416"/>
                    <a:gd name="connsiteY630" fmla="*/ 1344448 h 2606167"/>
                    <a:gd name="connsiteX631" fmla="*/ 2503017 w 2608416"/>
                    <a:gd name="connsiteY631" fmla="*/ 1342238 h 2606167"/>
                    <a:gd name="connsiteX632" fmla="*/ 105219 w 2608416"/>
                    <a:gd name="connsiteY632" fmla="*/ 1323708 h 2606167"/>
                    <a:gd name="connsiteX633" fmla="*/ 105359 w 2608416"/>
                    <a:gd name="connsiteY633" fmla="*/ 1330058 h 2606167"/>
                    <a:gd name="connsiteX634" fmla="*/ 139 w 2608416"/>
                    <a:gd name="connsiteY634" fmla="*/ 1332267 h 2606167"/>
                    <a:gd name="connsiteX635" fmla="*/ 0 w 2608416"/>
                    <a:gd name="connsiteY635" fmla="*/ 1325917 h 2606167"/>
                    <a:gd name="connsiteX636" fmla="*/ 31078 w 2608416"/>
                    <a:gd name="connsiteY636" fmla="*/ 1301560 h 2606167"/>
                    <a:gd name="connsiteX637" fmla="*/ 105284 w 2608416"/>
                    <a:gd name="connsiteY637" fmla="*/ 1301560 h 2606167"/>
                    <a:gd name="connsiteX638" fmla="*/ 105284 w 2608416"/>
                    <a:gd name="connsiteY638" fmla="*/ 1307910 h 2606167"/>
                    <a:gd name="connsiteX639" fmla="*/ 31078 w 2608416"/>
                    <a:gd name="connsiteY639" fmla="*/ 1307910 h 2606167"/>
                    <a:gd name="connsiteX640" fmla="*/ 2504237 w 2608416"/>
                    <a:gd name="connsiteY640" fmla="*/ 1298232 h 2606167"/>
                    <a:gd name="connsiteX641" fmla="*/ 2577339 w 2608416"/>
                    <a:gd name="connsiteY641" fmla="*/ 1298232 h 2606167"/>
                    <a:gd name="connsiteX642" fmla="*/ 2577339 w 2608416"/>
                    <a:gd name="connsiteY642" fmla="*/ 1304582 h 2606167"/>
                    <a:gd name="connsiteX643" fmla="*/ 2504237 w 2608416"/>
                    <a:gd name="connsiteY643" fmla="*/ 1304582 h 2606167"/>
                    <a:gd name="connsiteX644" fmla="*/ 2608276 w 2608416"/>
                    <a:gd name="connsiteY644" fmla="*/ 1272755 h 2606167"/>
                    <a:gd name="connsiteX645" fmla="*/ 2608416 w 2608416"/>
                    <a:gd name="connsiteY645" fmla="*/ 1279105 h 2606167"/>
                    <a:gd name="connsiteX646" fmla="*/ 2503196 w 2608416"/>
                    <a:gd name="connsiteY646" fmla="*/ 1281328 h 2606167"/>
                    <a:gd name="connsiteX647" fmla="*/ 2503056 w 2608416"/>
                    <a:gd name="connsiteY647" fmla="*/ 1274978 h 2606167"/>
                    <a:gd name="connsiteX648" fmla="*/ 40043 w 2608416"/>
                    <a:gd name="connsiteY648" fmla="*/ 1261682 h 2606167"/>
                    <a:gd name="connsiteX649" fmla="*/ 105397 w 2608416"/>
                    <a:gd name="connsiteY649" fmla="*/ 1263904 h 2606167"/>
                    <a:gd name="connsiteX650" fmla="*/ 105181 w 2608416"/>
                    <a:gd name="connsiteY650" fmla="*/ 1270254 h 2606167"/>
                    <a:gd name="connsiteX651" fmla="*/ 39840 w 2608416"/>
                    <a:gd name="connsiteY651" fmla="*/ 1268032 h 2606167"/>
                    <a:gd name="connsiteX652" fmla="*/ 2568372 w 2608416"/>
                    <a:gd name="connsiteY652" fmla="*/ 1250607 h 2606167"/>
                    <a:gd name="connsiteX653" fmla="*/ 2568588 w 2608416"/>
                    <a:gd name="connsiteY653" fmla="*/ 1256957 h 2606167"/>
                    <a:gd name="connsiteX654" fmla="*/ 2503234 w 2608416"/>
                    <a:gd name="connsiteY654" fmla="*/ 1259167 h 2606167"/>
                    <a:gd name="connsiteX655" fmla="*/ 2503018 w 2608416"/>
                    <a:gd name="connsiteY655" fmla="*/ 1252830 h 2606167"/>
                    <a:gd name="connsiteX656" fmla="*/ 41211 w 2608416"/>
                    <a:gd name="connsiteY656" fmla="*/ 1237322 h 2606167"/>
                    <a:gd name="connsiteX657" fmla="*/ 106553 w 2608416"/>
                    <a:gd name="connsiteY657" fmla="*/ 1240650 h 2606167"/>
                    <a:gd name="connsiteX658" fmla="*/ 106235 w 2608416"/>
                    <a:gd name="connsiteY658" fmla="*/ 1246987 h 2606167"/>
                    <a:gd name="connsiteX659" fmla="*/ 40894 w 2608416"/>
                    <a:gd name="connsiteY659" fmla="*/ 1243660 h 2606167"/>
                    <a:gd name="connsiteX660" fmla="*/ 2560537 w 2608416"/>
                    <a:gd name="connsiteY660" fmla="*/ 1226248 h 2606167"/>
                    <a:gd name="connsiteX661" fmla="*/ 2560905 w 2608416"/>
                    <a:gd name="connsiteY661" fmla="*/ 1232585 h 2606167"/>
                    <a:gd name="connsiteX662" fmla="*/ 2502205 w 2608416"/>
                    <a:gd name="connsiteY662" fmla="*/ 1235913 h 2606167"/>
                    <a:gd name="connsiteX663" fmla="*/ 2501837 w 2608416"/>
                    <a:gd name="connsiteY663" fmla="*/ 1229575 h 2606167"/>
                    <a:gd name="connsiteX664" fmla="*/ 42368 w 2608416"/>
                    <a:gd name="connsiteY664" fmla="*/ 1214070 h 2606167"/>
                    <a:gd name="connsiteX665" fmla="*/ 107722 w 2608416"/>
                    <a:gd name="connsiteY665" fmla="*/ 1218502 h 2606167"/>
                    <a:gd name="connsiteX666" fmla="*/ 107290 w 2608416"/>
                    <a:gd name="connsiteY666" fmla="*/ 1224826 h 2606167"/>
                    <a:gd name="connsiteX667" fmla="*/ 41936 w 2608416"/>
                    <a:gd name="connsiteY667" fmla="*/ 1220407 h 2606167"/>
                    <a:gd name="connsiteX668" fmla="*/ 2559380 w 2608416"/>
                    <a:gd name="connsiteY668" fmla="*/ 1202994 h 2606167"/>
                    <a:gd name="connsiteX669" fmla="*/ 2559850 w 2608416"/>
                    <a:gd name="connsiteY669" fmla="*/ 1209319 h 2606167"/>
                    <a:gd name="connsiteX670" fmla="*/ 2500046 w 2608416"/>
                    <a:gd name="connsiteY670" fmla="*/ 1213751 h 2606167"/>
                    <a:gd name="connsiteX671" fmla="*/ 2499575 w 2608416"/>
                    <a:gd name="connsiteY671" fmla="*/ 1207426 h 2606167"/>
                    <a:gd name="connsiteX672" fmla="*/ 44692 w 2608416"/>
                    <a:gd name="connsiteY672" fmla="*/ 1189710 h 2606167"/>
                    <a:gd name="connsiteX673" fmla="*/ 110033 w 2608416"/>
                    <a:gd name="connsiteY673" fmla="*/ 1196352 h 2606167"/>
                    <a:gd name="connsiteX674" fmla="*/ 109398 w 2608416"/>
                    <a:gd name="connsiteY674" fmla="*/ 1202677 h 2606167"/>
                    <a:gd name="connsiteX675" fmla="*/ 44057 w 2608416"/>
                    <a:gd name="connsiteY675" fmla="*/ 1196022 h 2606167"/>
                    <a:gd name="connsiteX676" fmla="*/ 2557095 w 2608416"/>
                    <a:gd name="connsiteY676" fmla="*/ 1179741 h 2606167"/>
                    <a:gd name="connsiteX677" fmla="*/ 2557692 w 2608416"/>
                    <a:gd name="connsiteY677" fmla="*/ 1186066 h 2606167"/>
                    <a:gd name="connsiteX678" fmla="*/ 2498992 w 2608416"/>
                    <a:gd name="connsiteY678" fmla="*/ 1191603 h 2606167"/>
                    <a:gd name="connsiteX679" fmla="*/ 2498396 w 2608416"/>
                    <a:gd name="connsiteY679" fmla="*/ 1185279 h 2606167"/>
                    <a:gd name="connsiteX680" fmla="*/ 45796 w 2608416"/>
                    <a:gd name="connsiteY680" fmla="*/ 1166457 h 2606167"/>
                    <a:gd name="connsiteX681" fmla="*/ 112242 w 2608416"/>
                    <a:gd name="connsiteY681" fmla="*/ 1173099 h 2606167"/>
                    <a:gd name="connsiteX682" fmla="*/ 111620 w 2608416"/>
                    <a:gd name="connsiteY682" fmla="*/ 1179411 h 2606167"/>
                    <a:gd name="connsiteX683" fmla="*/ 45161 w 2608416"/>
                    <a:gd name="connsiteY683" fmla="*/ 1172769 h 2606167"/>
                    <a:gd name="connsiteX684" fmla="*/ 2574761 w 2608416"/>
                    <a:gd name="connsiteY684" fmla="*/ 1153159 h 2606167"/>
                    <a:gd name="connsiteX685" fmla="*/ 2575472 w 2608416"/>
                    <a:gd name="connsiteY685" fmla="*/ 1159471 h 2606167"/>
                    <a:gd name="connsiteX686" fmla="*/ 2496833 w 2608416"/>
                    <a:gd name="connsiteY686" fmla="*/ 1168336 h 2606167"/>
                    <a:gd name="connsiteX687" fmla="*/ 2496122 w 2608416"/>
                    <a:gd name="connsiteY687" fmla="*/ 1162024 h 2606167"/>
                    <a:gd name="connsiteX688" fmla="*/ 23710 w 2608416"/>
                    <a:gd name="connsiteY688" fmla="*/ 1139876 h 2606167"/>
                    <a:gd name="connsiteX689" fmla="*/ 114528 w 2608416"/>
                    <a:gd name="connsiteY689" fmla="*/ 1150950 h 2606167"/>
                    <a:gd name="connsiteX690" fmla="*/ 113766 w 2608416"/>
                    <a:gd name="connsiteY690" fmla="*/ 1157250 h 2606167"/>
                    <a:gd name="connsiteX691" fmla="*/ 22949 w 2608416"/>
                    <a:gd name="connsiteY691" fmla="*/ 1146175 h 2606167"/>
                    <a:gd name="connsiteX692" fmla="*/ 2558084 w 2608416"/>
                    <a:gd name="connsiteY692" fmla="*/ 1131023 h 2606167"/>
                    <a:gd name="connsiteX693" fmla="*/ 2558935 w 2608416"/>
                    <a:gd name="connsiteY693" fmla="*/ 1137310 h 2606167"/>
                    <a:gd name="connsiteX694" fmla="*/ 2493581 w 2608416"/>
                    <a:gd name="connsiteY694" fmla="*/ 1146174 h 2606167"/>
                    <a:gd name="connsiteX695" fmla="*/ 2492730 w 2608416"/>
                    <a:gd name="connsiteY695" fmla="*/ 1139875 h 2606167"/>
                    <a:gd name="connsiteX696" fmla="*/ 39281 w 2608416"/>
                    <a:gd name="connsiteY696" fmla="*/ 1117739 h 2606167"/>
                    <a:gd name="connsiteX697" fmla="*/ 117919 w 2608416"/>
                    <a:gd name="connsiteY697" fmla="*/ 1128813 h 2606167"/>
                    <a:gd name="connsiteX698" fmla="*/ 117030 w 2608416"/>
                    <a:gd name="connsiteY698" fmla="*/ 1135100 h 2606167"/>
                    <a:gd name="connsiteX699" fmla="*/ 38392 w 2608416"/>
                    <a:gd name="connsiteY699" fmla="*/ 1124026 h 2606167"/>
                    <a:gd name="connsiteX700" fmla="*/ 2606763 w 2608416"/>
                    <a:gd name="connsiteY700" fmla="*/ 1100024 h 2606167"/>
                    <a:gd name="connsiteX701" fmla="*/ 2607716 w 2608416"/>
                    <a:gd name="connsiteY701" fmla="*/ 1106297 h 2606167"/>
                    <a:gd name="connsiteX702" fmla="*/ 2490317 w 2608416"/>
                    <a:gd name="connsiteY702" fmla="*/ 1124014 h 2606167"/>
                    <a:gd name="connsiteX703" fmla="*/ 2489365 w 2608416"/>
                    <a:gd name="connsiteY703" fmla="*/ 1117740 h 2606167"/>
                    <a:gd name="connsiteX704" fmla="*/ 3900 w 2608416"/>
                    <a:gd name="connsiteY704" fmla="*/ 1087843 h 2606167"/>
                    <a:gd name="connsiteX705" fmla="*/ 121298 w 2608416"/>
                    <a:gd name="connsiteY705" fmla="*/ 1106665 h 2606167"/>
                    <a:gd name="connsiteX706" fmla="*/ 120295 w 2608416"/>
                    <a:gd name="connsiteY706" fmla="*/ 1112938 h 2606167"/>
                    <a:gd name="connsiteX707" fmla="*/ 2896 w 2608416"/>
                    <a:gd name="connsiteY707" fmla="*/ 1094104 h 2606167"/>
                    <a:gd name="connsiteX708" fmla="*/ 2564625 w 2608416"/>
                    <a:gd name="connsiteY708" fmla="*/ 1082306 h 2606167"/>
                    <a:gd name="connsiteX709" fmla="*/ 2565679 w 2608416"/>
                    <a:gd name="connsiteY709" fmla="*/ 1088567 h 2606167"/>
                    <a:gd name="connsiteX710" fmla="*/ 2487041 w 2608416"/>
                    <a:gd name="connsiteY710" fmla="*/ 1101851 h 2606167"/>
                    <a:gd name="connsiteX711" fmla="*/ 2485986 w 2608416"/>
                    <a:gd name="connsiteY711" fmla="*/ 1095590 h 2606167"/>
                    <a:gd name="connsiteX712" fmla="*/ 60465 w 2608416"/>
                    <a:gd name="connsiteY712" fmla="*/ 1072349 h 2606167"/>
                    <a:gd name="connsiteX713" fmla="*/ 124702 w 2608416"/>
                    <a:gd name="connsiteY713" fmla="*/ 1084529 h 2606167"/>
                    <a:gd name="connsiteX714" fmla="*/ 123521 w 2608416"/>
                    <a:gd name="connsiteY714" fmla="*/ 1090764 h 2606167"/>
                    <a:gd name="connsiteX715" fmla="*/ 59284 w 2608416"/>
                    <a:gd name="connsiteY715" fmla="*/ 1078585 h 2606167"/>
                    <a:gd name="connsiteX716" fmla="*/ 2571178 w 2608416"/>
                    <a:gd name="connsiteY716" fmla="*/ 1055739 h 2606167"/>
                    <a:gd name="connsiteX717" fmla="*/ 2572410 w 2608416"/>
                    <a:gd name="connsiteY717" fmla="*/ 1061974 h 2606167"/>
                    <a:gd name="connsiteX718" fmla="*/ 2482697 w 2608416"/>
                    <a:gd name="connsiteY718" fmla="*/ 1079691 h 2606167"/>
                    <a:gd name="connsiteX719" fmla="*/ 2481465 w 2608416"/>
                    <a:gd name="connsiteY719" fmla="*/ 1073455 h 2606167"/>
                    <a:gd name="connsiteX720" fmla="*/ 50521 w 2608416"/>
                    <a:gd name="connsiteY720" fmla="*/ 1046874 h 2606167"/>
                    <a:gd name="connsiteX721" fmla="*/ 129160 w 2608416"/>
                    <a:gd name="connsiteY721" fmla="*/ 1062381 h 2606167"/>
                    <a:gd name="connsiteX722" fmla="*/ 127928 w 2608416"/>
                    <a:gd name="connsiteY722" fmla="*/ 1068616 h 2606167"/>
                    <a:gd name="connsiteX723" fmla="*/ 49302 w 2608416"/>
                    <a:gd name="connsiteY723" fmla="*/ 1053110 h 2606167"/>
                    <a:gd name="connsiteX724" fmla="*/ 2541245 w 2608416"/>
                    <a:gd name="connsiteY724" fmla="*/ 1038021 h 2606167"/>
                    <a:gd name="connsiteX725" fmla="*/ 2542540 w 2608416"/>
                    <a:gd name="connsiteY725" fmla="*/ 1044244 h 2606167"/>
                    <a:gd name="connsiteX726" fmla="*/ 2478304 w 2608416"/>
                    <a:gd name="connsiteY726" fmla="*/ 1057528 h 2606167"/>
                    <a:gd name="connsiteX727" fmla="*/ 2477008 w 2608416"/>
                    <a:gd name="connsiteY727" fmla="*/ 1051318 h 2606167"/>
                    <a:gd name="connsiteX728" fmla="*/ 76099 w 2608416"/>
                    <a:gd name="connsiteY728" fmla="*/ 1026960 h 2606167"/>
                    <a:gd name="connsiteX729" fmla="*/ 133694 w 2608416"/>
                    <a:gd name="connsiteY729" fmla="*/ 1040257 h 2606167"/>
                    <a:gd name="connsiteX730" fmla="*/ 132258 w 2608416"/>
                    <a:gd name="connsiteY730" fmla="*/ 1046442 h 2606167"/>
                    <a:gd name="connsiteX731" fmla="*/ 74664 w 2608416"/>
                    <a:gd name="connsiteY731" fmla="*/ 1033158 h 2606167"/>
                    <a:gd name="connsiteX732" fmla="*/ 2536762 w 2608416"/>
                    <a:gd name="connsiteY732" fmla="*/ 1014780 h 2606167"/>
                    <a:gd name="connsiteX733" fmla="*/ 2538159 w 2608416"/>
                    <a:gd name="connsiteY733" fmla="*/ 1020978 h 2606167"/>
                    <a:gd name="connsiteX734" fmla="*/ 2473923 w 2608416"/>
                    <a:gd name="connsiteY734" fmla="*/ 1035367 h 2606167"/>
                    <a:gd name="connsiteX735" fmla="*/ 2472525 w 2608416"/>
                    <a:gd name="connsiteY735" fmla="*/ 1029169 h 2606167"/>
                    <a:gd name="connsiteX736" fmla="*/ 81687 w 2608416"/>
                    <a:gd name="connsiteY736" fmla="*/ 1003719 h 2606167"/>
                    <a:gd name="connsiteX737" fmla="*/ 139282 w 2608416"/>
                    <a:gd name="connsiteY737" fmla="*/ 1018121 h 2606167"/>
                    <a:gd name="connsiteX738" fmla="*/ 137745 w 2608416"/>
                    <a:gd name="connsiteY738" fmla="*/ 1024281 h 2606167"/>
                    <a:gd name="connsiteX739" fmla="*/ 80150 w 2608416"/>
                    <a:gd name="connsiteY739" fmla="*/ 1009879 h 2606167"/>
                    <a:gd name="connsiteX740" fmla="*/ 2531174 w 2608416"/>
                    <a:gd name="connsiteY740" fmla="*/ 991526 h 2606167"/>
                    <a:gd name="connsiteX741" fmla="*/ 2532673 w 2608416"/>
                    <a:gd name="connsiteY741" fmla="*/ 997699 h 2606167"/>
                    <a:gd name="connsiteX742" fmla="*/ 2468436 w 2608416"/>
                    <a:gd name="connsiteY742" fmla="*/ 1013205 h 2606167"/>
                    <a:gd name="connsiteX743" fmla="*/ 2466937 w 2608416"/>
                    <a:gd name="connsiteY743" fmla="*/ 1007033 h 2606167"/>
                    <a:gd name="connsiteX744" fmla="*/ 87223 w 2608416"/>
                    <a:gd name="connsiteY744" fmla="*/ 981570 h 2606167"/>
                    <a:gd name="connsiteX745" fmla="*/ 144818 w 2608416"/>
                    <a:gd name="connsiteY745" fmla="*/ 995971 h 2606167"/>
                    <a:gd name="connsiteX746" fmla="*/ 143281 w 2608416"/>
                    <a:gd name="connsiteY746" fmla="*/ 1002131 h 2606167"/>
                    <a:gd name="connsiteX747" fmla="*/ 85687 w 2608416"/>
                    <a:gd name="connsiteY747" fmla="*/ 987729 h 2606167"/>
                    <a:gd name="connsiteX748" fmla="*/ 2524467 w 2608416"/>
                    <a:gd name="connsiteY748" fmla="*/ 968285 h 2606167"/>
                    <a:gd name="connsiteX749" fmla="*/ 2526093 w 2608416"/>
                    <a:gd name="connsiteY749" fmla="*/ 974432 h 2606167"/>
                    <a:gd name="connsiteX750" fmla="*/ 2462961 w 2608416"/>
                    <a:gd name="connsiteY750" fmla="*/ 991044 h 2606167"/>
                    <a:gd name="connsiteX751" fmla="*/ 2461336 w 2608416"/>
                    <a:gd name="connsiteY751" fmla="*/ 984897 h 2606167"/>
                    <a:gd name="connsiteX752" fmla="*/ 87313 w 2608416"/>
                    <a:gd name="connsiteY752" fmla="*/ 956120 h 2606167"/>
                    <a:gd name="connsiteX753" fmla="*/ 150445 w 2608416"/>
                    <a:gd name="connsiteY753" fmla="*/ 973836 h 2606167"/>
                    <a:gd name="connsiteX754" fmla="*/ 148730 w 2608416"/>
                    <a:gd name="connsiteY754" fmla="*/ 979958 h 2606167"/>
                    <a:gd name="connsiteX755" fmla="*/ 85599 w 2608416"/>
                    <a:gd name="connsiteY755" fmla="*/ 962228 h 2606167"/>
                    <a:gd name="connsiteX756" fmla="*/ 2518854 w 2608416"/>
                    <a:gd name="connsiteY756" fmla="*/ 945057 h 2606167"/>
                    <a:gd name="connsiteX757" fmla="*/ 2520632 w 2608416"/>
                    <a:gd name="connsiteY757" fmla="*/ 951140 h 2606167"/>
                    <a:gd name="connsiteX758" fmla="*/ 2456396 w 2608416"/>
                    <a:gd name="connsiteY758" fmla="*/ 969974 h 2606167"/>
                    <a:gd name="connsiteX759" fmla="*/ 2454605 w 2608416"/>
                    <a:gd name="connsiteY759" fmla="*/ 963879 h 2606167"/>
                    <a:gd name="connsiteX760" fmla="*/ 56376 w 2608416"/>
                    <a:gd name="connsiteY760" fmla="*/ 921804 h 2606167"/>
                    <a:gd name="connsiteX761" fmla="*/ 157163 w 2608416"/>
                    <a:gd name="connsiteY761" fmla="*/ 952818 h 2606167"/>
                    <a:gd name="connsiteX762" fmla="*/ 155296 w 2608416"/>
                    <a:gd name="connsiteY762" fmla="*/ 958888 h 2606167"/>
                    <a:gd name="connsiteX763" fmla="*/ 54509 w 2608416"/>
                    <a:gd name="connsiteY763" fmla="*/ 927875 h 2606167"/>
                    <a:gd name="connsiteX764" fmla="*/ 92939 w 2608416"/>
                    <a:gd name="connsiteY764" fmla="*/ 908520 h 2606167"/>
                    <a:gd name="connsiteX765" fmla="*/ 163831 w 2608416"/>
                    <a:gd name="connsiteY765" fmla="*/ 930669 h 2606167"/>
                    <a:gd name="connsiteX766" fmla="*/ 161938 w 2608416"/>
                    <a:gd name="connsiteY766" fmla="*/ 936740 h 2606167"/>
                    <a:gd name="connsiteX767" fmla="*/ 91047 w 2608416"/>
                    <a:gd name="connsiteY767" fmla="*/ 914578 h 2606167"/>
                    <a:gd name="connsiteX768" fmla="*/ 2513204 w 2608416"/>
                    <a:gd name="connsiteY768" fmla="*/ 904113 h 2606167"/>
                    <a:gd name="connsiteX769" fmla="*/ 2515210 w 2608416"/>
                    <a:gd name="connsiteY769" fmla="*/ 910133 h 2606167"/>
                    <a:gd name="connsiteX770" fmla="*/ 2445436 w 2608416"/>
                    <a:gd name="connsiteY770" fmla="*/ 933387 h 2606167"/>
                    <a:gd name="connsiteX771" fmla="*/ 2443430 w 2608416"/>
                    <a:gd name="connsiteY771" fmla="*/ 927367 h 2606167"/>
                    <a:gd name="connsiteX772" fmla="*/ 114109 w 2608416"/>
                    <a:gd name="connsiteY772" fmla="*/ 873124 h 2606167"/>
                    <a:gd name="connsiteX773" fmla="*/ 176136 w 2608416"/>
                    <a:gd name="connsiteY773" fmla="*/ 895273 h 2606167"/>
                    <a:gd name="connsiteX774" fmla="*/ 173990 w 2608416"/>
                    <a:gd name="connsiteY774" fmla="*/ 901255 h 2606167"/>
                    <a:gd name="connsiteX775" fmla="*/ 111975 w 2608416"/>
                    <a:gd name="connsiteY775" fmla="*/ 879093 h 2606167"/>
                    <a:gd name="connsiteX776" fmla="*/ 2535314 w 2608416"/>
                    <a:gd name="connsiteY776" fmla="*/ 872008 h 2606167"/>
                    <a:gd name="connsiteX777" fmla="*/ 2537397 w 2608416"/>
                    <a:gd name="connsiteY777" fmla="*/ 878002 h 2606167"/>
                    <a:gd name="connsiteX778" fmla="*/ 2438832 w 2608416"/>
                    <a:gd name="connsiteY778" fmla="*/ 912330 h 2606167"/>
                    <a:gd name="connsiteX779" fmla="*/ 2436737 w 2608416"/>
                    <a:gd name="connsiteY779" fmla="*/ 906336 h 2606167"/>
                    <a:gd name="connsiteX780" fmla="*/ 2490940 w 2608416"/>
                    <a:gd name="connsiteY780" fmla="*/ 862063 h 2606167"/>
                    <a:gd name="connsiteX781" fmla="*/ 2493162 w 2608416"/>
                    <a:gd name="connsiteY781" fmla="*/ 868006 h 2606167"/>
                    <a:gd name="connsiteX782" fmla="*/ 2431148 w 2608416"/>
                    <a:gd name="connsiteY782" fmla="*/ 891260 h 2606167"/>
                    <a:gd name="connsiteX783" fmla="*/ 2428913 w 2608416"/>
                    <a:gd name="connsiteY783" fmla="*/ 885316 h 2606167"/>
                    <a:gd name="connsiteX784" fmla="*/ 121908 w 2608416"/>
                    <a:gd name="connsiteY784" fmla="*/ 850989 h 2606167"/>
                    <a:gd name="connsiteX785" fmla="*/ 183935 w 2608416"/>
                    <a:gd name="connsiteY785" fmla="*/ 874243 h 2606167"/>
                    <a:gd name="connsiteX786" fmla="*/ 181700 w 2608416"/>
                    <a:gd name="connsiteY786" fmla="*/ 880187 h 2606167"/>
                    <a:gd name="connsiteX787" fmla="*/ 119673 w 2608416"/>
                    <a:gd name="connsiteY787" fmla="*/ 856933 h 2606167"/>
                    <a:gd name="connsiteX788" fmla="*/ 2476475 w 2608416"/>
                    <a:gd name="connsiteY788" fmla="*/ 842150 h 2606167"/>
                    <a:gd name="connsiteX789" fmla="*/ 2478837 w 2608416"/>
                    <a:gd name="connsiteY789" fmla="*/ 848043 h 2606167"/>
                    <a:gd name="connsiteX790" fmla="*/ 2423453 w 2608416"/>
                    <a:gd name="connsiteY790" fmla="*/ 870192 h 2606167"/>
                    <a:gd name="connsiteX791" fmla="*/ 2421103 w 2608416"/>
                    <a:gd name="connsiteY791" fmla="*/ 864299 h 2606167"/>
                    <a:gd name="connsiteX792" fmla="*/ 130835 w 2608416"/>
                    <a:gd name="connsiteY792" fmla="*/ 828865 h 2606167"/>
                    <a:gd name="connsiteX793" fmla="*/ 191744 w 2608416"/>
                    <a:gd name="connsiteY793" fmla="*/ 853223 h 2606167"/>
                    <a:gd name="connsiteX794" fmla="*/ 189382 w 2608416"/>
                    <a:gd name="connsiteY794" fmla="*/ 859116 h 2606167"/>
                    <a:gd name="connsiteX795" fmla="*/ 128473 w 2608416"/>
                    <a:gd name="connsiteY795" fmla="*/ 834758 h 2606167"/>
                    <a:gd name="connsiteX796" fmla="*/ 2467560 w 2608416"/>
                    <a:gd name="connsiteY796" fmla="*/ 820027 h 2606167"/>
                    <a:gd name="connsiteX797" fmla="*/ 2470024 w 2608416"/>
                    <a:gd name="connsiteY797" fmla="*/ 825881 h 2606167"/>
                    <a:gd name="connsiteX798" fmla="*/ 2414652 w 2608416"/>
                    <a:gd name="connsiteY798" fmla="*/ 849135 h 2606167"/>
                    <a:gd name="connsiteX799" fmla="*/ 2412188 w 2608416"/>
                    <a:gd name="connsiteY799" fmla="*/ 843280 h 2606167"/>
                    <a:gd name="connsiteX800" fmla="*/ 139739 w 2608416"/>
                    <a:gd name="connsiteY800" fmla="*/ 806729 h 2606167"/>
                    <a:gd name="connsiteX801" fmla="*/ 200648 w 2608416"/>
                    <a:gd name="connsiteY801" fmla="*/ 832205 h 2606167"/>
                    <a:gd name="connsiteX802" fmla="*/ 198210 w 2608416"/>
                    <a:gd name="connsiteY802" fmla="*/ 838060 h 2606167"/>
                    <a:gd name="connsiteX803" fmla="*/ 137288 w 2608416"/>
                    <a:gd name="connsiteY803" fmla="*/ 812583 h 2606167"/>
                    <a:gd name="connsiteX804" fmla="*/ 2457576 w 2608416"/>
                    <a:gd name="connsiteY804" fmla="*/ 798982 h 2606167"/>
                    <a:gd name="connsiteX805" fmla="*/ 2460079 w 2608416"/>
                    <a:gd name="connsiteY805" fmla="*/ 804824 h 2606167"/>
                    <a:gd name="connsiteX806" fmla="*/ 2405811 w 2608416"/>
                    <a:gd name="connsiteY806" fmla="*/ 828077 h 2606167"/>
                    <a:gd name="connsiteX807" fmla="*/ 2403310 w 2608416"/>
                    <a:gd name="connsiteY807" fmla="*/ 822248 h 2606167"/>
                    <a:gd name="connsiteX808" fmla="*/ 149772 w 2608416"/>
                    <a:gd name="connsiteY808" fmla="*/ 784605 h 2606167"/>
                    <a:gd name="connsiteX809" fmla="*/ 209576 w 2608416"/>
                    <a:gd name="connsiteY809" fmla="*/ 811186 h 2606167"/>
                    <a:gd name="connsiteX810" fmla="*/ 206998 w 2608416"/>
                    <a:gd name="connsiteY810" fmla="*/ 816990 h 2606167"/>
                    <a:gd name="connsiteX811" fmla="*/ 147194 w 2608416"/>
                    <a:gd name="connsiteY811" fmla="*/ 790409 h 2606167"/>
                    <a:gd name="connsiteX812" fmla="*/ 2466391 w 2608416"/>
                    <a:gd name="connsiteY812" fmla="*/ 769100 h 2606167"/>
                    <a:gd name="connsiteX813" fmla="*/ 2468982 w 2608416"/>
                    <a:gd name="connsiteY813" fmla="*/ 774903 h 2606167"/>
                    <a:gd name="connsiteX814" fmla="*/ 2396986 w 2608416"/>
                    <a:gd name="connsiteY814" fmla="*/ 807022 h 2606167"/>
                    <a:gd name="connsiteX815" fmla="*/ 2394408 w 2608416"/>
                    <a:gd name="connsiteY815" fmla="*/ 801218 h 2606167"/>
                    <a:gd name="connsiteX816" fmla="*/ 2444154 w 2608416"/>
                    <a:gd name="connsiteY816" fmla="*/ 752525 h 2606167"/>
                    <a:gd name="connsiteX817" fmla="*/ 2446909 w 2608416"/>
                    <a:gd name="connsiteY817" fmla="*/ 758253 h 2606167"/>
                    <a:gd name="connsiteX818" fmla="*/ 2387105 w 2608416"/>
                    <a:gd name="connsiteY818" fmla="*/ 787044 h 2606167"/>
                    <a:gd name="connsiteX819" fmla="*/ 2384349 w 2608416"/>
                    <a:gd name="connsiteY819" fmla="*/ 781316 h 2606167"/>
                    <a:gd name="connsiteX820" fmla="*/ 136538 w 2608416"/>
                    <a:gd name="connsiteY820" fmla="*/ 752513 h 2606167"/>
                    <a:gd name="connsiteX821" fmla="*/ 219596 w 2608416"/>
                    <a:gd name="connsiteY821" fmla="*/ 791274 h 2606167"/>
                    <a:gd name="connsiteX822" fmla="*/ 216917 w 2608416"/>
                    <a:gd name="connsiteY822" fmla="*/ 797027 h 2606167"/>
                    <a:gd name="connsiteX823" fmla="*/ 133846 w 2608416"/>
                    <a:gd name="connsiteY823" fmla="*/ 758267 h 2606167"/>
                    <a:gd name="connsiteX824" fmla="*/ 157607 w 2608416"/>
                    <a:gd name="connsiteY824" fmla="*/ 735914 h 2606167"/>
                    <a:gd name="connsiteX825" fmla="*/ 229590 w 2608416"/>
                    <a:gd name="connsiteY825" fmla="*/ 770242 h 2606167"/>
                    <a:gd name="connsiteX826" fmla="*/ 226860 w 2608416"/>
                    <a:gd name="connsiteY826" fmla="*/ 775969 h 2606167"/>
                    <a:gd name="connsiteX827" fmla="*/ 154863 w 2608416"/>
                    <a:gd name="connsiteY827" fmla="*/ 741641 h 2606167"/>
                    <a:gd name="connsiteX828" fmla="*/ 2480665 w 2608416"/>
                    <a:gd name="connsiteY828" fmla="*/ 708241 h 2606167"/>
                    <a:gd name="connsiteX829" fmla="*/ 2483510 w 2608416"/>
                    <a:gd name="connsiteY829" fmla="*/ 713931 h 2606167"/>
                    <a:gd name="connsiteX830" fmla="*/ 2377173 w 2608416"/>
                    <a:gd name="connsiteY830" fmla="*/ 767093 h 2606167"/>
                    <a:gd name="connsiteX831" fmla="*/ 2374341 w 2608416"/>
                    <a:gd name="connsiteY831" fmla="*/ 761403 h 2606167"/>
                    <a:gd name="connsiteX832" fmla="*/ 2434057 w 2608416"/>
                    <a:gd name="connsiteY832" fmla="*/ 703859 h 2606167"/>
                    <a:gd name="connsiteX833" fmla="*/ 2437080 w 2608416"/>
                    <a:gd name="connsiteY833" fmla="*/ 709447 h 2606167"/>
                    <a:gd name="connsiteX834" fmla="*/ 2367306 w 2608416"/>
                    <a:gd name="connsiteY834" fmla="*/ 747102 h 2606167"/>
                    <a:gd name="connsiteX835" fmla="*/ 2364284 w 2608416"/>
                    <a:gd name="connsiteY835" fmla="*/ 741514 h 2606167"/>
                    <a:gd name="connsiteX836" fmla="*/ 192075 w 2608416"/>
                    <a:gd name="connsiteY836" fmla="*/ 699427 h 2606167"/>
                    <a:gd name="connsiteX837" fmla="*/ 249670 w 2608416"/>
                    <a:gd name="connsiteY837" fmla="*/ 730441 h 2606167"/>
                    <a:gd name="connsiteX838" fmla="*/ 246660 w 2608416"/>
                    <a:gd name="connsiteY838" fmla="*/ 736029 h 2606167"/>
                    <a:gd name="connsiteX839" fmla="*/ 189066 w 2608416"/>
                    <a:gd name="connsiteY839" fmla="*/ 705015 h 2606167"/>
                    <a:gd name="connsiteX840" fmla="*/ 134430 w 2608416"/>
                    <a:gd name="connsiteY840" fmla="*/ 696075 h 2606167"/>
                    <a:gd name="connsiteX841" fmla="*/ 239650 w 2608416"/>
                    <a:gd name="connsiteY841" fmla="*/ 750354 h 2606167"/>
                    <a:gd name="connsiteX842" fmla="*/ 236741 w 2608416"/>
                    <a:gd name="connsiteY842" fmla="*/ 755993 h 2606167"/>
                    <a:gd name="connsiteX843" fmla="*/ 131522 w 2608416"/>
                    <a:gd name="connsiteY843" fmla="*/ 701726 h 2606167"/>
                    <a:gd name="connsiteX844" fmla="*/ 2432913 w 2608416"/>
                    <a:gd name="connsiteY844" fmla="*/ 677304 h 2606167"/>
                    <a:gd name="connsiteX845" fmla="*/ 2435999 w 2608416"/>
                    <a:gd name="connsiteY845" fmla="*/ 682854 h 2606167"/>
                    <a:gd name="connsiteX846" fmla="*/ 2356256 w 2608416"/>
                    <a:gd name="connsiteY846" fmla="*/ 727152 h 2606167"/>
                    <a:gd name="connsiteX847" fmla="*/ 2353170 w 2608416"/>
                    <a:gd name="connsiteY847" fmla="*/ 721602 h 2606167"/>
                    <a:gd name="connsiteX848" fmla="*/ 192125 w 2608416"/>
                    <a:gd name="connsiteY848" fmla="*/ 671766 h 2606167"/>
                    <a:gd name="connsiteX849" fmla="*/ 260794 w 2608416"/>
                    <a:gd name="connsiteY849" fmla="*/ 710539 h 2606167"/>
                    <a:gd name="connsiteX850" fmla="*/ 257670 w 2608416"/>
                    <a:gd name="connsiteY850" fmla="*/ 716063 h 2606167"/>
                    <a:gd name="connsiteX851" fmla="*/ 189001 w 2608416"/>
                    <a:gd name="connsiteY851" fmla="*/ 677303 h 2606167"/>
                    <a:gd name="connsiteX852" fmla="*/ 2399653 w 2608416"/>
                    <a:gd name="connsiteY852" fmla="*/ 668465 h 2606167"/>
                    <a:gd name="connsiteX853" fmla="*/ 2402815 w 2608416"/>
                    <a:gd name="connsiteY853" fmla="*/ 673964 h 2606167"/>
                    <a:gd name="connsiteX854" fmla="*/ 2345234 w 2608416"/>
                    <a:gd name="connsiteY854" fmla="*/ 707187 h 2606167"/>
                    <a:gd name="connsiteX855" fmla="*/ 2342059 w 2608416"/>
                    <a:gd name="connsiteY855" fmla="*/ 701688 h 2606167"/>
                    <a:gd name="connsiteX856" fmla="*/ 221018 w 2608416"/>
                    <a:gd name="connsiteY856" fmla="*/ 660742 h 2606167"/>
                    <a:gd name="connsiteX857" fmla="*/ 271957 w 2608416"/>
                    <a:gd name="connsiteY857" fmla="*/ 691756 h 2606167"/>
                    <a:gd name="connsiteX858" fmla="*/ 268655 w 2608416"/>
                    <a:gd name="connsiteY858" fmla="*/ 697179 h 2606167"/>
                    <a:gd name="connsiteX859" fmla="*/ 217716 w 2608416"/>
                    <a:gd name="connsiteY859" fmla="*/ 666178 h 2606167"/>
                    <a:gd name="connsiteX860" fmla="*/ 2387435 w 2608416"/>
                    <a:gd name="connsiteY860" fmla="*/ 648539 h 2606167"/>
                    <a:gd name="connsiteX861" fmla="*/ 2390660 w 2608416"/>
                    <a:gd name="connsiteY861" fmla="*/ 654012 h 2606167"/>
                    <a:gd name="connsiteX862" fmla="*/ 2334171 w 2608416"/>
                    <a:gd name="connsiteY862" fmla="*/ 687235 h 2606167"/>
                    <a:gd name="connsiteX863" fmla="*/ 2330957 w 2608416"/>
                    <a:gd name="connsiteY863" fmla="*/ 681762 h 2606167"/>
                    <a:gd name="connsiteX864" fmla="*/ 233198 w 2608416"/>
                    <a:gd name="connsiteY864" fmla="*/ 640817 h 2606167"/>
                    <a:gd name="connsiteX865" fmla="*/ 284150 w 2608416"/>
                    <a:gd name="connsiteY865" fmla="*/ 671818 h 2606167"/>
                    <a:gd name="connsiteX866" fmla="*/ 280848 w 2608416"/>
                    <a:gd name="connsiteY866" fmla="*/ 677253 h 2606167"/>
                    <a:gd name="connsiteX867" fmla="*/ 229896 w 2608416"/>
                    <a:gd name="connsiteY867" fmla="*/ 646240 h 2606167"/>
                    <a:gd name="connsiteX868" fmla="*/ 2374050 w 2608416"/>
                    <a:gd name="connsiteY868" fmla="*/ 627558 h 2606167"/>
                    <a:gd name="connsiteX869" fmla="*/ 2377466 w 2608416"/>
                    <a:gd name="connsiteY869" fmla="*/ 632905 h 2606167"/>
                    <a:gd name="connsiteX870" fmla="*/ 2322094 w 2608416"/>
                    <a:gd name="connsiteY870" fmla="*/ 668350 h 2606167"/>
                    <a:gd name="connsiteX871" fmla="*/ 2318678 w 2608416"/>
                    <a:gd name="connsiteY871" fmla="*/ 663004 h 2606167"/>
                    <a:gd name="connsiteX872" fmla="*/ 246558 w 2608416"/>
                    <a:gd name="connsiteY872" fmla="*/ 620915 h 2606167"/>
                    <a:gd name="connsiteX873" fmla="*/ 296393 w 2608416"/>
                    <a:gd name="connsiteY873" fmla="*/ 653033 h 2606167"/>
                    <a:gd name="connsiteX874" fmla="*/ 292964 w 2608416"/>
                    <a:gd name="connsiteY874" fmla="*/ 658380 h 2606167"/>
                    <a:gd name="connsiteX875" fmla="*/ 243117 w 2608416"/>
                    <a:gd name="connsiteY875" fmla="*/ 626262 h 2606167"/>
                    <a:gd name="connsiteX876" fmla="*/ 2361831 w 2608416"/>
                    <a:gd name="connsiteY876" fmla="*/ 607645 h 2606167"/>
                    <a:gd name="connsiteX877" fmla="*/ 2365324 w 2608416"/>
                    <a:gd name="connsiteY877" fmla="*/ 612953 h 2606167"/>
                    <a:gd name="connsiteX878" fmla="*/ 2309952 w 2608416"/>
                    <a:gd name="connsiteY878" fmla="*/ 649491 h 2606167"/>
                    <a:gd name="connsiteX879" fmla="*/ 2306447 w 2608416"/>
                    <a:gd name="connsiteY879" fmla="*/ 644195 h 2606167"/>
                    <a:gd name="connsiteX880" fmla="*/ 254368 w 2608416"/>
                    <a:gd name="connsiteY880" fmla="*/ 597699 h 2606167"/>
                    <a:gd name="connsiteX881" fmla="*/ 308635 w 2608416"/>
                    <a:gd name="connsiteY881" fmla="*/ 634250 h 2606167"/>
                    <a:gd name="connsiteX882" fmla="*/ 305092 w 2608416"/>
                    <a:gd name="connsiteY882" fmla="*/ 639508 h 2606167"/>
                    <a:gd name="connsiteX883" fmla="*/ 250812 w 2608416"/>
                    <a:gd name="connsiteY883" fmla="*/ 602970 h 2606167"/>
                    <a:gd name="connsiteX884" fmla="*/ 2348472 w 2608416"/>
                    <a:gd name="connsiteY884" fmla="*/ 587755 h 2606167"/>
                    <a:gd name="connsiteX885" fmla="*/ 2352091 w 2608416"/>
                    <a:gd name="connsiteY885" fmla="*/ 592975 h 2606167"/>
                    <a:gd name="connsiteX886" fmla="*/ 2297824 w 2608416"/>
                    <a:gd name="connsiteY886" fmla="*/ 630630 h 2606167"/>
                    <a:gd name="connsiteX887" fmla="*/ 2294205 w 2608416"/>
                    <a:gd name="connsiteY887" fmla="*/ 625411 h 2606167"/>
                    <a:gd name="connsiteX888" fmla="*/ 235572 w 2608416"/>
                    <a:gd name="connsiteY888" fmla="*/ 555638 h 2606167"/>
                    <a:gd name="connsiteX889" fmla="*/ 321957 w 2608416"/>
                    <a:gd name="connsiteY889" fmla="*/ 615442 h 2606167"/>
                    <a:gd name="connsiteX890" fmla="*/ 318338 w 2608416"/>
                    <a:gd name="connsiteY890" fmla="*/ 620662 h 2606167"/>
                    <a:gd name="connsiteX891" fmla="*/ 231952 w 2608416"/>
                    <a:gd name="connsiteY891" fmla="*/ 560858 h 2606167"/>
                    <a:gd name="connsiteX892" fmla="*/ 274383 w 2608416"/>
                    <a:gd name="connsiteY892" fmla="*/ 554559 h 2606167"/>
                    <a:gd name="connsiteX893" fmla="*/ 334187 w 2608416"/>
                    <a:gd name="connsiteY893" fmla="*/ 597751 h 2606167"/>
                    <a:gd name="connsiteX894" fmla="*/ 330479 w 2608416"/>
                    <a:gd name="connsiteY894" fmla="*/ 602907 h 2606167"/>
                    <a:gd name="connsiteX895" fmla="*/ 270662 w 2608416"/>
                    <a:gd name="connsiteY895" fmla="*/ 559715 h 2606167"/>
                    <a:gd name="connsiteX896" fmla="*/ 2331810 w 2608416"/>
                    <a:gd name="connsiteY896" fmla="*/ 551244 h 2606167"/>
                    <a:gd name="connsiteX897" fmla="*/ 2335531 w 2608416"/>
                    <a:gd name="connsiteY897" fmla="*/ 556387 h 2606167"/>
                    <a:gd name="connsiteX898" fmla="*/ 2275726 w 2608416"/>
                    <a:gd name="connsiteY898" fmla="*/ 599580 h 2606167"/>
                    <a:gd name="connsiteX899" fmla="*/ 2272005 w 2608416"/>
                    <a:gd name="connsiteY899" fmla="*/ 594437 h 2606167"/>
                    <a:gd name="connsiteX900" fmla="*/ 305473 w 2608416"/>
                    <a:gd name="connsiteY900" fmla="*/ 526923 h 2606167"/>
                    <a:gd name="connsiteX901" fmla="*/ 357517 w 2608416"/>
                    <a:gd name="connsiteY901" fmla="*/ 566801 h 2606167"/>
                    <a:gd name="connsiteX902" fmla="*/ 353656 w 2608416"/>
                    <a:gd name="connsiteY902" fmla="*/ 571843 h 2606167"/>
                    <a:gd name="connsiteX903" fmla="*/ 301612 w 2608416"/>
                    <a:gd name="connsiteY903" fmla="*/ 531965 h 2606167"/>
                    <a:gd name="connsiteX904" fmla="*/ 2296300 w 2608416"/>
                    <a:gd name="connsiteY904" fmla="*/ 518071 h 2606167"/>
                    <a:gd name="connsiteX905" fmla="*/ 2300161 w 2608416"/>
                    <a:gd name="connsiteY905" fmla="*/ 523113 h 2606167"/>
                    <a:gd name="connsiteX906" fmla="*/ 2248104 w 2608416"/>
                    <a:gd name="connsiteY906" fmla="*/ 562979 h 2606167"/>
                    <a:gd name="connsiteX907" fmla="*/ 2244243 w 2608416"/>
                    <a:gd name="connsiteY907" fmla="*/ 557937 h 2606167"/>
                    <a:gd name="connsiteX908" fmla="*/ 2341702 w 2608416"/>
                    <a:gd name="connsiteY908" fmla="*/ 512534 h 2606167"/>
                    <a:gd name="connsiteX909" fmla="*/ 2345588 w 2608416"/>
                    <a:gd name="connsiteY909" fmla="*/ 517563 h 2606167"/>
                    <a:gd name="connsiteX910" fmla="*/ 2262517 w 2608416"/>
                    <a:gd name="connsiteY910" fmla="*/ 581800 h 2606167"/>
                    <a:gd name="connsiteX911" fmla="*/ 2258631 w 2608416"/>
                    <a:gd name="connsiteY911" fmla="*/ 576771 h 2606167"/>
                    <a:gd name="connsiteX912" fmla="*/ 319900 w 2608416"/>
                    <a:gd name="connsiteY912" fmla="*/ 508127 h 2606167"/>
                    <a:gd name="connsiteX913" fmla="*/ 371957 w 2608416"/>
                    <a:gd name="connsiteY913" fmla="*/ 549110 h 2606167"/>
                    <a:gd name="connsiteX914" fmla="*/ 368033 w 2608416"/>
                    <a:gd name="connsiteY914" fmla="*/ 554089 h 2606167"/>
                    <a:gd name="connsiteX915" fmla="*/ 315976 w 2608416"/>
                    <a:gd name="connsiteY915" fmla="*/ 513118 h 2606167"/>
                    <a:gd name="connsiteX916" fmla="*/ 2276336 w 2608416"/>
                    <a:gd name="connsiteY916" fmla="*/ 503695 h 2606167"/>
                    <a:gd name="connsiteX917" fmla="*/ 2280260 w 2608416"/>
                    <a:gd name="connsiteY917" fmla="*/ 508686 h 2606167"/>
                    <a:gd name="connsiteX918" fmla="*/ 2233740 w 2608416"/>
                    <a:gd name="connsiteY918" fmla="*/ 545237 h 2606167"/>
                    <a:gd name="connsiteX919" fmla="*/ 2229816 w 2608416"/>
                    <a:gd name="connsiteY919" fmla="*/ 540246 h 2606167"/>
                    <a:gd name="connsiteX920" fmla="*/ 335457 w 2608416"/>
                    <a:gd name="connsiteY920" fmla="*/ 489343 h 2606167"/>
                    <a:gd name="connsiteX921" fmla="*/ 386410 w 2608416"/>
                    <a:gd name="connsiteY921" fmla="*/ 531431 h 2606167"/>
                    <a:gd name="connsiteX922" fmla="*/ 382371 w 2608416"/>
                    <a:gd name="connsiteY922" fmla="*/ 536320 h 2606167"/>
                    <a:gd name="connsiteX923" fmla="*/ 331419 w 2608416"/>
                    <a:gd name="connsiteY923" fmla="*/ 494233 h 2606167"/>
                    <a:gd name="connsiteX924" fmla="*/ 2260727 w 2608416"/>
                    <a:gd name="connsiteY924" fmla="*/ 484950 h 2606167"/>
                    <a:gd name="connsiteX925" fmla="*/ 2264855 w 2608416"/>
                    <a:gd name="connsiteY925" fmla="*/ 489776 h 2606167"/>
                    <a:gd name="connsiteX926" fmla="*/ 2219440 w 2608416"/>
                    <a:gd name="connsiteY926" fmla="*/ 528536 h 2606167"/>
                    <a:gd name="connsiteX927" fmla="*/ 2215325 w 2608416"/>
                    <a:gd name="connsiteY927" fmla="*/ 523710 h 2606167"/>
                    <a:gd name="connsiteX928" fmla="*/ 351029 w 2608416"/>
                    <a:gd name="connsiteY928" fmla="*/ 471665 h 2606167"/>
                    <a:gd name="connsiteX929" fmla="*/ 400863 w 2608416"/>
                    <a:gd name="connsiteY929" fmla="*/ 514870 h 2606167"/>
                    <a:gd name="connsiteX930" fmla="*/ 396710 w 2608416"/>
                    <a:gd name="connsiteY930" fmla="*/ 519658 h 2606167"/>
                    <a:gd name="connsiteX931" fmla="*/ 346863 w 2608416"/>
                    <a:gd name="connsiteY931" fmla="*/ 476465 h 2606167"/>
                    <a:gd name="connsiteX932" fmla="*/ 2245157 w 2608416"/>
                    <a:gd name="connsiteY932" fmla="*/ 467284 h 2606167"/>
                    <a:gd name="connsiteX933" fmla="*/ 2249412 w 2608416"/>
                    <a:gd name="connsiteY933" fmla="*/ 471996 h 2606167"/>
                    <a:gd name="connsiteX934" fmla="*/ 2205102 w 2608416"/>
                    <a:gd name="connsiteY934" fmla="*/ 511874 h 2606167"/>
                    <a:gd name="connsiteX935" fmla="*/ 2200860 w 2608416"/>
                    <a:gd name="connsiteY935" fmla="*/ 507149 h 2606167"/>
                    <a:gd name="connsiteX936" fmla="*/ 366585 w 2608416"/>
                    <a:gd name="connsiteY936" fmla="*/ 454000 h 2606167"/>
                    <a:gd name="connsiteX937" fmla="*/ 415315 w 2608416"/>
                    <a:gd name="connsiteY937" fmla="*/ 498297 h 2606167"/>
                    <a:gd name="connsiteX938" fmla="*/ 411048 w 2608416"/>
                    <a:gd name="connsiteY938" fmla="*/ 502996 h 2606167"/>
                    <a:gd name="connsiteX939" fmla="*/ 362318 w 2608416"/>
                    <a:gd name="connsiteY939" fmla="*/ 458699 h 2606167"/>
                    <a:gd name="connsiteX940" fmla="*/ 2244040 w 2608416"/>
                    <a:gd name="connsiteY940" fmla="*/ 436271 h 2606167"/>
                    <a:gd name="connsiteX941" fmla="*/ 2248307 w 2608416"/>
                    <a:gd name="connsiteY941" fmla="*/ 440982 h 2606167"/>
                    <a:gd name="connsiteX942" fmla="*/ 2189608 w 2608416"/>
                    <a:gd name="connsiteY942" fmla="*/ 494145 h 2606167"/>
                    <a:gd name="connsiteX943" fmla="*/ 2185341 w 2608416"/>
                    <a:gd name="connsiteY943" fmla="*/ 489433 h 2606167"/>
                    <a:gd name="connsiteX944" fmla="*/ 2217433 w 2608416"/>
                    <a:gd name="connsiteY944" fmla="*/ 428548 h 2606167"/>
                    <a:gd name="connsiteX945" fmla="*/ 2221764 w 2608416"/>
                    <a:gd name="connsiteY945" fmla="*/ 433196 h 2606167"/>
                    <a:gd name="connsiteX946" fmla="*/ 2174139 w 2608416"/>
                    <a:gd name="connsiteY946" fmla="*/ 477507 h 2606167"/>
                    <a:gd name="connsiteX947" fmla="*/ 2169808 w 2608416"/>
                    <a:gd name="connsiteY947" fmla="*/ 472858 h 2606167"/>
                    <a:gd name="connsiteX948" fmla="*/ 364426 w 2608416"/>
                    <a:gd name="connsiteY948" fmla="*/ 418605 h 2606167"/>
                    <a:gd name="connsiteX949" fmla="*/ 430872 w 2608416"/>
                    <a:gd name="connsiteY949" fmla="*/ 481737 h 2606167"/>
                    <a:gd name="connsiteX950" fmla="*/ 426504 w 2608416"/>
                    <a:gd name="connsiteY950" fmla="*/ 486347 h 2606167"/>
                    <a:gd name="connsiteX951" fmla="*/ 360057 w 2608416"/>
                    <a:gd name="connsiteY951" fmla="*/ 423215 h 2606167"/>
                    <a:gd name="connsiteX952" fmla="*/ 389929 w 2608416"/>
                    <a:gd name="connsiteY952" fmla="*/ 409777 h 2606167"/>
                    <a:gd name="connsiteX953" fmla="*/ 446418 w 2608416"/>
                    <a:gd name="connsiteY953" fmla="*/ 465162 h 2606167"/>
                    <a:gd name="connsiteX954" fmla="*/ 441973 w 2608416"/>
                    <a:gd name="connsiteY954" fmla="*/ 469696 h 2606167"/>
                    <a:gd name="connsiteX955" fmla="*/ 385484 w 2608416"/>
                    <a:gd name="connsiteY955" fmla="*/ 414311 h 2606167"/>
                    <a:gd name="connsiteX956" fmla="*/ 433198 w 2608416"/>
                    <a:gd name="connsiteY956" fmla="*/ 385495 h 2606167"/>
                    <a:gd name="connsiteX957" fmla="*/ 478613 w 2608416"/>
                    <a:gd name="connsiteY957" fmla="*/ 433120 h 2606167"/>
                    <a:gd name="connsiteX958" fmla="*/ 474015 w 2608416"/>
                    <a:gd name="connsiteY958" fmla="*/ 437502 h 2606167"/>
                    <a:gd name="connsiteX959" fmla="*/ 428613 w 2608416"/>
                    <a:gd name="connsiteY959" fmla="*/ 389877 h 2606167"/>
                    <a:gd name="connsiteX960" fmla="*/ 2194051 w 2608416"/>
                    <a:gd name="connsiteY960" fmla="*/ 384377 h 2606167"/>
                    <a:gd name="connsiteX961" fmla="*/ 2198624 w 2608416"/>
                    <a:gd name="connsiteY961" fmla="*/ 388772 h 2606167"/>
                    <a:gd name="connsiteX962" fmla="*/ 2143251 w 2608416"/>
                    <a:gd name="connsiteY962" fmla="*/ 446366 h 2606167"/>
                    <a:gd name="connsiteX963" fmla="*/ 2138667 w 2608416"/>
                    <a:gd name="connsiteY963" fmla="*/ 441959 h 2606167"/>
                    <a:gd name="connsiteX964" fmla="*/ 2238400 w 2608416"/>
                    <a:gd name="connsiteY964" fmla="*/ 373252 h 2606167"/>
                    <a:gd name="connsiteX965" fmla="*/ 2242883 w 2608416"/>
                    <a:gd name="connsiteY965" fmla="*/ 377748 h 2606167"/>
                    <a:gd name="connsiteX966" fmla="*/ 2158707 w 2608416"/>
                    <a:gd name="connsiteY966" fmla="*/ 461911 h 2606167"/>
                    <a:gd name="connsiteX967" fmla="*/ 2154224 w 2608416"/>
                    <a:gd name="connsiteY967" fmla="*/ 457428 h 2606167"/>
                    <a:gd name="connsiteX968" fmla="*/ 378880 w 2608416"/>
                    <a:gd name="connsiteY968" fmla="*/ 364388 h 2606167"/>
                    <a:gd name="connsiteX969" fmla="*/ 463055 w 2608416"/>
                    <a:gd name="connsiteY969" fmla="*/ 448563 h 2606167"/>
                    <a:gd name="connsiteX970" fmla="*/ 458560 w 2608416"/>
                    <a:gd name="connsiteY970" fmla="*/ 453059 h 2606167"/>
                    <a:gd name="connsiteX971" fmla="*/ 374397 w 2608416"/>
                    <a:gd name="connsiteY971" fmla="*/ 368883 h 2606167"/>
                    <a:gd name="connsiteX972" fmla="*/ 2149665 w 2608416"/>
                    <a:gd name="connsiteY972" fmla="*/ 361201 h 2606167"/>
                    <a:gd name="connsiteX973" fmla="*/ 2154402 w 2608416"/>
                    <a:gd name="connsiteY973" fmla="*/ 365430 h 2606167"/>
                    <a:gd name="connsiteX974" fmla="*/ 2110105 w 2608416"/>
                    <a:gd name="connsiteY974" fmla="*/ 415265 h 2606167"/>
                    <a:gd name="connsiteX975" fmla="*/ 2105355 w 2608416"/>
                    <a:gd name="connsiteY975" fmla="*/ 411049 h 2606167"/>
                    <a:gd name="connsiteX976" fmla="*/ 440994 w 2608416"/>
                    <a:gd name="connsiteY976" fmla="*/ 358940 h 2606167"/>
                    <a:gd name="connsiteX977" fmla="*/ 495262 w 2608416"/>
                    <a:gd name="connsiteY977" fmla="*/ 417640 h 2606167"/>
                    <a:gd name="connsiteX978" fmla="*/ 490601 w 2608416"/>
                    <a:gd name="connsiteY978" fmla="*/ 421958 h 2606167"/>
                    <a:gd name="connsiteX979" fmla="*/ 436321 w 2608416"/>
                    <a:gd name="connsiteY979" fmla="*/ 363258 h 2606167"/>
                    <a:gd name="connsiteX980" fmla="*/ 2184045 w 2608416"/>
                    <a:gd name="connsiteY980" fmla="*/ 358928 h 2606167"/>
                    <a:gd name="connsiteX981" fmla="*/ 2188693 w 2608416"/>
                    <a:gd name="connsiteY981" fmla="*/ 363271 h 2606167"/>
                    <a:gd name="connsiteX982" fmla="*/ 2126666 w 2608416"/>
                    <a:gd name="connsiteY982" fmla="*/ 429718 h 2606167"/>
                    <a:gd name="connsiteX983" fmla="*/ 2122031 w 2608416"/>
                    <a:gd name="connsiteY983" fmla="*/ 425387 h 2606167"/>
                    <a:gd name="connsiteX984" fmla="*/ 473189 w 2608416"/>
                    <a:gd name="connsiteY984" fmla="*/ 357937 h 2606167"/>
                    <a:gd name="connsiteX985" fmla="*/ 511962 w 2608416"/>
                    <a:gd name="connsiteY985" fmla="*/ 403340 h 2606167"/>
                    <a:gd name="connsiteX986" fmla="*/ 507123 w 2608416"/>
                    <a:gd name="connsiteY986" fmla="*/ 407467 h 2606167"/>
                    <a:gd name="connsiteX987" fmla="*/ 468363 w 2608416"/>
                    <a:gd name="connsiteY987" fmla="*/ 362052 h 2606167"/>
                    <a:gd name="connsiteX988" fmla="*/ 2130781 w 2608416"/>
                    <a:gd name="connsiteY988" fmla="*/ 345757 h 2606167"/>
                    <a:gd name="connsiteX989" fmla="*/ 2135633 w 2608416"/>
                    <a:gd name="connsiteY989" fmla="*/ 349859 h 2606167"/>
                    <a:gd name="connsiteX990" fmla="*/ 2093545 w 2608416"/>
                    <a:gd name="connsiteY990" fmla="*/ 399694 h 2606167"/>
                    <a:gd name="connsiteX991" fmla="*/ 2088693 w 2608416"/>
                    <a:gd name="connsiteY991" fmla="*/ 395604 h 2606167"/>
                    <a:gd name="connsiteX992" fmla="*/ 490918 w 2608416"/>
                    <a:gd name="connsiteY992" fmla="*/ 342430 h 2606167"/>
                    <a:gd name="connsiteX993" fmla="*/ 529678 w 2608416"/>
                    <a:gd name="connsiteY993" fmla="*/ 387833 h 2606167"/>
                    <a:gd name="connsiteX994" fmla="*/ 524853 w 2608416"/>
                    <a:gd name="connsiteY994" fmla="*/ 391960 h 2606167"/>
                    <a:gd name="connsiteX995" fmla="*/ 486079 w 2608416"/>
                    <a:gd name="connsiteY995" fmla="*/ 346545 h 2606167"/>
                    <a:gd name="connsiteX996" fmla="*/ 2113039 w 2608416"/>
                    <a:gd name="connsiteY996" fmla="*/ 330276 h 2606167"/>
                    <a:gd name="connsiteX997" fmla="*/ 2117929 w 2608416"/>
                    <a:gd name="connsiteY997" fmla="*/ 334327 h 2606167"/>
                    <a:gd name="connsiteX998" fmla="*/ 2075854 w 2608416"/>
                    <a:gd name="connsiteY998" fmla="*/ 385267 h 2606167"/>
                    <a:gd name="connsiteX999" fmla="*/ 2070951 w 2608416"/>
                    <a:gd name="connsiteY999" fmla="*/ 381228 h 2606167"/>
                    <a:gd name="connsiteX1000" fmla="*/ 508660 w 2608416"/>
                    <a:gd name="connsiteY1000" fmla="*/ 328067 h 2606167"/>
                    <a:gd name="connsiteX1001" fmla="*/ 546316 w 2608416"/>
                    <a:gd name="connsiteY1001" fmla="*/ 373469 h 2606167"/>
                    <a:gd name="connsiteX1002" fmla="*/ 541426 w 2608416"/>
                    <a:gd name="connsiteY1002" fmla="*/ 377521 h 2606167"/>
                    <a:gd name="connsiteX1003" fmla="*/ 503771 w 2608416"/>
                    <a:gd name="connsiteY1003" fmla="*/ 332118 h 2606167"/>
                    <a:gd name="connsiteX1004" fmla="*/ 2094180 w 2608416"/>
                    <a:gd name="connsiteY1004" fmla="*/ 315912 h 2606167"/>
                    <a:gd name="connsiteX1005" fmla="*/ 2099133 w 2608416"/>
                    <a:gd name="connsiteY1005" fmla="*/ 319900 h 2606167"/>
                    <a:gd name="connsiteX1006" fmla="*/ 2058150 w 2608416"/>
                    <a:gd name="connsiteY1006" fmla="*/ 370839 h 2606167"/>
                    <a:gd name="connsiteX1007" fmla="*/ 2053209 w 2608416"/>
                    <a:gd name="connsiteY1007" fmla="*/ 366864 h 2606167"/>
                    <a:gd name="connsiteX1008" fmla="*/ 523087 w 2608416"/>
                    <a:gd name="connsiteY1008" fmla="*/ 308165 h 2606167"/>
                    <a:gd name="connsiteX1009" fmla="*/ 564070 w 2608416"/>
                    <a:gd name="connsiteY1009" fmla="*/ 359104 h 2606167"/>
                    <a:gd name="connsiteX1010" fmla="*/ 559117 w 2608416"/>
                    <a:gd name="connsiteY1010" fmla="*/ 363092 h 2606167"/>
                    <a:gd name="connsiteX1011" fmla="*/ 518147 w 2608416"/>
                    <a:gd name="connsiteY1011" fmla="*/ 312140 h 2606167"/>
                    <a:gd name="connsiteX1012" fmla="*/ 2076437 w 2608416"/>
                    <a:gd name="connsiteY1012" fmla="*/ 300431 h 2606167"/>
                    <a:gd name="connsiteX1013" fmla="*/ 2081428 w 2608416"/>
                    <a:gd name="connsiteY1013" fmla="*/ 304368 h 2606167"/>
                    <a:gd name="connsiteX1014" fmla="*/ 2040458 w 2608416"/>
                    <a:gd name="connsiteY1014" fmla="*/ 356413 h 2606167"/>
                    <a:gd name="connsiteX1015" fmla="*/ 2035467 w 2608416"/>
                    <a:gd name="connsiteY1015" fmla="*/ 352489 h 2606167"/>
                    <a:gd name="connsiteX1016" fmla="*/ 557530 w 2608416"/>
                    <a:gd name="connsiteY1016" fmla="*/ 272846 h 2606167"/>
                    <a:gd name="connsiteX1017" fmla="*/ 600722 w 2608416"/>
                    <a:gd name="connsiteY1017" fmla="*/ 332663 h 2606167"/>
                    <a:gd name="connsiteX1018" fmla="*/ 595566 w 2608416"/>
                    <a:gd name="connsiteY1018" fmla="*/ 336371 h 2606167"/>
                    <a:gd name="connsiteX1019" fmla="*/ 552373 w 2608416"/>
                    <a:gd name="connsiteY1019" fmla="*/ 276567 h 2606167"/>
                    <a:gd name="connsiteX1020" fmla="*/ 2048676 w 2608416"/>
                    <a:gd name="connsiteY1020" fmla="*/ 270637 h 2606167"/>
                    <a:gd name="connsiteX1021" fmla="*/ 2053819 w 2608416"/>
                    <a:gd name="connsiteY1021" fmla="*/ 274358 h 2606167"/>
                    <a:gd name="connsiteX1022" fmla="*/ 2010626 w 2608416"/>
                    <a:gd name="connsiteY1022" fmla="*/ 334163 h 2606167"/>
                    <a:gd name="connsiteX1023" fmla="*/ 2005483 w 2608416"/>
                    <a:gd name="connsiteY1023" fmla="*/ 330442 h 2606167"/>
                    <a:gd name="connsiteX1024" fmla="*/ 518732 w 2608416"/>
                    <a:gd name="connsiteY1024" fmla="*/ 261734 h 2606167"/>
                    <a:gd name="connsiteX1025" fmla="*/ 581864 w 2608416"/>
                    <a:gd name="connsiteY1025" fmla="*/ 345909 h 2606167"/>
                    <a:gd name="connsiteX1026" fmla="*/ 576784 w 2608416"/>
                    <a:gd name="connsiteY1026" fmla="*/ 349719 h 2606167"/>
                    <a:gd name="connsiteX1027" fmla="*/ 513652 w 2608416"/>
                    <a:gd name="connsiteY1027" fmla="*/ 265544 h 2606167"/>
                    <a:gd name="connsiteX1028" fmla="*/ 594106 w 2608416"/>
                    <a:gd name="connsiteY1028" fmla="*/ 256285 h 2606167"/>
                    <a:gd name="connsiteX1029" fmla="*/ 631761 w 2608416"/>
                    <a:gd name="connsiteY1029" fmla="*/ 310552 h 2606167"/>
                    <a:gd name="connsiteX1030" fmla="*/ 626554 w 2608416"/>
                    <a:gd name="connsiteY1030" fmla="*/ 314172 h 2606167"/>
                    <a:gd name="connsiteX1031" fmla="*/ 588886 w 2608416"/>
                    <a:gd name="connsiteY1031" fmla="*/ 259905 h 2606167"/>
                    <a:gd name="connsiteX1032" fmla="*/ 2004313 w 2608416"/>
                    <a:gd name="connsiteY1032" fmla="*/ 249681 h 2606167"/>
                    <a:gd name="connsiteX1033" fmla="*/ 2009584 w 2608416"/>
                    <a:gd name="connsiteY1033" fmla="*/ 253225 h 2606167"/>
                    <a:gd name="connsiteX1034" fmla="*/ 1973034 w 2608416"/>
                    <a:gd name="connsiteY1034" fmla="*/ 307492 h 2606167"/>
                    <a:gd name="connsiteX1035" fmla="*/ 1967763 w 2608416"/>
                    <a:gd name="connsiteY1035" fmla="*/ 303948 h 2606167"/>
                    <a:gd name="connsiteX1036" fmla="*/ 614084 w 2608416"/>
                    <a:gd name="connsiteY1036" fmla="*/ 243052 h 2606167"/>
                    <a:gd name="connsiteX1037" fmla="*/ 650634 w 2608416"/>
                    <a:gd name="connsiteY1037" fmla="*/ 298437 h 2606167"/>
                    <a:gd name="connsiteX1038" fmla="*/ 645338 w 2608416"/>
                    <a:gd name="connsiteY1038" fmla="*/ 301929 h 2606167"/>
                    <a:gd name="connsiteX1039" fmla="*/ 608788 w 2608416"/>
                    <a:gd name="connsiteY1039" fmla="*/ 246557 h 2606167"/>
                    <a:gd name="connsiteX1040" fmla="*/ 1981023 w 2608416"/>
                    <a:gd name="connsiteY1040" fmla="*/ 241985 h 2606167"/>
                    <a:gd name="connsiteX1041" fmla="*/ 1986357 w 2608416"/>
                    <a:gd name="connsiteY1041" fmla="*/ 245414 h 2606167"/>
                    <a:gd name="connsiteX1042" fmla="*/ 1954238 w 2608416"/>
                    <a:gd name="connsiteY1042" fmla="*/ 295262 h 2606167"/>
                    <a:gd name="connsiteX1043" fmla="*/ 1948905 w 2608416"/>
                    <a:gd name="connsiteY1043" fmla="*/ 291820 h 2606167"/>
                    <a:gd name="connsiteX1044" fmla="*/ 2046427 w 2608416"/>
                    <a:gd name="connsiteY1044" fmla="*/ 230823 h 2606167"/>
                    <a:gd name="connsiteX1045" fmla="*/ 2051647 w 2608416"/>
                    <a:gd name="connsiteY1045" fmla="*/ 234430 h 2606167"/>
                    <a:gd name="connsiteX1046" fmla="*/ 1991830 w 2608416"/>
                    <a:gd name="connsiteY1046" fmla="*/ 320815 h 2606167"/>
                    <a:gd name="connsiteX1047" fmla="*/ 1986610 w 2608416"/>
                    <a:gd name="connsiteY1047" fmla="*/ 317208 h 2606167"/>
                    <a:gd name="connsiteX1048" fmla="*/ 1961059 w 2608416"/>
                    <a:gd name="connsiteY1048" fmla="*/ 229845 h 2606167"/>
                    <a:gd name="connsiteX1049" fmla="*/ 1966443 w 2608416"/>
                    <a:gd name="connsiteY1049" fmla="*/ 233198 h 2606167"/>
                    <a:gd name="connsiteX1050" fmla="*/ 1935443 w 2608416"/>
                    <a:gd name="connsiteY1050" fmla="*/ 283033 h 2606167"/>
                    <a:gd name="connsiteX1051" fmla="*/ 1930045 w 2608416"/>
                    <a:gd name="connsiteY1051" fmla="*/ 279680 h 2606167"/>
                    <a:gd name="connsiteX1052" fmla="*/ 634061 w 2608416"/>
                    <a:gd name="connsiteY1052" fmla="*/ 229831 h 2606167"/>
                    <a:gd name="connsiteX1053" fmla="*/ 669507 w 2608416"/>
                    <a:gd name="connsiteY1053" fmla="*/ 286308 h 2606167"/>
                    <a:gd name="connsiteX1054" fmla="*/ 664122 w 2608416"/>
                    <a:gd name="connsiteY1054" fmla="*/ 289686 h 2606167"/>
                    <a:gd name="connsiteX1055" fmla="*/ 628689 w 2608416"/>
                    <a:gd name="connsiteY1055" fmla="*/ 233209 h 2606167"/>
                    <a:gd name="connsiteX1056" fmla="*/ 1941081 w 2608416"/>
                    <a:gd name="connsiteY1056" fmla="*/ 217729 h 2606167"/>
                    <a:gd name="connsiteX1057" fmla="*/ 1946555 w 2608416"/>
                    <a:gd name="connsiteY1057" fmla="*/ 220942 h 2606167"/>
                    <a:gd name="connsiteX1058" fmla="*/ 1916647 w 2608416"/>
                    <a:gd name="connsiteY1058" fmla="*/ 271895 h 2606167"/>
                    <a:gd name="connsiteX1059" fmla="*/ 1911173 w 2608416"/>
                    <a:gd name="connsiteY1059" fmla="*/ 268669 h 2606167"/>
                    <a:gd name="connsiteX1060" fmla="*/ 655154 w 2608416"/>
                    <a:gd name="connsiteY1060" fmla="*/ 217728 h 2606167"/>
                    <a:gd name="connsiteX1061" fmla="*/ 688378 w 2608416"/>
                    <a:gd name="connsiteY1061" fmla="*/ 274205 h 2606167"/>
                    <a:gd name="connsiteX1062" fmla="*/ 682904 w 2608416"/>
                    <a:gd name="connsiteY1062" fmla="*/ 277431 h 2606167"/>
                    <a:gd name="connsiteX1063" fmla="*/ 649681 w 2608416"/>
                    <a:gd name="connsiteY1063" fmla="*/ 220941 h 2606167"/>
                    <a:gd name="connsiteX1064" fmla="*/ 675106 w 2608416"/>
                    <a:gd name="connsiteY1064" fmla="*/ 205562 h 2606167"/>
                    <a:gd name="connsiteX1065" fmla="*/ 708329 w 2608416"/>
                    <a:gd name="connsiteY1065" fmla="*/ 263157 h 2606167"/>
                    <a:gd name="connsiteX1066" fmla="*/ 702830 w 2608416"/>
                    <a:gd name="connsiteY1066" fmla="*/ 266332 h 2606167"/>
                    <a:gd name="connsiteX1067" fmla="*/ 669594 w 2608416"/>
                    <a:gd name="connsiteY1067" fmla="*/ 208737 h 2606167"/>
                    <a:gd name="connsiteX1068" fmla="*/ 1902244 w 2608416"/>
                    <a:gd name="connsiteY1068" fmla="*/ 187947 h 2606167"/>
                    <a:gd name="connsiteX1069" fmla="*/ 1907857 w 2608416"/>
                    <a:gd name="connsiteY1069" fmla="*/ 190906 h 2606167"/>
                    <a:gd name="connsiteX1070" fmla="*/ 1876844 w 2608416"/>
                    <a:gd name="connsiteY1070" fmla="*/ 249618 h 2606167"/>
                    <a:gd name="connsiteX1071" fmla="*/ 1871230 w 2608416"/>
                    <a:gd name="connsiteY1071" fmla="*/ 246646 h 2606167"/>
                    <a:gd name="connsiteX1072" fmla="*/ 1929968 w 2608416"/>
                    <a:gd name="connsiteY1072" fmla="*/ 187884 h 2606167"/>
                    <a:gd name="connsiteX1073" fmla="*/ 1935518 w 2608416"/>
                    <a:gd name="connsiteY1073" fmla="*/ 190970 h 2606167"/>
                    <a:gd name="connsiteX1074" fmla="*/ 1896757 w 2608416"/>
                    <a:gd name="connsiteY1074" fmla="*/ 260744 h 2606167"/>
                    <a:gd name="connsiteX1075" fmla="*/ 1891195 w 2608416"/>
                    <a:gd name="connsiteY1075" fmla="*/ 257658 h 2606167"/>
                    <a:gd name="connsiteX1076" fmla="*/ 683996 w 2608416"/>
                    <a:gd name="connsiteY1076" fmla="*/ 171284 h 2606167"/>
                    <a:gd name="connsiteX1077" fmla="*/ 728294 w 2608416"/>
                    <a:gd name="connsiteY1077" fmla="*/ 252145 h 2606167"/>
                    <a:gd name="connsiteX1078" fmla="*/ 722731 w 2608416"/>
                    <a:gd name="connsiteY1078" fmla="*/ 255193 h 2606167"/>
                    <a:gd name="connsiteX1079" fmla="*/ 678421 w 2608416"/>
                    <a:gd name="connsiteY1079" fmla="*/ 174345 h 2606167"/>
                    <a:gd name="connsiteX1080" fmla="*/ 710590 w 2608416"/>
                    <a:gd name="connsiteY1080" fmla="*/ 170218 h 2606167"/>
                    <a:gd name="connsiteX1081" fmla="*/ 748258 w 2608416"/>
                    <a:gd name="connsiteY1081" fmla="*/ 241097 h 2606167"/>
                    <a:gd name="connsiteX1082" fmla="*/ 742645 w 2608416"/>
                    <a:gd name="connsiteY1082" fmla="*/ 244082 h 2606167"/>
                    <a:gd name="connsiteX1083" fmla="*/ 704989 w 2608416"/>
                    <a:gd name="connsiteY1083" fmla="*/ 173203 h 2606167"/>
                    <a:gd name="connsiteX1084" fmla="*/ 759372 w 2608416"/>
                    <a:gd name="connsiteY1084" fmla="*/ 161455 h 2606167"/>
                    <a:gd name="connsiteX1085" fmla="*/ 788175 w 2608416"/>
                    <a:gd name="connsiteY1085" fmla="*/ 220155 h 2606167"/>
                    <a:gd name="connsiteX1086" fmla="*/ 782473 w 2608416"/>
                    <a:gd name="connsiteY1086" fmla="*/ 222949 h 2606167"/>
                    <a:gd name="connsiteX1087" fmla="*/ 753669 w 2608416"/>
                    <a:gd name="connsiteY1087" fmla="*/ 164249 h 2606167"/>
                    <a:gd name="connsiteX1088" fmla="*/ 1865642 w 2608416"/>
                    <a:gd name="connsiteY1088" fmla="*/ 154825 h 2606167"/>
                    <a:gd name="connsiteX1089" fmla="*/ 1871357 w 2608416"/>
                    <a:gd name="connsiteY1089" fmla="*/ 157581 h 2606167"/>
                    <a:gd name="connsiteX1090" fmla="*/ 1837029 w 2608416"/>
                    <a:gd name="connsiteY1090" fmla="*/ 228472 h 2606167"/>
                    <a:gd name="connsiteX1091" fmla="*/ 1831314 w 2608416"/>
                    <a:gd name="connsiteY1091" fmla="*/ 225704 h 2606167"/>
                    <a:gd name="connsiteX1092" fmla="*/ 805967 w 2608416"/>
                    <a:gd name="connsiteY1092" fmla="*/ 147219 h 2606167"/>
                    <a:gd name="connsiteX1093" fmla="*/ 829233 w 2608416"/>
                    <a:gd name="connsiteY1093" fmla="*/ 202603 h 2606167"/>
                    <a:gd name="connsiteX1094" fmla="*/ 823379 w 2608416"/>
                    <a:gd name="connsiteY1094" fmla="*/ 205055 h 2606167"/>
                    <a:gd name="connsiteX1095" fmla="*/ 800112 w 2608416"/>
                    <a:gd name="connsiteY1095" fmla="*/ 149683 h 2606167"/>
                    <a:gd name="connsiteX1096" fmla="*/ 1816863 w 2608416"/>
                    <a:gd name="connsiteY1096" fmla="*/ 146075 h 2606167"/>
                    <a:gd name="connsiteX1097" fmla="*/ 1822679 w 2608416"/>
                    <a:gd name="connsiteY1097" fmla="*/ 148615 h 2606167"/>
                    <a:gd name="connsiteX1098" fmla="*/ 1796098 w 2608416"/>
                    <a:gd name="connsiteY1098" fmla="*/ 209524 h 2606167"/>
                    <a:gd name="connsiteX1099" fmla="*/ 1790281 w 2608416"/>
                    <a:gd name="connsiteY1099" fmla="*/ 206984 h 2606167"/>
                    <a:gd name="connsiteX1100" fmla="*/ 827011 w 2608416"/>
                    <a:gd name="connsiteY1100" fmla="*/ 138353 h 2606167"/>
                    <a:gd name="connsiteX1101" fmla="*/ 850277 w 2608416"/>
                    <a:gd name="connsiteY1101" fmla="*/ 193738 h 2606167"/>
                    <a:gd name="connsiteX1102" fmla="*/ 844423 w 2608416"/>
                    <a:gd name="connsiteY1102" fmla="*/ 196202 h 2606167"/>
                    <a:gd name="connsiteX1103" fmla="*/ 821156 w 2608416"/>
                    <a:gd name="connsiteY1103" fmla="*/ 140817 h 2606167"/>
                    <a:gd name="connsiteX1104" fmla="*/ 774917 w 2608416"/>
                    <a:gd name="connsiteY1104" fmla="*/ 138278 h 2606167"/>
                    <a:gd name="connsiteX1105" fmla="*/ 808152 w 2608416"/>
                    <a:gd name="connsiteY1105" fmla="*/ 211379 h 2606167"/>
                    <a:gd name="connsiteX1106" fmla="*/ 802361 w 2608416"/>
                    <a:gd name="connsiteY1106" fmla="*/ 214008 h 2606167"/>
                    <a:gd name="connsiteX1107" fmla="*/ 769138 w 2608416"/>
                    <a:gd name="connsiteY1107" fmla="*/ 140907 h 2606167"/>
                    <a:gd name="connsiteX1108" fmla="*/ 1794701 w 2608416"/>
                    <a:gd name="connsiteY1108" fmla="*/ 137236 h 2606167"/>
                    <a:gd name="connsiteX1109" fmla="*/ 1800543 w 2608416"/>
                    <a:gd name="connsiteY1109" fmla="*/ 139725 h 2606167"/>
                    <a:gd name="connsiteX1110" fmla="*/ 1775067 w 2608416"/>
                    <a:gd name="connsiteY1110" fmla="*/ 199529 h 2606167"/>
                    <a:gd name="connsiteX1111" fmla="*/ 1769225 w 2608416"/>
                    <a:gd name="connsiteY1111" fmla="*/ 197040 h 2606167"/>
                    <a:gd name="connsiteX1112" fmla="*/ 1849018 w 2608416"/>
                    <a:gd name="connsiteY1112" fmla="*/ 133808 h 2606167"/>
                    <a:gd name="connsiteX1113" fmla="*/ 1854758 w 2608416"/>
                    <a:gd name="connsiteY1113" fmla="*/ 136513 h 2606167"/>
                    <a:gd name="connsiteX1114" fmla="*/ 1815998 w 2608416"/>
                    <a:gd name="connsiteY1114" fmla="*/ 218478 h 2606167"/>
                    <a:gd name="connsiteX1115" fmla="*/ 1810257 w 2608416"/>
                    <a:gd name="connsiteY1115" fmla="*/ 215761 h 2606167"/>
                    <a:gd name="connsiteX1116" fmla="*/ 1905547 w 2608416"/>
                    <a:gd name="connsiteY1116" fmla="*/ 130378 h 2606167"/>
                    <a:gd name="connsiteX1117" fmla="*/ 1911198 w 2608416"/>
                    <a:gd name="connsiteY1117" fmla="*/ 133299 h 2606167"/>
                    <a:gd name="connsiteX1118" fmla="*/ 1856931 w 2608416"/>
                    <a:gd name="connsiteY1118" fmla="*/ 238506 h 2606167"/>
                    <a:gd name="connsiteX1119" fmla="*/ 1851280 w 2608416"/>
                    <a:gd name="connsiteY1119" fmla="*/ 235598 h 2606167"/>
                    <a:gd name="connsiteX1120" fmla="*/ 849186 w 2608416"/>
                    <a:gd name="connsiteY1120" fmla="*/ 129553 h 2606167"/>
                    <a:gd name="connsiteX1121" fmla="*/ 871335 w 2608416"/>
                    <a:gd name="connsiteY1121" fmla="*/ 184925 h 2606167"/>
                    <a:gd name="connsiteX1122" fmla="*/ 865442 w 2608416"/>
                    <a:gd name="connsiteY1122" fmla="*/ 187287 h 2606167"/>
                    <a:gd name="connsiteX1123" fmla="*/ 843293 w 2608416"/>
                    <a:gd name="connsiteY1123" fmla="*/ 131915 h 2606167"/>
                    <a:gd name="connsiteX1124" fmla="*/ 1772527 w 2608416"/>
                    <a:gd name="connsiteY1124" fmla="*/ 128448 h 2606167"/>
                    <a:gd name="connsiteX1125" fmla="*/ 1778420 w 2608416"/>
                    <a:gd name="connsiteY1125" fmla="*/ 130798 h 2606167"/>
                    <a:gd name="connsiteX1126" fmla="*/ 1754048 w 2608416"/>
                    <a:gd name="connsiteY1126" fmla="*/ 191720 h 2606167"/>
                    <a:gd name="connsiteX1127" fmla="*/ 1748156 w 2608416"/>
                    <a:gd name="connsiteY1127" fmla="*/ 189357 h 2606167"/>
                    <a:gd name="connsiteX1128" fmla="*/ 713943 w 2608416"/>
                    <a:gd name="connsiteY1128" fmla="*/ 124841 h 2606167"/>
                    <a:gd name="connsiteX1129" fmla="*/ 768210 w 2608416"/>
                    <a:gd name="connsiteY1129" fmla="*/ 230061 h 2606167"/>
                    <a:gd name="connsiteX1130" fmla="*/ 762558 w 2608416"/>
                    <a:gd name="connsiteY1130" fmla="*/ 232969 h 2606167"/>
                    <a:gd name="connsiteX1131" fmla="*/ 708291 w 2608416"/>
                    <a:gd name="connsiteY1131" fmla="*/ 127750 h 2606167"/>
                    <a:gd name="connsiteX1132" fmla="*/ 1750353 w 2608416"/>
                    <a:gd name="connsiteY1132" fmla="*/ 119633 h 2606167"/>
                    <a:gd name="connsiteX1133" fmla="*/ 1756283 w 2608416"/>
                    <a:gd name="connsiteY1133" fmla="*/ 121894 h 2606167"/>
                    <a:gd name="connsiteX1134" fmla="*/ 1733030 w 2608416"/>
                    <a:gd name="connsiteY1134" fmla="*/ 182816 h 2606167"/>
                    <a:gd name="connsiteX1135" fmla="*/ 1727099 w 2608416"/>
                    <a:gd name="connsiteY1135" fmla="*/ 180542 h 2606167"/>
                    <a:gd name="connsiteX1136" fmla="*/ 869151 w 2608416"/>
                    <a:gd name="connsiteY1136" fmla="*/ 115214 h 2606167"/>
                    <a:gd name="connsiteX1137" fmla="*/ 892404 w 2608416"/>
                    <a:gd name="connsiteY1137" fmla="*/ 177241 h 2606167"/>
                    <a:gd name="connsiteX1138" fmla="*/ 886461 w 2608416"/>
                    <a:gd name="connsiteY1138" fmla="*/ 179463 h 2606167"/>
                    <a:gd name="connsiteX1139" fmla="*/ 863194 w 2608416"/>
                    <a:gd name="connsiteY1139" fmla="*/ 117449 h 2606167"/>
                    <a:gd name="connsiteX1140" fmla="*/ 1728179 w 2608416"/>
                    <a:gd name="connsiteY1140" fmla="*/ 110832 h 2606167"/>
                    <a:gd name="connsiteX1141" fmla="*/ 1734160 w 2608416"/>
                    <a:gd name="connsiteY1141" fmla="*/ 112966 h 2606167"/>
                    <a:gd name="connsiteX1142" fmla="*/ 1712011 w 2608416"/>
                    <a:gd name="connsiteY1142" fmla="*/ 174993 h 2606167"/>
                    <a:gd name="connsiteX1143" fmla="*/ 1706030 w 2608416"/>
                    <a:gd name="connsiteY1143" fmla="*/ 172859 h 2606167"/>
                    <a:gd name="connsiteX1144" fmla="*/ 912393 w 2608416"/>
                    <a:gd name="connsiteY1144" fmla="*/ 92113 h 2606167"/>
                    <a:gd name="connsiteX1145" fmla="*/ 934542 w 2608416"/>
                    <a:gd name="connsiteY1145" fmla="*/ 161887 h 2606167"/>
                    <a:gd name="connsiteX1146" fmla="*/ 928497 w 2608416"/>
                    <a:gd name="connsiteY1146" fmla="*/ 163805 h 2606167"/>
                    <a:gd name="connsiteX1147" fmla="*/ 906335 w 2608416"/>
                    <a:gd name="connsiteY1147" fmla="*/ 94031 h 2606167"/>
                    <a:gd name="connsiteX1148" fmla="*/ 1692695 w 2608416"/>
                    <a:gd name="connsiteY1148" fmla="*/ 91008 h 2606167"/>
                    <a:gd name="connsiteX1149" fmla="*/ 1698752 w 2608416"/>
                    <a:gd name="connsiteY1149" fmla="*/ 92925 h 2606167"/>
                    <a:gd name="connsiteX1150" fmla="*/ 1676604 w 2608416"/>
                    <a:gd name="connsiteY1150" fmla="*/ 162699 h 2606167"/>
                    <a:gd name="connsiteX1151" fmla="*/ 1670546 w 2608416"/>
                    <a:gd name="connsiteY1151" fmla="*/ 160781 h 2606167"/>
                    <a:gd name="connsiteX1152" fmla="*/ 952284 w 2608416"/>
                    <a:gd name="connsiteY1152" fmla="*/ 87732 h 2606167"/>
                    <a:gd name="connsiteX1153" fmla="*/ 971105 w 2608416"/>
                    <a:gd name="connsiteY1153" fmla="*/ 150864 h 2606167"/>
                    <a:gd name="connsiteX1154" fmla="*/ 965022 w 2608416"/>
                    <a:gd name="connsiteY1154" fmla="*/ 152680 h 2606167"/>
                    <a:gd name="connsiteX1155" fmla="*/ 946200 w 2608416"/>
                    <a:gd name="connsiteY1155" fmla="*/ 89548 h 2606167"/>
                    <a:gd name="connsiteX1156" fmla="*/ 1620672 w 2608416"/>
                    <a:gd name="connsiteY1156" fmla="*/ 84493 h 2606167"/>
                    <a:gd name="connsiteX1157" fmla="*/ 1626806 w 2608416"/>
                    <a:gd name="connsiteY1157" fmla="*/ 86144 h 2606167"/>
                    <a:gd name="connsiteX1158" fmla="*/ 1611299 w 2608416"/>
                    <a:gd name="connsiteY1158" fmla="*/ 143739 h 2606167"/>
                    <a:gd name="connsiteX1159" fmla="*/ 1605165 w 2608416"/>
                    <a:gd name="connsiteY1159" fmla="*/ 142088 h 2606167"/>
                    <a:gd name="connsiteX1160" fmla="*/ 1645043 w 2608416"/>
                    <a:gd name="connsiteY1160" fmla="*/ 84468 h 2606167"/>
                    <a:gd name="connsiteX1161" fmla="*/ 1651152 w 2608416"/>
                    <a:gd name="connsiteY1161" fmla="*/ 86183 h 2606167"/>
                    <a:gd name="connsiteX1162" fmla="*/ 1633435 w 2608416"/>
                    <a:gd name="connsiteY1162" fmla="*/ 149314 h 2606167"/>
                    <a:gd name="connsiteX1163" fmla="*/ 1627327 w 2608416"/>
                    <a:gd name="connsiteY1163" fmla="*/ 147600 h 2606167"/>
                    <a:gd name="connsiteX1164" fmla="*/ 975564 w 2608416"/>
                    <a:gd name="connsiteY1164" fmla="*/ 81153 h 2606167"/>
                    <a:gd name="connsiteX1165" fmla="*/ 993280 w 2608416"/>
                    <a:gd name="connsiteY1165" fmla="*/ 145390 h 2606167"/>
                    <a:gd name="connsiteX1166" fmla="*/ 987159 w 2608416"/>
                    <a:gd name="connsiteY1166" fmla="*/ 147079 h 2606167"/>
                    <a:gd name="connsiteX1167" fmla="*/ 969442 w 2608416"/>
                    <a:gd name="connsiteY1167" fmla="*/ 82842 h 2606167"/>
                    <a:gd name="connsiteX1168" fmla="*/ 1597394 w 2608416"/>
                    <a:gd name="connsiteY1168" fmla="*/ 79007 h 2606167"/>
                    <a:gd name="connsiteX1169" fmla="*/ 1603553 w 2608416"/>
                    <a:gd name="connsiteY1169" fmla="*/ 80556 h 2606167"/>
                    <a:gd name="connsiteX1170" fmla="*/ 1589164 w 2608416"/>
                    <a:gd name="connsiteY1170" fmla="*/ 138151 h 2606167"/>
                    <a:gd name="connsiteX1171" fmla="*/ 1583005 w 2608416"/>
                    <a:gd name="connsiteY1171" fmla="*/ 136602 h 2606167"/>
                    <a:gd name="connsiteX1172" fmla="*/ 998842 w 2608416"/>
                    <a:gd name="connsiteY1172" fmla="*/ 75718 h 2606167"/>
                    <a:gd name="connsiteX1173" fmla="*/ 1014349 w 2608416"/>
                    <a:gd name="connsiteY1173" fmla="*/ 139954 h 2606167"/>
                    <a:gd name="connsiteX1174" fmla="*/ 1008176 w 2608416"/>
                    <a:gd name="connsiteY1174" fmla="*/ 141440 h 2606167"/>
                    <a:gd name="connsiteX1175" fmla="*/ 992670 w 2608416"/>
                    <a:gd name="connsiteY1175" fmla="*/ 77204 h 2606167"/>
                    <a:gd name="connsiteX1176" fmla="*/ 1574127 w 2608416"/>
                    <a:gd name="connsiteY1176" fmla="*/ 73546 h 2606167"/>
                    <a:gd name="connsiteX1177" fmla="*/ 1580311 w 2608416"/>
                    <a:gd name="connsiteY1177" fmla="*/ 74943 h 2606167"/>
                    <a:gd name="connsiteX1178" fmla="*/ 1567027 w 2608416"/>
                    <a:gd name="connsiteY1178" fmla="*/ 133642 h 2606167"/>
                    <a:gd name="connsiteX1179" fmla="*/ 1560830 w 2608416"/>
                    <a:gd name="connsiteY1179" fmla="*/ 132245 h 2606167"/>
                    <a:gd name="connsiteX1180" fmla="*/ 1022108 w 2608416"/>
                    <a:gd name="connsiteY1180" fmla="*/ 70230 h 2606167"/>
                    <a:gd name="connsiteX1181" fmla="*/ 1036510 w 2608416"/>
                    <a:gd name="connsiteY1181" fmla="*/ 134467 h 2606167"/>
                    <a:gd name="connsiteX1182" fmla="*/ 1030312 w 2608416"/>
                    <a:gd name="connsiteY1182" fmla="*/ 135851 h 2606167"/>
                    <a:gd name="connsiteX1183" fmla="*/ 1015911 w 2608416"/>
                    <a:gd name="connsiteY1183" fmla="*/ 71615 h 2606167"/>
                    <a:gd name="connsiteX1184" fmla="*/ 879144 w 2608416"/>
                    <a:gd name="connsiteY1184" fmla="*/ 69887 h 2606167"/>
                    <a:gd name="connsiteX1185" fmla="*/ 913472 w 2608416"/>
                    <a:gd name="connsiteY1185" fmla="*/ 169570 h 2606167"/>
                    <a:gd name="connsiteX1186" fmla="*/ 907465 w 2608416"/>
                    <a:gd name="connsiteY1186" fmla="*/ 171640 h 2606167"/>
                    <a:gd name="connsiteX1187" fmla="*/ 873137 w 2608416"/>
                    <a:gd name="connsiteY1187" fmla="*/ 71958 h 2606167"/>
                    <a:gd name="connsiteX1188" fmla="*/ 1045376 w 2608416"/>
                    <a:gd name="connsiteY1188" fmla="*/ 64744 h 2606167"/>
                    <a:gd name="connsiteX1189" fmla="*/ 1058673 w 2608416"/>
                    <a:gd name="connsiteY1189" fmla="*/ 128980 h 2606167"/>
                    <a:gd name="connsiteX1190" fmla="*/ 1052450 w 2608416"/>
                    <a:gd name="connsiteY1190" fmla="*/ 130263 h 2606167"/>
                    <a:gd name="connsiteX1191" fmla="*/ 1039165 w 2608416"/>
                    <a:gd name="connsiteY1191" fmla="*/ 66027 h 2606167"/>
                    <a:gd name="connsiteX1192" fmla="*/ 1528686 w 2608416"/>
                    <a:gd name="connsiteY1192" fmla="*/ 58154 h 2606167"/>
                    <a:gd name="connsiteX1193" fmla="*/ 1534934 w 2608416"/>
                    <a:gd name="connsiteY1193" fmla="*/ 59322 h 2606167"/>
                    <a:gd name="connsiteX1194" fmla="*/ 1522742 w 2608416"/>
                    <a:gd name="connsiteY1194" fmla="*/ 124664 h 2606167"/>
                    <a:gd name="connsiteX1195" fmla="*/ 1516507 w 2608416"/>
                    <a:gd name="connsiteY1195" fmla="*/ 123508 h 2606167"/>
                    <a:gd name="connsiteX1196" fmla="*/ 1679397 w 2608416"/>
                    <a:gd name="connsiteY1196" fmla="*/ 54471 h 2606167"/>
                    <a:gd name="connsiteX1197" fmla="*/ 1685467 w 2608416"/>
                    <a:gd name="connsiteY1197" fmla="*/ 56363 h 2606167"/>
                    <a:gd name="connsiteX1198" fmla="*/ 1654454 w 2608416"/>
                    <a:gd name="connsiteY1198" fmla="*/ 156033 h 2606167"/>
                    <a:gd name="connsiteX1199" fmla="*/ 1648396 w 2608416"/>
                    <a:gd name="connsiteY1199" fmla="*/ 154153 h 2606167"/>
                    <a:gd name="connsiteX1200" fmla="*/ 1187197 w 2608416"/>
                    <a:gd name="connsiteY1200" fmla="*/ 50686 h 2606167"/>
                    <a:gd name="connsiteX1201" fmla="*/ 1192734 w 2608416"/>
                    <a:gd name="connsiteY1201" fmla="*/ 109385 h 2606167"/>
                    <a:gd name="connsiteX1202" fmla="*/ 1186422 w 2608416"/>
                    <a:gd name="connsiteY1202" fmla="*/ 109982 h 2606167"/>
                    <a:gd name="connsiteX1203" fmla="*/ 1180872 w 2608416"/>
                    <a:gd name="connsiteY1203" fmla="*/ 51283 h 2606167"/>
                    <a:gd name="connsiteX1204" fmla="*/ 1139571 w 2608416"/>
                    <a:gd name="connsiteY1204" fmla="*/ 49504 h 2606167"/>
                    <a:gd name="connsiteX1205" fmla="*/ 1147318 w 2608416"/>
                    <a:gd name="connsiteY1205" fmla="*/ 114845 h 2606167"/>
                    <a:gd name="connsiteX1206" fmla="*/ 1141018 w 2608416"/>
                    <a:gd name="connsiteY1206" fmla="*/ 115595 h 2606167"/>
                    <a:gd name="connsiteX1207" fmla="*/ 1133259 w 2608416"/>
                    <a:gd name="connsiteY1207" fmla="*/ 50253 h 2606167"/>
                    <a:gd name="connsiteX1208" fmla="*/ 1555281 w 2608416"/>
                    <a:gd name="connsiteY1208" fmla="*/ 49213 h 2606167"/>
                    <a:gd name="connsiteX1209" fmla="*/ 1561491 w 2608416"/>
                    <a:gd name="connsiteY1209" fmla="*/ 50546 h 2606167"/>
                    <a:gd name="connsiteX1210" fmla="*/ 1544879 w 2608416"/>
                    <a:gd name="connsiteY1210" fmla="*/ 128067 h 2606167"/>
                    <a:gd name="connsiteX1211" fmla="*/ 1538669 w 2608416"/>
                    <a:gd name="connsiteY1211" fmla="*/ 126746 h 2606167"/>
                    <a:gd name="connsiteX1212" fmla="*/ 1210462 w 2608416"/>
                    <a:gd name="connsiteY1212" fmla="*/ 48527 h 2606167"/>
                    <a:gd name="connsiteX1213" fmla="*/ 1214894 w 2608416"/>
                    <a:gd name="connsiteY1213" fmla="*/ 107226 h 2606167"/>
                    <a:gd name="connsiteX1214" fmla="*/ 1208557 w 2608416"/>
                    <a:gd name="connsiteY1214" fmla="*/ 107709 h 2606167"/>
                    <a:gd name="connsiteX1215" fmla="*/ 1204125 w 2608416"/>
                    <a:gd name="connsiteY1215" fmla="*/ 49010 h 2606167"/>
                    <a:gd name="connsiteX1216" fmla="*/ 1234833 w 2608416"/>
                    <a:gd name="connsiteY1216" fmla="*/ 46381 h 2606167"/>
                    <a:gd name="connsiteX1217" fmla="*/ 1238161 w 2608416"/>
                    <a:gd name="connsiteY1217" fmla="*/ 106185 h 2606167"/>
                    <a:gd name="connsiteX1218" fmla="*/ 1231811 w 2608416"/>
                    <a:gd name="connsiteY1218" fmla="*/ 106541 h 2606167"/>
                    <a:gd name="connsiteX1219" fmla="*/ 1228496 w 2608416"/>
                    <a:gd name="connsiteY1219" fmla="*/ 46736 h 2606167"/>
                    <a:gd name="connsiteX1220" fmla="*/ 1434504 w 2608416"/>
                    <a:gd name="connsiteY1220" fmla="*/ 45123 h 2606167"/>
                    <a:gd name="connsiteX1221" fmla="*/ 1440828 w 2608416"/>
                    <a:gd name="connsiteY1221" fmla="*/ 45771 h 2606167"/>
                    <a:gd name="connsiteX1222" fmla="*/ 1434186 w 2608416"/>
                    <a:gd name="connsiteY1222" fmla="*/ 111113 h 2606167"/>
                    <a:gd name="connsiteX1223" fmla="*/ 1427862 w 2608416"/>
                    <a:gd name="connsiteY1223" fmla="*/ 110478 h 2606167"/>
                    <a:gd name="connsiteX1224" fmla="*/ 1411250 w 2608416"/>
                    <a:gd name="connsiteY1224" fmla="*/ 42913 h 2606167"/>
                    <a:gd name="connsiteX1225" fmla="*/ 1417562 w 2608416"/>
                    <a:gd name="connsiteY1225" fmla="*/ 43560 h 2606167"/>
                    <a:gd name="connsiteX1226" fmla="*/ 1410920 w 2608416"/>
                    <a:gd name="connsiteY1226" fmla="*/ 108902 h 2606167"/>
                    <a:gd name="connsiteX1227" fmla="*/ 1404608 w 2608416"/>
                    <a:gd name="connsiteY1227" fmla="*/ 108254 h 2606167"/>
                    <a:gd name="connsiteX1228" fmla="*/ 1089699 w 2608416"/>
                    <a:gd name="connsiteY1228" fmla="*/ 42709 h 2606167"/>
                    <a:gd name="connsiteX1229" fmla="*/ 1102996 w 2608416"/>
                    <a:gd name="connsiteY1229" fmla="*/ 121335 h 2606167"/>
                    <a:gd name="connsiteX1230" fmla="*/ 1096735 w 2608416"/>
                    <a:gd name="connsiteY1230" fmla="*/ 122402 h 2606167"/>
                    <a:gd name="connsiteX1231" fmla="*/ 1083438 w 2608416"/>
                    <a:gd name="connsiteY1231" fmla="*/ 43764 h 2606167"/>
                    <a:gd name="connsiteX1232" fmla="*/ 1386879 w 2608416"/>
                    <a:gd name="connsiteY1232" fmla="*/ 40804 h 2606167"/>
                    <a:gd name="connsiteX1233" fmla="*/ 1393216 w 2608416"/>
                    <a:gd name="connsiteY1233" fmla="*/ 41223 h 2606167"/>
                    <a:gd name="connsiteX1234" fmla="*/ 1388784 w 2608416"/>
                    <a:gd name="connsiteY1234" fmla="*/ 107683 h 2606167"/>
                    <a:gd name="connsiteX1235" fmla="*/ 1382446 w 2608416"/>
                    <a:gd name="connsiteY1235" fmla="*/ 107264 h 2606167"/>
                    <a:gd name="connsiteX1236" fmla="*/ 1258100 w 2608416"/>
                    <a:gd name="connsiteY1236" fmla="*/ 39801 h 2606167"/>
                    <a:gd name="connsiteX1237" fmla="*/ 1260309 w 2608416"/>
                    <a:gd name="connsiteY1237" fmla="*/ 105143 h 2606167"/>
                    <a:gd name="connsiteX1238" fmla="*/ 1253959 w 2608416"/>
                    <a:gd name="connsiteY1238" fmla="*/ 105358 h 2606167"/>
                    <a:gd name="connsiteX1239" fmla="*/ 1251750 w 2608416"/>
                    <a:gd name="connsiteY1239" fmla="*/ 40017 h 2606167"/>
                    <a:gd name="connsiteX1240" fmla="*/ 1363611 w 2608416"/>
                    <a:gd name="connsiteY1240" fmla="*/ 39751 h 2606167"/>
                    <a:gd name="connsiteX1241" fmla="*/ 1369949 w 2608416"/>
                    <a:gd name="connsiteY1241" fmla="*/ 40069 h 2606167"/>
                    <a:gd name="connsiteX1242" fmla="*/ 1366634 w 2608416"/>
                    <a:gd name="connsiteY1242" fmla="*/ 105423 h 2606167"/>
                    <a:gd name="connsiteX1243" fmla="*/ 1360284 w 2608416"/>
                    <a:gd name="connsiteY1243" fmla="*/ 105093 h 2606167"/>
                    <a:gd name="connsiteX1244" fmla="*/ 1339241 w 2608416"/>
                    <a:gd name="connsiteY1244" fmla="*/ 38697 h 2606167"/>
                    <a:gd name="connsiteX1245" fmla="*/ 1345591 w 2608416"/>
                    <a:gd name="connsiteY1245" fmla="*/ 38913 h 2606167"/>
                    <a:gd name="connsiteX1246" fmla="*/ 1343381 w 2608416"/>
                    <a:gd name="connsiteY1246" fmla="*/ 105359 h 2606167"/>
                    <a:gd name="connsiteX1247" fmla="*/ 1337031 w 2608416"/>
                    <a:gd name="connsiteY1247" fmla="*/ 105156 h 2606167"/>
                    <a:gd name="connsiteX1248" fmla="*/ 1483259 w 2608416"/>
                    <a:gd name="connsiteY1248" fmla="*/ 37249 h 2606167"/>
                    <a:gd name="connsiteX1249" fmla="*/ 1489545 w 2608416"/>
                    <a:gd name="connsiteY1249" fmla="*/ 38138 h 2606167"/>
                    <a:gd name="connsiteX1250" fmla="*/ 1478471 w 2608416"/>
                    <a:gd name="connsiteY1250" fmla="*/ 116777 h 2606167"/>
                    <a:gd name="connsiteX1251" fmla="*/ 1472185 w 2608416"/>
                    <a:gd name="connsiteY1251" fmla="*/ 115888 h 2606167"/>
                    <a:gd name="connsiteX1252" fmla="*/ 1064223 w 2608416"/>
                    <a:gd name="connsiteY1252" fmla="*/ 34900 h 2606167"/>
                    <a:gd name="connsiteX1253" fmla="*/ 1080834 w 2608416"/>
                    <a:gd name="connsiteY1253" fmla="*/ 124613 h 2606167"/>
                    <a:gd name="connsiteX1254" fmla="*/ 1074598 w 2608416"/>
                    <a:gd name="connsiteY1254" fmla="*/ 125768 h 2606167"/>
                    <a:gd name="connsiteX1255" fmla="*/ 1057974 w 2608416"/>
                    <a:gd name="connsiteY1255" fmla="*/ 36056 h 2606167"/>
                    <a:gd name="connsiteX1256" fmla="*/ 1161719 w 2608416"/>
                    <a:gd name="connsiteY1256" fmla="*/ 32906 h 2606167"/>
                    <a:gd name="connsiteX1257" fmla="*/ 1170584 w 2608416"/>
                    <a:gd name="connsiteY1257" fmla="*/ 111544 h 2606167"/>
                    <a:gd name="connsiteX1258" fmla="*/ 1164272 w 2608416"/>
                    <a:gd name="connsiteY1258" fmla="*/ 112256 h 2606167"/>
                    <a:gd name="connsiteX1259" fmla="*/ 1155407 w 2608416"/>
                    <a:gd name="connsiteY1259" fmla="*/ 33617 h 2606167"/>
                    <a:gd name="connsiteX1260" fmla="*/ 1299376 w 2608416"/>
                    <a:gd name="connsiteY1260" fmla="*/ 31051 h 2606167"/>
                    <a:gd name="connsiteX1261" fmla="*/ 1305726 w 2608416"/>
                    <a:gd name="connsiteY1261" fmla="*/ 31051 h 2606167"/>
                    <a:gd name="connsiteX1262" fmla="*/ 1305726 w 2608416"/>
                    <a:gd name="connsiteY1262" fmla="*/ 104152 h 2606167"/>
                    <a:gd name="connsiteX1263" fmla="*/ 1299376 w 2608416"/>
                    <a:gd name="connsiteY1263" fmla="*/ 104152 h 2606167"/>
                    <a:gd name="connsiteX1264" fmla="*/ 1461098 w 2608416"/>
                    <a:gd name="connsiteY1264" fmla="*/ 22911 h 2606167"/>
                    <a:gd name="connsiteX1265" fmla="*/ 1467397 w 2608416"/>
                    <a:gd name="connsiteY1265" fmla="*/ 23686 h 2606167"/>
                    <a:gd name="connsiteX1266" fmla="*/ 1456322 w 2608416"/>
                    <a:gd name="connsiteY1266" fmla="*/ 113399 h 2606167"/>
                    <a:gd name="connsiteX1267" fmla="*/ 1450023 w 2608416"/>
                    <a:gd name="connsiteY1267" fmla="*/ 112624 h 2606167"/>
                    <a:gd name="connsiteX1268" fmla="*/ 1513166 w 2608416"/>
                    <a:gd name="connsiteY1268" fmla="*/ 1753 h 2606167"/>
                    <a:gd name="connsiteX1269" fmla="*/ 1519440 w 2608416"/>
                    <a:gd name="connsiteY1269" fmla="*/ 2756 h 2606167"/>
                    <a:gd name="connsiteX1270" fmla="*/ 1500606 w 2608416"/>
                    <a:gd name="connsiteY1270" fmla="*/ 120155 h 2606167"/>
                    <a:gd name="connsiteX1271" fmla="*/ 1494345 w 2608416"/>
                    <a:gd name="connsiteY1271" fmla="*/ 119152 h 2606167"/>
                    <a:gd name="connsiteX1272" fmla="*/ 1107427 w 2608416"/>
                    <a:gd name="connsiteY1272" fmla="*/ 672 h 2606167"/>
                    <a:gd name="connsiteX1273" fmla="*/ 1125156 w 2608416"/>
                    <a:gd name="connsiteY1273" fmla="*/ 116966 h 2606167"/>
                    <a:gd name="connsiteX1274" fmla="*/ 1118882 w 2608416"/>
                    <a:gd name="connsiteY1274" fmla="*/ 117919 h 2606167"/>
                    <a:gd name="connsiteX1275" fmla="*/ 1101153 w 2608416"/>
                    <a:gd name="connsiteY1275" fmla="*/ 1625 h 2606167"/>
                    <a:gd name="connsiteX1276" fmla="*/ 1281353 w 2608416"/>
                    <a:gd name="connsiteY1276" fmla="*/ 0 h 2606167"/>
                    <a:gd name="connsiteX1277" fmla="*/ 1282458 w 2608416"/>
                    <a:gd name="connsiteY1277" fmla="*/ 104115 h 2606167"/>
                    <a:gd name="connsiteX1278" fmla="*/ 1276108 w 2608416"/>
                    <a:gd name="connsiteY1278" fmla="*/ 104178 h 2606167"/>
                    <a:gd name="connsiteX1279" fmla="*/ 1275003 w 2608416"/>
                    <a:gd name="connsiteY1279" fmla="*/ 77 h 2606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  <a:cxn ang="0">
                      <a:pos x="connsiteX994" y="connsiteY994"/>
                    </a:cxn>
                    <a:cxn ang="0">
                      <a:pos x="connsiteX995" y="connsiteY995"/>
                    </a:cxn>
                    <a:cxn ang="0">
                      <a:pos x="connsiteX996" y="connsiteY996"/>
                    </a:cxn>
                    <a:cxn ang="0">
                      <a:pos x="connsiteX997" y="connsiteY997"/>
                    </a:cxn>
                    <a:cxn ang="0">
                      <a:pos x="connsiteX998" y="connsiteY998"/>
                    </a:cxn>
                    <a:cxn ang="0">
                      <a:pos x="connsiteX999" y="connsiteY999"/>
                    </a:cxn>
                    <a:cxn ang="0">
                      <a:pos x="connsiteX1000" y="connsiteY1000"/>
                    </a:cxn>
                    <a:cxn ang="0">
                      <a:pos x="connsiteX1001" y="connsiteY1001"/>
                    </a:cxn>
                    <a:cxn ang="0">
                      <a:pos x="connsiteX1002" y="connsiteY1002"/>
                    </a:cxn>
                    <a:cxn ang="0">
                      <a:pos x="connsiteX1003" y="connsiteY1003"/>
                    </a:cxn>
                    <a:cxn ang="0">
                      <a:pos x="connsiteX1004" y="connsiteY1004"/>
                    </a:cxn>
                    <a:cxn ang="0">
                      <a:pos x="connsiteX1005" y="connsiteY1005"/>
                    </a:cxn>
                    <a:cxn ang="0">
                      <a:pos x="connsiteX1006" y="connsiteY1006"/>
                    </a:cxn>
                    <a:cxn ang="0">
                      <a:pos x="connsiteX1007" y="connsiteY1007"/>
                    </a:cxn>
                    <a:cxn ang="0">
                      <a:pos x="connsiteX1008" y="connsiteY1008"/>
                    </a:cxn>
                    <a:cxn ang="0">
                      <a:pos x="connsiteX1009" y="connsiteY1009"/>
                    </a:cxn>
                    <a:cxn ang="0">
                      <a:pos x="connsiteX1010" y="connsiteY1010"/>
                    </a:cxn>
                    <a:cxn ang="0">
                      <a:pos x="connsiteX1011" y="connsiteY1011"/>
                    </a:cxn>
                    <a:cxn ang="0">
                      <a:pos x="connsiteX1012" y="connsiteY1012"/>
                    </a:cxn>
                    <a:cxn ang="0">
                      <a:pos x="connsiteX1013" y="connsiteY1013"/>
                    </a:cxn>
                    <a:cxn ang="0">
                      <a:pos x="connsiteX1014" y="connsiteY1014"/>
                    </a:cxn>
                    <a:cxn ang="0">
                      <a:pos x="connsiteX1015" y="connsiteY1015"/>
                    </a:cxn>
                    <a:cxn ang="0">
                      <a:pos x="connsiteX1016" y="connsiteY1016"/>
                    </a:cxn>
                    <a:cxn ang="0">
                      <a:pos x="connsiteX1017" y="connsiteY1017"/>
                    </a:cxn>
                    <a:cxn ang="0">
                      <a:pos x="connsiteX1018" y="connsiteY1018"/>
                    </a:cxn>
                    <a:cxn ang="0">
                      <a:pos x="connsiteX1019" y="connsiteY1019"/>
                    </a:cxn>
                    <a:cxn ang="0">
                      <a:pos x="connsiteX1020" y="connsiteY1020"/>
                    </a:cxn>
                    <a:cxn ang="0">
                      <a:pos x="connsiteX1021" y="connsiteY1021"/>
                    </a:cxn>
                    <a:cxn ang="0">
                      <a:pos x="connsiteX1022" y="connsiteY1022"/>
                    </a:cxn>
                    <a:cxn ang="0">
                      <a:pos x="connsiteX1023" y="connsiteY1023"/>
                    </a:cxn>
                    <a:cxn ang="0">
                      <a:pos x="connsiteX1024" y="connsiteY1024"/>
                    </a:cxn>
                    <a:cxn ang="0">
                      <a:pos x="connsiteX1025" y="connsiteY1025"/>
                    </a:cxn>
                    <a:cxn ang="0">
                      <a:pos x="connsiteX1026" y="connsiteY1026"/>
                    </a:cxn>
                    <a:cxn ang="0">
                      <a:pos x="connsiteX1027" y="connsiteY1027"/>
                    </a:cxn>
                    <a:cxn ang="0">
                      <a:pos x="connsiteX1028" y="connsiteY1028"/>
                    </a:cxn>
                    <a:cxn ang="0">
                      <a:pos x="connsiteX1029" y="connsiteY1029"/>
                    </a:cxn>
                    <a:cxn ang="0">
                      <a:pos x="connsiteX1030" y="connsiteY1030"/>
                    </a:cxn>
                    <a:cxn ang="0">
                      <a:pos x="connsiteX1031" y="connsiteY1031"/>
                    </a:cxn>
                    <a:cxn ang="0">
                      <a:pos x="connsiteX1032" y="connsiteY1032"/>
                    </a:cxn>
                    <a:cxn ang="0">
                      <a:pos x="connsiteX1033" y="connsiteY1033"/>
                    </a:cxn>
                    <a:cxn ang="0">
                      <a:pos x="connsiteX1034" y="connsiteY1034"/>
                    </a:cxn>
                    <a:cxn ang="0">
                      <a:pos x="connsiteX1035" y="connsiteY1035"/>
                    </a:cxn>
                    <a:cxn ang="0">
                      <a:pos x="connsiteX1036" y="connsiteY1036"/>
                    </a:cxn>
                    <a:cxn ang="0">
                      <a:pos x="connsiteX1037" y="connsiteY1037"/>
                    </a:cxn>
                    <a:cxn ang="0">
                      <a:pos x="connsiteX1038" y="connsiteY1038"/>
                    </a:cxn>
                    <a:cxn ang="0">
                      <a:pos x="connsiteX1039" y="connsiteY1039"/>
                    </a:cxn>
                    <a:cxn ang="0">
                      <a:pos x="connsiteX1040" y="connsiteY1040"/>
                    </a:cxn>
                    <a:cxn ang="0">
                      <a:pos x="connsiteX1041" y="connsiteY1041"/>
                    </a:cxn>
                    <a:cxn ang="0">
                      <a:pos x="connsiteX1042" y="connsiteY1042"/>
                    </a:cxn>
                    <a:cxn ang="0">
                      <a:pos x="connsiteX1043" y="connsiteY1043"/>
                    </a:cxn>
                    <a:cxn ang="0">
                      <a:pos x="connsiteX1044" y="connsiteY1044"/>
                    </a:cxn>
                    <a:cxn ang="0">
                      <a:pos x="connsiteX1045" y="connsiteY1045"/>
                    </a:cxn>
                    <a:cxn ang="0">
                      <a:pos x="connsiteX1046" y="connsiteY1046"/>
                    </a:cxn>
                    <a:cxn ang="0">
                      <a:pos x="connsiteX1047" y="connsiteY1047"/>
                    </a:cxn>
                    <a:cxn ang="0">
                      <a:pos x="connsiteX1048" y="connsiteY1048"/>
                    </a:cxn>
                    <a:cxn ang="0">
                      <a:pos x="connsiteX1049" y="connsiteY1049"/>
                    </a:cxn>
                    <a:cxn ang="0">
                      <a:pos x="connsiteX1050" y="connsiteY1050"/>
                    </a:cxn>
                    <a:cxn ang="0">
                      <a:pos x="connsiteX1051" y="connsiteY1051"/>
                    </a:cxn>
                    <a:cxn ang="0">
                      <a:pos x="connsiteX1052" y="connsiteY1052"/>
                    </a:cxn>
                    <a:cxn ang="0">
                      <a:pos x="connsiteX1053" y="connsiteY1053"/>
                    </a:cxn>
                    <a:cxn ang="0">
                      <a:pos x="connsiteX1054" y="connsiteY1054"/>
                    </a:cxn>
                    <a:cxn ang="0">
                      <a:pos x="connsiteX1055" y="connsiteY1055"/>
                    </a:cxn>
                    <a:cxn ang="0">
                      <a:pos x="connsiteX1056" y="connsiteY1056"/>
                    </a:cxn>
                    <a:cxn ang="0">
                      <a:pos x="connsiteX1057" y="connsiteY1057"/>
                    </a:cxn>
                    <a:cxn ang="0">
                      <a:pos x="connsiteX1058" y="connsiteY1058"/>
                    </a:cxn>
                    <a:cxn ang="0">
                      <a:pos x="connsiteX1059" y="connsiteY1059"/>
                    </a:cxn>
                    <a:cxn ang="0">
                      <a:pos x="connsiteX1060" y="connsiteY1060"/>
                    </a:cxn>
                    <a:cxn ang="0">
                      <a:pos x="connsiteX1061" y="connsiteY1061"/>
                    </a:cxn>
                    <a:cxn ang="0">
                      <a:pos x="connsiteX1062" y="connsiteY1062"/>
                    </a:cxn>
                    <a:cxn ang="0">
                      <a:pos x="connsiteX1063" y="connsiteY1063"/>
                    </a:cxn>
                    <a:cxn ang="0">
                      <a:pos x="connsiteX1064" y="connsiteY1064"/>
                    </a:cxn>
                    <a:cxn ang="0">
                      <a:pos x="connsiteX1065" y="connsiteY1065"/>
                    </a:cxn>
                    <a:cxn ang="0">
                      <a:pos x="connsiteX1066" y="connsiteY1066"/>
                    </a:cxn>
                    <a:cxn ang="0">
                      <a:pos x="connsiteX1067" y="connsiteY1067"/>
                    </a:cxn>
                    <a:cxn ang="0">
                      <a:pos x="connsiteX1068" y="connsiteY1068"/>
                    </a:cxn>
                    <a:cxn ang="0">
                      <a:pos x="connsiteX1069" y="connsiteY1069"/>
                    </a:cxn>
                    <a:cxn ang="0">
                      <a:pos x="connsiteX1070" y="connsiteY1070"/>
                    </a:cxn>
                    <a:cxn ang="0">
                      <a:pos x="connsiteX1071" y="connsiteY1071"/>
                    </a:cxn>
                    <a:cxn ang="0">
                      <a:pos x="connsiteX1072" y="connsiteY1072"/>
                    </a:cxn>
                    <a:cxn ang="0">
                      <a:pos x="connsiteX1073" y="connsiteY1073"/>
                    </a:cxn>
                    <a:cxn ang="0">
                      <a:pos x="connsiteX1074" y="connsiteY1074"/>
                    </a:cxn>
                    <a:cxn ang="0">
                      <a:pos x="connsiteX1075" y="connsiteY1075"/>
                    </a:cxn>
                    <a:cxn ang="0">
                      <a:pos x="connsiteX1076" y="connsiteY1076"/>
                    </a:cxn>
                    <a:cxn ang="0">
                      <a:pos x="connsiteX1077" y="connsiteY1077"/>
                    </a:cxn>
                    <a:cxn ang="0">
                      <a:pos x="connsiteX1078" y="connsiteY1078"/>
                    </a:cxn>
                    <a:cxn ang="0">
                      <a:pos x="connsiteX1079" y="connsiteY1079"/>
                    </a:cxn>
                    <a:cxn ang="0">
                      <a:pos x="connsiteX1080" y="connsiteY1080"/>
                    </a:cxn>
                    <a:cxn ang="0">
                      <a:pos x="connsiteX1081" y="connsiteY1081"/>
                    </a:cxn>
                    <a:cxn ang="0">
                      <a:pos x="connsiteX1082" y="connsiteY1082"/>
                    </a:cxn>
                    <a:cxn ang="0">
                      <a:pos x="connsiteX1083" y="connsiteY1083"/>
                    </a:cxn>
                    <a:cxn ang="0">
                      <a:pos x="connsiteX1084" y="connsiteY1084"/>
                    </a:cxn>
                    <a:cxn ang="0">
                      <a:pos x="connsiteX1085" y="connsiteY1085"/>
                    </a:cxn>
                    <a:cxn ang="0">
                      <a:pos x="connsiteX1086" y="connsiteY1086"/>
                    </a:cxn>
                    <a:cxn ang="0">
                      <a:pos x="connsiteX1087" y="connsiteY1087"/>
                    </a:cxn>
                    <a:cxn ang="0">
                      <a:pos x="connsiteX1088" y="connsiteY1088"/>
                    </a:cxn>
                    <a:cxn ang="0">
                      <a:pos x="connsiteX1089" y="connsiteY1089"/>
                    </a:cxn>
                    <a:cxn ang="0">
                      <a:pos x="connsiteX1090" y="connsiteY1090"/>
                    </a:cxn>
                    <a:cxn ang="0">
                      <a:pos x="connsiteX1091" y="connsiteY1091"/>
                    </a:cxn>
                    <a:cxn ang="0">
                      <a:pos x="connsiteX1092" y="connsiteY1092"/>
                    </a:cxn>
                    <a:cxn ang="0">
                      <a:pos x="connsiteX1093" y="connsiteY1093"/>
                    </a:cxn>
                    <a:cxn ang="0">
                      <a:pos x="connsiteX1094" y="connsiteY1094"/>
                    </a:cxn>
                    <a:cxn ang="0">
                      <a:pos x="connsiteX1095" y="connsiteY1095"/>
                    </a:cxn>
                    <a:cxn ang="0">
                      <a:pos x="connsiteX1096" y="connsiteY1096"/>
                    </a:cxn>
                    <a:cxn ang="0">
                      <a:pos x="connsiteX1097" y="connsiteY1097"/>
                    </a:cxn>
                    <a:cxn ang="0">
                      <a:pos x="connsiteX1098" y="connsiteY1098"/>
                    </a:cxn>
                    <a:cxn ang="0">
                      <a:pos x="connsiteX1099" y="connsiteY1099"/>
                    </a:cxn>
                    <a:cxn ang="0">
                      <a:pos x="connsiteX1100" y="connsiteY1100"/>
                    </a:cxn>
                    <a:cxn ang="0">
                      <a:pos x="connsiteX1101" y="connsiteY1101"/>
                    </a:cxn>
                    <a:cxn ang="0">
                      <a:pos x="connsiteX1102" y="connsiteY1102"/>
                    </a:cxn>
                    <a:cxn ang="0">
                      <a:pos x="connsiteX1103" y="connsiteY1103"/>
                    </a:cxn>
                    <a:cxn ang="0">
                      <a:pos x="connsiteX1104" y="connsiteY1104"/>
                    </a:cxn>
                    <a:cxn ang="0">
                      <a:pos x="connsiteX1105" y="connsiteY1105"/>
                    </a:cxn>
                    <a:cxn ang="0">
                      <a:pos x="connsiteX1106" y="connsiteY1106"/>
                    </a:cxn>
                    <a:cxn ang="0">
                      <a:pos x="connsiteX1107" y="connsiteY1107"/>
                    </a:cxn>
                    <a:cxn ang="0">
                      <a:pos x="connsiteX1108" y="connsiteY1108"/>
                    </a:cxn>
                    <a:cxn ang="0">
                      <a:pos x="connsiteX1109" y="connsiteY1109"/>
                    </a:cxn>
                    <a:cxn ang="0">
                      <a:pos x="connsiteX1110" y="connsiteY1110"/>
                    </a:cxn>
                    <a:cxn ang="0">
                      <a:pos x="connsiteX1111" y="connsiteY1111"/>
                    </a:cxn>
                    <a:cxn ang="0">
                      <a:pos x="connsiteX1112" y="connsiteY1112"/>
                    </a:cxn>
                    <a:cxn ang="0">
                      <a:pos x="connsiteX1113" y="connsiteY1113"/>
                    </a:cxn>
                    <a:cxn ang="0">
                      <a:pos x="connsiteX1114" y="connsiteY1114"/>
                    </a:cxn>
                    <a:cxn ang="0">
                      <a:pos x="connsiteX1115" y="connsiteY1115"/>
                    </a:cxn>
                    <a:cxn ang="0">
                      <a:pos x="connsiteX1116" y="connsiteY1116"/>
                    </a:cxn>
                    <a:cxn ang="0">
                      <a:pos x="connsiteX1117" y="connsiteY1117"/>
                    </a:cxn>
                    <a:cxn ang="0">
                      <a:pos x="connsiteX1118" y="connsiteY1118"/>
                    </a:cxn>
                    <a:cxn ang="0">
                      <a:pos x="connsiteX1119" y="connsiteY1119"/>
                    </a:cxn>
                    <a:cxn ang="0">
                      <a:pos x="connsiteX1120" y="connsiteY1120"/>
                    </a:cxn>
                    <a:cxn ang="0">
                      <a:pos x="connsiteX1121" y="connsiteY1121"/>
                    </a:cxn>
                    <a:cxn ang="0">
                      <a:pos x="connsiteX1122" y="connsiteY1122"/>
                    </a:cxn>
                    <a:cxn ang="0">
                      <a:pos x="connsiteX1123" y="connsiteY1123"/>
                    </a:cxn>
                    <a:cxn ang="0">
                      <a:pos x="connsiteX1124" y="connsiteY1124"/>
                    </a:cxn>
                    <a:cxn ang="0">
                      <a:pos x="connsiteX1125" y="connsiteY1125"/>
                    </a:cxn>
                    <a:cxn ang="0">
                      <a:pos x="connsiteX1126" y="connsiteY1126"/>
                    </a:cxn>
                    <a:cxn ang="0">
                      <a:pos x="connsiteX1127" y="connsiteY1127"/>
                    </a:cxn>
                    <a:cxn ang="0">
                      <a:pos x="connsiteX1128" y="connsiteY1128"/>
                    </a:cxn>
                    <a:cxn ang="0">
                      <a:pos x="connsiteX1129" y="connsiteY1129"/>
                    </a:cxn>
                    <a:cxn ang="0">
                      <a:pos x="connsiteX1130" y="connsiteY1130"/>
                    </a:cxn>
                    <a:cxn ang="0">
                      <a:pos x="connsiteX1131" y="connsiteY1131"/>
                    </a:cxn>
                    <a:cxn ang="0">
                      <a:pos x="connsiteX1132" y="connsiteY1132"/>
                    </a:cxn>
                    <a:cxn ang="0">
                      <a:pos x="connsiteX1133" y="connsiteY1133"/>
                    </a:cxn>
                    <a:cxn ang="0">
                      <a:pos x="connsiteX1134" y="connsiteY1134"/>
                    </a:cxn>
                    <a:cxn ang="0">
                      <a:pos x="connsiteX1135" y="connsiteY1135"/>
                    </a:cxn>
                    <a:cxn ang="0">
                      <a:pos x="connsiteX1136" y="connsiteY1136"/>
                    </a:cxn>
                    <a:cxn ang="0">
                      <a:pos x="connsiteX1137" y="connsiteY1137"/>
                    </a:cxn>
                    <a:cxn ang="0">
                      <a:pos x="connsiteX1138" y="connsiteY1138"/>
                    </a:cxn>
                    <a:cxn ang="0">
                      <a:pos x="connsiteX1139" y="connsiteY1139"/>
                    </a:cxn>
                    <a:cxn ang="0">
                      <a:pos x="connsiteX1140" y="connsiteY1140"/>
                    </a:cxn>
                    <a:cxn ang="0">
                      <a:pos x="connsiteX1141" y="connsiteY1141"/>
                    </a:cxn>
                    <a:cxn ang="0">
                      <a:pos x="connsiteX1142" y="connsiteY1142"/>
                    </a:cxn>
                    <a:cxn ang="0">
                      <a:pos x="connsiteX1143" y="connsiteY1143"/>
                    </a:cxn>
                    <a:cxn ang="0">
                      <a:pos x="connsiteX1144" y="connsiteY1144"/>
                    </a:cxn>
                    <a:cxn ang="0">
                      <a:pos x="connsiteX1145" y="connsiteY1145"/>
                    </a:cxn>
                    <a:cxn ang="0">
                      <a:pos x="connsiteX1146" y="connsiteY1146"/>
                    </a:cxn>
                    <a:cxn ang="0">
                      <a:pos x="connsiteX1147" y="connsiteY1147"/>
                    </a:cxn>
                    <a:cxn ang="0">
                      <a:pos x="connsiteX1148" y="connsiteY1148"/>
                    </a:cxn>
                    <a:cxn ang="0">
                      <a:pos x="connsiteX1149" y="connsiteY1149"/>
                    </a:cxn>
                    <a:cxn ang="0">
                      <a:pos x="connsiteX1150" y="connsiteY1150"/>
                    </a:cxn>
                    <a:cxn ang="0">
                      <a:pos x="connsiteX1151" y="connsiteY1151"/>
                    </a:cxn>
                    <a:cxn ang="0">
                      <a:pos x="connsiteX1152" y="connsiteY1152"/>
                    </a:cxn>
                    <a:cxn ang="0">
                      <a:pos x="connsiteX1153" y="connsiteY1153"/>
                    </a:cxn>
                    <a:cxn ang="0">
                      <a:pos x="connsiteX1154" y="connsiteY1154"/>
                    </a:cxn>
                    <a:cxn ang="0">
                      <a:pos x="connsiteX1155" y="connsiteY1155"/>
                    </a:cxn>
                    <a:cxn ang="0">
                      <a:pos x="connsiteX1156" y="connsiteY1156"/>
                    </a:cxn>
                    <a:cxn ang="0">
                      <a:pos x="connsiteX1157" y="connsiteY1157"/>
                    </a:cxn>
                    <a:cxn ang="0">
                      <a:pos x="connsiteX1158" y="connsiteY1158"/>
                    </a:cxn>
                    <a:cxn ang="0">
                      <a:pos x="connsiteX1159" y="connsiteY1159"/>
                    </a:cxn>
                    <a:cxn ang="0">
                      <a:pos x="connsiteX1160" y="connsiteY1160"/>
                    </a:cxn>
                    <a:cxn ang="0">
                      <a:pos x="connsiteX1161" y="connsiteY1161"/>
                    </a:cxn>
                    <a:cxn ang="0">
                      <a:pos x="connsiteX1162" y="connsiteY1162"/>
                    </a:cxn>
                    <a:cxn ang="0">
                      <a:pos x="connsiteX1163" y="connsiteY1163"/>
                    </a:cxn>
                    <a:cxn ang="0">
                      <a:pos x="connsiteX1164" y="connsiteY1164"/>
                    </a:cxn>
                    <a:cxn ang="0">
                      <a:pos x="connsiteX1165" y="connsiteY1165"/>
                    </a:cxn>
                    <a:cxn ang="0">
                      <a:pos x="connsiteX1166" y="connsiteY1166"/>
                    </a:cxn>
                    <a:cxn ang="0">
                      <a:pos x="connsiteX1167" y="connsiteY1167"/>
                    </a:cxn>
                    <a:cxn ang="0">
                      <a:pos x="connsiteX1168" y="connsiteY1168"/>
                    </a:cxn>
                    <a:cxn ang="0">
                      <a:pos x="connsiteX1169" y="connsiteY1169"/>
                    </a:cxn>
                    <a:cxn ang="0">
                      <a:pos x="connsiteX1170" y="connsiteY1170"/>
                    </a:cxn>
                    <a:cxn ang="0">
                      <a:pos x="connsiteX1171" y="connsiteY1171"/>
                    </a:cxn>
                    <a:cxn ang="0">
                      <a:pos x="connsiteX1172" y="connsiteY1172"/>
                    </a:cxn>
                    <a:cxn ang="0">
                      <a:pos x="connsiteX1173" y="connsiteY1173"/>
                    </a:cxn>
                    <a:cxn ang="0">
                      <a:pos x="connsiteX1174" y="connsiteY1174"/>
                    </a:cxn>
                    <a:cxn ang="0">
                      <a:pos x="connsiteX1175" y="connsiteY1175"/>
                    </a:cxn>
                    <a:cxn ang="0">
                      <a:pos x="connsiteX1176" y="connsiteY1176"/>
                    </a:cxn>
                    <a:cxn ang="0">
                      <a:pos x="connsiteX1177" y="connsiteY1177"/>
                    </a:cxn>
                    <a:cxn ang="0">
                      <a:pos x="connsiteX1178" y="connsiteY1178"/>
                    </a:cxn>
                    <a:cxn ang="0">
                      <a:pos x="connsiteX1179" y="connsiteY1179"/>
                    </a:cxn>
                    <a:cxn ang="0">
                      <a:pos x="connsiteX1180" y="connsiteY1180"/>
                    </a:cxn>
                    <a:cxn ang="0">
                      <a:pos x="connsiteX1181" y="connsiteY1181"/>
                    </a:cxn>
                    <a:cxn ang="0">
                      <a:pos x="connsiteX1182" y="connsiteY1182"/>
                    </a:cxn>
                    <a:cxn ang="0">
                      <a:pos x="connsiteX1183" y="connsiteY1183"/>
                    </a:cxn>
                    <a:cxn ang="0">
                      <a:pos x="connsiteX1184" y="connsiteY1184"/>
                    </a:cxn>
                    <a:cxn ang="0">
                      <a:pos x="connsiteX1185" y="connsiteY1185"/>
                    </a:cxn>
                    <a:cxn ang="0">
                      <a:pos x="connsiteX1186" y="connsiteY1186"/>
                    </a:cxn>
                    <a:cxn ang="0">
                      <a:pos x="connsiteX1187" y="connsiteY1187"/>
                    </a:cxn>
                    <a:cxn ang="0">
                      <a:pos x="connsiteX1188" y="connsiteY1188"/>
                    </a:cxn>
                    <a:cxn ang="0">
                      <a:pos x="connsiteX1189" y="connsiteY1189"/>
                    </a:cxn>
                    <a:cxn ang="0">
                      <a:pos x="connsiteX1190" y="connsiteY1190"/>
                    </a:cxn>
                    <a:cxn ang="0">
                      <a:pos x="connsiteX1191" y="connsiteY1191"/>
                    </a:cxn>
                    <a:cxn ang="0">
                      <a:pos x="connsiteX1192" y="connsiteY1192"/>
                    </a:cxn>
                    <a:cxn ang="0">
                      <a:pos x="connsiteX1193" y="connsiteY1193"/>
                    </a:cxn>
                    <a:cxn ang="0">
                      <a:pos x="connsiteX1194" y="connsiteY1194"/>
                    </a:cxn>
                    <a:cxn ang="0">
                      <a:pos x="connsiteX1195" y="connsiteY1195"/>
                    </a:cxn>
                    <a:cxn ang="0">
                      <a:pos x="connsiteX1196" y="connsiteY1196"/>
                    </a:cxn>
                    <a:cxn ang="0">
                      <a:pos x="connsiteX1197" y="connsiteY1197"/>
                    </a:cxn>
                    <a:cxn ang="0">
                      <a:pos x="connsiteX1198" y="connsiteY1198"/>
                    </a:cxn>
                    <a:cxn ang="0">
                      <a:pos x="connsiteX1199" y="connsiteY1199"/>
                    </a:cxn>
                    <a:cxn ang="0">
                      <a:pos x="connsiteX1200" y="connsiteY1200"/>
                    </a:cxn>
                    <a:cxn ang="0">
                      <a:pos x="connsiteX1201" y="connsiteY1201"/>
                    </a:cxn>
                    <a:cxn ang="0">
                      <a:pos x="connsiteX1202" y="connsiteY1202"/>
                    </a:cxn>
                    <a:cxn ang="0">
                      <a:pos x="connsiteX1203" y="connsiteY1203"/>
                    </a:cxn>
                    <a:cxn ang="0">
                      <a:pos x="connsiteX1204" y="connsiteY1204"/>
                    </a:cxn>
                    <a:cxn ang="0">
                      <a:pos x="connsiteX1205" y="connsiteY1205"/>
                    </a:cxn>
                    <a:cxn ang="0">
                      <a:pos x="connsiteX1206" y="connsiteY1206"/>
                    </a:cxn>
                    <a:cxn ang="0">
                      <a:pos x="connsiteX1207" y="connsiteY1207"/>
                    </a:cxn>
                    <a:cxn ang="0">
                      <a:pos x="connsiteX1208" y="connsiteY1208"/>
                    </a:cxn>
                    <a:cxn ang="0">
                      <a:pos x="connsiteX1209" y="connsiteY1209"/>
                    </a:cxn>
                    <a:cxn ang="0">
                      <a:pos x="connsiteX1210" y="connsiteY1210"/>
                    </a:cxn>
                    <a:cxn ang="0">
                      <a:pos x="connsiteX1211" y="connsiteY1211"/>
                    </a:cxn>
                    <a:cxn ang="0">
                      <a:pos x="connsiteX1212" y="connsiteY1212"/>
                    </a:cxn>
                    <a:cxn ang="0">
                      <a:pos x="connsiteX1213" y="connsiteY1213"/>
                    </a:cxn>
                    <a:cxn ang="0">
                      <a:pos x="connsiteX1214" y="connsiteY1214"/>
                    </a:cxn>
                    <a:cxn ang="0">
                      <a:pos x="connsiteX1215" y="connsiteY1215"/>
                    </a:cxn>
                    <a:cxn ang="0">
                      <a:pos x="connsiteX1216" y="connsiteY1216"/>
                    </a:cxn>
                    <a:cxn ang="0">
                      <a:pos x="connsiteX1217" y="connsiteY1217"/>
                    </a:cxn>
                    <a:cxn ang="0">
                      <a:pos x="connsiteX1218" y="connsiteY1218"/>
                    </a:cxn>
                    <a:cxn ang="0">
                      <a:pos x="connsiteX1219" y="connsiteY1219"/>
                    </a:cxn>
                    <a:cxn ang="0">
                      <a:pos x="connsiteX1220" y="connsiteY1220"/>
                    </a:cxn>
                    <a:cxn ang="0">
                      <a:pos x="connsiteX1221" y="connsiteY1221"/>
                    </a:cxn>
                    <a:cxn ang="0">
                      <a:pos x="connsiteX1222" y="connsiteY1222"/>
                    </a:cxn>
                    <a:cxn ang="0">
                      <a:pos x="connsiteX1223" y="connsiteY1223"/>
                    </a:cxn>
                    <a:cxn ang="0">
                      <a:pos x="connsiteX1224" y="connsiteY1224"/>
                    </a:cxn>
                    <a:cxn ang="0">
                      <a:pos x="connsiteX1225" y="connsiteY1225"/>
                    </a:cxn>
                    <a:cxn ang="0">
                      <a:pos x="connsiteX1226" y="connsiteY1226"/>
                    </a:cxn>
                    <a:cxn ang="0">
                      <a:pos x="connsiteX1227" y="connsiteY1227"/>
                    </a:cxn>
                    <a:cxn ang="0">
                      <a:pos x="connsiteX1228" y="connsiteY1228"/>
                    </a:cxn>
                    <a:cxn ang="0">
                      <a:pos x="connsiteX1229" y="connsiteY1229"/>
                    </a:cxn>
                    <a:cxn ang="0">
                      <a:pos x="connsiteX1230" y="connsiteY1230"/>
                    </a:cxn>
                    <a:cxn ang="0">
                      <a:pos x="connsiteX1231" y="connsiteY1231"/>
                    </a:cxn>
                    <a:cxn ang="0">
                      <a:pos x="connsiteX1232" y="connsiteY1232"/>
                    </a:cxn>
                    <a:cxn ang="0">
                      <a:pos x="connsiteX1233" y="connsiteY1233"/>
                    </a:cxn>
                    <a:cxn ang="0">
                      <a:pos x="connsiteX1234" y="connsiteY1234"/>
                    </a:cxn>
                    <a:cxn ang="0">
                      <a:pos x="connsiteX1235" y="connsiteY1235"/>
                    </a:cxn>
                    <a:cxn ang="0">
                      <a:pos x="connsiteX1236" y="connsiteY1236"/>
                    </a:cxn>
                    <a:cxn ang="0">
                      <a:pos x="connsiteX1237" y="connsiteY1237"/>
                    </a:cxn>
                    <a:cxn ang="0">
                      <a:pos x="connsiteX1238" y="connsiteY1238"/>
                    </a:cxn>
                    <a:cxn ang="0">
                      <a:pos x="connsiteX1239" y="connsiteY1239"/>
                    </a:cxn>
                    <a:cxn ang="0">
                      <a:pos x="connsiteX1240" y="connsiteY1240"/>
                    </a:cxn>
                    <a:cxn ang="0">
                      <a:pos x="connsiteX1241" y="connsiteY1241"/>
                    </a:cxn>
                    <a:cxn ang="0">
                      <a:pos x="connsiteX1242" y="connsiteY1242"/>
                    </a:cxn>
                    <a:cxn ang="0">
                      <a:pos x="connsiteX1243" y="connsiteY1243"/>
                    </a:cxn>
                    <a:cxn ang="0">
                      <a:pos x="connsiteX1244" y="connsiteY1244"/>
                    </a:cxn>
                    <a:cxn ang="0">
                      <a:pos x="connsiteX1245" y="connsiteY1245"/>
                    </a:cxn>
                    <a:cxn ang="0">
                      <a:pos x="connsiteX1246" y="connsiteY1246"/>
                    </a:cxn>
                    <a:cxn ang="0">
                      <a:pos x="connsiteX1247" y="connsiteY1247"/>
                    </a:cxn>
                    <a:cxn ang="0">
                      <a:pos x="connsiteX1248" y="connsiteY1248"/>
                    </a:cxn>
                    <a:cxn ang="0">
                      <a:pos x="connsiteX1249" y="connsiteY1249"/>
                    </a:cxn>
                    <a:cxn ang="0">
                      <a:pos x="connsiteX1250" y="connsiteY1250"/>
                    </a:cxn>
                    <a:cxn ang="0">
                      <a:pos x="connsiteX1251" y="connsiteY1251"/>
                    </a:cxn>
                    <a:cxn ang="0">
                      <a:pos x="connsiteX1252" y="connsiteY1252"/>
                    </a:cxn>
                    <a:cxn ang="0">
                      <a:pos x="connsiteX1253" y="connsiteY1253"/>
                    </a:cxn>
                    <a:cxn ang="0">
                      <a:pos x="connsiteX1254" y="connsiteY1254"/>
                    </a:cxn>
                    <a:cxn ang="0">
                      <a:pos x="connsiteX1255" y="connsiteY1255"/>
                    </a:cxn>
                    <a:cxn ang="0">
                      <a:pos x="connsiteX1256" y="connsiteY1256"/>
                    </a:cxn>
                    <a:cxn ang="0">
                      <a:pos x="connsiteX1257" y="connsiteY1257"/>
                    </a:cxn>
                    <a:cxn ang="0">
                      <a:pos x="connsiteX1258" y="connsiteY1258"/>
                    </a:cxn>
                    <a:cxn ang="0">
                      <a:pos x="connsiteX1259" y="connsiteY1259"/>
                    </a:cxn>
                    <a:cxn ang="0">
                      <a:pos x="connsiteX1260" y="connsiteY1260"/>
                    </a:cxn>
                    <a:cxn ang="0">
                      <a:pos x="connsiteX1261" y="connsiteY1261"/>
                    </a:cxn>
                    <a:cxn ang="0">
                      <a:pos x="connsiteX1262" y="connsiteY1262"/>
                    </a:cxn>
                    <a:cxn ang="0">
                      <a:pos x="connsiteX1263" y="connsiteY1263"/>
                    </a:cxn>
                    <a:cxn ang="0">
                      <a:pos x="connsiteX1264" y="connsiteY1264"/>
                    </a:cxn>
                    <a:cxn ang="0">
                      <a:pos x="connsiteX1265" y="connsiteY1265"/>
                    </a:cxn>
                    <a:cxn ang="0">
                      <a:pos x="connsiteX1266" y="connsiteY1266"/>
                    </a:cxn>
                    <a:cxn ang="0">
                      <a:pos x="connsiteX1267" y="connsiteY1267"/>
                    </a:cxn>
                    <a:cxn ang="0">
                      <a:pos x="connsiteX1268" y="connsiteY1268"/>
                    </a:cxn>
                    <a:cxn ang="0">
                      <a:pos x="connsiteX1269" y="connsiteY1269"/>
                    </a:cxn>
                    <a:cxn ang="0">
                      <a:pos x="connsiteX1270" y="connsiteY1270"/>
                    </a:cxn>
                    <a:cxn ang="0">
                      <a:pos x="connsiteX1271" y="connsiteY1271"/>
                    </a:cxn>
                    <a:cxn ang="0">
                      <a:pos x="connsiteX1272" y="connsiteY1272"/>
                    </a:cxn>
                    <a:cxn ang="0">
                      <a:pos x="connsiteX1273" y="connsiteY1273"/>
                    </a:cxn>
                    <a:cxn ang="0">
                      <a:pos x="connsiteX1274" y="connsiteY1274"/>
                    </a:cxn>
                    <a:cxn ang="0">
                      <a:pos x="connsiteX1275" y="connsiteY1275"/>
                    </a:cxn>
                    <a:cxn ang="0">
                      <a:pos x="connsiteX1276" y="connsiteY1276"/>
                    </a:cxn>
                    <a:cxn ang="0">
                      <a:pos x="connsiteX1277" y="connsiteY1277"/>
                    </a:cxn>
                    <a:cxn ang="0">
                      <a:pos x="connsiteX1278" y="connsiteY1278"/>
                    </a:cxn>
                    <a:cxn ang="0">
                      <a:pos x="connsiteX1279" y="connsiteY1279"/>
                    </a:cxn>
                  </a:cxnLst>
                  <a:rect l="l" t="t" r="r" b="b"/>
                  <a:pathLst>
                    <a:path w="2608416" h="2606167">
                      <a:moveTo>
                        <a:pt x="1302690" y="2501988"/>
                      </a:moveTo>
                      <a:lnTo>
                        <a:pt x="1309040" y="2501988"/>
                      </a:lnTo>
                      <a:lnTo>
                        <a:pt x="1309040" y="2575089"/>
                      </a:lnTo>
                      <a:lnTo>
                        <a:pt x="1302690" y="2575089"/>
                      </a:lnTo>
                      <a:close/>
                      <a:moveTo>
                        <a:pt x="1332307" y="2500821"/>
                      </a:moveTo>
                      <a:lnTo>
                        <a:pt x="1334517" y="2606040"/>
                      </a:lnTo>
                      <a:lnTo>
                        <a:pt x="1328167" y="2606167"/>
                      </a:lnTo>
                      <a:lnTo>
                        <a:pt x="1325957" y="2500948"/>
                      </a:lnTo>
                      <a:close/>
                      <a:moveTo>
                        <a:pt x="1354455" y="2500770"/>
                      </a:moveTo>
                      <a:lnTo>
                        <a:pt x="1356664" y="2566124"/>
                      </a:lnTo>
                      <a:lnTo>
                        <a:pt x="1350314" y="2566340"/>
                      </a:lnTo>
                      <a:lnTo>
                        <a:pt x="1348105" y="2500986"/>
                      </a:lnTo>
                      <a:close/>
                      <a:moveTo>
                        <a:pt x="1265035" y="2500770"/>
                      </a:moveTo>
                      <a:lnTo>
                        <a:pt x="1271385" y="2500986"/>
                      </a:lnTo>
                      <a:lnTo>
                        <a:pt x="1269175" y="2566340"/>
                      </a:lnTo>
                      <a:lnTo>
                        <a:pt x="1262825" y="2566124"/>
                      </a:lnTo>
                      <a:close/>
                      <a:moveTo>
                        <a:pt x="1241781" y="2499664"/>
                      </a:moveTo>
                      <a:lnTo>
                        <a:pt x="1248131" y="2499880"/>
                      </a:lnTo>
                      <a:lnTo>
                        <a:pt x="1245909" y="2566339"/>
                      </a:lnTo>
                      <a:lnTo>
                        <a:pt x="1239571" y="2566123"/>
                      </a:lnTo>
                      <a:close/>
                      <a:moveTo>
                        <a:pt x="1377709" y="2499600"/>
                      </a:moveTo>
                      <a:lnTo>
                        <a:pt x="1381024" y="2558300"/>
                      </a:lnTo>
                      <a:lnTo>
                        <a:pt x="1374687" y="2558655"/>
                      </a:lnTo>
                      <a:lnTo>
                        <a:pt x="1371372" y="2499956"/>
                      </a:lnTo>
                      <a:close/>
                      <a:moveTo>
                        <a:pt x="1219632" y="2498458"/>
                      </a:moveTo>
                      <a:lnTo>
                        <a:pt x="1225970" y="2498877"/>
                      </a:lnTo>
                      <a:lnTo>
                        <a:pt x="1221537" y="2564231"/>
                      </a:lnTo>
                      <a:lnTo>
                        <a:pt x="1215200" y="2563799"/>
                      </a:lnTo>
                      <a:close/>
                      <a:moveTo>
                        <a:pt x="1399857" y="2498433"/>
                      </a:moveTo>
                      <a:lnTo>
                        <a:pt x="1404277" y="2557132"/>
                      </a:lnTo>
                      <a:lnTo>
                        <a:pt x="1397952" y="2557603"/>
                      </a:lnTo>
                      <a:lnTo>
                        <a:pt x="1393520" y="2498903"/>
                      </a:lnTo>
                      <a:close/>
                      <a:moveTo>
                        <a:pt x="1197483" y="2496185"/>
                      </a:moveTo>
                      <a:lnTo>
                        <a:pt x="1203820" y="2496719"/>
                      </a:lnTo>
                      <a:lnTo>
                        <a:pt x="1198283" y="2563165"/>
                      </a:lnTo>
                      <a:lnTo>
                        <a:pt x="1191945" y="2562645"/>
                      </a:lnTo>
                      <a:close/>
                      <a:moveTo>
                        <a:pt x="1421994" y="2496160"/>
                      </a:moveTo>
                      <a:lnTo>
                        <a:pt x="1427544" y="2554859"/>
                      </a:lnTo>
                      <a:lnTo>
                        <a:pt x="1421220" y="2555456"/>
                      </a:lnTo>
                      <a:lnTo>
                        <a:pt x="1415682" y="2496757"/>
                      </a:lnTo>
                      <a:close/>
                      <a:moveTo>
                        <a:pt x="1174230" y="2495029"/>
                      </a:moveTo>
                      <a:lnTo>
                        <a:pt x="1180554" y="2495664"/>
                      </a:lnTo>
                      <a:lnTo>
                        <a:pt x="1173912" y="2561018"/>
                      </a:lnTo>
                      <a:lnTo>
                        <a:pt x="1167588" y="2560370"/>
                      </a:lnTo>
                      <a:close/>
                      <a:moveTo>
                        <a:pt x="1445247" y="2492781"/>
                      </a:moveTo>
                      <a:lnTo>
                        <a:pt x="1454112" y="2572524"/>
                      </a:lnTo>
                      <a:lnTo>
                        <a:pt x="1447800" y="2573222"/>
                      </a:lnTo>
                      <a:lnTo>
                        <a:pt x="1438935" y="2493479"/>
                      </a:lnTo>
                      <a:close/>
                      <a:moveTo>
                        <a:pt x="1152094" y="2491639"/>
                      </a:moveTo>
                      <a:lnTo>
                        <a:pt x="1158393" y="2492414"/>
                      </a:lnTo>
                      <a:lnTo>
                        <a:pt x="1147319" y="2583231"/>
                      </a:lnTo>
                      <a:lnTo>
                        <a:pt x="1141019" y="2582457"/>
                      </a:lnTo>
                      <a:close/>
                      <a:moveTo>
                        <a:pt x="1467396" y="2490482"/>
                      </a:moveTo>
                      <a:lnTo>
                        <a:pt x="1476260" y="2555836"/>
                      </a:lnTo>
                      <a:lnTo>
                        <a:pt x="1469961" y="2556687"/>
                      </a:lnTo>
                      <a:lnTo>
                        <a:pt x="1461097" y="2491346"/>
                      </a:lnTo>
                      <a:close/>
                      <a:moveTo>
                        <a:pt x="1129944" y="2489364"/>
                      </a:moveTo>
                      <a:lnTo>
                        <a:pt x="1136231" y="2490253"/>
                      </a:lnTo>
                      <a:lnTo>
                        <a:pt x="1125156" y="2568879"/>
                      </a:lnTo>
                      <a:lnTo>
                        <a:pt x="1118870" y="2568003"/>
                      </a:lnTo>
                      <a:close/>
                      <a:moveTo>
                        <a:pt x="1489532" y="2487117"/>
                      </a:moveTo>
                      <a:lnTo>
                        <a:pt x="1507261" y="2604516"/>
                      </a:lnTo>
                      <a:lnTo>
                        <a:pt x="1500975" y="2605469"/>
                      </a:lnTo>
                      <a:lnTo>
                        <a:pt x="1483258" y="2488070"/>
                      </a:lnTo>
                      <a:close/>
                      <a:moveTo>
                        <a:pt x="1107808" y="2484868"/>
                      </a:moveTo>
                      <a:lnTo>
                        <a:pt x="1114069" y="2485885"/>
                      </a:lnTo>
                      <a:lnTo>
                        <a:pt x="1095248" y="2603283"/>
                      </a:lnTo>
                      <a:lnTo>
                        <a:pt x="1088974" y="2602280"/>
                      </a:lnTo>
                      <a:close/>
                      <a:moveTo>
                        <a:pt x="1511682" y="2483738"/>
                      </a:moveTo>
                      <a:lnTo>
                        <a:pt x="1524966" y="2562377"/>
                      </a:lnTo>
                      <a:lnTo>
                        <a:pt x="1518705" y="2563431"/>
                      </a:lnTo>
                      <a:lnTo>
                        <a:pt x="1505420" y="2484792"/>
                      </a:lnTo>
                      <a:close/>
                      <a:moveTo>
                        <a:pt x="1085673" y="2481466"/>
                      </a:moveTo>
                      <a:lnTo>
                        <a:pt x="1091908" y="2482647"/>
                      </a:lnTo>
                      <a:lnTo>
                        <a:pt x="1079729" y="2546884"/>
                      </a:lnTo>
                      <a:lnTo>
                        <a:pt x="1073494" y="2545703"/>
                      </a:lnTo>
                      <a:close/>
                      <a:moveTo>
                        <a:pt x="1533818" y="2479217"/>
                      </a:moveTo>
                      <a:lnTo>
                        <a:pt x="1551534" y="2568930"/>
                      </a:lnTo>
                      <a:lnTo>
                        <a:pt x="1545311" y="2570162"/>
                      </a:lnTo>
                      <a:lnTo>
                        <a:pt x="1527582" y="2480449"/>
                      </a:lnTo>
                      <a:close/>
                      <a:moveTo>
                        <a:pt x="1063523" y="2477007"/>
                      </a:moveTo>
                      <a:lnTo>
                        <a:pt x="1069759" y="2478239"/>
                      </a:lnTo>
                      <a:lnTo>
                        <a:pt x="1054252" y="2556878"/>
                      </a:lnTo>
                      <a:lnTo>
                        <a:pt x="1048016" y="2555646"/>
                      </a:lnTo>
                      <a:close/>
                      <a:moveTo>
                        <a:pt x="1555953" y="2474709"/>
                      </a:moveTo>
                      <a:lnTo>
                        <a:pt x="1570342" y="2538958"/>
                      </a:lnTo>
                      <a:lnTo>
                        <a:pt x="1564157" y="2540342"/>
                      </a:lnTo>
                      <a:lnTo>
                        <a:pt x="1549755" y="2476105"/>
                      </a:lnTo>
                      <a:close/>
                      <a:moveTo>
                        <a:pt x="1041400" y="2472486"/>
                      </a:moveTo>
                      <a:lnTo>
                        <a:pt x="1047584" y="2473909"/>
                      </a:lnTo>
                      <a:lnTo>
                        <a:pt x="1034288" y="2531503"/>
                      </a:lnTo>
                      <a:lnTo>
                        <a:pt x="1028103" y="2530068"/>
                      </a:lnTo>
                      <a:close/>
                      <a:moveTo>
                        <a:pt x="1578102" y="2470289"/>
                      </a:moveTo>
                      <a:lnTo>
                        <a:pt x="1592503" y="2534525"/>
                      </a:lnTo>
                      <a:lnTo>
                        <a:pt x="1586306" y="2535910"/>
                      </a:lnTo>
                      <a:lnTo>
                        <a:pt x="1571904" y="2471673"/>
                      </a:lnTo>
                      <a:close/>
                      <a:moveTo>
                        <a:pt x="1019239" y="2466949"/>
                      </a:moveTo>
                      <a:lnTo>
                        <a:pt x="1025437" y="2468359"/>
                      </a:lnTo>
                      <a:lnTo>
                        <a:pt x="1012140" y="2527058"/>
                      </a:lnTo>
                      <a:lnTo>
                        <a:pt x="1005955" y="2525661"/>
                      </a:lnTo>
                      <a:close/>
                      <a:moveTo>
                        <a:pt x="1600239" y="2464702"/>
                      </a:moveTo>
                      <a:lnTo>
                        <a:pt x="1615745" y="2528938"/>
                      </a:lnTo>
                      <a:lnTo>
                        <a:pt x="1609573" y="2530424"/>
                      </a:lnTo>
                      <a:lnTo>
                        <a:pt x="1594067" y="2466188"/>
                      </a:lnTo>
                      <a:close/>
                      <a:moveTo>
                        <a:pt x="997102" y="2461348"/>
                      </a:moveTo>
                      <a:lnTo>
                        <a:pt x="1003262" y="2462885"/>
                      </a:lnTo>
                      <a:lnTo>
                        <a:pt x="988872" y="2520479"/>
                      </a:lnTo>
                      <a:lnTo>
                        <a:pt x="982713" y="2518943"/>
                      </a:lnTo>
                      <a:close/>
                      <a:moveTo>
                        <a:pt x="1622374" y="2459100"/>
                      </a:moveTo>
                      <a:lnTo>
                        <a:pt x="1638985" y="2522232"/>
                      </a:lnTo>
                      <a:lnTo>
                        <a:pt x="1632851" y="2523845"/>
                      </a:lnTo>
                      <a:lnTo>
                        <a:pt x="1616240" y="2460713"/>
                      </a:lnTo>
                      <a:close/>
                      <a:moveTo>
                        <a:pt x="974979" y="2455723"/>
                      </a:moveTo>
                      <a:lnTo>
                        <a:pt x="981087" y="2457438"/>
                      </a:lnTo>
                      <a:lnTo>
                        <a:pt x="963371" y="2520569"/>
                      </a:lnTo>
                      <a:lnTo>
                        <a:pt x="957262" y="2518855"/>
                      </a:lnTo>
                      <a:close/>
                      <a:moveTo>
                        <a:pt x="1643392" y="2453450"/>
                      </a:moveTo>
                      <a:lnTo>
                        <a:pt x="1662214" y="2515464"/>
                      </a:lnTo>
                      <a:lnTo>
                        <a:pt x="1656143" y="2517318"/>
                      </a:lnTo>
                      <a:lnTo>
                        <a:pt x="1637309" y="2455291"/>
                      </a:lnTo>
                      <a:close/>
                      <a:moveTo>
                        <a:pt x="953947" y="2450134"/>
                      </a:moveTo>
                      <a:lnTo>
                        <a:pt x="960031" y="2451950"/>
                      </a:lnTo>
                      <a:lnTo>
                        <a:pt x="930122" y="2551633"/>
                      </a:lnTo>
                      <a:lnTo>
                        <a:pt x="924052" y="2549804"/>
                      </a:lnTo>
                      <a:close/>
                      <a:moveTo>
                        <a:pt x="931811" y="2442349"/>
                      </a:moveTo>
                      <a:lnTo>
                        <a:pt x="937869" y="2444241"/>
                      </a:lnTo>
                      <a:lnTo>
                        <a:pt x="915720" y="2515120"/>
                      </a:lnTo>
                      <a:lnTo>
                        <a:pt x="909662" y="2513228"/>
                      </a:lnTo>
                      <a:close/>
                      <a:moveTo>
                        <a:pt x="1679918" y="2441194"/>
                      </a:moveTo>
                      <a:lnTo>
                        <a:pt x="1703172" y="2512073"/>
                      </a:lnTo>
                      <a:lnTo>
                        <a:pt x="1697140" y="2514054"/>
                      </a:lnTo>
                      <a:lnTo>
                        <a:pt x="1673886" y="2443175"/>
                      </a:lnTo>
                      <a:close/>
                      <a:moveTo>
                        <a:pt x="1700923" y="2434463"/>
                      </a:moveTo>
                      <a:lnTo>
                        <a:pt x="1736369" y="2533041"/>
                      </a:lnTo>
                      <a:lnTo>
                        <a:pt x="1730400" y="2535187"/>
                      </a:lnTo>
                      <a:lnTo>
                        <a:pt x="1694954" y="2436610"/>
                      </a:lnTo>
                      <a:close/>
                      <a:moveTo>
                        <a:pt x="896405" y="2430044"/>
                      </a:moveTo>
                      <a:lnTo>
                        <a:pt x="902386" y="2432177"/>
                      </a:lnTo>
                      <a:lnTo>
                        <a:pt x="880238" y="2494204"/>
                      </a:lnTo>
                      <a:lnTo>
                        <a:pt x="874256" y="2492058"/>
                      </a:lnTo>
                      <a:close/>
                      <a:moveTo>
                        <a:pt x="1721956" y="2426666"/>
                      </a:moveTo>
                      <a:lnTo>
                        <a:pt x="1745222" y="2488692"/>
                      </a:lnTo>
                      <a:lnTo>
                        <a:pt x="1739265" y="2490928"/>
                      </a:lnTo>
                      <a:lnTo>
                        <a:pt x="1716012" y="2428901"/>
                      </a:lnTo>
                      <a:close/>
                      <a:moveTo>
                        <a:pt x="875386" y="2422245"/>
                      </a:moveTo>
                      <a:lnTo>
                        <a:pt x="881330" y="2424467"/>
                      </a:lnTo>
                      <a:lnTo>
                        <a:pt x="858076" y="2486494"/>
                      </a:lnTo>
                      <a:lnTo>
                        <a:pt x="852120" y="2484259"/>
                      </a:lnTo>
                      <a:close/>
                      <a:moveTo>
                        <a:pt x="1744103" y="2418905"/>
                      </a:moveTo>
                      <a:lnTo>
                        <a:pt x="1765147" y="2474277"/>
                      </a:lnTo>
                      <a:lnTo>
                        <a:pt x="1759216" y="2476538"/>
                      </a:lnTo>
                      <a:lnTo>
                        <a:pt x="1738172" y="2421153"/>
                      </a:lnTo>
                      <a:close/>
                      <a:moveTo>
                        <a:pt x="854368" y="2414422"/>
                      </a:moveTo>
                      <a:lnTo>
                        <a:pt x="860260" y="2416784"/>
                      </a:lnTo>
                      <a:lnTo>
                        <a:pt x="835889" y="2477693"/>
                      </a:lnTo>
                      <a:lnTo>
                        <a:pt x="829996" y="2475343"/>
                      </a:lnTo>
                      <a:close/>
                      <a:moveTo>
                        <a:pt x="1763992" y="2409940"/>
                      </a:moveTo>
                      <a:lnTo>
                        <a:pt x="1787258" y="2465324"/>
                      </a:lnTo>
                      <a:lnTo>
                        <a:pt x="1781403" y="2467776"/>
                      </a:lnTo>
                      <a:lnTo>
                        <a:pt x="1758137" y="2412403"/>
                      </a:lnTo>
                      <a:close/>
                      <a:moveTo>
                        <a:pt x="833336" y="2405520"/>
                      </a:moveTo>
                      <a:lnTo>
                        <a:pt x="839204" y="2407971"/>
                      </a:lnTo>
                      <a:lnTo>
                        <a:pt x="813728" y="2468880"/>
                      </a:lnTo>
                      <a:lnTo>
                        <a:pt x="807860" y="2466429"/>
                      </a:lnTo>
                      <a:close/>
                      <a:moveTo>
                        <a:pt x="1785011" y="2401010"/>
                      </a:moveTo>
                      <a:lnTo>
                        <a:pt x="1809382" y="2455278"/>
                      </a:lnTo>
                      <a:lnTo>
                        <a:pt x="1803591" y="2457881"/>
                      </a:lnTo>
                      <a:lnTo>
                        <a:pt x="1779220" y="2403614"/>
                      </a:lnTo>
                      <a:close/>
                      <a:moveTo>
                        <a:pt x="812317" y="2396592"/>
                      </a:moveTo>
                      <a:lnTo>
                        <a:pt x="818121" y="2399170"/>
                      </a:lnTo>
                      <a:lnTo>
                        <a:pt x="791540" y="2458974"/>
                      </a:lnTo>
                      <a:lnTo>
                        <a:pt x="785736" y="2456396"/>
                      </a:lnTo>
                      <a:close/>
                      <a:moveTo>
                        <a:pt x="1806042" y="2392122"/>
                      </a:moveTo>
                      <a:lnTo>
                        <a:pt x="1839266" y="2464105"/>
                      </a:lnTo>
                      <a:lnTo>
                        <a:pt x="1833500" y="2466772"/>
                      </a:lnTo>
                      <a:lnTo>
                        <a:pt x="1800276" y="2394776"/>
                      </a:lnTo>
                      <a:close/>
                      <a:moveTo>
                        <a:pt x="792417" y="2386572"/>
                      </a:moveTo>
                      <a:lnTo>
                        <a:pt x="798170" y="2389251"/>
                      </a:lnTo>
                      <a:lnTo>
                        <a:pt x="759397" y="2472322"/>
                      </a:lnTo>
                      <a:lnTo>
                        <a:pt x="753644" y="2469642"/>
                      </a:lnTo>
                      <a:close/>
                      <a:moveTo>
                        <a:pt x="1825955" y="2382100"/>
                      </a:moveTo>
                      <a:lnTo>
                        <a:pt x="1854746" y="2441917"/>
                      </a:lnTo>
                      <a:lnTo>
                        <a:pt x="1849031" y="2444673"/>
                      </a:lnTo>
                      <a:lnTo>
                        <a:pt x="1820227" y="2384856"/>
                      </a:lnTo>
                      <a:close/>
                      <a:moveTo>
                        <a:pt x="771385" y="2376576"/>
                      </a:moveTo>
                      <a:lnTo>
                        <a:pt x="777113" y="2379306"/>
                      </a:lnTo>
                      <a:lnTo>
                        <a:pt x="742772" y="2451303"/>
                      </a:lnTo>
                      <a:lnTo>
                        <a:pt x="737044" y="2448572"/>
                      </a:lnTo>
                      <a:close/>
                      <a:moveTo>
                        <a:pt x="1846974" y="2372093"/>
                      </a:moveTo>
                      <a:lnTo>
                        <a:pt x="1900137" y="2478417"/>
                      </a:lnTo>
                      <a:lnTo>
                        <a:pt x="1894459" y="2481262"/>
                      </a:lnTo>
                      <a:lnTo>
                        <a:pt x="1841297" y="2374938"/>
                      </a:lnTo>
                      <a:close/>
                      <a:moveTo>
                        <a:pt x="751485" y="2366518"/>
                      </a:moveTo>
                      <a:lnTo>
                        <a:pt x="757136" y="2369439"/>
                      </a:lnTo>
                      <a:lnTo>
                        <a:pt x="702857" y="2474646"/>
                      </a:lnTo>
                      <a:lnTo>
                        <a:pt x="697218" y="2471738"/>
                      </a:lnTo>
                      <a:close/>
                      <a:moveTo>
                        <a:pt x="1866888" y="2362073"/>
                      </a:moveTo>
                      <a:lnTo>
                        <a:pt x="1903438" y="2431847"/>
                      </a:lnTo>
                      <a:lnTo>
                        <a:pt x="1897812" y="2434793"/>
                      </a:lnTo>
                      <a:lnTo>
                        <a:pt x="1861262" y="2365020"/>
                      </a:lnTo>
                      <a:close/>
                      <a:moveTo>
                        <a:pt x="731583" y="2356510"/>
                      </a:moveTo>
                      <a:lnTo>
                        <a:pt x="737171" y="2359520"/>
                      </a:lnTo>
                      <a:lnTo>
                        <a:pt x="706158" y="2417101"/>
                      </a:lnTo>
                      <a:lnTo>
                        <a:pt x="700570" y="2414091"/>
                      </a:lnTo>
                      <a:close/>
                      <a:moveTo>
                        <a:pt x="1886800" y="2350961"/>
                      </a:moveTo>
                      <a:lnTo>
                        <a:pt x="1929993" y="2430704"/>
                      </a:lnTo>
                      <a:lnTo>
                        <a:pt x="1924418" y="2433727"/>
                      </a:lnTo>
                      <a:lnTo>
                        <a:pt x="1881212" y="2353983"/>
                      </a:lnTo>
                      <a:close/>
                      <a:moveTo>
                        <a:pt x="711670" y="2345372"/>
                      </a:moveTo>
                      <a:lnTo>
                        <a:pt x="717208" y="2348496"/>
                      </a:lnTo>
                      <a:lnTo>
                        <a:pt x="678435" y="2417165"/>
                      </a:lnTo>
                      <a:lnTo>
                        <a:pt x="672910" y="2414041"/>
                      </a:lnTo>
                      <a:close/>
                      <a:moveTo>
                        <a:pt x="1905585" y="2339810"/>
                      </a:moveTo>
                      <a:lnTo>
                        <a:pt x="1938808" y="2397405"/>
                      </a:lnTo>
                      <a:lnTo>
                        <a:pt x="1933309" y="2400580"/>
                      </a:lnTo>
                      <a:lnTo>
                        <a:pt x="1900086" y="2342985"/>
                      </a:lnTo>
                      <a:close/>
                      <a:moveTo>
                        <a:pt x="692899" y="2334209"/>
                      </a:moveTo>
                      <a:lnTo>
                        <a:pt x="698322" y="2337510"/>
                      </a:lnTo>
                      <a:lnTo>
                        <a:pt x="667308" y="2388450"/>
                      </a:lnTo>
                      <a:lnTo>
                        <a:pt x="661885" y="2385148"/>
                      </a:lnTo>
                      <a:close/>
                      <a:moveTo>
                        <a:pt x="1925485" y="2328671"/>
                      </a:moveTo>
                      <a:lnTo>
                        <a:pt x="1959813" y="2385161"/>
                      </a:lnTo>
                      <a:lnTo>
                        <a:pt x="1954390" y="2388450"/>
                      </a:lnTo>
                      <a:lnTo>
                        <a:pt x="1920062" y="2331973"/>
                      </a:lnTo>
                      <a:close/>
                      <a:moveTo>
                        <a:pt x="672961" y="2322030"/>
                      </a:moveTo>
                      <a:lnTo>
                        <a:pt x="678384" y="2325332"/>
                      </a:lnTo>
                      <a:lnTo>
                        <a:pt x="647370" y="2376272"/>
                      </a:lnTo>
                      <a:lnTo>
                        <a:pt x="641948" y="2372970"/>
                      </a:lnTo>
                      <a:close/>
                      <a:moveTo>
                        <a:pt x="1944281" y="2316428"/>
                      </a:moveTo>
                      <a:lnTo>
                        <a:pt x="1979714" y="2371801"/>
                      </a:lnTo>
                      <a:lnTo>
                        <a:pt x="1974367" y="2375229"/>
                      </a:lnTo>
                      <a:lnTo>
                        <a:pt x="1938921" y="2319845"/>
                      </a:lnTo>
                      <a:close/>
                      <a:moveTo>
                        <a:pt x="654177" y="2309775"/>
                      </a:moveTo>
                      <a:lnTo>
                        <a:pt x="659511" y="2313216"/>
                      </a:lnTo>
                      <a:lnTo>
                        <a:pt x="627392" y="2363051"/>
                      </a:lnTo>
                      <a:lnTo>
                        <a:pt x="622058" y="2359610"/>
                      </a:lnTo>
                      <a:close/>
                      <a:moveTo>
                        <a:pt x="1964207" y="2304237"/>
                      </a:moveTo>
                      <a:lnTo>
                        <a:pt x="1999653" y="2359622"/>
                      </a:lnTo>
                      <a:lnTo>
                        <a:pt x="1994306" y="2363039"/>
                      </a:lnTo>
                      <a:lnTo>
                        <a:pt x="1958860" y="2307666"/>
                      </a:lnTo>
                      <a:close/>
                      <a:moveTo>
                        <a:pt x="635368" y="2297557"/>
                      </a:moveTo>
                      <a:lnTo>
                        <a:pt x="640664" y="2301062"/>
                      </a:lnTo>
                      <a:lnTo>
                        <a:pt x="604113" y="2356435"/>
                      </a:lnTo>
                      <a:lnTo>
                        <a:pt x="598817" y="2352942"/>
                      </a:lnTo>
                      <a:close/>
                      <a:moveTo>
                        <a:pt x="1981860" y="2291956"/>
                      </a:moveTo>
                      <a:lnTo>
                        <a:pt x="2019528" y="2346236"/>
                      </a:lnTo>
                      <a:lnTo>
                        <a:pt x="2014309" y="2349856"/>
                      </a:lnTo>
                      <a:lnTo>
                        <a:pt x="1976653" y="2295576"/>
                      </a:lnTo>
                      <a:close/>
                      <a:moveTo>
                        <a:pt x="616586" y="2285301"/>
                      </a:moveTo>
                      <a:lnTo>
                        <a:pt x="621793" y="2288946"/>
                      </a:lnTo>
                      <a:lnTo>
                        <a:pt x="561976" y="2374226"/>
                      </a:lnTo>
                      <a:lnTo>
                        <a:pt x="556781" y="2370581"/>
                      </a:lnTo>
                      <a:close/>
                      <a:moveTo>
                        <a:pt x="597790" y="2271979"/>
                      </a:moveTo>
                      <a:lnTo>
                        <a:pt x="602933" y="2275700"/>
                      </a:lnTo>
                      <a:lnTo>
                        <a:pt x="559740" y="2335505"/>
                      </a:lnTo>
                      <a:lnTo>
                        <a:pt x="554597" y="2331784"/>
                      </a:lnTo>
                      <a:close/>
                      <a:moveTo>
                        <a:pt x="2013928" y="2269743"/>
                      </a:moveTo>
                      <a:lnTo>
                        <a:pt x="2057133" y="2328443"/>
                      </a:lnTo>
                      <a:lnTo>
                        <a:pt x="2052015" y="2332202"/>
                      </a:lnTo>
                      <a:lnTo>
                        <a:pt x="2008822" y="2273503"/>
                      </a:lnTo>
                      <a:close/>
                      <a:moveTo>
                        <a:pt x="2031620" y="2256409"/>
                      </a:moveTo>
                      <a:lnTo>
                        <a:pt x="2094751" y="2339480"/>
                      </a:lnTo>
                      <a:lnTo>
                        <a:pt x="2089697" y="2343315"/>
                      </a:lnTo>
                      <a:lnTo>
                        <a:pt x="2026565" y="2260258"/>
                      </a:lnTo>
                      <a:close/>
                      <a:moveTo>
                        <a:pt x="567931" y="2248650"/>
                      </a:moveTo>
                      <a:lnTo>
                        <a:pt x="572973" y="2252510"/>
                      </a:lnTo>
                      <a:lnTo>
                        <a:pt x="533107" y="2304568"/>
                      </a:lnTo>
                      <a:lnTo>
                        <a:pt x="528066" y="2300707"/>
                      </a:lnTo>
                      <a:close/>
                      <a:moveTo>
                        <a:pt x="2049311" y="2241969"/>
                      </a:moveTo>
                      <a:lnTo>
                        <a:pt x="2090294" y="2294026"/>
                      </a:lnTo>
                      <a:lnTo>
                        <a:pt x="2085303" y="2297950"/>
                      </a:lnTo>
                      <a:lnTo>
                        <a:pt x="2044320" y="2245893"/>
                      </a:lnTo>
                      <a:close/>
                      <a:moveTo>
                        <a:pt x="550266" y="2235301"/>
                      </a:moveTo>
                      <a:lnTo>
                        <a:pt x="555207" y="2239276"/>
                      </a:lnTo>
                      <a:lnTo>
                        <a:pt x="514236" y="2290228"/>
                      </a:lnTo>
                      <a:lnTo>
                        <a:pt x="509283" y="2286241"/>
                      </a:lnTo>
                      <a:close/>
                      <a:moveTo>
                        <a:pt x="2067002" y="2227542"/>
                      </a:moveTo>
                      <a:lnTo>
                        <a:pt x="2104670" y="2274050"/>
                      </a:lnTo>
                      <a:lnTo>
                        <a:pt x="2099730" y="2278050"/>
                      </a:lnTo>
                      <a:lnTo>
                        <a:pt x="2062074" y="2231530"/>
                      </a:lnTo>
                      <a:close/>
                      <a:moveTo>
                        <a:pt x="532587" y="2220837"/>
                      </a:moveTo>
                      <a:lnTo>
                        <a:pt x="537438" y="2224939"/>
                      </a:lnTo>
                      <a:lnTo>
                        <a:pt x="495350" y="2274773"/>
                      </a:lnTo>
                      <a:lnTo>
                        <a:pt x="490499" y="2270684"/>
                      </a:lnTo>
                      <a:close/>
                      <a:moveTo>
                        <a:pt x="2084680" y="2214181"/>
                      </a:moveTo>
                      <a:lnTo>
                        <a:pt x="2122336" y="2258491"/>
                      </a:lnTo>
                      <a:lnTo>
                        <a:pt x="2117497" y="2262606"/>
                      </a:lnTo>
                      <a:lnTo>
                        <a:pt x="2079842" y="2218296"/>
                      </a:lnTo>
                      <a:close/>
                      <a:moveTo>
                        <a:pt x="516026" y="2206384"/>
                      </a:moveTo>
                      <a:lnTo>
                        <a:pt x="520776" y="2210601"/>
                      </a:lnTo>
                      <a:lnTo>
                        <a:pt x="477583" y="2259330"/>
                      </a:lnTo>
                      <a:lnTo>
                        <a:pt x="472833" y="2255114"/>
                      </a:lnTo>
                      <a:close/>
                      <a:moveTo>
                        <a:pt x="2101227" y="2198612"/>
                      </a:moveTo>
                      <a:lnTo>
                        <a:pt x="2141105" y="2242922"/>
                      </a:lnTo>
                      <a:lnTo>
                        <a:pt x="2136381" y="2247164"/>
                      </a:lnTo>
                      <a:lnTo>
                        <a:pt x="2096516" y="2202866"/>
                      </a:lnTo>
                      <a:close/>
                      <a:moveTo>
                        <a:pt x="498310" y="2190876"/>
                      </a:moveTo>
                      <a:lnTo>
                        <a:pt x="503060" y="2195093"/>
                      </a:lnTo>
                      <a:lnTo>
                        <a:pt x="459868" y="2243823"/>
                      </a:lnTo>
                      <a:lnTo>
                        <a:pt x="455118" y="2239606"/>
                      </a:lnTo>
                      <a:close/>
                      <a:moveTo>
                        <a:pt x="2117814" y="2183078"/>
                      </a:moveTo>
                      <a:lnTo>
                        <a:pt x="2172094" y="2241778"/>
                      </a:lnTo>
                      <a:lnTo>
                        <a:pt x="2167421" y="2246083"/>
                      </a:lnTo>
                      <a:lnTo>
                        <a:pt x="2113154" y="2187384"/>
                      </a:lnTo>
                      <a:close/>
                      <a:moveTo>
                        <a:pt x="481750" y="2175307"/>
                      </a:moveTo>
                      <a:lnTo>
                        <a:pt x="486385" y="2179650"/>
                      </a:lnTo>
                      <a:lnTo>
                        <a:pt x="424371" y="2246097"/>
                      </a:lnTo>
                      <a:lnTo>
                        <a:pt x="419723" y="2241766"/>
                      </a:lnTo>
                      <a:close/>
                      <a:moveTo>
                        <a:pt x="2134401" y="2168640"/>
                      </a:moveTo>
                      <a:lnTo>
                        <a:pt x="2179803" y="2216265"/>
                      </a:lnTo>
                      <a:lnTo>
                        <a:pt x="2175206" y="2220646"/>
                      </a:lnTo>
                      <a:lnTo>
                        <a:pt x="2129803" y="2173021"/>
                      </a:lnTo>
                      <a:close/>
                      <a:moveTo>
                        <a:pt x="466267" y="2159774"/>
                      </a:moveTo>
                      <a:lnTo>
                        <a:pt x="470852" y="2164168"/>
                      </a:lnTo>
                      <a:lnTo>
                        <a:pt x="415467" y="2221763"/>
                      </a:lnTo>
                      <a:lnTo>
                        <a:pt x="410895" y="2217369"/>
                      </a:lnTo>
                      <a:close/>
                      <a:moveTo>
                        <a:pt x="2150974" y="2151989"/>
                      </a:moveTo>
                      <a:lnTo>
                        <a:pt x="2234045" y="2236165"/>
                      </a:lnTo>
                      <a:lnTo>
                        <a:pt x="2229524" y="2240622"/>
                      </a:lnTo>
                      <a:lnTo>
                        <a:pt x="2146453" y="2156447"/>
                      </a:lnTo>
                      <a:close/>
                      <a:moveTo>
                        <a:pt x="449719" y="2144205"/>
                      </a:moveTo>
                      <a:lnTo>
                        <a:pt x="454177" y="2148726"/>
                      </a:lnTo>
                      <a:lnTo>
                        <a:pt x="370001" y="2231797"/>
                      </a:lnTo>
                      <a:lnTo>
                        <a:pt x="365544" y="2227275"/>
                      </a:lnTo>
                      <a:close/>
                      <a:moveTo>
                        <a:pt x="2166443" y="2136444"/>
                      </a:moveTo>
                      <a:lnTo>
                        <a:pt x="2222932" y="2191829"/>
                      </a:lnTo>
                      <a:lnTo>
                        <a:pt x="2218487" y="2196363"/>
                      </a:lnTo>
                      <a:lnTo>
                        <a:pt x="2161998" y="2140978"/>
                      </a:lnTo>
                      <a:close/>
                      <a:moveTo>
                        <a:pt x="434252" y="2127554"/>
                      </a:moveTo>
                      <a:lnTo>
                        <a:pt x="438633" y="2132152"/>
                      </a:lnTo>
                      <a:lnTo>
                        <a:pt x="391008" y="2177567"/>
                      </a:lnTo>
                      <a:lnTo>
                        <a:pt x="386627" y="2172969"/>
                      </a:lnTo>
                      <a:close/>
                      <a:moveTo>
                        <a:pt x="2181886" y="2119783"/>
                      </a:moveTo>
                      <a:lnTo>
                        <a:pt x="2248345" y="2181810"/>
                      </a:lnTo>
                      <a:lnTo>
                        <a:pt x="2244015" y="2186445"/>
                      </a:lnTo>
                      <a:lnTo>
                        <a:pt x="2177555" y="2124418"/>
                      </a:lnTo>
                      <a:close/>
                      <a:moveTo>
                        <a:pt x="418783" y="2110904"/>
                      </a:moveTo>
                      <a:lnTo>
                        <a:pt x="423088" y="2115578"/>
                      </a:lnTo>
                      <a:lnTo>
                        <a:pt x="364389" y="2169845"/>
                      </a:lnTo>
                      <a:lnTo>
                        <a:pt x="360084" y="2165184"/>
                      </a:lnTo>
                      <a:close/>
                      <a:moveTo>
                        <a:pt x="2197366" y="2103146"/>
                      </a:moveTo>
                      <a:lnTo>
                        <a:pt x="2246096" y="2147443"/>
                      </a:lnTo>
                      <a:lnTo>
                        <a:pt x="2241829" y="2152142"/>
                      </a:lnTo>
                      <a:lnTo>
                        <a:pt x="2193099" y="2107845"/>
                      </a:lnTo>
                      <a:close/>
                      <a:moveTo>
                        <a:pt x="403314" y="2094268"/>
                      </a:moveTo>
                      <a:lnTo>
                        <a:pt x="407556" y="2098993"/>
                      </a:lnTo>
                      <a:lnTo>
                        <a:pt x="363259" y="2138858"/>
                      </a:lnTo>
                      <a:lnTo>
                        <a:pt x="359004" y="2134146"/>
                      </a:lnTo>
                      <a:close/>
                      <a:moveTo>
                        <a:pt x="2211706" y="2086470"/>
                      </a:moveTo>
                      <a:lnTo>
                        <a:pt x="2261553" y="2129675"/>
                      </a:lnTo>
                      <a:lnTo>
                        <a:pt x="2257387" y="2134475"/>
                      </a:lnTo>
                      <a:lnTo>
                        <a:pt x="2207553" y="2091270"/>
                      </a:lnTo>
                      <a:close/>
                      <a:moveTo>
                        <a:pt x="389013" y="2077567"/>
                      </a:moveTo>
                      <a:lnTo>
                        <a:pt x="393065" y="2082457"/>
                      </a:lnTo>
                      <a:lnTo>
                        <a:pt x="347649" y="2120112"/>
                      </a:lnTo>
                      <a:lnTo>
                        <a:pt x="343598" y="2115222"/>
                      </a:lnTo>
                      <a:close/>
                      <a:moveTo>
                        <a:pt x="2227186" y="2068728"/>
                      </a:moveTo>
                      <a:lnTo>
                        <a:pt x="2277021" y="2110815"/>
                      </a:lnTo>
                      <a:lnTo>
                        <a:pt x="2272919" y="2115667"/>
                      </a:lnTo>
                      <a:lnTo>
                        <a:pt x="2223084" y="2073579"/>
                      </a:lnTo>
                      <a:close/>
                      <a:moveTo>
                        <a:pt x="374638" y="2059826"/>
                      </a:moveTo>
                      <a:lnTo>
                        <a:pt x="378638" y="2064766"/>
                      </a:lnTo>
                      <a:lnTo>
                        <a:pt x="332118" y="2102422"/>
                      </a:lnTo>
                      <a:lnTo>
                        <a:pt x="328118" y="2097481"/>
                      </a:lnTo>
                      <a:close/>
                      <a:moveTo>
                        <a:pt x="2241550" y="2050986"/>
                      </a:moveTo>
                      <a:lnTo>
                        <a:pt x="2292502" y="2093074"/>
                      </a:lnTo>
                      <a:lnTo>
                        <a:pt x="2288451" y="2097963"/>
                      </a:lnTo>
                      <a:lnTo>
                        <a:pt x="2237511" y="2055875"/>
                      </a:lnTo>
                      <a:close/>
                      <a:moveTo>
                        <a:pt x="360273" y="2042083"/>
                      </a:moveTo>
                      <a:lnTo>
                        <a:pt x="364197" y="2047061"/>
                      </a:lnTo>
                      <a:lnTo>
                        <a:pt x="312140" y="2088044"/>
                      </a:lnTo>
                      <a:lnTo>
                        <a:pt x="308216" y="2083053"/>
                      </a:lnTo>
                      <a:close/>
                      <a:moveTo>
                        <a:pt x="2254757" y="2034299"/>
                      </a:moveTo>
                      <a:lnTo>
                        <a:pt x="2306802" y="2074177"/>
                      </a:lnTo>
                      <a:lnTo>
                        <a:pt x="2302941" y="2079219"/>
                      </a:lnTo>
                      <a:lnTo>
                        <a:pt x="2250897" y="2039341"/>
                      </a:lnTo>
                      <a:close/>
                      <a:moveTo>
                        <a:pt x="347041" y="2024317"/>
                      </a:moveTo>
                      <a:lnTo>
                        <a:pt x="350851" y="2029397"/>
                      </a:lnTo>
                      <a:lnTo>
                        <a:pt x="266675" y="2092529"/>
                      </a:lnTo>
                      <a:lnTo>
                        <a:pt x="262865" y="2087448"/>
                      </a:lnTo>
                      <a:close/>
                      <a:moveTo>
                        <a:pt x="332663" y="2006574"/>
                      </a:moveTo>
                      <a:lnTo>
                        <a:pt x="336435" y="2011692"/>
                      </a:lnTo>
                      <a:lnTo>
                        <a:pt x="277736" y="2054885"/>
                      </a:lnTo>
                      <a:lnTo>
                        <a:pt x="273964" y="2049767"/>
                      </a:lnTo>
                      <a:close/>
                      <a:moveTo>
                        <a:pt x="2277935" y="2003234"/>
                      </a:moveTo>
                      <a:lnTo>
                        <a:pt x="2337752" y="2046427"/>
                      </a:lnTo>
                      <a:lnTo>
                        <a:pt x="2334031" y="2051583"/>
                      </a:lnTo>
                      <a:lnTo>
                        <a:pt x="2274227" y="2008377"/>
                      </a:lnTo>
                      <a:close/>
                      <a:moveTo>
                        <a:pt x="2291208" y="1984387"/>
                      </a:moveTo>
                      <a:lnTo>
                        <a:pt x="2377593" y="2045296"/>
                      </a:lnTo>
                      <a:lnTo>
                        <a:pt x="2373935" y="2050490"/>
                      </a:lnTo>
                      <a:lnTo>
                        <a:pt x="2287537" y="1989568"/>
                      </a:lnTo>
                      <a:close/>
                      <a:moveTo>
                        <a:pt x="311735" y="1975485"/>
                      </a:moveTo>
                      <a:lnTo>
                        <a:pt x="315278" y="1980756"/>
                      </a:lnTo>
                      <a:lnTo>
                        <a:pt x="261011" y="2017307"/>
                      </a:lnTo>
                      <a:lnTo>
                        <a:pt x="257468" y="2012036"/>
                      </a:lnTo>
                      <a:close/>
                      <a:moveTo>
                        <a:pt x="2303322" y="1966620"/>
                      </a:moveTo>
                      <a:lnTo>
                        <a:pt x="2357602" y="2003170"/>
                      </a:lnTo>
                      <a:lnTo>
                        <a:pt x="2354046" y="2008441"/>
                      </a:lnTo>
                      <a:lnTo>
                        <a:pt x="2299779" y="1971890"/>
                      </a:lnTo>
                      <a:close/>
                      <a:moveTo>
                        <a:pt x="298500" y="1956613"/>
                      </a:moveTo>
                      <a:lnTo>
                        <a:pt x="301929" y="1961960"/>
                      </a:lnTo>
                      <a:lnTo>
                        <a:pt x="246545" y="1997405"/>
                      </a:lnTo>
                      <a:lnTo>
                        <a:pt x="243128" y="1992059"/>
                      </a:lnTo>
                      <a:close/>
                      <a:moveTo>
                        <a:pt x="2315476" y="1946668"/>
                      </a:moveTo>
                      <a:lnTo>
                        <a:pt x="2366416" y="1979891"/>
                      </a:lnTo>
                      <a:lnTo>
                        <a:pt x="2362949" y="1985213"/>
                      </a:lnTo>
                      <a:lnTo>
                        <a:pt x="2311997" y="1951989"/>
                      </a:lnTo>
                      <a:close/>
                      <a:moveTo>
                        <a:pt x="286360" y="1937766"/>
                      </a:moveTo>
                      <a:lnTo>
                        <a:pt x="289700" y="1943164"/>
                      </a:lnTo>
                      <a:lnTo>
                        <a:pt x="234328" y="1977492"/>
                      </a:lnTo>
                      <a:lnTo>
                        <a:pt x="230988" y="1972095"/>
                      </a:lnTo>
                      <a:close/>
                      <a:moveTo>
                        <a:pt x="2327568" y="1927784"/>
                      </a:moveTo>
                      <a:lnTo>
                        <a:pt x="2378520" y="1958798"/>
                      </a:lnTo>
                      <a:lnTo>
                        <a:pt x="2375218" y="1964220"/>
                      </a:lnTo>
                      <a:lnTo>
                        <a:pt x="2324266" y="1933207"/>
                      </a:lnTo>
                      <a:close/>
                      <a:moveTo>
                        <a:pt x="274180" y="1917826"/>
                      </a:moveTo>
                      <a:lnTo>
                        <a:pt x="277520" y="1923224"/>
                      </a:lnTo>
                      <a:lnTo>
                        <a:pt x="222148" y="1957565"/>
                      </a:lnTo>
                      <a:lnTo>
                        <a:pt x="218795" y="1952167"/>
                      </a:lnTo>
                      <a:close/>
                      <a:moveTo>
                        <a:pt x="2339708" y="1908925"/>
                      </a:moveTo>
                      <a:lnTo>
                        <a:pt x="2390660" y="1938833"/>
                      </a:lnTo>
                      <a:lnTo>
                        <a:pt x="2387447" y="1944307"/>
                      </a:lnTo>
                      <a:lnTo>
                        <a:pt x="2336495" y="1914411"/>
                      </a:lnTo>
                      <a:close/>
                      <a:moveTo>
                        <a:pt x="263169" y="1898967"/>
                      </a:moveTo>
                      <a:lnTo>
                        <a:pt x="266382" y="1904440"/>
                      </a:lnTo>
                      <a:lnTo>
                        <a:pt x="209893" y="1937664"/>
                      </a:lnTo>
                      <a:lnTo>
                        <a:pt x="206679" y="1932190"/>
                      </a:lnTo>
                      <a:close/>
                      <a:moveTo>
                        <a:pt x="2350771" y="1888986"/>
                      </a:moveTo>
                      <a:lnTo>
                        <a:pt x="2419439" y="1928863"/>
                      </a:lnTo>
                      <a:lnTo>
                        <a:pt x="2416252" y="1934350"/>
                      </a:lnTo>
                      <a:lnTo>
                        <a:pt x="2347583" y="1894472"/>
                      </a:lnTo>
                      <a:close/>
                      <a:moveTo>
                        <a:pt x="252158" y="1878990"/>
                      </a:moveTo>
                      <a:lnTo>
                        <a:pt x="255244" y="1884540"/>
                      </a:lnTo>
                      <a:lnTo>
                        <a:pt x="175501" y="1928837"/>
                      </a:lnTo>
                      <a:lnTo>
                        <a:pt x="172415" y="1923287"/>
                      </a:lnTo>
                      <a:close/>
                      <a:moveTo>
                        <a:pt x="2361806" y="1869021"/>
                      </a:moveTo>
                      <a:lnTo>
                        <a:pt x="2419388" y="1901140"/>
                      </a:lnTo>
                      <a:lnTo>
                        <a:pt x="2416301" y="1906689"/>
                      </a:lnTo>
                      <a:lnTo>
                        <a:pt x="2358707" y="1874571"/>
                      </a:lnTo>
                      <a:close/>
                      <a:moveTo>
                        <a:pt x="241109" y="1859039"/>
                      </a:moveTo>
                      <a:lnTo>
                        <a:pt x="244132" y="1864627"/>
                      </a:lnTo>
                      <a:lnTo>
                        <a:pt x="174358" y="1902283"/>
                      </a:lnTo>
                      <a:lnTo>
                        <a:pt x="171335" y="1896695"/>
                      </a:lnTo>
                      <a:close/>
                      <a:moveTo>
                        <a:pt x="2371687" y="1849043"/>
                      </a:moveTo>
                      <a:lnTo>
                        <a:pt x="2478012" y="1904415"/>
                      </a:lnTo>
                      <a:lnTo>
                        <a:pt x="2475078" y="1910054"/>
                      </a:lnTo>
                      <a:lnTo>
                        <a:pt x="2368754" y="1854669"/>
                      </a:lnTo>
                      <a:close/>
                      <a:moveTo>
                        <a:pt x="231228" y="1839048"/>
                      </a:moveTo>
                      <a:lnTo>
                        <a:pt x="234073" y="1844725"/>
                      </a:lnTo>
                      <a:lnTo>
                        <a:pt x="127749" y="1897887"/>
                      </a:lnTo>
                      <a:lnTo>
                        <a:pt x="124904" y="1892210"/>
                      </a:lnTo>
                      <a:close/>
                      <a:moveTo>
                        <a:pt x="2382724" y="1829080"/>
                      </a:moveTo>
                      <a:lnTo>
                        <a:pt x="2453603" y="1864526"/>
                      </a:lnTo>
                      <a:lnTo>
                        <a:pt x="2450758" y="1870202"/>
                      </a:lnTo>
                      <a:lnTo>
                        <a:pt x="2379879" y="1834769"/>
                      </a:lnTo>
                      <a:close/>
                      <a:moveTo>
                        <a:pt x="221348" y="1819072"/>
                      </a:moveTo>
                      <a:lnTo>
                        <a:pt x="224015" y="1824838"/>
                      </a:lnTo>
                      <a:lnTo>
                        <a:pt x="164211" y="1852524"/>
                      </a:lnTo>
                      <a:lnTo>
                        <a:pt x="161544" y="1846758"/>
                      </a:lnTo>
                      <a:close/>
                      <a:moveTo>
                        <a:pt x="2391499" y="1809115"/>
                      </a:moveTo>
                      <a:lnTo>
                        <a:pt x="2474570" y="1847876"/>
                      </a:lnTo>
                      <a:lnTo>
                        <a:pt x="2471878" y="1853629"/>
                      </a:lnTo>
                      <a:lnTo>
                        <a:pt x="2388820" y="1814868"/>
                      </a:lnTo>
                      <a:close/>
                      <a:moveTo>
                        <a:pt x="212510" y="1798028"/>
                      </a:moveTo>
                      <a:lnTo>
                        <a:pt x="215139" y="1803807"/>
                      </a:lnTo>
                      <a:lnTo>
                        <a:pt x="142037" y="1837030"/>
                      </a:lnTo>
                      <a:lnTo>
                        <a:pt x="139421" y="1831251"/>
                      </a:lnTo>
                      <a:close/>
                      <a:moveTo>
                        <a:pt x="2401417" y="1788045"/>
                      </a:moveTo>
                      <a:lnTo>
                        <a:pt x="2461222" y="1814626"/>
                      </a:lnTo>
                      <a:lnTo>
                        <a:pt x="2458643" y="1820430"/>
                      </a:lnTo>
                      <a:lnTo>
                        <a:pt x="2398839" y="1793849"/>
                      </a:lnTo>
                      <a:close/>
                      <a:moveTo>
                        <a:pt x="202603" y="1778064"/>
                      </a:moveTo>
                      <a:lnTo>
                        <a:pt x="205105" y="1783893"/>
                      </a:lnTo>
                      <a:lnTo>
                        <a:pt x="150837" y="1807160"/>
                      </a:lnTo>
                      <a:lnTo>
                        <a:pt x="148336" y="1801317"/>
                      </a:lnTo>
                      <a:close/>
                      <a:moveTo>
                        <a:pt x="2410206" y="1768080"/>
                      </a:moveTo>
                      <a:lnTo>
                        <a:pt x="2471128" y="1793557"/>
                      </a:lnTo>
                      <a:lnTo>
                        <a:pt x="2468677" y="1799411"/>
                      </a:lnTo>
                      <a:lnTo>
                        <a:pt x="2407767" y="1773935"/>
                      </a:lnTo>
                      <a:close/>
                      <a:moveTo>
                        <a:pt x="193803" y="1756995"/>
                      </a:moveTo>
                      <a:lnTo>
                        <a:pt x="196203" y="1762875"/>
                      </a:lnTo>
                      <a:lnTo>
                        <a:pt x="141923" y="1785023"/>
                      </a:lnTo>
                      <a:lnTo>
                        <a:pt x="139535" y="1779143"/>
                      </a:lnTo>
                      <a:close/>
                      <a:moveTo>
                        <a:pt x="2419032" y="1747012"/>
                      </a:moveTo>
                      <a:lnTo>
                        <a:pt x="2479941" y="1771384"/>
                      </a:lnTo>
                      <a:lnTo>
                        <a:pt x="2477579" y="1777276"/>
                      </a:lnTo>
                      <a:lnTo>
                        <a:pt x="2416670" y="1752918"/>
                      </a:lnTo>
                      <a:close/>
                      <a:moveTo>
                        <a:pt x="186068" y="1735938"/>
                      </a:moveTo>
                      <a:lnTo>
                        <a:pt x="188430" y="1741843"/>
                      </a:lnTo>
                      <a:lnTo>
                        <a:pt x="133046" y="1763992"/>
                      </a:lnTo>
                      <a:lnTo>
                        <a:pt x="130684" y="1758099"/>
                      </a:lnTo>
                      <a:close/>
                      <a:moveTo>
                        <a:pt x="2426717" y="1725955"/>
                      </a:moveTo>
                      <a:lnTo>
                        <a:pt x="2488743" y="1749208"/>
                      </a:lnTo>
                      <a:lnTo>
                        <a:pt x="2486508" y="1755152"/>
                      </a:lnTo>
                      <a:lnTo>
                        <a:pt x="2424481" y="1731898"/>
                      </a:lnTo>
                      <a:close/>
                      <a:moveTo>
                        <a:pt x="177254" y="1714880"/>
                      </a:moveTo>
                      <a:lnTo>
                        <a:pt x="179515" y="1720811"/>
                      </a:lnTo>
                      <a:lnTo>
                        <a:pt x="118606" y="1744065"/>
                      </a:lnTo>
                      <a:lnTo>
                        <a:pt x="116333" y="1738134"/>
                      </a:lnTo>
                      <a:close/>
                      <a:moveTo>
                        <a:pt x="2434425" y="1704885"/>
                      </a:moveTo>
                      <a:lnTo>
                        <a:pt x="2496439" y="1727034"/>
                      </a:lnTo>
                      <a:lnTo>
                        <a:pt x="2494306" y="1733016"/>
                      </a:lnTo>
                      <a:lnTo>
                        <a:pt x="2432279" y="1710867"/>
                      </a:lnTo>
                      <a:close/>
                      <a:moveTo>
                        <a:pt x="170700" y="1693799"/>
                      </a:moveTo>
                      <a:lnTo>
                        <a:pt x="172770" y="1699807"/>
                      </a:lnTo>
                      <a:lnTo>
                        <a:pt x="73088" y="1734135"/>
                      </a:lnTo>
                      <a:lnTo>
                        <a:pt x="71031" y="1728140"/>
                      </a:lnTo>
                      <a:close/>
                      <a:moveTo>
                        <a:pt x="162980" y="1671638"/>
                      </a:moveTo>
                      <a:lnTo>
                        <a:pt x="164986" y="1677670"/>
                      </a:lnTo>
                      <a:lnTo>
                        <a:pt x="95213" y="1700924"/>
                      </a:lnTo>
                      <a:lnTo>
                        <a:pt x="93206" y="1694904"/>
                      </a:lnTo>
                      <a:close/>
                      <a:moveTo>
                        <a:pt x="2446529" y="1668309"/>
                      </a:moveTo>
                      <a:lnTo>
                        <a:pt x="2517407" y="1691576"/>
                      </a:lnTo>
                      <a:lnTo>
                        <a:pt x="2515426" y="1697608"/>
                      </a:lnTo>
                      <a:lnTo>
                        <a:pt x="2444547" y="1674342"/>
                      </a:lnTo>
                      <a:close/>
                      <a:moveTo>
                        <a:pt x="2453081" y="1647241"/>
                      </a:moveTo>
                      <a:lnTo>
                        <a:pt x="2553868" y="1677150"/>
                      </a:lnTo>
                      <a:lnTo>
                        <a:pt x="2552064" y="1683233"/>
                      </a:lnTo>
                      <a:lnTo>
                        <a:pt x="2451277" y="1653337"/>
                      </a:lnTo>
                      <a:close/>
                      <a:moveTo>
                        <a:pt x="152058" y="1636154"/>
                      </a:moveTo>
                      <a:lnTo>
                        <a:pt x="153772" y="1642263"/>
                      </a:lnTo>
                      <a:lnTo>
                        <a:pt x="90641" y="1659992"/>
                      </a:lnTo>
                      <a:lnTo>
                        <a:pt x="88926" y="1653871"/>
                      </a:lnTo>
                      <a:close/>
                      <a:moveTo>
                        <a:pt x="2459685" y="1625079"/>
                      </a:moveTo>
                      <a:lnTo>
                        <a:pt x="2522817" y="1642795"/>
                      </a:lnTo>
                      <a:lnTo>
                        <a:pt x="2521102" y="1648916"/>
                      </a:lnTo>
                      <a:lnTo>
                        <a:pt x="2457970" y="1631187"/>
                      </a:lnTo>
                      <a:close/>
                      <a:moveTo>
                        <a:pt x="145403" y="1614005"/>
                      </a:moveTo>
                      <a:lnTo>
                        <a:pt x="147130" y="1620114"/>
                      </a:lnTo>
                      <a:lnTo>
                        <a:pt x="83998" y="1637843"/>
                      </a:lnTo>
                      <a:lnTo>
                        <a:pt x="82284" y="1631722"/>
                      </a:lnTo>
                      <a:close/>
                      <a:moveTo>
                        <a:pt x="2466252" y="1604010"/>
                      </a:moveTo>
                      <a:lnTo>
                        <a:pt x="2522741" y="1618412"/>
                      </a:lnTo>
                      <a:lnTo>
                        <a:pt x="2521167" y="1624572"/>
                      </a:lnTo>
                      <a:lnTo>
                        <a:pt x="2464689" y="1610170"/>
                      </a:lnTo>
                      <a:close/>
                      <a:moveTo>
                        <a:pt x="139929" y="1591830"/>
                      </a:moveTo>
                      <a:lnTo>
                        <a:pt x="141529" y="1597977"/>
                      </a:lnTo>
                      <a:lnTo>
                        <a:pt x="77280" y="1614601"/>
                      </a:lnTo>
                      <a:lnTo>
                        <a:pt x="75693" y="1608454"/>
                      </a:lnTo>
                      <a:close/>
                      <a:moveTo>
                        <a:pt x="2470607" y="1581849"/>
                      </a:moveTo>
                      <a:lnTo>
                        <a:pt x="2529306" y="1595133"/>
                      </a:lnTo>
                      <a:lnTo>
                        <a:pt x="2527897" y="1601331"/>
                      </a:lnTo>
                      <a:lnTo>
                        <a:pt x="2469197" y="1588034"/>
                      </a:lnTo>
                      <a:close/>
                      <a:moveTo>
                        <a:pt x="134494" y="1570761"/>
                      </a:moveTo>
                      <a:lnTo>
                        <a:pt x="135891" y="1576958"/>
                      </a:lnTo>
                      <a:lnTo>
                        <a:pt x="71641" y="1591360"/>
                      </a:lnTo>
                      <a:lnTo>
                        <a:pt x="70257" y="1585163"/>
                      </a:lnTo>
                      <a:close/>
                      <a:moveTo>
                        <a:pt x="2476144" y="1559686"/>
                      </a:moveTo>
                      <a:lnTo>
                        <a:pt x="2534843" y="1572983"/>
                      </a:lnTo>
                      <a:lnTo>
                        <a:pt x="2533434" y="1579181"/>
                      </a:lnTo>
                      <a:lnTo>
                        <a:pt x="2474734" y="1565884"/>
                      </a:lnTo>
                      <a:close/>
                      <a:moveTo>
                        <a:pt x="130111" y="1548600"/>
                      </a:moveTo>
                      <a:lnTo>
                        <a:pt x="131406" y="1554823"/>
                      </a:lnTo>
                      <a:lnTo>
                        <a:pt x="67170" y="1568120"/>
                      </a:lnTo>
                      <a:lnTo>
                        <a:pt x="65875" y="1561897"/>
                      </a:lnTo>
                      <a:close/>
                      <a:moveTo>
                        <a:pt x="2480487" y="1537525"/>
                      </a:moveTo>
                      <a:lnTo>
                        <a:pt x="2559126" y="1553032"/>
                      </a:lnTo>
                      <a:lnTo>
                        <a:pt x="2557894" y="1559254"/>
                      </a:lnTo>
                      <a:lnTo>
                        <a:pt x="2479255" y="1543748"/>
                      </a:lnTo>
                      <a:close/>
                      <a:moveTo>
                        <a:pt x="125755" y="1526439"/>
                      </a:moveTo>
                      <a:lnTo>
                        <a:pt x="126911" y="1532687"/>
                      </a:lnTo>
                      <a:lnTo>
                        <a:pt x="37198" y="1549299"/>
                      </a:lnTo>
                      <a:lnTo>
                        <a:pt x="36042" y="1543050"/>
                      </a:lnTo>
                      <a:close/>
                      <a:moveTo>
                        <a:pt x="2484883" y="1515364"/>
                      </a:moveTo>
                      <a:lnTo>
                        <a:pt x="2550224" y="1527556"/>
                      </a:lnTo>
                      <a:lnTo>
                        <a:pt x="2549068" y="1533792"/>
                      </a:lnTo>
                      <a:lnTo>
                        <a:pt x="2483714" y="1521613"/>
                      </a:lnTo>
                      <a:close/>
                      <a:moveTo>
                        <a:pt x="121323" y="1503185"/>
                      </a:moveTo>
                      <a:lnTo>
                        <a:pt x="122478" y="1509421"/>
                      </a:lnTo>
                      <a:lnTo>
                        <a:pt x="44945" y="1523823"/>
                      </a:lnTo>
                      <a:lnTo>
                        <a:pt x="43789" y="1517587"/>
                      </a:lnTo>
                      <a:close/>
                      <a:moveTo>
                        <a:pt x="2489239" y="1493202"/>
                      </a:moveTo>
                      <a:lnTo>
                        <a:pt x="2605533" y="1512036"/>
                      </a:lnTo>
                      <a:lnTo>
                        <a:pt x="2604517" y="1518297"/>
                      </a:lnTo>
                      <a:lnTo>
                        <a:pt x="2488223" y="1499475"/>
                      </a:lnTo>
                      <a:close/>
                      <a:moveTo>
                        <a:pt x="118073" y="1481023"/>
                      </a:moveTo>
                      <a:lnTo>
                        <a:pt x="119076" y="1487284"/>
                      </a:lnTo>
                      <a:lnTo>
                        <a:pt x="1677" y="1506118"/>
                      </a:lnTo>
                      <a:lnTo>
                        <a:pt x="674" y="1499844"/>
                      </a:lnTo>
                      <a:close/>
                      <a:moveTo>
                        <a:pt x="2491384" y="1471040"/>
                      </a:moveTo>
                      <a:lnTo>
                        <a:pt x="2571127" y="1482115"/>
                      </a:lnTo>
                      <a:lnTo>
                        <a:pt x="2570251" y="1488401"/>
                      </a:lnTo>
                      <a:lnTo>
                        <a:pt x="2490508" y="1477327"/>
                      </a:lnTo>
                      <a:close/>
                      <a:moveTo>
                        <a:pt x="114833" y="1458861"/>
                      </a:moveTo>
                      <a:lnTo>
                        <a:pt x="115684" y="1465148"/>
                      </a:lnTo>
                      <a:lnTo>
                        <a:pt x="50330" y="1474012"/>
                      </a:lnTo>
                      <a:lnTo>
                        <a:pt x="49479" y="1467713"/>
                      </a:lnTo>
                      <a:close/>
                      <a:moveTo>
                        <a:pt x="2494649" y="1448880"/>
                      </a:moveTo>
                      <a:lnTo>
                        <a:pt x="2585467" y="1459954"/>
                      </a:lnTo>
                      <a:lnTo>
                        <a:pt x="2584705" y="1466266"/>
                      </a:lnTo>
                      <a:lnTo>
                        <a:pt x="2493887" y="1455192"/>
                      </a:lnTo>
                      <a:close/>
                      <a:moveTo>
                        <a:pt x="112688" y="1436700"/>
                      </a:moveTo>
                      <a:lnTo>
                        <a:pt x="113386" y="1443012"/>
                      </a:lnTo>
                      <a:lnTo>
                        <a:pt x="33643" y="1451864"/>
                      </a:lnTo>
                      <a:lnTo>
                        <a:pt x="32944" y="1445552"/>
                      </a:lnTo>
                      <a:close/>
                      <a:moveTo>
                        <a:pt x="2497963" y="1425625"/>
                      </a:moveTo>
                      <a:lnTo>
                        <a:pt x="2563304" y="1433372"/>
                      </a:lnTo>
                      <a:lnTo>
                        <a:pt x="2562567" y="1439684"/>
                      </a:lnTo>
                      <a:lnTo>
                        <a:pt x="2497213" y="1431924"/>
                      </a:lnTo>
                      <a:close/>
                      <a:moveTo>
                        <a:pt x="110528" y="1414539"/>
                      </a:moveTo>
                      <a:lnTo>
                        <a:pt x="111112" y="1420864"/>
                      </a:lnTo>
                      <a:lnTo>
                        <a:pt x="51308" y="1426401"/>
                      </a:lnTo>
                      <a:lnTo>
                        <a:pt x="50723" y="1420076"/>
                      </a:lnTo>
                      <a:close/>
                      <a:moveTo>
                        <a:pt x="2500072" y="1403464"/>
                      </a:moveTo>
                      <a:lnTo>
                        <a:pt x="2565426" y="1409001"/>
                      </a:lnTo>
                      <a:lnTo>
                        <a:pt x="2564880" y="1415325"/>
                      </a:lnTo>
                      <a:lnTo>
                        <a:pt x="2499538" y="1409788"/>
                      </a:lnTo>
                      <a:close/>
                      <a:moveTo>
                        <a:pt x="108319" y="1391285"/>
                      </a:moveTo>
                      <a:lnTo>
                        <a:pt x="108903" y="1397610"/>
                      </a:lnTo>
                      <a:lnTo>
                        <a:pt x="49099" y="1403147"/>
                      </a:lnTo>
                      <a:lnTo>
                        <a:pt x="48515" y="1396822"/>
                      </a:lnTo>
                      <a:close/>
                      <a:moveTo>
                        <a:pt x="2501126" y="1381303"/>
                      </a:moveTo>
                      <a:lnTo>
                        <a:pt x="2566480" y="1385735"/>
                      </a:lnTo>
                      <a:lnTo>
                        <a:pt x="2566048" y="1392073"/>
                      </a:lnTo>
                      <a:lnTo>
                        <a:pt x="2500694" y="1387640"/>
                      </a:lnTo>
                      <a:close/>
                      <a:moveTo>
                        <a:pt x="106211" y="1369123"/>
                      </a:moveTo>
                      <a:lnTo>
                        <a:pt x="106579" y="1375460"/>
                      </a:lnTo>
                      <a:lnTo>
                        <a:pt x="47880" y="1378788"/>
                      </a:lnTo>
                      <a:lnTo>
                        <a:pt x="47511" y="1372450"/>
                      </a:lnTo>
                      <a:close/>
                      <a:moveTo>
                        <a:pt x="2502179" y="1358048"/>
                      </a:moveTo>
                      <a:lnTo>
                        <a:pt x="2568638" y="1361363"/>
                      </a:lnTo>
                      <a:lnTo>
                        <a:pt x="2568320" y="1367713"/>
                      </a:lnTo>
                      <a:lnTo>
                        <a:pt x="2501861" y="1364386"/>
                      </a:lnTo>
                      <a:close/>
                      <a:moveTo>
                        <a:pt x="106287" y="1346961"/>
                      </a:moveTo>
                      <a:lnTo>
                        <a:pt x="106503" y="1353311"/>
                      </a:lnTo>
                      <a:lnTo>
                        <a:pt x="40044" y="1355534"/>
                      </a:lnTo>
                      <a:lnTo>
                        <a:pt x="39841" y="1349184"/>
                      </a:lnTo>
                      <a:close/>
                      <a:moveTo>
                        <a:pt x="2503233" y="1335888"/>
                      </a:moveTo>
                      <a:lnTo>
                        <a:pt x="2569692" y="1338110"/>
                      </a:lnTo>
                      <a:lnTo>
                        <a:pt x="2569476" y="1344448"/>
                      </a:lnTo>
                      <a:lnTo>
                        <a:pt x="2503017" y="1342238"/>
                      </a:lnTo>
                      <a:close/>
                      <a:moveTo>
                        <a:pt x="105219" y="1323708"/>
                      </a:moveTo>
                      <a:lnTo>
                        <a:pt x="105359" y="1330058"/>
                      </a:lnTo>
                      <a:lnTo>
                        <a:pt x="139" y="1332267"/>
                      </a:lnTo>
                      <a:lnTo>
                        <a:pt x="0" y="1325917"/>
                      </a:lnTo>
                      <a:close/>
                      <a:moveTo>
                        <a:pt x="31078" y="1301560"/>
                      </a:moveTo>
                      <a:lnTo>
                        <a:pt x="105284" y="1301560"/>
                      </a:lnTo>
                      <a:lnTo>
                        <a:pt x="105284" y="1307910"/>
                      </a:lnTo>
                      <a:lnTo>
                        <a:pt x="31078" y="1307910"/>
                      </a:lnTo>
                      <a:close/>
                      <a:moveTo>
                        <a:pt x="2504237" y="1298232"/>
                      </a:moveTo>
                      <a:lnTo>
                        <a:pt x="2577339" y="1298232"/>
                      </a:lnTo>
                      <a:lnTo>
                        <a:pt x="2577339" y="1304582"/>
                      </a:lnTo>
                      <a:lnTo>
                        <a:pt x="2504237" y="1304582"/>
                      </a:lnTo>
                      <a:close/>
                      <a:moveTo>
                        <a:pt x="2608276" y="1272755"/>
                      </a:moveTo>
                      <a:lnTo>
                        <a:pt x="2608416" y="1279105"/>
                      </a:lnTo>
                      <a:lnTo>
                        <a:pt x="2503196" y="1281328"/>
                      </a:lnTo>
                      <a:lnTo>
                        <a:pt x="2503056" y="1274978"/>
                      </a:lnTo>
                      <a:close/>
                      <a:moveTo>
                        <a:pt x="40043" y="1261682"/>
                      </a:moveTo>
                      <a:lnTo>
                        <a:pt x="105397" y="1263904"/>
                      </a:lnTo>
                      <a:lnTo>
                        <a:pt x="105181" y="1270254"/>
                      </a:lnTo>
                      <a:lnTo>
                        <a:pt x="39840" y="1268032"/>
                      </a:lnTo>
                      <a:close/>
                      <a:moveTo>
                        <a:pt x="2568372" y="1250607"/>
                      </a:moveTo>
                      <a:lnTo>
                        <a:pt x="2568588" y="1256957"/>
                      </a:lnTo>
                      <a:lnTo>
                        <a:pt x="2503234" y="1259167"/>
                      </a:lnTo>
                      <a:lnTo>
                        <a:pt x="2503018" y="1252830"/>
                      </a:lnTo>
                      <a:close/>
                      <a:moveTo>
                        <a:pt x="41211" y="1237322"/>
                      </a:moveTo>
                      <a:lnTo>
                        <a:pt x="106553" y="1240650"/>
                      </a:lnTo>
                      <a:lnTo>
                        <a:pt x="106235" y="1246987"/>
                      </a:lnTo>
                      <a:lnTo>
                        <a:pt x="40894" y="1243660"/>
                      </a:lnTo>
                      <a:close/>
                      <a:moveTo>
                        <a:pt x="2560537" y="1226248"/>
                      </a:moveTo>
                      <a:lnTo>
                        <a:pt x="2560905" y="1232585"/>
                      </a:lnTo>
                      <a:lnTo>
                        <a:pt x="2502205" y="1235913"/>
                      </a:lnTo>
                      <a:lnTo>
                        <a:pt x="2501837" y="1229575"/>
                      </a:lnTo>
                      <a:close/>
                      <a:moveTo>
                        <a:pt x="42368" y="1214070"/>
                      </a:moveTo>
                      <a:lnTo>
                        <a:pt x="107722" y="1218502"/>
                      </a:lnTo>
                      <a:lnTo>
                        <a:pt x="107290" y="1224826"/>
                      </a:lnTo>
                      <a:lnTo>
                        <a:pt x="41936" y="1220407"/>
                      </a:lnTo>
                      <a:close/>
                      <a:moveTo>
                        <a:pt x="2559380" y="1202994"/>
                      </a:moveTo>
                      <a:lnTo>
                        <a:pt x="2559850" y="1209319"/>
                      </a:lnTo>
                      <a:lnTo>
                        <a:pt x="2500046" y="1213751"/>
                      </a:lnTo>
                      <a:lnTo>
                        <a:pt x="2499575" y="1207426"/>
                      </a:lnTo>
                      <a:close/>
                      <a:moveTo>
                        <a:pt x="44692" y="1189710"/>
                      </a:moveTo>
                      <a:lnTo>
                        <a:pt x="110033" y="1196352"/>
                      </a:lnTo>
                      <a:lnTo>
                        <a:pt x="109398" y="1202677"/>
                      </a:lnTo>
                      <a:lnTo>
                        <a:pt x="44057" y="1196022"/>
                      </a:lnTo>
                      <a:close/>
                      <a:moveTo>
                        <a:pt x="2557095" y="1179741"/>
                      </a:moveTo>
                      <a:lnTo>
                        <a:pt x="2557692" y="1186066"/>
                      </a:lnTo>
                      <a:lnTo>
                        <a:pt x="2498992" y="1191603"/>
                      </a:lnTo>
                      <a:lnTo>
                        <a:pt x="2498396" y="1185279"/>
                      </a:lnTo>
                      <a:close/>
                      <a:moveTo>
                        <a:pt x="45796" y="1166457"/>
                      </a:moveTo>
                      <a:lnTo>
                        <a:pt x="112242" y="1173099"/>
                      </a:lnTo>
                      <a:lnTo>
                        <a:pt x="111620" y="1179411"/>
                      </a:lnTo>
                      <a:lnTo>
                        <a:pt x="45161" y="1172769"/>
                      </a:lnTo>
                      <a:close/>
                      <a:moveTo>
                        <a:pt x="2574761" y="1153159"/>
                      </a:moveTo>
                      <a:lnTo>
                        <a:pt x="2575472" y="1159471"/>
                      </a:lnTo>
                      <a:lnTo>
                        <a:pt x="2496833" y="1168336"/>
                      </a:lnTo>
                      <a:lnTo>
                        <a:pt x="2496122" y="1162024"/>
                      </a:lnTo>
                      <a:close/>
                      <a:moveTo>
                        <a:pt x="23710" y="1139876"/>
                      </a:moveTo>
                      <a:lnTo>
                        <a:pt x="114528" y="1150950"/>
                      </a:lnTo>
                      <a:lnTo>
                        <a:pt x="113766" y="1157250"/>
                      </a:lnTo>
                      <a:lnTo>
                        <a:pt x="22949" y="1146175"/>
                      </a:lnTo>
                      <a:close/>
                      <a:moveTo>
                        <a:pt x="2558084" y="1131023"/>
                      </a:moveTo>
                      <a:lnTo>
                        <a:pt x="2558935" y="1137310"/>
                      </a:lnTo>
                      <a:lnTo>
                        <a:pt x="2493581" y="1146174"/>
                      </a:lnTo>
                      <a:lnTo>
                        <a:pt x="2492730" y="1139875"/>
                      </a:lnTo>
                      <a:close/>
                      <a:moveTo>
                        <a:pt x="39281" y="1117739"/>
                      </a:moveTo>
                      <a:lnTo>
                        <a:pt x="117919" y="1128813"/>
                      </a:lnTo>
                      <a:lnTo>
                        <a:pt x="117030" y="1135100"/>
                      </a:lnTo>
                      <a:lnTo>
                        <a:pt x="38392" y="1124026"/>
                      </a:lnTo>
                      <a:close/>
                      <a:moveTo>
                        <a:pt x="2606763" y="1100024"/>
                      </a:moveTo>
                      <a:lnTo>
                        <a:pt x="2607716" y="1106297"/>
                      </a:lnTo>
                      <a:lnTo>
                        <a:pt x="2490317" y="1124014"/>
                      </a:lnTo>
                      <a:lnTo>
                        <a:pt x="2489365" y="1117740"/>
                      </a:lnTo>
                      <a:close/>
                      <a:moveTo>
                        <a:pt x="3900" y="1087843"/>
                      </a:moveTo>
                      <a:lnTo>
                        <a:pt x="121298" y="1106665"/>
                      </a:lnTo>
                      <a:lnTo>
                        <a:pt x="120295" y="1112938"/>
                      </a:lnTo>
                      <a:lnTo>
                        <a:pt x="2896" y="1094104"/>
                      </a:lnTo>
                      <a:close/>
                      <a:moveTo>
                        <a:pt x="2564625" y="1082306"/>
                      </a:moveTo>
                      <a:lnTo>
                        <a:pt x="2565679" y="1088567"/>
                      </a:lnTo>
                      <a:lnTo>
                        <a:pt x="2487041" y="1101851"/>
                      </a:lnTo>
                      <a:lnTo>
                        <a:pt x="2485986" y="1095590"/>
                      </a:lnTo>
                      <a:close/>
                      <a:moveTo>
                        <a:pt x="60465" y="1072349"/>
                      </a:moveTo>
                      <a:lnTo>
                        <a:pt x="124702" y="1084529"/>
                      </a:lnTo>
                      <a:lnTo>
                        <a:pt x="123521" y="1090764"/>
                      </a:lnTo>
                      <a:lnTo>
                        <a:pt x="59284" y="1078585"/>
                      </a:lnTo>
                      <a:close/>
                      <a:moveTo>
                        <a:pt x="2571178" y="1055739"/>
                      </a:moveTo>
                      <a:lnTo>
                        <a:pt x="2572410" y="1061974"/>
                      </a:lnTo>
                      <a:lnTo>
                        <a:pt x="2482697" y="1079691"/>
                      </a:lnTo>
                      <a:lnTo>
                        <a:pt x="2481465" y="1073455"/>
                      </a:lnTo>
                      <a:close/>
                      <a:moveTo>
                        <a:pt x="50521" y="1046874"/>
                      </a:moveTo>
                      <a:lnTo>
                        <a:pt x="129160" y="1062381"/>
                      </a:lnTo>
                      <a:lnTo>
                        <a:pt x="127928" y="1068616"/>
                      </a:lnTo>
                      <a:lnTo>
                        <a:pt x="49302" y="1053110"/>
                      </a:lnTo>
                      <a:close/>
                      <a:moveTo>
                        <a:pt x="2541245" y="1038021"/>
                      </a:moveTo>
                      <a:lnTo>
                        <a:pt x="2542540" y="1044244"/>
                      </a:lnTo>
                      <a:lnTo>
                        <a:pt x="2478304" y="1057528"/>
                      </a:lnTo>
                      <a:lnTo>
                        <a:pt x="2477008" y="1051318"/>
                      </a:lnTo>
                      <a:close/>
                      <a:moveTo>
                        <a:pt x="76099" y="1026960"/>
                      </a:moveTo>
                      <a:lnTo>
                        <a:pt x="133694" y="1040257"/>
                      </a:lnTo>
                      <a:lnTo>
                        <a:pt x="132258" y="1046442"/>
                      </a:lnTo>
                      <a:lnTo>
                        <a:pt x="74664" y="1033158"/>
                      </a:lnTo>
                      <a:close/>
                      <a:moveTo>
                        <a:pt x="2536762" y="1014780"/>
                      </a:moveTo>
                      <a:lnTo>
                        <a:pt x="2538159" y="1020978"/>
                      </a:lnTo>
                      <a:lnTo>
                        <a:pt x="2473923" y="1035367"/>
                      </a:lnTo>
                      <a:lnTo>
                        <a:pt x="2472525" y="1029169"/>
                      </a:lnTo>
                      <a:close/>
                      <a:moveTo>
                        <a:pt x="81687" y="1003719"/>
                      </a:moveTo>
                      <a:lnTo>
                        <a:pt x="139282" y="1018121"/>
                      </a:lnTo>
                      <a:lnTo>
                        <a:pt x="137745" y="1024281"/>
                      </a:lnTo>
                      <a:lnTo>
                        <a:pt x="80150" y="1009879"/>
                      </a:lnTo>
                      <a:close/>
                      <a:moveTo>
                        <a:pt x="2531174" y="991526"/>
                      </a:moveTo>
                      <a:lnTo>
                        <a:pt x="2532673" y="997699"/>
                      </a:lnTo>
                      <a:lnTo>
                        <a:pt x="2468436" y="1013205"/>
                      </a:lnTo>
                      <a:lnTo>
                        <a:pt x="2466937" y="1007033"/>
                      </a:lnTo>
                      <a:close/>
                      <a:moveTo>
                        <a:pt x="87223" y="981570"/>
                      </a:moveTo>
                      <a:lnTo>
                        <a:pt x="144818" y="995971"/>
                      </a:lnTo>
                      <a:lnTo>
                        <a:pt x="143281" y="1002131"/>
                      </a:lnTo>
                      <a:lnTo>
                        <a:pt x="85687" y="987729"/>
                      </a:lnTo>
                      <a:close/>
                      <a:moveTo>
                        <a:pt x="2524467" y="968285"/>
                      </a:moveTo>
                      <a:lnTo>
                        <a:pt x="2526093" y="974432"/>
                      </a:lnTo>
                      <a:lnTo>
                        <a:pt x="2462961" y="991044"/>
                      </a:lnTo>
                      <a:lnTo>
                        <a:pt x="2461336" y="984897"/>
                      </a:lnTo>
                      <a:close/>
                      <a:moveTo>
                        <a:pt x="87313" y="956120"/>
                      </a:moveTo>
                      <a:lnTo>
                        <a:pt x="150445" y="973836"/>
                      </a:lnTo>
                      <a:lnTo>
                        <a:pt x="148730" y="979958"/>
                      </a:lnTo>
                      <a:lnTo>
                        <a:pt x="85599" y="962228"/>
                      </a:lnTo>
                      <a:close/>
                      <a:moveTo>
                        <a:pt x="2518854" y="945057"/>
                      </a:moveTo>
                      <a:lnTo>
                        <a:pt x="2520632" y="951140"/>
                      </a:lnTo>
                      <a:lnTo>
                        <a:pt x="2456396" y="969974"/>
                      </a:lnTo>
                      <a:lnTo>
                        <a:pt x="2454605" y="963879"/>
                      </a:lnTo>
                      <a:close/>
                      <a:moveTo>
                        <a:pt x="56376" y="921804"/>
                      </a:moveTo>
                      <a:lnTo>
                        <a:pt x="157163" y="952818"/>
                      </a:lnTo>
                      <a:lnTo>
                        <a:pt x="155296" y="958888"/>
                      </a:lnTo>
                      <a:lnTo>
                        <a:pt x="54509" y="927875"/>
                      </a:lnTo>
                      <a:close/>
                      <a:moveTo>
                        <a:pt x="92939" y="908520"/>
                      </a:moveTo>
                      <a:lnTo>
                        <a:pt x="163831" y="930669"/>
                      </a:lnTo>
                      <a:lnTo>
                        <a:pt x="161938" y="936740"/>
                      </a:lnTo>
                      <a:lnTo>
                        <a:pt x="91047" y="914578"/>
                      </a:lnTo>
                      <a:close/>
                      <a:moveTo>
                        <a:pt x="2513204" y="904113"/>
                      </a:moveTo>
                      <a:lnTo>
                        <a:pt x="2515210" y="910133"/>
                      </a:lnTo>
                      <a:lnTo>
                        <a:pt x="2445436" y="933387"/>
                      </a:lnTo>
                      <a:lnTo>
                        <a:pt x="2443430" y="927367"/>
                      </a:lnTo>
                      <a:close/>
                      <a:moveTo>
                        <a:pt x="114109" y="873124"/>
                      </a:moveTo>
                      <a:lnTo>
                        <a:pt x="176136" y="895273"/>
                      </a:lnTo>
                      <a:lnTo>
                        <a:pt x="173990" y="901255"/>
                      </a:lnTo>
                      <a:lnTo>
                        <a:pt x="111975" y="879093"/>
                      </a:lnTo>
                      <a:close/>
                      <a:moveTo>
                        <a:pt x="2535314" y="872008"/>
                      </a:moveTo>
                      <a:lnTo>
                        <a:pt x="2537397" y="878002"/>
                      </a:lnTo>
                      <a:lnTo>
                        <a:pt x="2438832" y="912330"/>
                      </a:lnTo>
                      <a:lnTo>
                        <a:pt x="2436737" y="906336"/>
                      </a:lnTo>
                      <a:close/>
                      <a:moveTo>
                        <a:pt x="2490940" y="862063"/>
                      </a:moveTo>
                      <a:lnTo>
                        <a:pt x="2493162" y="868006"/>
                      </a:lnTo>
                      <a:lnTo>
                        <a:pt x="2431148" y="891260"/>
                      </a:lnTo>
                      <a:lnTo>
                        <a:pt x="2428913" y="885316"/>
                      </a:lnTo>
                      <a:close/>
                      <a:moveTo>
                        <a:pt x="121908" y="850989"/>
                      </a:moveTo>
                      <a:lnTo>
                        <a:pt x="183935" y="874243"/>
                      </a:lnTo>
                      <a:lnTo>
                        <a:pt x="181700" y="880187"/>
                      </a:lnTo>
                      <a:lnTo>
                        <a:pt x="119673" y="856933"/>
                      </a:lnTo>
                      <a:close/>
                      <a:moveTo>
                        <a:pt x="2476475" y="842150"/>
                      </a:moveTo>
                      <a:lnTo>
                        <a:pt x="2478837" y="848043"/>
                      </a:lnTo>
                      <a:lnTo>
                        <a:pt x="2423453" y="870192"/>
                      </a:lnTo>
                      <a:lnTo>
                        <a:pt x="2421103" y="864299"/>
                      </a:lnTo>
                      <a:close/>
                      <a:moveTo>
                        <a:pt x="130835" y="828865"/>
                      </a:moveTo>
                      <a:lnTo>
                        <a:pt x="191744" y="853223"/>
                      </a:lnTo>
                      <a:lnTo>
                        <a:pt x="189382" y="859116"/>
                      </a:lnTo>
                      <a:lnTo>
                        <a:pt x="128473" y="834758"/>
                      </a:lnTo>
                      <a:close/>
                      <a:moveTo>
                        <a:pt x="2467560" y="820027"/>
                      </a:moveTo>
                      <a:lnTo>
                        <a:pt x="2470024" y="825881"/>
                      </a:lnTo>
                      <a:lnTo>
                        <a:pt x="2414652" y="849135"/>
                      </a:lnTo>
                      <a:lnTo>
                        <a:pt x="2412188" y="843280"/>
                      </a:lnTo>
                      <a:close/>
                      <a:moveTo>
                        <a:pt x="139739" y="806729"/>
                      </a:moveTo>
                      <a:lnTo>
                        <a:pt x="200648" y="832205"/>
                      </a:lnTo>
                      <a:lnTo>
                        <a:pt x="198210" y="838060"/>
                      </a:lnTo>
                      <a:lnTo>
                        <a:pt x="137288" y="812583"/>
                      </a:lnTo>
                      <a:close/>
                      <a:moveTo>
                        <a:pt x="2457576" y="798982"/>
                      </a:moveTo>
                      <a:lnTo>
                        <a:pt x="2460079" y="804824"/>
                      </a:lnTo>
                      <a:lnTo>
                        <a:pt x="2405811" y="828077"/>
                      </a:lnTo>
                      <a:lnTo>
                        <a:pt x="2403310" y="822248"/>
                      </a:lnTo>
                      <a:close/>
                      <a:moveTo>
                        <a:pt x="149772" y="784605"/>
                      </a:moveTo>
                      <a:lnTo>
                        <a:pt x="209576" y="811186"/>
                      </a:lnTo>
                      <a:lnTo>
                        <a:pt x="206998" y="816990"/>
                      </a:lnTo>
                      <a:lnTo>
                        <a:pt x="147194" y="790409"/>
                      </a:lnTo>
                      <a:close/>
                      <a:moveTo>
                        <a:pt x="2466391" y="769100"/>
                      </a:moveTo>
                      <a:lnTo>
                        <a:pt x="2468982" y="774903"/>
                      </a:lnTo>
                      <a:lnTo>
                        <a:pt x="2396986" y="807022"/>
                      </a:lnTo>
                      <a:lnTo>
                        <a:pt x="2394408" y="801218"/>
                      </a:lnTo>
                      <a:close/>
                      <a:moveTo>
                        <a:pt x="2444154" y="752525"/>
                      </a:moveTo>
                      <a:lnTo>
                        <a:pt x="2446909" y="758253"/>
                      </a:lnTo>
                      <a:lnTo>
                        <a:pt x="2387105" y="787044"/>
                      </a:lnTo>
                      <a:lnTo>
                        <a:pt x="2384349" y="781316"/>
                      </a:lnTo>
                      <a:close/>
                      <a:moveTo>
                        <a:pt x="136538" y="752513"/>
                      </a:moveTo>
                      <a:lnTo>
                        <a:pt x="219596" y="791274"/>
                      </a:lnTo>
                      <a:lnTo>
                        <a:pt x="216917" y="797027"/>
                      </a:lnTo>
                      <a:lnTo>
                        <a:pt x="133846" y="758267"/>
                      </a:lnTo>
                      <a:close/>
                      <a:moveTo>
                        <a:pt x="157607" y="735914"/>
                      </a:moveTo>
                      <a:lnTo>
                        <a:pt x="229590" y="770242"/>
                      </a:lnTo>
                      <a:lnTo>
                        <a:pt x="226860" y="775969"/>
                      </a:lnTo>
                      <a:lnTo>
                        <a:pt x="154863" y="741641"/>
                      </a:lnTo>
                      <a:close/>
                      <a:moveTo>
                        <a:pt x="2480665" y="708241"/>
                      </a:moveTo>
                      <a:lnTo>
                        <a:pt x="2483510" y="713931"/>
                      </a:lnTo>
                      <a:lnTo>
                        <a:pt x="2377173" y="767093"/>
                      </a:lnTo>
                      <a:lnTo>
                        <a:pt x="2374341" y="761403"/>
                      </a:lnTo>
                      <a:close/>
                      <a:moveTo>
                        <a:pt x="2434057" y="703859"/>
                      </a:moveTo>
                      <a:lnTo>
                        <a:pt x="2437080" y="709447"/>
                      </a:lnTo>
                      <a:lnTo>
                        <a:pt x="2367306" y="747102"/>
                      </a:lnTo>
                      <a:lnTo>
                        <a:pt x="2364284" y="741514"/>
                      </a:lnTo>
                      <a:close/>
                      <a:moveTo>
                        <a:pt x="192075" y="699427"/>
                      </a:moveTo>
                      <a:lnTo>
                        <a:pt x="249670" y="730441"/>
                      </a:lnTo>
                      <a:lnTo>
                        <a:pt x="246660" y="736029"/>
                      </a:lnTo>
                      <a:lnTo>
                        <a:pt x="189066" y="705015"/>
                      </a:lnTo>
                      <a:close/>
                      <a:moveTo>
                        <a:pt x="134430" y="696075"/>
                      </a:moveTo>
                      <a:lnTo>
                        <a:pt x="239650" y="750354"/>
                      </a:lnTo>
                      <a:lnTo>
                        <a:pt x="236741" y="755993"/>
                      </a:lnTo>
                      <a:lnTo>
                        <a:pt x="131522" y="701726"/>
                      </a:lnTo>
                      <a:close/>
                      <a:moveTo>
                        <a:pt x="2432913" y="677304"/>
                      </a:moveTo>
                      <a:lnTo>
                        <a:pt x="2435999" y="682854"/>
                      </a:lnTo>
                      <a:lnTo>
                        <a:pt x="2356256" y="727152"/>
                      </a:lnTo>
                      <a:lnTo>
                        <a:pt x="2353170" y="721602"/>
                      </a:lnTo>
                      <a:close/>
                      <a:moveTo>
                        <a:pt x="192125" y="671766"/>
                      </a:moveTo>
                      <a:lnTo>
                        <a:pt x="260794" y="710539"/>
                      </a:lnTo>
                      <a:lnTo>
                        <a:pt x="257670" y="716063"/>
                      </a:lnTo>
                      <a:lnTo>
                        <a:pt x="189001" y="677303"/>
                      </a:lnTo>
                      <a:close/>
                      <a:moveTo>
                        <a:pt x="2399653" y="668465"/>
                      </a:moveTo>
                      <a:lnTo>
                        <a:pt x="2402815" y="673964"/>
                      </a:lnTo>
                      <a:lnTo>
                        <a:pt x="2345234" y="707187"/>
                      </a:lnTo>
                      <a:lnTo>
                        <a:pt x="2342059" y="701688"/>
                      </a:lnTo>
                      <a:close/>
                      <a:moveTo>
                        <a:pt x="221018" y="660742"/>
                      </a:moveTo>
                      <a:lnTo>
                        <a:pt x="271957" y="691756"/>
                      </a:lnTo>
                      <a:lnTo>
                        <a:pt x="268655" y="697179"/>
                      </a:lnTo>
                      <a:lnTo>
                        <a:pt x="217716" y="666178"/>
                      </a:lnTo>
                      <a:close/>
                      <a:moveTo>
                        <a:pt x="2387435" y="648539"/>
                      </a:moveTo>
                      <a:lnTo>
                        <a:pt x="2390660" y="654012"/>
                      </a:lnTo>
                      <a:lnTo>
                        <a:pt x="2334171" y="687235"/>
                      </a:lnTo>
                      <a:lnTo>
                        <a:pt x="2330957" y="681762"/>
                      </a:lnTo>
                      <a:close/>
                      <a:moveTo>
                        <a:pt x="233198" y="640817"/>
                      </a:moveTo>
                      <a:lnTo>
                        <a:pt x="284150" y="671818"/>
                      </a:lnTo>
                      <a:lnTo>
                        <a:pt x="280848" y="677253"/>
                      </a:lnTo>
                      <a:lnTo>
                        <a:pt x="229896" y="646240"/>
                      </a:lnTo>
                      <a:close/>
                      <a:moveTo>
                        <a:pt x="2374050" y="627558"/>
                      </a:moveTo>
                      <a:lnTo>
                        <a:pt x="2377466" y="632905"/>
                      </a:lnTo>
                      <a:lnTo>
                        <a:pt x="2322094" y="668350"/>
                      </a:lnTo>
                      <a:lnTo>
                        <a:pt x="2318678" y="663004"/>
                      </a:lnTo>
                      <a:close/>
                      <a:moveTo>
                        <a:pt x="246558" y="620915"/>
                      </a:moveTo>
                      <a:lnTo>
                        <a:pt x="296393" y="653033"/>
                      </a:lnTo>
                      <a:lnTo>
                        <a:pt x="292964" y="658380"/>
                      </a:lnTo>
                      <a:lnTo>
                        <a:pt x="243117" y="626262"/>
                      </a:lnTo>
                      <a:close/>
                      <a:moveTo>
                        <a:pt x="2361831" y="607645"/>
                      </a:moveTo>
                      <a:lnTo>
                        <a:pt x="2365324" y="612953"/>
                      </a:lnTo>
                      <a:lnTo>
                        <a:pt x="2309952" y="649491"/>
                      </a:lnTo>
                      <a:lnTo>
                        <a:pt x="2306447" y="644195"/>
                      </a:lnTo>
                      <a:close/>
                      <a:moveTo>
                        <a:pt x="254368" y="597699"/>
                      </a:moveTo>
                      <a:lnTo>
                        <a:pt x="308635" y="634250"/>
                      </a:lnTo>
                      <a:lnTo>
                        <a:pt x="305092" y="639508"/>
                      </a:lnTo>
                      <a:lnTo>
                        <a:pt x="250812" y="602970"/>
                      </a:lnTo>
                      <a:close/>
                      <a:moveTo>
                        <a:pt x="2348472" y="587755"/>
                      </a:moveTo>
                      <a:lnTo>
                        <a:pt x="2352091" y="592975"/>
                      </a:lnTo>
                      <a:lnTo>
                        <a:pt x="2297824" y="630630"/>
                      </a:lnTo>
                      <a:lnTo>
                        <a:pt x="2294205" y="625411"/>
                      </a:lnTo>
                      <a:close/>
                      <a:moveTo>
                        <a:pt x="235572" y="555638"/>
                      </a:moveTo>
                      <a:lnTo>
                        <a:pt x="321957" y="615442"/>
                      </a:lnTo>
                      <a:lnTo>
                        <a:pt x="318338" y="620662"/>
                      </a:lnTo>
                      <a:lnTo>
                        <a:pt x="231952" y="560858"/>
                      </a:lnTo>
                      <a:close/>
                      <a:moveTo>
                        <a:pt x="274383" y="554559"/>
                      </a:moveTo>
                      <a:lnTo>
                        <a:pt x="334187" y="597751"/>
                      </a:lnTo>
                      <a:lnTo>
                        <a:pt x="330479" y="602907"/>
                      </a:lnTo>
                      <a:lnTo>
                        <a:pt x="270662" y="559715"/>
                      </a:lnTo>
                      <a:close/>
                      <a:moveTo>
                        <a:pt x="2331810" y="551244"/>
                      </a:moveTo>
                      <a:lnTo>
                        <a:pt x="2335531" y="556387"/>
                      </a:lnTo>
                      <a:lnTo>
                        <a:pt x="2275726" y="599580"/>
                      </a:lnTo>
                      <a:lnTo>
                        <a:pt x="2272005" y="594437"/>
                      </a:lnTo>
                      <a:close/>
                      <a:moveTo>
                        <a:pt x="305473" y="526923"/>
                      </a:moveTo>
                      <a:lnTo>
                        <a:pt x="357517" y="566801"/>
                      </a:lnTo>
                      <a:lnTo>
                        <a:pt x="353656" y="571843"/>
                      </a:lnTo>
                      <a:lnTo>
                        <a:pt x="301612" y="531965"/>
                      </a:lnTo>
                      <a:close/>
                      <a:moveTo>
                        <a:pt x="2296300" y="518071"/>
                      </a:moveTo>
                      <a:lnTo>
                        <a:pt x="2300161" y="523113"/>
                      </a:lnTo>
                      <a:lnTo>
                        <a:pt x="2248104" y="562979"/>
                      </a:lnTo>
                      <a:lnTo>
                        <a:pt x="2244243" y="557937"/>
                      </a:lnTo>
                      <a:close/>
                      <a:moveTo>
                        <a:pt x="2341702" y="512534"/>
                      </a:moveTo>
                      <a:lnTo>
                        <a:pt x="2345588" y="517563"/>
                      </a:lnTo>
                      <a:lnTo>
                        <a:pt x="2262517" y="581800"/>
                      </a:lnTo>
                      <a:lnTo>
                        <a:pt x="2258631" y="576771"/>
                      </a:lnTo>
                      <a:close/>
                      <a:moveTo>
                        <a:pt x="319900" y="508127"/>
                      </a:moveTo>
                      <a:lnTo>
                        <a:pt x="371957" y="549110"/>
                      </a:lnTo>
                      <a:lnTo>
                        <a:pt x="368033" y="554089"/>
                      </a:lnTo>
                      <a:lnTo>
                        <a:pt x="315976" y="513118"/>
                      </a:lnTo>
                      <a:close/>
                      <a:moveTo>
                        <a:pt x="2276336" y="503695"/>
                      </a:moveTo>
                      <a:lnTo>
                        <a:pt x="2280260" y="508686"/>
                      </a:lnTo>
                      <a:lnTo>
                        <a:pt x="2233740" y="545237"/>
                      </a:lnTo>
                      <a:lnTo>
                        <a:pt x="2229816" y="540246"/>
                      </a:lnTo>
                      <a:close/>
                      <a:moveTo>
                        <a:pt x="335457" y="489343"/>
                      </a:moveTo>
                      <a:lnTo>
                        <a:pt x="386410" y="531431"/>
                      </a:lnTo>
                      <a:lnTo>
                        <a:pt x="382371" y="536320"/>
                      </a:lnTo>
                      <a:lnTo>
                        <a:pt x="331419" y="494233"/>
                      </a:lnTo>
                      <a:close/>
                      <a:moveTo>
                        <a:pt x="2260727" y="484950"/>
                      </a:moveTo>
                      <a:lnTo>
                        <a:pt x="2264855" y="489776"/>
                      </a:lnTo>
                      <a:lnTo>
                        <a:pt x="2219440" y="528536"/>
                      </a:lnTo>
                      <a:lnTo>
                        <a:pt x="2215325" y="523710"/>
                      </a:lnTo>
                      <a:close/>
                      <a:moveTo>
                        <a:pt x="351029" y="471665"/>
                      </a:moveTo>
                      <a:lnTo>
                        <a:pt x="400863" y="514870"/>
                      </a:lnTo>
                      <a:lnTo>
                        <a:pt x="396710" y="519658"/>
                      </a:lnTo>
                      <a:lnTo>
                        <a:pt x="346863" y="476465"/>
                      </a:lnTo>
                      <a:close/>
                      <a:moveTo>
                        <a:pt x="2245157" y="467284"/>
                      </a:moveTo>
                      <a:lnTo>
                        <a:pt x="2249412" y="471996"/>
                      </a:lnTo>
                      <a:lnTo>
                        <a:pt x="2205102" y="511874"/>
                      </a:lnTo>
                      <a:lnTo>
                        <a:pt x="2200860" y="507149"/>
                      </a:lnTo>
                      <a:close/>
                      <a:moveTo>
                        <a:pt x="366585" y="454000"/>
                      </a:moveTo>
                      <a:lnTo>
                        <a:pt x="415315" y="498297"/>
                      </a:lnTo>
                      <a:lnTo>
                        <a:pt x="411048" y="502996"/>
                      </a:lnTo>
                      <a:lnTo>
                        <a:pt x="362318" y="458699"/>
                      </a:lnTo>
                      <a:close/>
                      <a:moveTo>
                        <a:pt x="2244040" y="436271"/>
                      </a:moveTo>
                      <a:lnTo>
                        <a:pt x="2248307" y="440982"/>
                      </a:lnTo>
                      <a:lnTo>
                        <a:pt x="2189608" y="494145"/>
                      </a:lnTo>
                      <a:lnTo>
                        <a:pt x="2185341" y="489433"/>
                      </a:lnTo>
                      <a:close/>
                      <a:moveTo>
                        <a:pt x="2217433" y="428548"/>
                      </a:moveTo>
                      <a:lnTo>
                        <a:pt x="2221764" y="433196"/>
                      </a:lnTo>
                      <a:lnTo>
                        <a:pt x="2174139" y="477507"/>
                      </a:lnTo>
                      <a:lnTo>
                        <a:pt x="2169808" y="472858"/>
                      </a:lnTo>
                      <a:close/>
                      <a:moveTo>
                        <a:pt x="364426" y="418605"/>
                      </a:moveTo>
                      <a:lnTo>
                        <a:pt x="430872" y="481737"/>
                      </a:lnTo>
                      <a:lnTo>
                        <a:pt x="426504" y="486347"/>
                      </a:lnTo>
                      <a:lnTo>
                        <a:pt x="360057" y="423215"/>
                      </a:lnTo>
                      <a:close/>
                      <a:moveTo>
                        <a:pt x="389929" y="409777"/>
                      </a:moveTo>
                      <a:lnTo>
                        <a:pt x="446418" y="465162"/>
                      </a:lnTo>
                      <a:lnTo>
                        <a:pt x="441973" y="469696"/>
                      </a:lnTo>
                      <a:lnTo>
                        <a:pt x="385484" y="414311"/>
                      </a:lnTo>
                      <a:close/>
                      <a:moveTo>
                        <a:pt x="433198" y="385495"/>
                      </a:moveTo>
                      <a:lnTo>
                        <a:pt x="478613" y="433120"/>
                      </a:lnTo>
                      <a:lnTo>
                        <a:pt x="474015" y="437502"/>
                      </a:lnTo>
                      <a:lnTo>
                        <a:pt x="428613" y="389877"/>
                      </a:lnTo>
                      <a:close/>
                      <a:moveTo>
                        <a:pt x="2194051" y="384377"/>
                      </a:moveTo>
                      <a:lnTo>
                        <a:pt x="2198624" y="388772"/>
                      </a:lnTo>
                      <a:lnTo>
                        <a:pt x="2143251" y="446366"/>
                      </a:lnTo>
                      <a:lnTo>
                        <a:pt x="2138667" y="441959"/>
                      </a:lnTo>
                      <a:close/>
                      <a:moveTo>
                        <a:pt x="2238400" y="373252"/>
                      </a:moveTo>
                      <a:lnTo>
                        <a:pt x="2242883" y="377748"/>
                      </a:lnTo>
                      <a:lnTo>
                        <a:pt x="2158707" y="461911"/>
                      </a:lnTo>
                      <a:lnTo>
                        <a:pt x="2154224" y="457428"/>
                      </a:lnTo>
                      <a:close/>
                      <a:moveTo>
                        <a:pt x="378880" y="364388"/>
                      </a:moveTo>
                      <a:lnTo>
                        <a:pt x="463055" y="448563"/>
                      </a:lnTo>
                      <a:lnTo>
                        <a:pt x="458560" y="453059"/>
                      </a:lnTo>
                      <a:lnTo>
                        <a:pt x="374397" y="368883"/>
                      </a:lnTo>
                      <a:close/>
                      <a:moveTo>
                        <a:pt x="2149665" y="361201"/>
                      </a:moveTo>
                      <a:lnTo>
                        <a:pt x="2154402" y="365430"/>
                      </a:lnTo>
                      <a:lnTo>
                        <a:pt x="2110105" y="415265"/>
                      </a:lnTo>
                      <a:lnTo>
                        <a:pt x="2105355" y="411049"/>
                      </a:lnTo>
                      <a:close/>
                      <a:moveTo>
                        <a:pt x="440994" y="358940"/>
                      </a:moveTo>
                      <a:lnTo>
                        <a:pt x="495262" y="417640"/>
                      </a:lnTo>
                      <a:lnTo>
                        <a:pt x="490601" y="421958"/>
                      </a:lnTo>
                      <a:lnTo>
                        <a:pt x="436321" y="363258"/>
                      </a:lnTo>
                      <a:close/>
                      <a:moveTo>
                        <a:pt x="2184045" y="358928"/>
                      </a:moveTo>
                      <a:lnTo>
                        <a:pt x="2188693" y="363271"/>
                      </a:lnTo>
                      <a:lnTo>
                        <a:pt x="2126666" y="429718"/>
                      </a:lnTo>
                      <a:lnTo>
                        <a:pt x="2122031" y="425387"/>
                      </a:lnTo>
                      <a:close/>
                      <a:moveTo>
                        <a:pt x="473189" y="357937"/>
                      </a:moveTo>
                      <a:lnTo>
                        <a:pt x="511962" y="403340"/>
                      </a:lnTo>
                      <a:lnTo>
                        <a:pt x="507123" y="407467"/>
                      </a:lnTo>
                      <a:lnTo>
                        <a:pt x="468363" y="362052"/>
                      </a:lnTo>
                      <a:close/>
                      <a:moveTo>
                        <a:pt x="2130781" y="345757"/>
                      </a:moveTo>
                      <a:lnTo>
                        <a:pt x="2135633" y="349859"/>
                      </a:lnTo>
                      <a:lnTo>
                        <a:pt x="2093545" y="399694"/>
                      </a:lnTo>
                      <a:lnTo>
                        <a:pt x="2088693" y="395604"/>
                      </a:lnTo>
                      <a:close/>
                      <a:moveTo>
                        <a:pt x="490918" y="342430"/>
                      </a:moveTo>
                      <a:lnTo>
                        <a:pt x="529678" y="387833"/>
                      </a:lnTo>
                      <a:lnTo>
                        <a:pt x="524853" y="391960"/>
                      </a:lnTo>
                      <a:lnTo>
                        <a:pt x="486079" y="346545"/>
                      </a:lnTo>
                      <a:close/>
                      <a:moveTo>
                        <a:pt x="2113039" y="330276"/>
                      </a:moveTo>
                      <a:lnTo>
                        <a:pt x="2117929" y="334327"/>
                      </a:lnTo>
                      <a:lnTo>
                        <a:pt x="2075854" y="385267"/>
                      </a:lnTo>
                      <a:lnTo>
                        <a:pt x="2070951" y="381228"/>
                      </a:lnTo>
                      <a:close/>
                      <a:moveTo>
                        <a:pt x="508660" y="328067"/>
                      </a:moveTo>
                      <a:lnTo>
                        <a:pt x="546316" y="373469"/>
                      </a:lnTo>
                      <a:lnTo>
                        <a:pt x="541426" y="377521"/>
                      </a:lnTo>
                      <a:lnTo>
                        <a:pt x="503771" y="332118"/>
                      </a:lnTo>
                      <a:close/>
                      <a:moveTo>
                        <a:pt x="2094180" y="315912"/>
                      </a:moveTo>
                      <a:lnTo>
                        <a:pt x="2099133" y="319900"/>
                      </a:lnTo>
                      <a:lnTo>
                        <a:pt x="2058150" y="370839"/>
                      </a:lnTo>
                      <a:lnTo>
                        <a:pt x="2053209" y="366864"/>
                      </a:lnTo>
                      <a:close/>
                      <a:moveTo>
                        <a:pt x="523087" y="308165"/>
                      </a:moveTo>
                      <a:lnTo>
                        <a:pt x="564070" y="359104"/>
                      </a:lnTo>
                      <a:lnTo>
                        <a:pt x="559117" y="363092"/>
                      </a:lnTo>
                      <a:lnTo>
                        <a:pt x="518147" y="312140"/>
                      </a:lnTo>
                      <a:close/>
                      <a:moveTo>
                        <a:pt x="2076437" y="300431"/>
                      </a:moveTo>
                      <a:lnTo>
                        <a:pt x="2081428" y="304368"/>
                      </a:lnTo>
                      <a:lnTo>
                        <a:pt x="2040458" y="356413"/>
                      </a:lnTo>
                      <a:lnTo>
                        <a:pt x="2035467" y="352489"/>
                      </a:lnTo>
                      <a:close/>
                      <a:moveTo>
                        <a:pt x="557530" y="272846"/>
                      </a:moveTo>
                      <a:lnTo>
                        <a:pt x="600722" y="332663"/>
                      </a:lnTo>
                      <a:lnTo>
                        <a:pt x="595566" y="336371"/>
                      </a:lnTo>
                      <a:lnTo>
                        <a:pt x="552373" y="276567"/>
                      </a:lnTo>
                      <a:close/>
                      <a:moveTo>
                        <a:pt x="2048676" y="270637"/>
                      </a:moveTo>
                      <a:lnTo>
                        <a:pt x="2053819" y="274358"/>
                      </a:lnTo>
                      <a:lnTo>
                        <a:pt x="2010626" y="334163"/>
                      </a:lnTo>
                      <a:lnTo>
                        <a:pt x="2005483" y="330442"/>
                      </a:lnTo>
                      <a:close/>
                      <a:moveTo>
                        <a:pt x="518732" y="261734"/>
                      </a:moveTo>
                      <a:lnTo>
                        <a:pt x="581864" y="345909"/>
                      </a:lnTo>
                      <a:lnTo>
                        <a:pt x="576784" y="349719"/>
                      </a:lnTo>
                      <a:lnTo>
                        <a:pt x="513652" y="265544"/>
                      </a:lnTo>
                      <a:close/>
                      <a:moveTo>
                        <a:pt x="594106" y="256285"/>
                      </a:moveTo>
                      <a:lnTo>
                        <a:pt x="631761" y="310552"/>
                      </a:lnTo>
                      <a:lnTo>
                        <a:pt x="626554" y="314172"/>
                      </a:lnTo>
                      <a:lnTo>
                        <a:pt x="588886" y="259905"/>
                      </a:lnTo>
                      <a:close/>
                      <a:moveTo>
                        <a:pt x="2004313" y="249681"/>
                      </a:moveTo>
                      <a:lnTo>
                        <a:pt x="2009584" y="253225"/>
                      </a:lnTo>
                      <a:lnTo>
                        <a:pt x="1973034" y="307492"/>
                      </a:lnTo>
                      <a:lnTo>
                        <a:pt x="1967763" y="303948"/>
                      </a:lnTo>
                      <a:close/>
                      <a:moveTo>
                        <a:pt x="614084" y="243052"/>
                      </a:moveTo>
                      <a:lnTo>
                        <a:pt x="650634" y="298437"/>
                      </a:lnTo>
                      <a:lnTo>
                        <a:pt x="645338" y="301929"/>
                      </a:lnTo>
                      <a:lnTo>
                        <a:pt x="608788" y="246557"/>
                      </a:lnTo>
                      <a:close/>
                      <a:moveTo>
                        <a:pt x="1981023" y="241985"/>
                      </a:moveTo>
                      <a:lnTo>
                        <a:pt x="1986357" y="245414"/>
                      </a:lnTo>
                      <a:lnTo>
                        <a:pt x="1954238" y="295262"/>
                      </a:lnTo>
                      <a:lnTo>
                        <a:pt x="1948905" y="291820"/>
                      </a:lnTo>
                      <a:close/>
                      <a:moveTo>
                        <a:pt x="2046427" y="230823"/>
                      </a:moveTo>
                      <a:lnTo>
                        <a:pt x="2051647" y="234430"/>
                      </a:lnTo>
                      <a:lnTo>
                        <a:pt x="1991830" y="320815"/>
                      </a:lnTo>
                      <a:lnTo>
                        <a:pt x="1986610" y="317208"/>
                      </a:lnTo>
                      <a:close/>
                      <a:moveTo>
                        <a:pt x="1961059" y="229845"/>
                      </a:moveTo>
                      <a:lnTo>
                        <a:pt x="1966443" y="233198"/>
                      </a:lnTo>
                      <a:lnTo>
                        <a:pt x="1935443" y="283033"/>
                      </a:lnTo>
                      <a:lnTo>
                        <a:pt x="1930045" y="279680"/>
                      </a:lnTo>
                      <a:close/>
                      <a:moveTo>
                        <a:pt x="634061" y="229831"/>
                      </a:moveTo>
                      <a:lnTo>
                        <a:pt x="669507" y="286308"/>
                      </a:lnTo>
                      <a:lnTo>
                        <a:pt x="664122" y="289686"/>
                      </a:lnTo>
                      <a:lnTo>
                        <a:pt x="628689" y="233209"/>
                      </a:lnTo>
                      <a:close/>
                      <a:moveTo>
                        <a:pt x="1941081" y="217729"/>
                      </a:moveTo>
                      <a:lnTo>
                        <a:pt x="1946555" y="220942"/>
                      </a:lnTo>
                      <a:lnTo>
                        <a:pt x="1916647" y="271895"/>
                      </a:lnTo>
                      <a:lnTo>
                        <a:pt x="1911173" y="268669"/>
                      </a:lnTo>
                      <a:close/>
                      <a:moveTo>
                        <a:pt x="655154" y="217728"/>
                      </a:moveTo>
                      <a:lnTo>
                        <a:pt x="688378" y="274205"/>
                      </a:lnTo>
                      <a:lnTo>
                        <a:pt x="682904" y="277431"/>
                      </a:lnTo>
                      <a:lnTo>
                        <a:pt x="649681" y="220941"/>
                      </a:lnTo>
                      <a:close/>
                      <a:moveTo>
                        <a:pt x="675106" y="205562"/>
                      </a:moveTo>
                      <a:lnTo>
                        <a:pt x="708329" y="263157"/>
                      </a:lnTo>
                      <a:lnTo>
                        <a:pt x="702830" y="266332"/>
                      </a:lnTo>
                      <a:lnTo>
                        <a:pt x="669594" y="208737"/>
                      </a:lnTo>
                      <a:close/>
                      <a:moveTo>
                        <a:pt x="1902244" y="187947"/>
                      </a:moveTo>
                      <a:lnTo>
                        <a:pt x="1907857" y="190906"/>
                      </a:lnTo>
                      <a:lnTo>
                        <a:pt x="1876844" y="249618"/>
                      </a:lnTo>
                      <a:lnTo>
                        <a:pt x="1871230" y="246646"/>
                      </a:lnTo>
                      <a:close/>
                      <a:moveTo>
                        <a:pt x="1929968" y="187884"/>
                      </a:moveTo>
                      <a:lnTo>
                        <a:pt x="1935518" y="190970"/>
                      </a:lnTo>
                      <a:lnTo>
                        <a:pt x="1896757" y="260744"/>
                      </a:lnTo>
                      <a:lnTo>
                        <a:pt x="1891195" y="257658"/>
                      </a:lnTo>
                      <a:close/>
                      <a:moveTo>
                        <a:pt x="683996" y="171284"/>
                      </a:moveTo>
                      <a:lnTo>
                        <a:pt x="728294" y="252145"/>
                      </a:lnTo>
                      <a:lnTo>
                        <a:pt x="722731" y="255193"/>
                      </a:lnTo>
                      <a:lnTo>
                        <a:pt x="678421" y="174345"/>
                      </a:lnTo>
                      <a:close/>
                      <a:moveTo>
                        <a:pt x="710590" y="170218"/>
                      </a:moveTo>
                      <a:lnTo>
                        <a:pt x="748258" y="241097"/>
                      </a:lnTo>
                      <a:lnTo>
                        <a:pt x="742645" y="244082"/>
                      </a:lnTo>
                      <a:lnTo>
                        <a:pt x="704989" y="173203"/>
                      </a:lnTo>
                      <a:close/>
                      <a:moveTo>
                        <a:pt x="759372" y="161455"/>
                      </a:moveTo>
                      <a:lnTo>
                        <a:pt x="788175" y="220155"/>
                      </a:lnTo>
                      <a:lnTo>
                        <a:pt x="782473" y="222949"/>
                      </a:lnTo>
                      <a:lnTo>
                        <a:pt x="753669" y="164249"/>
                      </a:lnTo>
                      <a:close/>
                      <a:moveTo>
                        <a:pt x="1865642" y="154825"/>
                      </a:moveTo>
                      <a:lnTo>
                        <a:pt x="1871357" y="157581"/>
                      </a:lnTo>
                      <a:lnTo>
                        <a:pt x="1837029" y="228472"/>
                      </a:lnTo>
                      <a:lnTo>
                        <a:pt x="1831314" y="225704"/>
                      </a:lnTo>
                      <a:close/>
                      <a:moveTo>
                        <a:pt x="805967" y="147219"/>
                      </a:moveTo>
                      <a:lnTo>
                        <a:pt x="829233" y="202603"/>
                      </a:lnTo>
                      <a:lnTo>
                        <a:pt x="823379" y="205055"/>
                      </a:lnTo>
                      <a:lnTo>
                        <a:pt x="800112" y="149683"/>
                      </a:lnTo>
                      <a:close/>
                      <a:moveTo>
                        <a:pt x="1816863" y="146075"/>
                      </a:moveTo>
                      <a:lnTo>
                        <a:pt x="1822679" y="148615"/>
                      </a:lnTo>
                      <a:lnTo>
                        <a:pt x="1796098" y="209524"/>
                      </a:lnTo>
                      <a:lnTo>
                        <a:pt x="1790281" y="206984"/>
                      </a:lnTo>
                      <a:close/>
                      <a:moveTo>
                        <a:pt x="827011" y="138353"/>
                      </a:moveTo>
                      <a:lnTo>
                        <a:pt x="850277" y="193738"/>
                      </a:lnTo>
                      <a:lnTo>
                        <a:pt x="844423" y="196202"/>
                      </a:lnTo>
                      <a:lnTo>
                        <a:pt x="821156" y="140817"/>
                      </a:lnTo>
                      <a:close/>
                      <a:moveTo>
                        <a:pt x="774917" y="138278"/>
                      </a:moveTo>
                      <a:lnTo>
                        <a:pt x="808152" y="211379"/>
                      </a:lnTo>
                      <a:lnTo>
                        <a:pt x="802361" y="214008"/>
                      </a:lnTo>
                      <a:lnTo>
                        <a:pt x="769138" y="140907"/>
                      </a:lnTo>
                      <a:close/>
                      <a:moveTo>
                        <a:pt x="1794701" y="137236"/>
                      </a:moveTo>
                      <a:lnTo>
                        <a:pt x="1800543" y="139725"/>
                      </a:lnTo>
                      <a:lnTo>
                        <a:pt x="1775067" y="199529"/>
                      </a:lnTo>
                      <a:lnTo>
                        <a:pt x="1769225" y="197040"/>
                      </a:lnTo>
                      <a:close/>
                      <a:moveTo>
                        <a:pt x="1849018" y="133808"/>
                      </a:moveTo>
                      <a:lnTo>
                        <a:pt x="1854758" y="136513"/>
                      </a:lnTo>
                      <a:lnTo>
                        <a:pt x="1815998" y="218478"/>
                      </a:lnTo>
                      <a:lnTo>
                        <a:pt x="1810257" y="215761"/>
                      </a:lnTo>
                      <a:close/>
                      <a:moveTo>
                        <a:pt x="1905547" y="130378"/>
                      </a:moveTo>
                      <a:lnTo>
                        <a:pt x="1911198" y="133299"/>
                      </a:lnTo>
                      <a:lnTo>
                        <a:pt x="1856931" y="238506"/>
                      </a:lnTo>
                      <a:lnTo>
                        <a:pt x="1851280" y="235598"/>
                      </a:lnTo>
                      <a:close/>
                      <a:moveTo>
                        <a:pt x="849186" y="129553"/>
                      </a:moveTo>
                      <a:lnTo>
                        <a:pt x="871335" y="184925"/>
                      </a:lnTo>
                      <a:lnTo>
                        <a:pt x="865442" y="187287"/>
                      </a:lnTo>
                      <a:lnTo>
                        <a:pt x="843293" y="131915"/>
                      </a:lnTo>
                      <a:close/>
                      <a:moveTo>
                        <a:pt x="1772527" y="128448"/>
                      </a:moveTo>
                      <a:lnTo>
                        <a:pt x="1778420" y="130798"/>
                      </a:lnTo>
                      <a:lnTo>
                        <a:pt x="1754048" y="191720"/>
                      </a:lnTo>
                      <a:lnTo>
                        <a:pt x="1748156" y="189357"/>
                      </a:lnTo>
                      <a:close/>
                      <a:moveTo>
                        <a:pt x="713943" y="124841"/>
                      </a:moveTo>
                      <a:lnTo>
                        <a:pt x="768210" y="230061"/>
                      </a:lnTo>
                      <a:lnTo>
                        <a:pt x="762558" y="232969"/>
                      </a:lnTo>
                      <a:lnTo>
                        <a:pt x="708291" y="127750"/>
                      </a:lnTo>
                      <a:close/>
                      <a:moveTo>
                        <a:pt x="1750353" y="119633"/>
                      </a:moveTo>
                      <a:lnTo>
                        <a:pt x="1756283" y="121894"/>
                      </a:lnTo>
                      <a:lnTo>
                        <a:pt x="1733030" y="182816"/>
                      </a:lnTo>
                      <a:lnTo>
                        <a:pt x="1727099" y="180542"/>
                      </a:lnTo>
                      <a:close/>
                      <a:moveTo>
                        <a:pt x="869151" y="115214"/>
                      </a:moveTo>
                      <a:lnTo>
                        <a:pt x="892404" y="177241"/>
                      </a:lnTo>
                      <a:lnTo>
                        <a:pt x="886461" y="179463"/>
                      </a:lnTo>
                      <a:lnTo>
                        <a:pt x="863194" y="117449"/>
                      </a:lnTo>
                      <a:close/>
                      <a:moveTo>
                        <a:pt x="1728179" y="110832"/>
                      </a:moveTo>
                      <a:lnTo>
                        <a:pt x="1734160" y="112966"/>
                      </a:lnTo>
                      <a:lnTo>
                        <a:pt x="1712011" y="174993"/>
                      </a:lnTo>
                      <a:lnTo>
                        <a:pt x="1706030" y="172859"/>
                      </a:lnTo>
                      <a:close/>
                      <a:moveTo>
                        <a:pt x="912393" y="92113"/>
                      </a:moveTo>
                      <a:lnTo>
                        <a:pt x="934542" y="161887"/>
                      </a:lnTo>
                      <a:lnTo>
                        <a:pt x="928497" y="163805"/>
                      </a:lnTo>
                      <a:lnTo>
                        <a:pt x="906335" y="94031"/>
                      </a:lnTo>
                      <a:close/>
                      <a:moveTo>
                        <a:pt x="1692695" y="91008"/>
                      </a:moveTo>
                      <a:lnTo>
                        <a:pt x="1698752" y="92925"/>
                      </a:lnTo>
                      <a:lnTo>
                        <a:pt x="1676604" y="162699"/>
                      </a:lnTo>
                      <a:lnTo>
                        <a:pt x="1670546" y="160781"/>
                      </a:lnTo>
                      <a:close/>
                      <a:moveTo>
                        <a:pt x="952284" y="87732"/>
                      </a:moveTo>
                      <a:lnTo>
                        <a:pt x="971105" y="150864"/>
                      </a:lnTo>
                      <a:lnTo>
                        <a:pt x="965022" y="152680"/>
                      </a:lnTo>
                      <a:lnTo>
                        <a:pt x="946200" y="89548"/>
                      </a:lnTo>
                      <a:close/>
                      <a:moveTo>
                        <a:pt x="1620672" y="84493"/>
                      </a:moveTo>
                      <a:lnTo>
                        <a:pt x="1626806" y="86144"/>
                      </a:lnTo>
                      <a:lnTo>
                        <a:pt x="1611299" y="143739"/>
                      </a:lnTo>
                      <a:lnTo>
                        <a:pt x="1605165" y="142088"/>
                      </a:lnTo>
                      <a:close/>
                      <a:moveTo>
                        <a:pt x="1645043" y="84468"/>
                      </a:moveTo>
                      <a:lnTo>
                        <a:pt x="1651152" y="86183"/>
                      </a:lnTo>
                      <a:lnTo>
                        <a:pt x="1633435" y="149314"/>
                      </a:lnTo>
                      <a:lnTo>
                        <a:pt x="1627327" y="147600"/>
                      </a:lnTo>
                      <a:close/>
                      <a:moveTo>
                        <a:pt x="975564" y="81153"/>
                      </a:moveTo>
                      <a:lnTo>
                        <a:pt x="993280" y="145390"/>
                      </a:lnTo>
                      <a:lnTo>
                        <a:pt x="987159" y="147079"/>
                      </a:lnTo>
                      <a:lnTo>
                        <a:pt x="969442" y="82842"/>
                      </a:lnTo>
                      <a:close/>
                      <a:moveTo>
                        <a:pt x="1597394" y="79007"/>
                      </a:moveTo>
                      <a:lnTo>
                        <a:pt x="1603553" y="80556"/>
                      </a:lnTo>
                      <a:lnTo>
                        <a:pt x="1589164" y="138151"/>
                      </a:lnTo>
                      <a:lnTo>
                        <a:pt x="1583005" y="136602"/>
                      </a:lnTo>
                      <a:close/>
                      <a:moveTo>
                        <a:pt x="998842" y="75718"/>
                      </a:moveTo>
                      <a:lnTo>
                        <a:pt x="1014349" y="139954"/>
                      </a:lnTo>
                      <a:lnTo>
                        <a:pt x="1008176" y="141440"/>
                      </a:lnTo>
                      <a:lnTo>
                        <a:pt x="992670" y="77204"/>
                      </a:lnTo>
                      <a:close/>
                      <a:moveTo>
                        <a:pt x="1574127" y="73546"/>
                      </a:moveTo>
                      <a:lnTo>
                        <a:pt x="1580311" y="74943"/>
                      </a:lnTo>
                      <a:lnTo>
                        <a:pt x="1567027" y="133642"/>
                      </a:lnTo>
                      <a:lnTo>
                        <a:pt x="1560830" y="132245"/>
                      </a:lnTo>
                      <a:close/>
                      <a:moveTo>
                        <a:pt x="1022108" y="70230"/>
                      </a:moveTo>
                      <a:lnTo>
                        <a:pt x="1036510" y="134467"/>
                      </a:lnTo>
                      <a:lnTo>
                        <a:pt x="1030312" y="135851"/>
                      </a:lnTo>
                      <a:lnTo>
                        <a:pt x="1015911" y="71615"/>
                      </a:lnTo>
                      <a:close/>
                      <a:moveTo>
                        <a:pt x="879144" y="69887"/>
                      </a:moveTo>
                      <a:lnTo>
                        <a:pt x="913472" y="169570"/>
                      </a:lnTo>
                      <a:lnTo>
                        <a:pt x="907465" y="171640"/>
                      </a:lnTo>
                      <a:lnTo>
                        <a:pt x="873137" y="71958"/>
                      </a:lnTo>
                      <a:close/>
                      <a:moveTo>
                        <a:pt x="1045376" y="64744"/>
                      </a:moveTo>
                      <a:lnTo>
                        <a:pt x="1058673" y="128980"/>
                      </a:lnTo>
                      <a:lnTo>
                        <a:pt x="1052450" y="130263"/>
                      </a:lnTo>
                      <a:lnTo>
                        <a:pt x="1039165" y="66027"/>
                      </a:lnTo>
                      <a:close/>
                      <a:moveTo>
                        <a:pt x="1528686" y="58154"/>
                      </a:moveTo>
                      <a:lnTo>
                        <a:pt x="1534934" y="59322"/>
                      </a:lnTo>
                      <a:lnTo>
                        <a:pt x="1522742" y="124664"/>
                      </a:lnTo>
                      <a:lnTo>
                        <a:pt x="1516507" y="123508"/>
                      </a:lnTo>
                      <a:close/>
                      <a:moveTo>
                        <a:pt x="1679397" y="54471"/>
                      </a:moveTo>
                      <a:lnTo>
                        <a:pt x="1685467" y="56363"/>
                      </a:lnTo>
                      <a:lnTo>
                        <a:pt x="1654454" y="156033"/>
                      </a:lnTo>
                      <a:lnTo>
                        <a:pt x="1648396" y="154153"/>
                      </a:lnTo>
                      <a:close/>
                      <a:moveTo>
                        <a:pt x="1187197" y="50686"/>
                      </a:moveTo>
                      <a:lnTo>
                        <a:pt x="1192734" y="109385"/>
                      </a:lnTo>
                      <a:lnTo>
                        <a:pt x="1186422" y="109982"/>
                      </a:lnTo>
                      <a:lnTo>
                        <a:pt x="1180872" y="51283"/>
                      </a:lnTo>
                      <a:close/>
                      <a:moveTo>
                        <a:pt x="1139571" y="49504"/>
                      </a:moveTo>
                      <a:lnTo>
                        <a:pt x="1147318" y="114845"/>
                      </a:lnTo>
                      <a:lnTo>
                        <a:pt x="1141018" y="115595"/>
                      </a:lnTo>
                      <a:lnTo>
                        <a:pt x="1133259" y="50253"/>
                      </a:lnTo>
                      <a:close/>
                      <a:moveTo>
                        <a:pt x="1555281" y="49213"/>
                      </a:moveTo>
                      <a:lnTo>
                        <a:pt x="1561491" y="50546"/>
                      </a:lnTo>
                      <a:lnTo>
                        <a:pt x="1544879" y="128067"/>
                      </a:lnTo>
                      <a:lnTo>
                        <a:pt x="1538669" y="126746"/>
                      </a:lnTo>
                      <a:close/>
                      <a:moveTo>
                        <a:pt x="1210462" y="48527"/>
                      </a:moveTo>
                      <a:lnTo>
                        <a:pt x="1214894" y="107226"/>
                      </a:lnTo>
                      <a:lnTo>
                        <a:pt x="1208557" y="107709"/>
                      </a:lnTo>
                      <a:lnTo>
                        <a:pt x="1204125" y="49010"/>
                      </a:lnTo>
                      <a:close/>
                      <a:moveTo>
                        <a:pt x="1234833" y="46381"/>
                      </a:moveTo>
                      <a:lnTo>
                        <a:pt x="1238161" y="106185"/>
                      </a:lnTo>
                      <a:lnTo>
                        <a:pt x="1231811" y="106541"/>
                      </a:lnTo>
                      <a:lnTo>
                        <a:pt x="1228496" y="46736"/>
                      </a:lnTo>
                      <a:close/>
                      <a:moveTo>
                        <a:pt x="1434504" y="45123"/>
                      </a:moveTo>
                      <a:lnTo>
                        <a:pt x="1440828" y="45771"/>
                      </a:lnTo>
                      <a:lnTo>
                        <a:pt x="1434186" y="111113"/>
                      </a:lnTo>
                      <a:lnTo>
                        <a:pt x="1427862" y="110478"/>
                      </a:lnTo>
                      <a:close/>
                      <a:moveTo>
                        <a:pt x="1411250" y="42913"/>
                      </a:moveTo>
                      <a:lnTo>
                        <a:pt x="1417562" y="43560"/>
                      </a:lnTo>
                      <a:lnTo>
                        <a:pt x="1410920" y="108902"/>
                      </a:lnTo>
                      <a:lnTo>
                        <a:pt x="1404608" y="108254"/>
                      </a:lnTo>
                      <a:close/>
                      <a:moveTo>
                        <a:pt x="1089699" y="42709"/>
                      </a:moveTo>
                      <a:lnTo>
                        <a:pt x="1102996" y="121335"/>
                      </a:lnTo>
                      <a:lnTo>
                        <a:pt x="1096735" y="122402"/>
                      </a:lnTo>
                      <a:lnTo>
                        <a:pt x="1083438" y="43764"/>
                      </a:lnTo>
                      <a:close/>
                      <a:moveTo>
                        <a:pt x="1386879" y="40804"/>
                      </a:moveTo>
                      <a:lnTo>
                        <a:pt x="1393216" y="41223"/>
                      </a:lnTo>
                      <a:lnTo>
                        <a:pt x="1388784" y="107683"/>
                      </a:lnTo>
                      <a:lnTo>
                        <a:pt x="1382446" y="107264"/>
                      </a:lnTo>
                      <a:close/>
                      <a:moveTo>
                        <a:pt x="1258100" y="39801"/>
                      </a:moveTo>
                      <a:lnTo>
                        <a:pt x="1260309" y="105143"/>
                      </a:lnTo>
                      <a:lnTo>
                        <a:pt x="1253959" y="105358"/>
                      </a:lnTo>
                      <a:lnTo>
                        <a:pt x="1251750" y="40017"/>
                      </a:lnTo>
                      <a:close/>
                      <a:moveTo>
                        <a:pt x="1363611" y="39751"/>
                      </a:moveTo>
                      <a:lnTo>
                        <a:pt x="1369949" y="40069"/>
                      </a:lnTo>
                      <a:lnTo>
                        <a:pt x="1366634" y="105423"/>
                      </a:lnTo>
                      <a:lnTo>
                        <a:pt x="1360284" y="105093"/>
                      </a:lnTo>
                      <a:close/>
                      <a:moveTo>
                        <a:pt x="1339241" y="38697"/>
                      </a:moveTo>
                      <a:lnTo>
                        <a:pt x="1345591" y="38913"/>
                      </a:lnTo>
                      <a:lnTo>
                        <a:pt x="1343381" y="105359"/>
                      </a:lnTo>
                      <a:lnTo>
                        <a:pt x="1337031" y="105156"/>
                      </a:lnTo>
                      <a:close/>
                      <a:moveTo>
                        <a:pt x="1483259" y="37249"/>
                      </a:moveTo>
                      <a:lnTo>
                        <a:pt x="1489545" y="38138"/>
                      </a:lnTo>
                      <a:lnTo>
                        <a:pt x="1478471" y="116777"/>
                      </a:lnTo>
                      <a:lnTo>
                        <a:pt x="1472185" y="115888"/>
                      </a:lnTo>
                      <a:close/>
                      <a:moveTo>
                        <a:pt x="1064223" y="34900"/>
                      </a:moveTo>
                      <a:lnTo>
                        <a:pt x="1080834" y="124613"/>
                      </a:lnTo>
                      <a:lnTo>
                        <a:pt x="1074598" y="125768"/>
                      </a:lnTo>
                      <a:lnTo>
                        <a:pt x="1057974" y="36056"/>
                      </a:lnTo>
                      <a:close/>
                      <a:moveTo>
                        <a:pt x="1161719" y="32906"/>
                      </a:moveTo>
                      <a:lnTo>
                        <a:pt x="1170584" y="111544"/>
                      </a:lnTo>
                      <a:lnTo>
                        <a:pt x="1164272" y="112256"/>
                      </a:lnTo>
                      <a:lnTo>
                        <a:pt x="1155407" y="33617"/>
                      </a:lnTo>
                      <a:close/>
                      <a:moveTo>
                        <a:pt x="1299376" y="31051"/>
                      </a:moveTo>
                      <a:lnTo>
                        <a:pt x="1305726" y="31051"/>
                      </a:lnTo>
                      <a:lnTo>
                        <a:pt x="1305726" y="104152"/>
                      </a:lnTo>
                      <a:lnTo>
                        <a:pt x="1299376" y="104152"/>
                      </a:lnTo>
                      <a:close/>
                      <a:moveTo>
                        <a:pt x="1461098" y="22911"/>
                      </a:moveTo>
                      <a:lnTo>
                        <a:pt x="1467397" y="23686"/>
                      </a:lnTo>
                      <a:lnTo>
                        <a:pt x="1456322" y="113399"/>
                      </a:lnTo>
                      <a:lnTo>
                        <a:pt x="1450023" y="112624"/>
                      </a:lnTo>
                      <a:close/>
                      <a:moveTo>
                        <a:pt x="1513166" y="1753"/>
                      </a:moveTo>
                      <a:lnTo>
                        <a:pt x="1519440" y="2756"/>
                      </a:lnTo>
                      <a:lnTo>
                        <a:pt x="1500606" y="120155"/>
                      </a:lnTo>
                      <a:lnTo>
                        <a:pt x="1494345" y="119152"/>
                      </a:lnTo>
                      <a:close/>
                      <a:moveTo>
                        <a:pt x="1107427" y="672"/>
                      </a:moveTo>
                      <a:lnTo>
                        <a:pt x="1125156" y="116966"/>
                      </a:lnTo>
                      <a:lnTo>
                        <a:pt x="1118882" y="117919"/>
                      </a:lnTo>
                      <a:lnTo>
                        <a:pt x="1101153" y="1625"/>
                      </a:lnTo>
                      <a:close/>
                      <a:moveTo>
                        <a:pt x="1281353" y="0"/>
                      </a:moveTo>
                      <a:lnTo>
                        <a:pt x="1282458" y="104115"/>
                      </a:lnTo>
                      <a:lnTo>
                        <a:pt x="1276108" y="104178"/>
                      </a:lnTo>
                      <a:lnTo>
                        <a:pt x="1275003" y="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>
                  <a:off x="4933950" y="2809875"/>
                  <a:ext cx="2324100" cy="2324100"/>
                </a:xfrm>
                <a:prstGeom prst="ellipse">
                  <a:avLst/>
                </a:prstGeom>
                <a:noFill/>
                <a:ln w="6350">
                  <a:solidFill>
                    <a:schemeClr val="accent5">
                      <a:alpha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微软雅黑" panose="020B0503020204020204" charset="-122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2" name="椭圆 41"/>
                <p:cNvSpPr/>
                <p:nvPr/>
              </p:nvSpPr>
              <p:spPr>
                <a:xfrm>
                  <a:off x="4549140" y="2425065"/>
                  <a:ext cx="3093720" cy="3093720"/>
                </a:xfrm>
                <a:prstGeom prst="ellipse">
                  <a:avLst/>
                </a:prstGeom>
                <a:noFill/>
                <a:ln w="6350">
                  <a:solidFill>
                    <a:schemeClr val="accent5">
                      <a:alpha val="5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微软雅黑" panose="020B0503020204020204" charset="-122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3" name="弧形 42"/>
                <p:cNvSpPr/>
                <p:nvPr/>
              </p:nvSpPr>
              <p:spPr>
                <a:xfrm>
                  <a:off x="4848229" y="2724152"/>
                  <a:ext cx="2495546" cy="2495544"/>
                </a:xfrm>
                <a:prstGeom prst="arc">
                  <a:avLst>
                    <a:gd name="adj1" fmla="val 10708083"/>
                    <a:gd name="adj2" fmla="val 7078398"/>
                  </a:avLst>
                </a:prstGeom>
                <a:ln w="6350">
                  <a:solidFill>
                    <a:schemeClr val="accent1">
                      <a:alpha val="50000"/>
                    </a:schemeClr>
                  </a:solidFill>
                  <a:prstDash val="sysDot"/>
                  <a:head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微软雅黑" panose="020B0503020204020204" charset="-122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4" name="弧形 43"/>
                <p:cNvSpPr/>
                <p:nvPr/>
              </p:nvSpPr>
              <p:spPr>
                <a:xfrm>
                  <a:off x="4710538" y="2586460"/>
                  <a:ext cx="2770928" cy="2770928"/>
                </a:xfrm>
                <a:prstGeom prst="arc">
                  <a:avLst>
                    <a:gd name="adj1" fmla="val 5579762"/>
                    <a:gd name="adj2" fmla="val 11982297"/>
                  </a:avLst>
                </a:prstGeom>
                <a:ln w="6350">
                  <a:solidFill>
                    <a:schemeClr val="accent1">
                      <a:alpha val="50000"/>
                    </a:schemeClr>
                  </a:solidFill>
                  <a:prstDash val="sysDot"/>
                  <a:head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5" name="弧形 44"/>
                <p:cNvSpPr/>
                <p:nvPr/>
              </p:nvSpPr>
              <p:spPr>
                <a:xfrm>
                  <a:off x="4710536" y="2586460"/>
                  <a:ext cx="2770928" cy="2770928"/>
                </a:xfrm>
                <a:prstGeom prst="arc">
                  <a:avLst>
                    <a:gd name="adj1" fmla="val 16136439"/>
                    <a:gd name="adj2" fmla="val 176402"/>
                  </a:avLst>
                </a:prstGeom>
                <a:ln w="6350">
                  <a:solidFill>
                    <a:schemeClr val="accent1">
                      <a:alpha val="50000"/>
                    </a:schemeClr>
                  </a:solidFill>
                  <a:prstDash val="sysDot"/>
                  <a:head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14" name="组合 13"/>
              <p:cNvGrpSpPr/>
              <p:nvPr/>
            </p:nvGrpSpPr>
            <p:grpSpPr>
              <a:xfrm>
                <a:off x="4200525" y="2582949"/>
                <a:ext cx="3797300" cy="2777953"/>
                <a:chOff x="4200525" y="2531628"/>
                <a:chExt cx="3797300" cy="2777953"/>
              </a:xfrm>
            </p:grpSpPr>
            <p:grpSp>
              <p:nvGrpSpPr>
                <p:cNvPr id="12" name="组合 11"/>
                <p:cNvGrpSpPr/>
                <p:nvPr/>
              </p:nvGrpSpPr>
              <p:grpSpPr>
                <a:xfrm>
                  <a:off x="4200525" y="2531628"/>
                  <a:ext cx="3797300" cy="528278"/>
                  <a:chOff x="4200525" y="2531628"/>
                  <a:chExt cx="3797300" cy="528278"/>
                </a:xfrm>
              </p:grpSpPr>
              <p:cxnSp>
                <p:nvCxnSpPr>
                  <p:cNvPr id="56" name="直接连接符 55"/>
                  <p:cNvCxnSpPr/>
                  <p:nvPr/>
                </p:nvCxnSpPr>
                <p:spPr>
                  <a:xfrm>
                    <a:off x="7536297" y="2795767"/>
                    <a:ext cx="461528" cy="0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75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直接连接符 54"/>
                  <p:cNvCxnSpPr/>
                  <p:nvPr/>
                </p:nvCxnSpPr>
                <p:spPr>
                  <a:xfrm>
                    <a:off x="4200525" y="2795767"/>
                    <a:ext cx="455178" cy="0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75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7" name="椭圆 46"/>
                  <p:cNvSpPr/>
                  <p:nvPr/>
                </p:nvSpPr>
                <p:spPr>
                  <a:xfrm>
                    <a:off x="4655703" y="2531628"/>
                    <a:ext cx="528278" cy="52827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tIns="0" bIns="0" rtlCol="0" anchor="ctr" anchorCtr="0"/>
                  <a:lstStyle/>
                  <a:p>
                    <a:pPr algn="ctr"/>
                    <a:r>
                      <a:rPr lang="en-US" altLang="zh-CN" sz="2800" kern="0" dirty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Arial" panose="020B0604020202020204" pitchFamily="34" charset="0"/>
                      </a:rPr>
                      <a:t>1</a:t>
                    </a:r>
                    <a:endParaRPr lang="zh-CN" altLang="en-US" sz="2800" kern="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48" name="椭圆 47"/>
                  <p:cNvSpPr/>
                  <p:nvPr/>
                </p:nvSpPr>
                <p:spPr>
                  <a:xfrm>
                    <a:off x="7008019" y="2531628"/>
                    <a:ext cx="528278" cy="52827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tIns="0" bIns="0" rtlCol="0" anchor="ctr" anchorCtr="0"/>
                  <a:lstStyle/>
                  <a:p>
                    <a:pPr algn="ctr"/>
                    <a:r>
                      <a:rPr lang="en-US" altLang="zh-CN" sz="2800" kern="0" dirty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Arial" panose="020B0604020202020204" pitchFamily="34" charset="0"/>
                      </a:rPr>
                      <a:t>2</a:t>
                    </a:r>
                    <a:endParaRPr lang="zh-CN" altLang="en-US" sz="2800" kern="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3" name="组合 12"/>
                <p:cNvGrpSpPr/>
                <p:nvPr/>
              </p:nvGrpSpPr>
              <p:grpSpPr>
                <a:xfrm>
                  <a:off x="4200525" y="4781303"/>
                  <a:ext cx="3797300" cy="528278"/>
                  <a:chOff x="4200525" y="4883944"/>
                  <a:chExt cx="3797300" cy="528278"/>
                </a:xfrm>
              </p:grpSpPr>
              <p:cxnSp>
                <p:nvCxnSpPr>
                  <p:cNvPr id="57" name="直接连接符 56"/>
                  <p:cNvCxnSpPr/>
                  <p:nvPr/>
                </p:nvCxnSpPr>
                <p:spPr>
                  <a:xfrm flipV="1">
                    <a:off x="4200525" y="5146496"/>
                    <a:ext cx="455178" cy="3175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75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直接连接符 57"/>
                  <p:cNvCxnSpPr/>
                  <p:nvPr/>
                </p:nvCxnSpPr>
                <p:spPr>
                  <a:xfrm>
                    <a:off x="7536297" y="5148083"/>
                    <a:ext cx="461528" cy="0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75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9" name="椭圆 48"/>
                  <p:cNvSpPr/>
                  <p:nvPr/>
                </p:nvSpPr>
                <p:spPr>
                  <a:xfrm>
                    <a:off x="7008019" y="4883944"/>
                    <a:ext cx="528278" cy="52827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tIns="0" bIns="0" rtlCol="0" anchor="ctr" anchorCtr="0"/>
                  <a:lstStyle/>
                  <a:p>
                    <a:pPr marR="0" lvl="0" indent="0" algn="ctr" fontAlgn="auto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en-US" altLang="zh-CN" sz="2800" kern="0" dirty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Arial" panose="020B0604020202020204" pitchFamily="34" charset="0"/>
                      </a:rPr>
                      <a:t>3</a:t>
                    </a:r>
                    <a:endParaRPr lang="zh-CN" altLang="en-US" sz="2800" kern="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50" name="椭圆 49"/>
                  <p:cNvSpPr/>
                  <p:nvPr/>
                </p:nvSpPr>
                <p:spPr>
                  <a:xfrm>
                    <a:off x="4655703" y="4883944"/>
                    <a:ext cx="528278" cy="528278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tIns="0" bIns="0" rtlCol="0" anchor="ctr" anchorCtr="0"/>
                  <a:lstStyle/>
                  <a:p>
                    <a:pPr algn="ctr"/>
                    <a:r>
                      <a:rPr lang="en-US" altLang="zh-CN" sz="2800" kern="0" dirty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Arial" panose="020B0604020202020204" pitchFamily="34" charset="0"/>
                      </a:rPr>
                      <a:t>4</a:t>
                    </a:r>
                    <a:endParaRPr lang="zh-CN" altLang="en-US" sz="2800" kern="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sym typeface="Arial" panose="020B0604020202020204" pitchFamily="34" charset="0"/>
                    </a:endParaRPr>
                  </a:p>
                </p:txBody>
              </p:sp>
            </p:grpSp>
          </p:grpSp>
        </p:grpSp>
        <p:sp>
          <p:nvSpPr>
            <p:cNvPr id="46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1" y="1184314"/>
            <a:ext cx="12192001" cy="4394015"/>
            <a:chOff x="-1" y="1184314"/>
            <a:chExt cx="12192001" cy="4394015"/>
          </a:xfrm>
        </p:grpSpPr>
        <p:sp>
          <p:nvSpPr>
            <p:cNvPr id="118" name="PA-椭圆 117"/>
            <p:cNvSpPr/>
            <p:nvPr>
              <p:custDataLst>
                <p:tags r:id="rId1"/>
              </p:custDataLst>
            </p:nvPr>
          </p:nvSpPr>
          <p:spPr>
            <a:xfrm rot="1800000">
              <a:off x="7802178" y="3478809"/>
              <a:ext cx="476437" cy="4764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2500" lnSpcReduction="10000"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119" name="PA-Graphic 118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7200000">
              <a:off x="7784869" y="3405480"/>
              <a:ext cx="511054" cy="623096"/>
            </a:xfrm>
            <a:prstGeom prst="rect">
              <a:avLst/>
            </a:prstGeom>
          </p:spPr>
        </p:pic>
        <p:sp>
          <p:nvSpPr>
            <p:cNvPr id="4" name="PA-文本框 3"/>
            <p:cNvSpPr txBox="1"/>
            <p:nvPr>
              <p:custDataLst>
                <p:tags r:id="rId5"/>
              </p:custDataLst>
            </p:nvPr>
          </p:nvSpPr>
          <p:spPr>
            <a:xfrm>
              <a:off x="660400" y="1184314"/>
              <a:ext cx="10858497" cy="592150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marL="172720" marR="0" lvl="0" indent="-172720" fontAlgn="auto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Tx/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latin typeface="Arial" panose="020B0604020202020204" pitchFamily="34" charset="0"/>
                  <a:ea typeface="微软雅黑" panose="020B0503020204020204" charset="-122"/>
                </a:rPr>
                <a:t>Copy paste  fonts. </a:t>
              </a:r>
              <a:r>
                <a:rPr lang="en-US" altLang="zh-CN" sz="12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Choose</a:t>
              </a:r>
              <a:r>
                <a:rPr lang="zh-CN" alt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（重点加粗）</a:t>
              </a:r>
              <a:r>
                <a:rPr lang="zh-CN" altLang="en-US" sz="1200" dirty="0">
                  <a:latin typeface="Arial" panose="020B0604020202020204" pitchFamily="34" charset="0"/>
                  <a:ea typeface="微软雅黑" panose="020B0503020204020204" charset="-122"/>
                </a:rPr>
                <a:t> </a:t>
              </a:r>
              <a:r>
                <a:rPr lang="en-US" altLang="zh-CN" sz="1200" dirty="0">
                  <a:latin typeface="Arial" panose="020B0604020202020204" pitchFamily="34" charset="0"/>
                  <a:ea typeface="微软雅黑" panose="020B0503020204020204" charset="-122"/>
                </a:rPr>
                <a:t>the only option to retain text. -12pt</a:t>
              </a:r>
              <a:endParaRPr lang="en-US" altLang="zh-CN" sz="1200" dirty="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marL="172720" marR="0" lvl="0" indent="-172720" fontAlgn="auto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Tx/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latin typeface="Arial" panose="020B0604020202020204" pitchFamily="34" charset="0"/>
                  <a:ea typeface="微软雅黑" panose="020B0503020204020204" charset="-122"/>
                </a:rPr>
                <a:t>Theme color makes PPT more convenient to change. Adjust the spacing to adapt to Chinese typesetting, use the reference line in PPT . </a:t>
              </a:r>
              <a:endParaRPr lang="en-US" altLang="zh-CN" sz="12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43" name="PA-椭圆 42"/>
            <p:cNvSpPr/>
            <p:nvPr>
              <p:custDataLst>
                <p:tags r:id="rId6"/>
              </p:custDataLst>
            </p:nvPr>
          </p:nvSpPr>
          <p:spPr>
            <a:xfrm>
              <a:off x="4747260" y="2785360"/>
              <a:ext cx="2697480" cy="2697480"/>
            </a:xfrm>
            <a:prstGeom prst="ellipse">
              <a:avLst/>
            </a:prstGeom>
            <a:gradFill flip="none" rotWithShape="1">
              <a:gsLst>
                <a:gs pos="44000">
                  <a:schemeClr val="bg1">
                    <a:alpha val="25000"/>
                  </a:schemeClr>
                </a:gs>
                <a:gs pos="79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476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4" name="PA-组合 43"/>
            <p:cNvGrpSpPr/>
            <p:nvPr>
              <p:custDataLst>
                <p:tags r:id="rId7"/>
              </p:custDataLst>
            </p:nvPr>
          </p:nvGrpSpPr>
          <p:grpSpPr>
            <a:xfrm rot="892678">
              <a:off x="4706519" y="2795584"/>
              <a:ext cx="2778962" cy="2677032"/>
              <a:chOff x="4819511" y="1770628"/>
              <a:chExt cx="2588282" cy="2493346"/>
            </a:xfrm>
          </p:grpSpPr>
          <p:sp>
            <p:nvSpPr>
              <p:cNvPr id="45" name="PA-椭圆 44"/>
              <p:cNvSpPr/>
              <p:nvPr>
                <p:custDataLst>
                  <p:tags r:id="rId8"/>
                </p:custDataLst>
              </p:nvPr>
            </p:nvSpPr>
            <p:spPr>
              <a:xfrm>
                <a:off x="4866979" y="1770628"/>
                <a:ext cx="2493346" cy="2493346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PA-椭圆 45"/>
              <p:cNvSpPr/>
              <p:nvPr>
                <p:custDataLst>
                  <p:tags r:id="rId9"/>
                </p:custDataLst>
              </p:nvPr>
            </p:nvSpPr>
            <p:spPr>
              <a:xfrm>
                <a:off x="5120627" y="2164902"/>
                <a:ext cx="83410" cy="83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PA-椭圆 47"/>
              <p:cNvSpPr/>
              <p:nvPr>
                <p:custDataLst>
                  <p:tags r:id="rId10"/>
                </p:custDataLst>
              </p:nvPr>
            </p:nvSpPr>
            <p:spPr>
              <a:xfrm>
                <a:off x="7016983" y="2164902"/>
                <a:ext cx="83410" cy="83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PA-椭圆 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7324383" y="2975596"/>
                <a:ext cx="83410" cy="83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PA-椭圆 51"/>
              <p:cNvSpPr/>
              <p:nvPr>
                <p:custDataLst>
                  <p:tags r:id="rId12"/>
                </p:custDataLst>
              </p:nvPr>
            </p:nvSpPr>
            <p:spPr>
              <a:xfrm>
                <a:off x="4819511" y="2975596"/>
                <a:ext cx="83410" cy="83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PA-椭圆 57"/>
              <p:cNvSpPr/>
              <p:nvPr>
                <p:custDataLst>
                  <p:tags r:id="rId13"/>
                </p:custDataLst>
              </p:nvPr>
            </p:nvSpPr>
            <p:spPr>
              <a:xfrm>
                <a:off x="5120627" y="3789503"/>
                <a:ext cx="83410" cy="83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PA-椭圆 63"/>
              <p:cNvSpPr/>
              <p:nvPr>
                <p:custDataLst>
                  <p:tags r:id="rId14"/>
                </p:custDataLst>
              </p:nvPr>
            </p:nvSpPr>
            <p:spPr>
              <a:xfrm>
                <a:off x="7016983" y="3789503"/>
                <a:ext cx="83410" cy="83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0" name="PA-任意多边形 227"/>
            <p:cNvSpPr/>
            <p:nvPr>
              <p:custDataLst>
                <p:tags r:id="rId15"/>
              </p:custDataLst>
            </p:nvPr>
          </p:nvSpPr>
          <p:spPr>
            <a:xfrm flipH="1">
              <a:off x="-1" y="2682839"/>
              <a:ext cx="5832671" cy="693238"/>
            </a:xfrm>
            <a:custGeom>
              <a:avLst/>
              <a:gdLst>
                <a:gd name="connsiteX0" fmla="*/ 0 w 18221724"/>
                <a:gd name="connsiteY0" fmla="*/ 0 h 2043919"/>
                <a:gd name="connsiteX1" fmla="*/ 18221724 w 18221724"/>
                <a:gd name="connsiteY1" fmla="*/ 0 h 2043919"/>
                <a:gd name="connsiteX2" fmla="*/ 18221724 w 18221724"/>
                <a:gd name="connsiteY2" fmla="*/ 2043919 h 2043919"/>
                <a:gd name="connsiteX3" fmla="*/ 2899364 w 18221724"/>
                <a:gd name="connsiteY3" fmla="*/ 2043919 h 2043919"/>
                <a:gd name="connsiteX4" fmla="*/ 2785316 w 18221724"/>
                <a:gd name="connsiteY4" fmla="*/ 1866021 h 2043919"/>
                <a:gd name="connsiteX5" fmla="*/ 538 w 18221724"/>
                <a:gd name="connsiteY5" fmla="*/ 96 h 2043919"/>
                <a:gd name="connsiteX6" fmla="*/ 0 w 18221724"/>
                <a:gd name="connsiteY6" fmla="*/ 0 h 2043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221724" h="2043919">
                  <a:moveTo>
                    <a:pt x="0" y="0"/>
                  </a:moveTo>
                  <a:lnTo>
                    <a:pt x="18221724" y="0"/>
                  </a:lnTo>
                  <a:lnTo>
                    <a:pt x="18221724" y="2043919"/>
                  </a:lnTo>
                  <a:lnTo>
                    <a:pt x="2899364" y="2043919"/>
                  </a:lnTo>
                  <a:lnTo>
                    <a:pt x="2785316" y="1866021"/>
                  </a:lnTo>
                  <a:cubicBezTo>
                    <a:pt x="2147482" y="921904"/>
                    <a:pt x="1155790" y="236495"/>
                    <a:pt x="538" y="96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85000">
                  <a:schemeClr val="accent4">
                    <a:alpha val="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2939" tIns="11470" rIns="22939" bIns="1147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7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1" name="PA-矩形 80"/>
            <p:cNvSpPr/>
            <p:nvPr>
              <p:custDataLst>
                <p:tags r:id="rId16"/>
              </p:custDataLst>
            </p:nvPr>
          </p:nvSpPr>
          <p:spPr>
            <a:xfrm>
              <a:off x="1554789" y="2844792"/>
              <a:ext cx="2106172" cy="369332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r"/>
              <a:r>
                <a:rPr lang="en-US" altLang="zh-CN" dirty="0"/>
                <a:t>Text here-18pt</a:t>
              </a:r>
              <a:endParaRPr lang="en-US" altLang="zh-CN" dirty="0"/>
            </a:p>
          </p:txBody>
        </p:sp>
        <p:sp>
          <p:nvSpPr>
            <p:cNvPr id="87" name="PA-任意多边形 231"/>
            <p:cNvSpPr/>
            <p:nvPr>
              <p:custDataLst>
                <p:tags r:id="rId17"/>
              </p:custDataLst>
            </p:nvPr>
          </p:nvSpPr>
          <p:spPr>
            <a:xfrm flipH="1">
              <a:off x="-1" y="4186326"/>
              <a:ext cx="4815604" cy="693238"/>
            </a:xfrm>
            <a:custGeom>
              <a:avLst/>
              <a:gdLst>
                <a:gd name="connsiteX0" fmla="*/ 542156 w 15223040"/>
                <a:gd name="connsiteY0" fmla="*/ 0 h 2043919"/>
                <a:gd name="connsiteX1" fmla="*/ 15223040 w 15223040"/>
                <a:gd name="connsiteY1" fmla="*/ 0 h 2043919"/>
                <a:gd name="connsiteX2" fmla="*/ 15223040 w 15223040"/>
                <a:gd name="connsiteY2" fmla="*/ 2043919 h 2043919"/>
                <a:gd name="connsiteX3" fmla="*/ 0 w 15223040"/>
                <a:gd name="connsiteY3" fmla="*/ 2043919 h 2043919"/>
                <a:gd name="connsiteX4" fmla="*/ 8860 w 15223040"/>
                <a:gd name="connsiteY4" fmla="*/ 2028507 h 2043919"/>
                <a:gd name="connsiteX5" fmla="*/ 538564 w 15223040"/>
                <a:gd name="connsiteY5" fmla="*/ 142061 h 2043919"/>
                <a:gd name="connsiteX6" fmla="*/ 542156 w 15223040"/>
                <a:gd name="connsiteY6" fmla="*/ 0 h 2043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23040" h="2043919">
                  <a:moveTo>
                    <a:pt x="542156" y="0"/>
                  </a:moveTo>
                  <a:lnTo>
                    <a:pt x="15223040" y="0"/>
                  </a:lnTo>
                  <a:lnTo>
                    <a:pt x="15223040" y="2043919"/>
                  </a:lnTo>
                  <a:lnTo>
                    <a:pt x="0" y="2043919"/>
                  </a:lnTo>
                  <a:lnTo>
                    <a:pt x="8860" y="2028507"/>
                  </a:lnTo>
                  <a:cubicBezTo>
                    <a:pt x="316208" y="1462733"/>
                    <a:pt x="504066" y="822627"/>
                    <a:pt x="538564" y="142061"/>
                  </a:cubicBezTo>
                  <a:lnTo>
                    <a:pt x="542156" y="0"/>
                  </a:lnTo>
                  <a:close/>
                </a:path>
              </a:pathLst>
            </a:custGeom>
            <a:gradFill flip="none" rotWithShape="1">
              <a:gsLst>
                <a:gs pos="85000">
                  <a:schemeClr val="accent4">
                    <a:alpha val="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2939" tIns="11470" rIns="22939" bIns="1147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7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8" name="PA-矩形 87"/>
            <p:cNvSpPr/>
            <p:nvPr>
              <p:custDataLst>
                <p:tags r:id="rId18"/>
              </p:custDataLst>
            </p:nvPr>
          </p:nvSpPr>
          <p:spPr>
            <a:xfrm>
              <a:off x="1149378" y="4348279"/>
              <a:ext cx="2106172" cy="369332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r"/>
              <a:r>
                <a:rPr lang="en-US" altLang="zh-CN" dirty="0"/>
                <a:t>Text here-18pt</a:t>
              </a:r>
              <a:endParaRPr lang="en-US" altLang="zh-CN" dirty="0"/>
            </a:p>
          </p:txBody>
        </p:sp>
        <p:sp>
          <p:nvSpPr>
            <p:cNvPr id="94" name="PA-任意多边形 227"/>
            <p:cNvSpPr/>
            <p:nvPr>
              <p:custDataLst>
                <p:tags r:id="rId19"/>
              </p:custDataLst>
            </p:nvPr>
          </p:nvSpPr>
          <p:spPr>
            <a:xfrm rot="10800000" flipH="1">
              <a:off x="6364768" y="4885091"/>
              <a:ext cx="5757685" cy="693238"/>
            </a:xfrm>
            <a:custGeom>
              <a:avLst/>
              <a:gdLst>
                <a:gd name="connsiteX0" fmla="*/ 0 w 18221724"/>
                <a:gd name="connsiteY0" fmla="*/ 0 h 2043919"/>
                <a:gd name="connsiteX1" fmla="*/ 18221724 w 18221724"/>
                <a:gd name="connsiteY1" fmla="*/ 0 h 2043919"/>
                <a:gd name="connsiteX2" fmla="*/ 18221724 w 18221724"/>
                <a:gd name="connsiteY2" fmla="*/ 2043919 h 2043919"/>
                <a:gd name="connsiteX3" fmla="*/ 2899364 w 18221724"/>
                <a:gd name="connsiteY3" fmla="*/ 2043919 h 2043919"/>
                <a:gd name="connsiteX4" fmla="*/ 2785316 w 18221724"/>
                <a:gd name="connsiteY4" fmla="*/ 1866021 h 2043919"/>
                <a:gd name="connsiteX5" fmla="*/ 538 w 18221724"/>
                <a:gd name="connsiteY5" fmla="*/ 96 h 2043919"/>
                <a:gd name="connsiteX6" fmla="*/ 0 w 18221724"/>
                <a:gd name="connsiteY6" fmla="*/ 0 h 2043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221724" h="2043919">
                  <a:moveTo>
                    <a:pt x="0" y="0"/>
                  </a:moveTo>
                  <a:lnTo>
                    <a:pt x="18221724" y="0"/>
                  </a:lnTo>
                  <a:lnTo>
                    <a:pt x="18221724" y="2043919"/>
                  </a:lnTo>
                  <a:lnTo>
                    <a:pt x="2899364" y="2043919"/>
                  </a:lnTo>
                  <a:lnTo>
                    <a:pt x="2785316" y="1866021"/>
                  </a:lnTo>
                  <a:cubicBezTo>
                    <a:pt x="2147482" y="921904"/>
                    <a:pt x="1155790" y="236495"/>
                    <a:pt x="538" y="96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85000">
                  <a:schemeClr val="accent4">
                    <a:alpha val="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2939" tIns="11470" rIns="22939" bIns="11470" numCol="1" spcCol="0" rtlCol="0" fromWordArt="0" anchor="ctr" anchorCtr="0" forceAA="0" compatLnSpc="1">
              <a:normAutofit/>
            </a:bodyPr>
            <a:lstStyle/>
            <a:p>
              <a:pPr algn="ctr"/>
              <a:endParaRPr lang="zh-CN" altLang="en-US" sz="7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5" name="PA-矩形 94"/>
            <p:cNvSpPr/>
            <p:nvPr>
              <p:custDataLst>
                <p:tags r:id="rId20"/>
              </p:custDataLst>
            </p:nvPr>
          </p:nvSpPr>
          <p:spPr>
            <a:xfrm>
              <a:off x="8627984" y="5047044"/>
              <a:ext cx="1991810" cy="369332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r>
                <a:rPr lang="en-US" altLang="zh-CN" dirty="0"/>
                <a:t>Text here-18pt</a:t>
              </a:r>
              <a:endParaRPr lang="en-US" altLang="zh-CN" dirty="0"/>
            </a:p>
          </p:txBody>
        </p:sp>
        <p:grpSp>
          <p:nvGrpSpPr>
            <p:cNvPr id="96" name="PA-组合 95"/>
            <p:cNvGrpSpPr/>
            <p:nvPr>
              <p:custDataLst>
                <p:tags r:id="rId21"/>
              </p:custDataLst>
            </p:nvPr>
          </p:nvGrpSpPr>
          <p:grpSpPr>
            <a:xfrm rot="19543740">
              <a:off x="7302111" y="4981372"/>
              <a:ext cx="623096" cy="511054"/>
              <a:chOff x="4419612" y="2109776"/>
              <a:chExt cx="1108407" cy="909097"/>
            </a:xfrm>
            <a:solidFill>
              <a:srgbClr val="1D3AB5">
                <a:alpha val="15000"/>
              </a:srgbClr>
            </a:solidFill>
          </p:grpSpPr>
          <p:sp>
            <p:nvSpPr>
              <p:cNvPr id="98" name="PA-椭圆 9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550055" y="2140564"/>
                <a:ext cx="847520" cy="847520"/>
              </a:xfrm>
              <a:prstGeom prst="ellipse">
                <a:avLst/>
              </a:prstGeom>
              <a:solidFill>
                <a:schemeClr val="accent1">
                  <a:alpha val="40000"/>
                </a:schemeClr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9" name="PA-Graphic 98"/>
              <p:cNvPicPr>
                <a:picLocks noChangeAspect="1"/>
              </p:cNvPicPr>
              <p:nvPr>
                <p:custDataLst>
                  <p:tags r:id="rId23"/>
                </p:custDataLst>
              </p:nvPr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>
                <a:off x="4519267" y="2010121"/>
                <a:ext cx="909097" cy="1108407"/>
              </a:xfrm>
              <a:prstGeom prst="rect">
                <a:avLst/>
              </a:prstGeom>
            </p:spPr>
          </p:pic>
        </p:grpSp>
        <p:sp>
          <p:nvSpPr>
            <p:cNvPr id="101" name="PA-任意多边形 229"/>
            <p:cNvSpPr/>
            <p:nvPr>
              <p:custDataLst>
                <p:tags r:id="rId24"/>
              </p:custDataLst>
            </p:nvPr>
          </p:nvSpPr>
          <p:spPr>
            <a:xfrm rot="10800000" flipH="1">
              <a:off x="7381836" y="4133347"/>
              <a:ext cx="4810164" cy="693238"/>
            </a:xfrm>
            <a:custGeom>
              <a:avLst/>
              <a:gdLst>
                <a:gd name="connsiteX0" fmla="*/ 0 w 15223040"/>
                <a:gd name="connsiteY0" fmla="*/ 0 h 2043919"/>
                <a:gd name="connsiteX1" fmla="*/ 15223040 w 15223040"/>
                <a:gd name="connsiteY1" fmla="*/ 0 h 2043919"/>
                <a:gd name="connsiteX2" fmla="*/ 15223040 w 15223040"/>
                <a:gd name="connsiteY2" fmla="*/ 2043919 h 2043919"/>
                <a:gd name="connsiteX3" fmla="*/ 542156 w 15223040"/>
                <a:gd name="connsiteY3" fmla="*/ 2043919 h 2043919"/>
                <a:gd name="connsiteX4" fmla="*/ 538564 w 15223040"/>
                <a:gd name="connsiteY4" fmla="*/ 1901856 h 2043919"/>
                <a:gd name="connsiteX5" fmla="*/ 8860 w 15223040"/>
                <a:gd name="connsiteY5" fmla="*/ 15410 h 2043919"/>
                <a:gd name="connsiteX6" fmla="*/ 0 w 15223040"/>
                <a:gd name="connsiteY6" fmla="*/ 0 h 2043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23040" h="2043919">
                  <a:moveTo>
                    <a:pt x="0" y="0"/>
                  </a:moveTo>
                  <a:lnTo>
                    <a:pt x="15223040" y="0"/>
                  </a:lnTo>
                  <a:lnTo>
                    <a:pt x="15223040" y="2043919"/>
                  </a:lnTo>
                  <a:lnTo>
                    <a:pt x="542156" y="2043919"/>
                  </a:lnTo>
                  <a:lnTo>
                    <a:pt x="538564" y="1901856"/>
                  </a:lnTo>
                  <a:cubicBezTo>
                    <a:pt x="504066" y="1221290"/>
                    <a:pt x="316208" y="581185"/>
                    <a:pt x="8860" y="15410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85000">
                  <a:schemeClr val="accent4">
                    <a:alpha val="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2939" tIns="11470" rIns="22939" bIns="11470" numCol="1" spcCol="0" rtlCol="0" fromWordArt="0" anchor="ctr" anchorCtr="0" forceAA="0" compatLnSpc="1">
              <a:normAutofit/>
            </a:bodyPr>
            <a:lstStyle/>
            <a:p>
              <a:pPr algn="ctr"/>
              <a:endParaRPr lang="zh-CN" altLang="en-US" sz="7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6" name="PA-矩形 105"/>
            <p:cNvSpPr/>
            <p:nvPr>
              <p:custDataLst>
                <p:tags r:id="rId25"/>
              </p:custDataLst>
            </p:nvPr>
          </p:nvSpPr>
          <p:spPr>
            <a:xfrm>
              <a:off x="8939304" y="4295300"/>
              <a:ext cx="1991810" cy="369332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r>
                <a:rPr lang="en-US" altLang="zh-CN" dirty="0"/>
                <a:t>Text here-18pt</a:t>
              </a:r>
              <a:endParaRPr lang="en-US" altLang="zh-CN" dirty="0"/>
            </a:p>
          </p:txBody>
        </p:sp>
        <p:grpSp>
          <p:nvGrpSpPr>
            <p:cNvPr id="107" name="PA-组合 106"/>
            <p:cNvGrpSpPr/>
            <p:nvPr>
              <p:custDataLst>
                <p:tags r:id="rId26"/>
              </p:custDataLst>
            </p:nvPr>
          </p:nvGrpSpPr>
          <p:grpSpPr>
            <a:xfrm>
              <a:off x="7654107" y="4233048"/>
              <a:ext cx="623096" cy="511054"/>
              <a:chOff x="4419611" y="2109774"/>
              <a:chExt cx="1108407" cy="909097"/>
            </a:xfrm>
            <a:solidFill>
              <a:srgbClr val="1D3AB5">
                <a:alpha val="15000"/>
              </a:srgbClr>
            </a:solidFill>
          </p:grpSpPr>
          <p:sp>
            <p:nvSpPr>
              <p:cNvPr id="109" name="PA-椭圆 108"/>
              <p:cNvSpPr/>
              <p:nvPr>
                <p:custDataLst>
                  <p:tags r:id="rId27"/>
                </p:custDataLst>
              </p:nvPr>
            </p:nvSpPr>
            <p:spPr>
              <a:xfrm>
                <a:off x="4550056" y="2140564"/>
                <a:ext cx="847520" cy="847522"/>
              </a:xfrm>
              <a:prstGeom prst="ellipse">
                <a:avLst/>
              </a:prstGeom>
              <a:solidFill>
                <a:schemeClr val="accent1">
                  <a:alpha val="40000"/>
                </a:schemeClr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11" name="PA-Graphic 110"/>
              <p:cNvPicPr>
                <a:picLocks noChangeAspect="1"/>
              </p:cNvPicPr>
              <p:nvPr>
                <p:custDataLst>
                  <p:tags r:id="rId28"/>
                </p:custDataLst>
              </p:nvPr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>
                <a:off x="4519266" y="2010119"/>
                <a:ext cx="909097" cy="1108407"/>
              </a:xfrm>
              <a:prstGeom prst="rect">
                <a:avLst/>
              </a:prstGeom>
            </p:spPr>
          </p:pic>
        </p:grpSp>
        <p:sp>
          <p:nvSpPr>
            <p:cNvPr id="113" name="PA-任意多边形 231"/>
            <p:cNvSpPr/>
            <p:nvPr>
              <p:custDataLst>
                <p:tags r:id="rId29"/>
              </p:custDataLst>
            </p:nvPr>
          </p:nvSpPr>
          <p:spPr>
            <a:xfrm rot="10800000" flipH="1">
              <a:off x="7381836" y="3381604"/>
              <a:ext cx="4810164" cy="693238"/>
            </a:xfrm>
            <a:custGeom>
              <a:avLst/>
              <a:gdLst>
                <a:gd name="connsiteX0" fmla="*/ 542156 w 15223040"/>
                <a:gd name="connsiteY0" fmla="*/ 0 h 2043919"/>
                <a:gd name="connsiteX1" fmla="*/ 15223040 w 15223040"/>
                <a:gd name="connsiteY1" fmla="*/ 0 h 2043919"/>
                <a:gd name="connsiteX2" fmla="*/ 15223040 w 15223040"/>
                <a:gd name="connsiteY2" fmla="*/ 2043919 h 2043919"/>
                <a:gd name="connsiteX3" fmla="*/ 0 w 15223040"/>
                <a:gd name="connsiteY3" fmla="*/ 2043919 h 2043919"/>
                <a:gd name="connsiteX4" fmla="*/ 8860 w 15223040"/>
                <a:gd name="connsiteY4" fmla="*/ 2028507 h 2043919"/>
                <a:gd name="connsiteX5" fmla="*/ 538564 w 15223040"/>
                <a:gd name="connsiteY5" fmla="*/ 142061 h 2043919"/>
                <a:gd name="connsiteX6" fmla="*/ 542156 w 15223040"/>
                <a:gd name="connsiteY6" fmla="*/ 0 h 2043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23040" h="2043919">
                  <a:moveTo>
                    <a:pt x="542156" y="0"/>
                  </a:moveTo>
                  <a:lnTo>
                    <a:pt x="15223040" y="0"/>
                  </a:lnTo>
                  <a:lnTo>
                    <a:pt x="15223040" y="2043919"/>
                  </a:lnTo>
                  <a:lnTo>
                    <a:pt x="0" y="2043919"/>
                  </a:lnTo>
                  <a:lnTo>
                    <a:pt x="8860" y="2028507"/>
                  </a:lnTo>
                  <a:cubicBezTo>
                    <a:pt x="316208" y="1462733"/>
                    <a:pt x="504066" y="822627"/>
                    <a:pt x="538564" y="142061"/>
                  </a:cubicBezTo>
                  <a:lnTo>
                    <a:pt x="542156" y="0"/>
                  </a:lnTo>
                  <a:close/>
                </a:path>
              </a:pathLst>
            </a:custGeom>
            <a:gradFill flip="none" rotWithShape="1">
              <a:gsLst>
                <a:gs pos="85000">
                  <a:schemeClr val="accent4">
                    <a:alpha val="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2939" tIns="11470" rIns="22939" bIns="11470" numCol="1" spcCol="0" rtlCol="0" fromWordArt="0" anchor="ctr" anchorCtr="0" forceAA="0" compatLnSpc="1">
              <a:normAutofit/>
            </a:bodyPr>
            <a:lstStyle/>
            <a:p>
              <a:pPr algn="ctr"/>
              <a:endParaRPr lang="zh-CN" altLang="en-US" sz="7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5" name="PA-矩形 114"/>
            <p:cNvSpPr/>
            <p:nvPr>
              <p:custDataLst>
                <p:tags r:id="rId30"/>
              </p:custDataLst>
            </p:nvPr>
          </p:nvSpPr>
          <p:spPr>
            <a:xfrm>
              <a:off x="9074123" y="3543556"/>
              <a:ext cx="1991810" cy="369332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r>
                <a:rPr lang="en-US" altLang="zh-CN" dirty="0"/>
                <a:t>Text here-18pt</a:t>
              </a:r>
              <a:endParaRPr lang="en-US" altLang="zh-CN" dirty="0"/>
            </a:p>
          </p:txBody>
        </p:sp>
        <p:sp>
          <p:nvSpPr>
            <p:cNvPr id="121" name="PA-任意多边形 229"/>
            <p:cNvSpPr/>
            <p:nvPr>
              <p:custDataLst>
                <p:tags r:id="rId31"/>
              </p:custDataLst>
            </p:nvPr>
          </p:nvSpPr>
          <p:spPr>
            <a:xfrm flipH="1">
              <a:off x="-1" y="3434582"/>
              <a:ext cx="4815604" cy="693238"/>
            </a:xfrm>
            <a:custGeom>
              <a:avLst/>
              <a:gdLst>
                <a:gd name="connsiteX0" fmla="*/ 0 w 15223040"/>
                <a:gd name="connsiteY0" fmla="*/ 0 h 2043919"/>
                <a:gd name="connsiteX1" fmla="*/ 15223040 w 15223040"/>
                <a:gd name="connsiteY1" fmla="*/ 0 h 2043919"/>
                <a:gd name="connsiteX2" fmla="*/ 15223040 w 15223040"/>
                <a:gd name="connsiteY2" fmla="*/ 2043919 h 2043919"/>
                <a:gd name="connsiteX3" fmla="*/ 542156 w 15223040"/>
                <a:gd name="connsiteY3" fmla="*/ 2043919 h 2043919"/>
                <a:gd name="connsiteX4" fmla="*/ 538564 w 15223040"/>
                <a:gd name="connsiteY4" fmla="*/ 1901856 h 2043919"/>
                <a:gd name="connsiteX5" fmla="*/ 8860 w 15223040"/>
                <a:gd name="connsiteY5" fmla="*/ 15410 h 2043919"/>
                <a:gd name="connsiteX6" fmla="*/ 0 w 15223040"/>
                <a:gd name="connsiteY6" fmla="*/ 0 h 2043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23040" h="2043919">
                  <a:moveTo>
                    <a:pt x="0" y="0"/>
                  </a:moveTo>
                  <a:lnTo>
                    <a:pt x="15223040" y="0"/>
                  </a:lnTo>
                  <a:lnTo>
                    <a:pt x="15223040" y="2043919"/>
                  </a:lnTo>
                  <a:lnTo>
                    <a:pt x="542156" y="2043919"/>
                  </a:lnTo>
                  <a:lnTo>
                    <a:pt x="538564" y="1901856"/>
                  </a:lnTo>
                  <a:cubicBezTo>
                    <a:pt x="504066" y="1221290"/>
                    <a:pt x="316208" y="581185"/>
                    <a:pt x="8860" y="15410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85000">
                  <a:schemeClr val="accent4">
                    <a:alpha val="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2939" tIns="11470" rIns="22939" bIns="1147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7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2" name="PA-矩形 121"/>
            <p:cNvSpPr/>
            <p:nvPr>
              <p:custDataLst>
                <p:tags r:id="rId32"/>
              </p:custDataLst>
            </p:nvPr>
          </p:nvSpPr>
          <p:spPr>
            <a:xfrm>
              <a:off x="1261533" y="3596535"/>
              <a:ext cx="2106172" cy="369332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r"/>
              <a:r>
                <a:rPr lang="en-US" altLang="zh-CN" dirty="0"/>
                <a:t>Text here-18pt</a:t>
              </a:r>
              <a:endParaRPr lang="en-US" altLang="zh-CN" dirty="0"/>
            </a:p>
          </p:txBody>
        </p:sp>
        <p:sp>
          <p:nvSpPr>
            <p:cNvPr id="84" name="PA-椭圆 83"/>
            <p:cNvSpPr/>
            <p:nvPr>
              <p:custDataLst>
                <p:tags r:id="rId33"/>
              </p:custDataLst>
            </p:nvPr>
          </p:nvSpPr>
          <p:spPr>
            <a:xfrm rot="19543740">
              <a:off x="4364249" y="2797135"/>
              <a:ext cx="476437" cy="4764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2500" lnSpcReduction="1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1" name="PA-椭圆 90"/>
            <p:cNvSpPr/>
            <p:nvPr>
              <p:custDataLst>
                <p:tags r:id="rId34"/>
              </p:custDataLst>
            </p:nvPr>
          </p:nvSpPr>
          <p:spPr>
            <a:xfrm>
              <a:off x="3921752" y="4317891"/>
              <a:ext cx="476437" cy="4764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2500" lnSpcReduction="1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5" name="PA-椭圆 124"/>
            <p:cNvSpPr/>
            <p:nvPr>
              <p:custDataLst>
                <p:tags r:id="rId35"/>
              </p:custDataLst>
            </p:nvPr>
          </p:nvSpPr>
          <p:spPr>
            <a:xfrm rot="1800000">
              <a:off x="4015606" y="3556090"/>
              <a:ext cx="476437" cy="4764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2500" lnSpcReduction="10000"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92" name="PA-Graphic 91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3904444" y="4244562"/>
              <a:ext cx="511054" cy="623096"/>
            </a:xfrm>
            <a:prstGeom prst="rect">
              <a:avLst/>
            </a:prstGeom>
          </p:spPr>
        </p:pic>
        <p:pic>
          <p:nvPicPr>
            <p:cNvPr id="126" name="PA-Graphic 125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7200000">
              <a:off x="3998298" y="3482761"/>
              <a:ext cx="511054" cy="623096"/>
            </a:xfrm>
            <a:prstGeom prst="rect">
              <a:avLst/>
            </a:prstGeom>
          </p:spPr>
        </p:pic>
        <p:pic>
          <p:nvPicPr>
            <p:cNvPr id="85" name="PA-Graphic 84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3343740">
              <a:off x="4346941" y="2723806"/>
              <a:ext cx="511054" cy="623096"/>
            </a:xfrm>
            <a:prstGeom prst="rect">
              <a:avLst/>
            </a:prstGeom>
          </p:spPr>
        </p:pic>
        <p:pic>
          <p:nvPicPr>
            <p:cNvPr id="124" name="PA-Graphic 123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4137791" y="3669458"/>
              <a:ext cx="232137" cy="247191"/>
            </a:xfrm>
            <a:prstGeom prst="rect">
              <a:avLst/>
            </a:prstGeom>
          </p:spPr>
        </p:pic>
        <p:sp>
          <p:nvSpPr>
            <p:cNvPr id="127" name="PA-直角三角形 126"/>
            <p:cNvSpPr/>
            <p:nvPr>
              <p:custDataLst>
                <p:tags r:id="rId42"/>
              </p:custDataLst>
            </p:nvPr>
          </p:nvSpPr>
          <p:spPr>
            <a:xfrm rot="18900000" flipH="1">
              <a:off x="3791873" y="2958067"/>
              <a:ext cx="151292" cy="151292"/>
            </a:xfrm>
            <a:prstGeom prst="rtTriangle">
              <a:avLst/>
            </a:prstGeom>
            <a:noFill/>
            <a:ln>
              <a:gradFill>
                <a:gsLst>
                  <a:gs pos="60000">
                    <a:schemeClr val="accent3">
                      <a:alpha val="0"/>
                    </a:schemeClr>
                  </a:gs>
                  <a:gs pos="60000">
                    <a:schemeClr val="accent3"/>
                  </a:gs>
                </a:gsLst>
                <a:lin ang="81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8" name="PA-直角三角形 127"/>
            <p:cNvSpPr/>
            <p:nvPr>
              <p:custDataLst>
                <p:tags r:id="rId43"/>
              </p:custDataLst>
            </p:nvPr>
          </p:nvSpPr>
          <p:spPr>
            <a:xfrm rot="18900000" flipH="1">
              <a:off x="3497083" y="3705555"/>
              <a:ext cx="151292" cy="151292"/>
            </a:xfrm>
            <a:prstGeom prst="rtTriangle">
              <a:avLst/>
            </a:prstGeom>
            <a:noFill/>
            <a:ln>
              <a:gradFill>
                <a:gsLst>
                  <a:gs pos="60000">
                    <a:schemeClr val="accent3">
                      <a:alpha val="0"/>
                    </a:schemeClr>
                  </a:gs>
                  <a:gs pos="60000">
                    <a:schemeClr val="accent3"/>
                  </a:gs>
                </a:gsLst>
                <a:lin ang="81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9" name="PA-直角三角形 128"/>
            <p:cNvSpPr/>
            <p:nvPr>
              <p:custDataLst>
                <p:tags r:id="rId44"/>
              </p:custDataLst>
            </p:nvPr>
          </p:nvSpPr>
          <p:spPr>
            <a:xfrm rot="18900000" flipH="1">
              <a:off x="3248208" y="4457299"/>
              <a:ext cx="151292" cy="151292"/>
            </a:xfrm>
            <a:prstGeom prst="rtTriangle">
              <a:avLst/>
            </a:prstGeom>
            <a:noFill/>
            <a:ln>
              <a:gradFill>
                <a:gsLst>
                  <a:gs pos="60000">
                    <a:schemeClr val="accent3">
                      <a:alpha val="0"/>
                    </a:schemeClr>
                  </a:gs>
                  <a:gs pos="60000">
                    <a:schemeClr val="accent3"/>
                  </a:gs>
                </a:gsLst>
                <a:lin ang="81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0" name="PA-直角三角形 129"/>
            <p:cNvSpPr/>
            <p:nvPr>
              <p:custDataLst>
                <p:tags r:id="rId45"/>
              </p:custDataLst>
            </p:nvPr>
          </p:nvSpPr>
          <p:spPr>
            <a:xfrm rot="2700000">
              <a:off x="8779619" y="3652575"/>
              <a:ext cx="151292" cy="151292"/>
            </a:xfrm>
            <a:prstGeom prst="rtTriangle">
              <a:avLst/>
            </a:prstGeom>
            <a:noFill/>
            <a:ln>
              <a:gradFill>
                <a:gsLst>
                  <a:gs pos="60000">
                    <a:schemeClr val="accent3">
                      <a:alpha val="0"/>
                    </a:schemeClr>
                  </a:gs>
                  <a:gs pos="60000">
                    <a:schemeClr val="accent3"/>
                  </a:gs>
                </a:gsLst>
                <a:lin ang="81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1" name="PA-直角三角形 130"/>
            <p:cNvSpPr/>
            <p:nvPr>
              <p:custDataLst>
                <p:tags r:id="rId46"/>
              </p:custDataLst>
            </p:nvPr>
          </p:nvSpPr>
          <p:spPr>
            <a:xfrm rot="2700000">
              <a:off x="8625328" y="4404320"/>
              <a:ext cx="151292" cy="151292"/>
            </a:xfrm>
            <a:prstGeom prst="rtTriangle">
              <a:avLst/>
            </a:prstGeom>
            <a:noFill/>
            <a:ln>
              <a:gradFill>
                <a:gsLst>
                  <a:gs pos="60000">
                    <a:schemeClr val="accent3">
                      <a:alpha val="0"/>
                    </a:schemeClr>
                  </a:gs>
                  <a:gs pos="60000">
                    <a:schemeClr val="accent3"/>
                  </a:gs>
                </a:gsLst>
                <a:lin ang="81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2" name="PA-直角三角形 131"/>
            <p:cNvSpPr/>
            <p:nvPr>
              <p:custDataLst>
                <p:tags r:id="rId47"/>
              </p:custDataLst>
            </p:nvPr>
          </p:nvSpPr>
          <p:spPr>
            <a:xfrm rot="2700000">
              <a:off x="8383876" y="5156062"/>
              <a:ext cx="151292" cy="151292"/>
            </a:xfrm>
            <a:prstGeom prst="rtTriangle">
              <a:avLst/>
            </a:prstGeom>
            <a:noFill/>
            <a:ln>
              <a:gradFill>
                <a:gsLst>
                  <a:gs pos="60000">
                    <a:schemeClr val="accent3">
                      <a:alpha val="0"/>
                    </a:schemeClr>
                  </a:gs>
                  <a:gs pos="60000">
                    <a:schemeClr val="accent3"/>
                  </a:gs>
                </a:gsLst>
                <a:lin ang="81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2" name="PA-图形 80"/>
            <p:cNvSpPr/>
            <p:nvPr>
              <p:custDataLst>
                <p:tags r:id="rId48"/>
              </p:custDataLst>
            </p:nvPr>
          </p:nvSpPr>
          <p:spPr>
            <a:xfrm>
              <a:off x="4427096" y="2906255"/>
              <a:ext cx="351778" cy="223807"/>
            </a:xfrm>
            <a:custGeom>
              <a:avLst/>
              <a:gdLst>
                <a:gd name="connsiteX0" fmla="*/ 1127467 w 1692719"/>
                <a:gd name="connsiteY0" fmla="*/ 1011317 h 1076936"/>
                <a:gd name="connsiteX1" fmla="*/ 1101891 w 1692719"/>
                <a:gd name="connsiteY1" fmla="*/ 1004789 h 1076936"/>
                <a:gd name="connsiteX2" fmla="*/ 847715 w 1692719"/>
                <a:gd name="connsiteY2" fmla="*/ 863680 h 1076936"/>
                <a:gd name="connsiteX3" fmla="*/ 593539 w 1692719"/>
                <a:gd name="connsiteY3" fmla="*/ 1004789 h 1076936"/>
                <a:gd name="connsiteX4" fmla="*/ 521644 w 1692719"/>
                <a:gd name="connsiteY4" fmla="*/ 984018 h 1076936"/>
                <a:gd name="connsiteX5" fmla="*/ 515750 w 1692719"/>
                <a:gd name="connsiteY5" fmla="*/ 949933 h 1076936"/>
                <a:gd name="connsiteX6" fmla="*/ 564434 w 1692719"/>
                <a:gd name="connsiteY6" fmla="*/ 648660 h 1076936"/>
                <a:gd name="connsiteX7" fmla="*/ 357177 w 1692719"/>
                <a:gd name="connsiteY7" fmla="*/ 435760 h 1076936"/>
                <a:gd name="connsiteX8" fmla="*/ 358098 w 1692719"/>
                <a:gd name="connsiteY8" fmla="*/ 360929 h 1076936"/>
                <a:gd name="connsiteX9" fmla="*/ 386988 w 1692719"/>
                <a:gd name="connsiteY9" fmla="*/ 346506 h 1076936"/>
                <a:gd name="connsiteX10" fmla="*/ 671856 w 1692719"/>
                <a:gd name="connsiteY10" fmla="*/ 302938 h 1076936"/>
                <a:gd name="connsiteX11" fmla="*/ 799736 w 1692719"/>
                <a:gd name="connsiteY11" fmla="*/ 30417 h 1076936"/>
                <a:gd name="connsiteX12" fmla="*/ 870138 w 1692719"/>
                <a:gd name="connsiteY12" fmla="*/ 5040 h 1076936"/>
                <a:gd name="connsiteX13" fmla="*/ 895517 w 1692719"/>
                <a:gd name="connsiteY13" fmla="*/ 30417 h 1076936"/>
                <a:gd name="connsiteX14" fmla="*/ 1023046 w 1692719"/>
                <a:gd name="connsiteY14" fmla="*/ 302938 h 1076936"/>
                <a:gd name="connsiteX15" fmla="*/ 1307914 w 1692719"/>
                <a:gd name="connsiteY15" fmla="*/ 346506 h 1076936"/>
                <a:gd name="connsiteX16" fmla="*/ 1352146 w 1692719"/>
                <a:gd name="connsiteY16" fmla="*/ 406870 h 1076936"/>
                <a:gd name="connsiteX17" fmla="*/ 1337722 w 1692719"/>
                <a:gd name="connsiteY17" fmla="*/ 435760 h 1076936"/>
                <a:gd name="connsiteX18" fmla="*/ 1130643 w 1692719"/>
                <a:gd name="connsiteY18" fmla="*/ 648660 h 1076936"/>
                <a:gd name="connsiteX19" fmla="*/ 1179678 w 1692719"/>
                <a:gd name="connsiteY19" fmla="*/ 949933 h 1076936"/>
                <a:gd name="connsiteX20" fmla="*/ 1135915 w 1692719"/>
                <a:gd name="connsiteY20" fmla="*/ 1010638 h 1076936"/>
                <a:gd name="connsiteX21" fmla="*/ 1126762 w 1692719"/>
                <a:gd name="connsiteY21" fmla="*/ 1011315 h 1076936"/>
                <a:gd name="connsiteX22" fmla="*/ 847715 w 1692719"/>
                <a:gd name="connsiteY22" fmla="*/ 750085 h 1076936"/>
                <a:gd name="connsiteX23" fmla="*/ 873291 w 1692719"/>
                <a:gd name="connsiteY23" fmla="*/ 756787 h 1076936"/>
                <a:gd name="connsiteX24" fmla="*/ 1058324 w 1692719"/>
                <a:gd name="connsiteY24" fmla="*/ 859269 h 1076936"/>
                <a:gd name="connsiteX25" fmla="*/ 1023046 w 1692719"/>
                <a:gd name="connsiteY25" fmla="*/ 639312 h 1076936"/>
                <a:gd name="connsiteX26" fmla="*/ 1037333 w 1692719"/>
                <a:gd name="connsiteY26" fmla="*/ 593804 h 1076936"/>
                <a:gd name="connsiteX27" fmla="*/ 1191850 w 1692719"/>
                <a:gd name="connsiteY27" fmla="*/ 435055 h 1076936"/>
                <a:gd name="connsiteX28" fmla="*/ 980183 w 1692719"/>
                <a:gd name="connsiteY28" fmla="*/ 402774 h 1076936"/>
                <a:gd name="connsiteX29" fmla="*/ 940320 w 1692719"/>
                <a:gd name="connsiteY29" fmla="*/ 372965 h 1076936"/>
                <a:gd name="connsiteX30" fmla="*/ 847715 w 1692719"/>
                <a:gd name="connsiteY30" fmla="*/ 177526 h 1076936"/>
                <a:gd name="connsiteX31" fmla="*/ 755641 w 1692719"/>
                <a:gd name="connsiteY31" fmla="*/ 373494 h 1076936"/>
                <a:gd name="connsiteX32" fmla="*/ 715775 w 1692719"/>
                <a:gd name="connsiteY32" fmla="*/ 403304 h 1076936"/>
                <a:gd name="connsiteX33" fmla="*/ 504110 w 1692719"/>
                <a:gd name="connsiteY33" fmla="*/ 435583 h 1076936"/>
                <a:gd name="connsiteX34" fmla="*/ 658625 w 1692719"/>
                <a:gd name="connsiteY34" fmla="*/ 594332 h 1076936"/>
                <a:gd name="connsiteX35" fmla="*/ 672913 w 1692719"/>
                <a:gd name="connsiteY35" fmla="*/ 639840 h 1076936"/>
                <a:gd name="connsiteX36" fmla="*/ 637635 w 1692719"/>
                <a:gd name="connsiteY36" fmla="*/ 859799 h 1076936"/>
                <a:gd name="connsiteX37" fmla="*/ 821962 w 1692719"/>
                <a:gd name="connsiteY37" fmla="*/ 757846 h 1076936"/>
                <a:gd name="connsiteX38" fmla="*/ 847715 w 1692719"/>
                <a:gd name="connsiteY38" fmla="*/ 750085 h 1076936"/>
                <a:gd name="connsiteX39" fmla="*/ 1690678 w 1692719"/>
                <a:gd name="connsiteY39" fmla="*/ 637548 h 1076936"/>
                <a:gd name="connsiteX40" fmla="*/ 1650637 w 1692719"/>
                <a:gd name="connsiteY40" fmla="*/ 603857 h 1076936"/>
                <a:gd name="connsiteX41" fmla="*/ 1468604 w 1692719"/>
                <a:gd name="connsiteY41" fmla="*/ 575989 h 1076936"/>
                <a:gd name="connsiteX42" fmla="*/ 1410395 w 1692719"/>
                <a:gd name="connsiteY42" fmla="*/ 452516 h 1076936"/>
                <a:gd name="connsiteX43" fmla="*/ 1340546 w 1692719"/>
                <a:gd name="connsiteY43" fmla="*/ 541416 h 1076936"/>
                <a:gd name="connsiteX44" fmla="*/ 1388346 w 1692719"/>
                <a:gd name="connsiteY44" fmla="*/ 643016 h 1076936"/>
                <a:gd name="connsiteX45" fmla="*/ 1426269 w 1692719"/>
                <a:gd name="connsiteY45" fmla="*/ 671414 h 1076936"/>
                <a:gd name="connsiteX46" fmla="*/ 1538101 w 1692719"/>
                <a:gd name="connsiteY46" fmla="*/ 689054 h 1076936"/>
                <a:gd name="connsiteX47" fmla="*/ 1455551 w 1692719"/>
                <a:gd name="connsiteY47" fmla="*/ 773720 h 1076936"/>
                <a:gd name="connsiteX48" fmla="*/ 1441969 w 1692719"/>
                <a:gd name="connsiteY48" fmla="*/ 816936 h 1076936"/>
                <a:gd name="connsiteX49" fmla="*/ 1460842 w 1692719"/>
                <a:gd name="connsiteY49" fmla="*/ 933177 h 1076936"/>
                <a:gd name="connsiteX50" fmla="*/ 1365064 w 1692719"/>
                <a:gd name="connsiteY50" fmla="*/ 880259 h 1076936"/>
                <a:gd name="connsiteX51" fmla="*/ 1316380 w 1692719"/>
                <a:gd name="connsiteY51" fmla="*/ 880259 h 1076936"/>
                <a:gd name="connsiteX52" fmla="*/ 1263463 w 1692719"/>
                <a:gd name="connsiteY52" fmla="*/ 909364 h 1076936"/>
                <a:gd name="connsiteX53" fmla="*/ 1281102 w 1692719"/>
                <a:gd name="connsiteY53" fmla="*/ 1015196 h 1076936"/>
                <a:gd name="connsiteX54" fmla="*/ 1340546 w 1692719"/>
                <a:gd name="connsiteY54" fmla="*/ 980977 h 1076936"/>
                <a:gd name="connsiteX55" fmla="*/ 1502646 w 1692719"/>
                <a:gd name="connsiteY55" fmla="*/ 1070582 h 1076936"/>
                <a:gd name="connsiteX56" fmla="*/ 1571020 w 1692719"/>
                <a:gd name="connsiteY56" fmla="*/ 1051103 h 1076936"/>
                <a:gd name="connsiteX57" fmla="*/ 1576554 w 1692719"/>
                <a:gd name="connsiteY57" fmla="*/ 1017666 h 1076936"/>
                <a:gd name="connsiteX58" fmla="*/ 1544980 w 1692719"/>
                <a:gd name="connsiteY58" fmla="*/ 823639 h 1076936"/>
                <a:gd name="connsiteX59" fmla="*/ 1678154 w 1692719"/>
                <a:gd name="connsiteY59" fmla="*/ 687114 h 1076936"/>
                <a:gd name="connsiteX60" fmla="*/ 1690678 w 1692719"/>
                <a:gd name="connsiteY60" fmla="*/ 637548 h 1076936"/>
                <a:gd name="connsiteX61" fmla="*/ 2636 w 1692719"/>
                <a:gd name="connsiteY61" fmla="*/ 637548 h 1076936"/>
                <a:gd name="connsiteX62" fmla="*/ 42676 w 1692719"/>
                <a:gd name="connsiteY62" fmla="*/ 603857 h 1076936"/>
                <a:gd name="connsiteX63" fmla="*/ 224709 w 1692719"/>
                <a:gd name="connsiteY63" fmla="*/ 575989 h 1076936"/>
                <a:gd name="connsiteX64" fmla="*/ 282918 w 1692719"/>
                <a:gd name="connsiteY64" fmla="*/ 452516 h 1076936"/>
                <a:gd name="connsiteX65" fmla="*/ 352768 w 1692719"/>
                <a:gd name="connsiteY65" fmla="*/ 541416 h 1076936"/>
                <a:gd name="connsiteX66" fmla="*/ 304967 w 1692719"/>
                <a:gd name="connsiteY66" fmla="*/ 643016 h 1076936"/>
                <a:gd name="connsiteX67" fmla="*/ 267043 w 1692719"/>
                <a:gd name="connsiteY67" fmla="*/ 671414 h 1076936"/>
                <a:gd name="connsiteX68" fmla="*/ 155212 w 1692719"/>
                <a:gd name="connsiteY68" fmla="*/ 689054 h 1076936"/>
                <a:gd name="connsiteX69" fmla="*/ 237761 w 1692719"/>
                <a:gd name="connsiteY69" fmla="*/ 773720 h 1076936"/>
                <a:gd name="connsiteX70" fmla="*/ 251344 w 1692719"/>
                <a:gd name="connsiteY70" fmla="*/ 816936 h 1076936"/>
                <a:gd name="connsiteX71" fmla="*/ 232471 w 1692719"/>
                <a:gd name="connsiteY71" fmla="*/ 933177 h 1076936"/>
                <a:gd name="connsiteX72" fmla="*/ 328249 w 1692719"/>
                <a:gd name="connsiteY72" fmla="*/ 880259 h 1076936"/>
                <a:gd name="connsiteX73" fmla="*/ 376933 w 1692719"/>
                <a:gd name="connsiteY73" fmla="*/ 880259 h 1076936"/>
                <a:gd name="connsiteX74" fmla="*/ 429850 w 1692719"/>
                <a:gd name="connsiteY74" fmla="*/ 909364 h 1076936"/>
                <a:gd name="connsiteX75" fmla="*/ 412210 w 1692719"/>
                <a:gd name="connsiteY75" fmla="*/ 1015196 h 1076936"/>
                <a:gd name="connsiteX76" fmla="*/ 352768 w 1692719"/>
                <a:gd name="connsiteY76" fmla="*/ 980977 h 1076936"/>
                <a:gd name="connsiteX77" fmla="*/ 190667 w 1692719"/>
                <a:gd name="connsiteY77" fmla="*/ 1070582 h 1076936"/>
                <a:gd name="connsiteX78" fmla="*/ 122293 w 1692719"/>
                <a:gd name="connsiteY78" fmla="*/ 1051103 h 1076936"/>
                <a:gd name="connsiteX79" fmla="*/ 116759 w 1692719"/>
                <a:gd name="connsiteY79" fmla="*/ 1017666 h 1076936"/>
                <a:gd name="connsiteX80" fmla="*/ 148333 w 1692719"/>
                <a:gd name="connsiteY80" fmla="*/ 823639 h 1076936"/>
                <a:gd name="connsiteX81" fmla="*/ 14277 w 1692719"/>
                <a:gd name="connsiteY81" fmla="*/ 688700 h 1076936"/>
                <a:gd name="connsiteX82" fmla="*/ 2636 w 1692719"/>
                <a:gd name="connsiteY82" fmla="*/ 637548 h 1076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692719" h="1076936">
                  <a:moveTo>
                    <a:pt x="1127467" y="1011317"/>
                  </a:moveTo>
                  <a:cubicBezTo>
                    <a:pt x="1118528" y="1011336"/>
                    <a:pt x="1109729" y="1009090"/>
                    <a:pt x="1101891" y="1004789"/>
                  </a:cubicBezTo>
                  <a:lnTo>
                    <a:pt x="847715" y="863680"/>
                  </a:lnTo>
                  <a:lnTo>
                    <a:pt x="593539" y="1004789"/>
                  </a:lnTo>
                  <a:cubicBezTo>
                    <a:pt x="567950" y="1018907"/>
                    <a:pt x="535760" y="1009607"/>
                    <a:pt x="521644" y="984018"/>
                  </a:cubicBezTo>
                  <a:cubicBezTo>
                    <a:pt x="515916" y="973637"/>
                    <a:pt x="513841" y="961634"/>
                    <a:pt x="515750" y="949933"/>
                  </a:cubicBezTo>
                  <a:lnTo>
                    <a:pt x="564434" y="648660"/>
                  </a:lnTo>
                  <a:lnTo>
                    <a:pt x="357177" y="435760"/>
                  </a:lnTo>
                  <a:cubicBezTo>
                    <a:pt x="336768" y="414842"/>
                    <a:pt x="337181" y="381339"/>
                    <a:pt x="358098" y="360929"/>
                  </a:cubicBezTo>
                  <a:cubicBezTo>
                    <a:pt x="365990" y="353229"/>
                    <a:pt x="376090" y="348187"/>
                    <a:pt x="386988" y="346506"/>
                  </a:cubicBezTo>
                  <a:lnTo>
                    <a:pt x="671856" y="302938"/>
                  </a:lnTo>
                  <a:lnTo>
                    <a:pt x="799736" y="30417"/>
                  </a:lnTo>
                  <a:cubicBezTo>
                    <a:pt x="812169" y="3968"/>
                    <a:pt x="843689" y="-7393"/>
                    <a:pt x="870138" y="5040"/>
                  </a:cubicBezTo>
                  <a:cubicBezTo>
                    <a:pt x="881296" y="10284"/>
                    <a:pt x="890270" y="19260"/>
                    <a:pt x="895517" y="30417"/>
                  </a:cubicBezTo>
                  <a:lnTo>
                    <a:pt x="1023046" y="302938"/>
                  </a:lnTo>
                  <a:lnTo>
                    <a:pt x="1307914" y="346506"/>
                  </a:lnTo>
                  <a:cubicBezTo>
                    <a:pt x="1336798" y="350961"/>
                    <a:pt x="1356601" y="377986"/>
                    <a:pt x="1352146" y="406870"/>
                  </a:cubicBezTo>
                  <a:cubicBezTo>
                    <a:pt x="1350466" y="417768"/>
                    <a:pt x="1345422" y="427868"/>
                    <a:pt x="1337722" y="435760"/>
                  </a:cubicBezTo>
                  <a:lnTo>
                    <a:pt x="1130643" y="648660"/>
                  </a:lnTo>
                  <a:lnTo>
                    <a:pt x="1179678" y="949933"/>
                  </a:lnTo>
                  <a:cubicBezTo>
                    <a:pt x="1184357" y="978781"/>
                    <a:pt x="1164764" y="1005959"/>
                    <a:pt x="1135915" y="1010638"/>
                  </a:cubicBezTo>
                  <a:cubicBezTo>
                    <a:pt x="1132890" y="1011129"/>
                    <a:pt x="1129828" y="1011356"/>
                    <a:pt x="1126762" y="1011315"/>
                  </a:cubicBezTo>
                  <a:close/>
                  <a:moveTo>
                    <a:pt x="847715" y="750085"/>
                  </a:moveTo>
                  <a:cubicBezTo>
                    <a:pt x="856671" y="750118"/>
                    <a:pt x="865470" y="752425"/>
                    <a:pt x="873291" y="756787"/>
                  </a:cubicBezTo>
                  <a:lnTo>
                    <a:pt x="1058324" y="859269"/>
                  </a:lnTo>
                  <a:lnTo>
                    <a:pt x="1023046" y="639312"/>
                  </a:lnTo>
                  <a:cubicBezTo>
                    <a:pt x="1020313" y="622734"/>
                    <a:pt x="1025617" y="605844"/>
                    <a:pt x="1037333" y="593804"/>
                  </a:cubicBezTo>
                  <a:lnTo>
                    <a:pt x="1191850" y="435055"/>
                  </a:lnTo>
                  <a:lnTo>
                    <a:pt x="980183" y="402774"/>
                  </a:lnTo>
                  <a:cubicBezTo>
                    <a:pt x="962759" y="400098"/>
                    <a:pt x="947813" y="388922"/>
                    <a:pt x="940320" y="372965"/>
                  </a:cubicBezTo>
                  <a:lnTo>
                    <a:pt x="847715" y="177526"/>
                  </a:lnTo>
                  <a:lnTo>
                    <a:pt x="755641" y="373494"/>
                  </a:lnTo>
                  <a:cubicBezTo>
                    <a:pt x="748147" y="389450"/>
                    <a:pt x="733199" y="400627"/>
                    <a:pt x="715775" y="403304"/>
                  </a:cubicBezTo>
                  <a:lnTo>
                    <a:pt x="504110" y="435583"/>
                  </a:lnTo>
                  <a:lnTo>
                    <a:pt x="658625" y="594332"/>
                  </a:lnTo>
                  <a:cubicBezTo>
                    <a:pt x="670343" y="606374"/>
                    <a:pt x="675645" y="623264"/>
                    <a:pt x="672913" y="639840"/>
                  </a:cubicBezTo>
                  <a:lnTo>
                    <a:pt x="637635" y="859799"/>
                  </a:lnTo>
                  <a:lnTo>
                    <a:pt x="821962" y="757846"/>
                  </a:lnTo>
                  <a:cubicBezTo>
                    <a:pt x="829735" y="753084"/>
                    <a:pt x="838605" y="750410"/>
                    <a:pt x="847715" y="750085"/>
                  </a:cubicBezTo>
                  <a:close/>
                  <a:moveTo>
                    <a:pt x="1690678" y="637548"/>
                  </a:moveTo>
                  <a:cubicBezTo>
                    <a:pt x="1684687" y="619709"/>
                    <a:pt x="1669237" y="606709"/>
                    <a:pt x="1650637" y="603857"/>
                  </a:cubicBezTo>
                  <a:lnTo>
                    <a:pt x="1468604" y="575989"/>
                  </a:lnTo>
                  <a:lnTo>
                    <a:pt x="1410395" y="452516"/>
                  </a:lnTo>
                  <a:lnTo>
                    <a:pt x="1340546" y="541416"/>
                  </a:lnTo>
                  <a:lnTo>
                    <a:pt x="1388346" y="643016"/>
                  </a:lnTo>
                  <a:cubicBezTo>
                    <a:pt x="1395455" y="658219"/>
                    <a:pt x="1409681" y="668873"/>
                    <a:pt x="1426269" y="671414"/>
                  </a:cubicBezTo>
                  <a:lnTo>
                    <a:pt x="1538101" y="689054"/>
                  </a:lnTo>
                  <a:lnTo>
                    <a:pt x="1455551" y="773720"/>
                  </a:lnTo>
                  <a:cubicBezTo>
                    <a:pt x="1444423" y="785154"/>
                    <a:pt x="1439381" y="801192"/>
                    <a:pt x="1441969" y="816936"/>
                  </a:cubicBezTo>
                  <a:lnTo>
                    <a:pt x="1460842" y="933177"/>
                  </a:lnTo>
                  <a:lnTo>
                    <a:pt x="1365064" y="880259"/>
                  </a:lnTo>
                  <a:cubicBezTo>
                    <a:pt x="1349909" y="871912"/>
                    <a:pt x="1331535" y="871912"/>
                    <a:pt x="1316380" y="880259"/>
                  </a:cubicBezTo>
                  <a:lnTo>
                    <a:pt x="1263463" y="909364"/>
                  </a:lnTo>
                  <a:lnTo>
                    <a:pt x="1281102" y="1015196"/>
                  </a:lnTo>
                  <a:lnTo>
                    <a:pt x="1340546" y="980977"/>
                  </a:lnTo>
                  <a:lnTo>
                    <a:pt x="1502646" y="1070582"/>
                  </a:lnTo>
                  <a:cubicBezTo>
                    <a:pt x="1526907" y="1084085"/>
                    <a:pt x="1557517" y="1075363"/>
                    <a:pt x="1571020" y="1051103"/>
                  </a:cubicBezTo>
                  <a:cubicBezTo>
                    <a:pt x="1576679" y="1040934"/>
                    <a:pt x="1578634" y="1029117"/>
                    <a:pt x="1576554" y="1017666"/>
                  </a:cubicBezTo>
                  <a:lnTo>
                    <a:pt x="1544980" y="823639"/>
                  </a:lnTo>
                  <a:lnTo>
                    <a:pt x="1678154" y="687114"/>
                  </a:lnTo>
                  <a:cubicBezTo>
                    <a:pt x="1691044" y="674106"/>
                    <a:pt x="1695842" y="655117"/>
                    <a:pt x="1690678" y="637548"/>
                  </a:cubicBezTo>
                  <a:close/>
                  <a:moveTo>
                    <a:pt x="2636" y="637548"/>
                  </a:moveTo>
                  <a:cubicBezTo>
                    <a:pt x="8625" y="619709"/>
                    <a:pt x="24076" y="606709"/>
                    <a:pt x="42676" y="603857"/>
                  </a:cubicBezTo>
                  <a:lnTo>
                    <a:pt x="224709" y="575989"/>
                  </a:lnTo>
                  <a:lnTo>
                    <a:pt x="282918" y="452516"/>
                  </a:lnTo>
                  <a:lnTo>
                    <a:pt x="352768" y="541416"/>
                  </a:lnTo>
                  <a:lnTo>
                    <a:pt x="304967" y="643016"/>
                  </a:lnTo>
                  <a:cubicBezTo>
                    <a:pt x="297858" y="658219"/>
                    <a:pt x="283632" y="668873"/>
                    <a:pt x="267043" y="671414"/>
                  </a:cubicBezTo>
                  <a:lnTo>
                    <a:pt x="155212" y="689054"/>
                  </a:lnTo>
                  <a:lnTo>
                    <a:pt x="237761" y="773720"/>
                  </a:lnTo>
                  <a:cubicBezTo>
                    <a:pt x="248890" y="785154"/>
                    <a:pt x="253932" y="801192"/>
                    <a:pt x="251344" y="816936"/>
                  </a:cubicBezTo>
                  <a:lnTo>
                    <a:pt x="232471" y="933177"/>
                  </a:lnTo>
                  <a:lnTo>
                    <a:pt x="328249" y="880259"/>
                  </a:lnTo>
                  <a:cubicBezTo>
                    <a:pt x="343403" y="871912"/>
                    <a:pt x="361778" y="871912"/>
                    <a:pt x="376933" y="880259"/>
                  </a:cubicBezTo>
                  <a:lnTo>
                    <a:pt x="429850" y="909364"/>
                  </a:lnTo>
                  <a:lnTo>
                    <a:pt x="412210" y="1015196"/>
                  </a:lnTo>
                  <a:lnTo>
                    <a:pt x="352768" y="980977"/>
                  </a:lnTo>
                  <a:lnTo>
                    <a:pt x="190667" y="1070582"/>
                  </a:lnTo>
                  <a:cubicBezTo>
                    <a:pt x="166406" y="1084085"/>
                    <a:pt x="135796" y="1075363"/>
                    <a:pt x="122293" y="1051103"/>
                  </a:cubicBezTo>
                  <a:cubicBezTo>
                    <a:pt x="116634" y="1040934"/>
                    <a:pt x="114679" y="1029117"/>
                    <a:pt x="116759" y="1017666"/>
                  </a:cubicBezTo>
                  <a:lnTo>
                    <a:pt x="148333" y="823639"/>
                  </a:lnTo>
                  <a:lnTo>
                    <a:pt x="14277" y="688700"/>
                  </a:lnTo>
                  <a:cubicBezTo>
                    <a:pt x="1102" y="675187"/>
                    <a:pt x="-3394" y="655432"/>
                    <a:pt x="2636" y="637548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7500" lnSpcReduction="20000"/>
            </a:bodyPr>
            <a:lstStyle/>
            <a:p>
              <a:pPr algn="ctr" defTabSz="914400"/>
              <a:endParaRPr lang="zh-CN" altLang="en-US" sz="2000" b="1">
                <a:solidFill>
                  <a:schemeClr val="bg1"/>
                </a:solidFill>
              </a:endParaRPr>
            </a:p>
          </p:txBody>
        </p:sp>
        <p:sp>
          <p:nvSpPr>
            <p:cNvPr id="105" name="PA-图形 86"/>
            <p:cNvSpPr/>
            <p:nvPr>
              <p:custDataLst>
                <p:tags r:id="rId49"/>
              </p:custDataLst>
            </p:nvPr>
          </p:nvSpPr>
          <p:spPr>
            <a:xfrm>
              <a:off x="7927074" y="3573495"/>
              <a:ext cx="226644" cy="247323"/>
            </a:xfrm>
            <a:custGeom>
              <a:avLst/>
              <a:gdLst>
                <a:gd name="connsiteX0" fmla="*/ 508812 w 1021089"/>
                <a:gd name="connsiteY0" fmla="*/ 557087 h 1114251"/>
                <a:gd name="connsiteX1" fmla="*/ 785704 w 1021089"/>
                <a:gd name="connsiteY1" fmla="*/ 280195 h 1114251"/>
                <a:gd name="connsiteX2" fmla="*/ 508812 w 1021089"/>
                <a:gd name="connsiteY2" fmla="*/ 1 h 1114251"/>
                <a:gd name="connsiteX3" fmla="*/ 231997 w 1021089"/>
                <a:gd name="connsiteY3" fmla="*/ 275084 h 1114251"/>
                <a:gd name="connsiteX4" fmla="*/ 231997 w 1021089"/>
                <a:gd name="connsiteY4" fmla="*/ 276894 h 1114251"/>
                <a:gd name="connsiteX5" fmla="*/ 508812 w 1021089"/>
                <a:gd name="connsiteY5" fmla="*/ 557087 h 1114251"/>
                <a:gd name="connsiteX6" fmla="*/ 508812 w 1021089"/>
                <a:gd name="connsiteY6" fmla="*/ 67575 h 1114251"/>
                <a:gd name="connsiteX7" fmla="*/ 718131 w 1021089"/>
                <a:gd name="connsiteY7" fmla="*/ 276894 h 1114251"/>
                <a:gd name="connsiteX8" fmla="*/ 508812 w 1021089"/>
                <a:gd name="connsiteY8" fmla="*/ 486214 h 1114251"/>
                <a:gd name="connsiteX9" fmla="*/ 299491 w 1021089"/>
                <a:gd name="connsiteY9" fmla="*/ 276894 h 1114251"/>
                <a:gd name="connsiteX10" fmla="*/ 508812 w 1021089"/>
                <a:gd name="connsiteY10" fmla="*/ 67496 h 1114251"/>
                <a:gd name="connsiteX11" fmla="*/ 1015296 w 1021089"/>
                <a:gd name="connsiteY11" fmla="*/ 898096 h 1114251"/>
                <a:gd name="connsiteX12" fmla="*/ 589899 w 1021089"/>
                <a:gd name="connsiteY12" fmla="*/ 573981 h 1114251"/>
                <a:gd name="connsiteX13" fmla="*/ 427802 w 1021089"/>
                <a:gd name="connsiteY13" fmla="*/ 573981 h 1114251"/>
                <a:gd name="connsiteX14" fmla="*/ 5784 w 1021089"/>
                <a:gd name="connsiteY14" fmla="*/ 898096 h 1114251"/>
                <a:gd name="connsiteX15" fmla="*/ 36113 w 1021089"/>
                <a:gd name="connsiteY15" fmla="*/ 1046679 h 1114251"/>
                <a:gd name="connsiteX16" fmla="*/ 171259 w 1021089"/>
                <a:gd name="connsiteY16" fmla="*/ 1114251 h 1114251"/>
                <a:gd name="connsiteX17" fmla="*/ 849820 w 1021089"/>
                <a:gd name="connsiteY17" fmla="*/ 1114251 h 1114251"/>
                <a:gd name="connsiteX18" fmla="*/ 984967 w 1021089"/>
                <a:gd name="connsiteY18" fmla="*/ 1046679 h 1114251"/>
                <a:gd name="connsiteX19" fmla="*/ 1015296 w 1021089"/>
                <a:gd name="connsiteY19" fmla="*/ 898175 h 1114251"/>
                <a:gd name="connsiteX20" fmla="*/ 930908 w 1021089"/>
                <a:gd name="connsiteY20" fmla="*/ 1006134 h 1114251"/>
                <a:gd name="connsiteX21" fmla="*/ 849820 w 1021089"/>
                <a:gd name="connsiteY21" fmla="*/ 1046679 h 1114251"/>
                <a:gd name="connsiteX22" fmla="*/ 171181 w 1021089"/>
                <a:gd name="connsiteY22" fmla="*/ 1046679 h 1114251"/>
                <a:gd name="connsiteX23" fmla="*/ 90172 w 1021089"/>
                <a:gd name="connsiteY23" fmla="*/ 1006134 h 1114251"/>
                <a:gd name="connsiteX24" fmla="*/ 73279 w 1021089"/>
                <a:gd name="connsiteY24" fmla="*/ 914989 h 1114251"/>
                <a:gd name="connsiteX25" fmla="*/ 427802 w 1021089"/>
                <a:gd name="connsiteY25" fmla="*/ 641554 h 1114251"/>
                <a:gd name="connsiteX26" fmla="*/ 589899 w 1021089"/>
                <a:gd name="connsiteY26" fmla="*/ 641554 h 1114251"/>
                <a:gd name="connsiteX27" fmla="*/ 947802 w 1021089"/>
                <a:gd name="connsiteY27" fmla="*/ 918369 h 1114251"/>
                <a:gd name="connsiteX28" fmla="*/ 930908 w 1021089"/>
                <a:gd name="connsiteY28" fmla="*/ 1006134 h 1114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21089" h="1114251">
                  <a:moveTo>
                    <a:pt x="508812" y="557087"/>
                  </a:moveTo>
                  <a:cubicBezTo>
                    <a:pt x="661449" y="556399"/>
                    <a:pt x="785015" y="432832"/>
                    <a:pt x="785704" y="280195"/>
                  </a:cubicBezTo>
                  <a:cubicBezTo>
                    <a:pt x="785704" y="128312"/>
                    <a:pt x="664151" y="1"/>
                    <a:pt x="508812" y="1"/>
                  </a:cubicBezTo>
                  <a:cubicBezTo>
                    <a:pt x="356409" y="-477"/>
                    <a:pt x="232474" y="122682"/>
                    <a:pt x="231997" y="275084"/>
                  </a:cubicBezTo>
                  <a:cubicBezTo>
                    <a:pt x="231994" y="275688"/>
                    <a:pt x="231994" y="276291"/>
                    <a:pt x="231997" y="276894"/>
                  </a:cubicBezTo>
                  <a:cubicBezTo>
                    <a:pt x="231997" y="428777"/>
                    <a:pt x="356928" y="557087"/>
                    <a:pt x="508812" y="557087"/>
                  </a:cubicBezTo>
                  <a:close/>
                  <a:moveTo>
                    <a:pt x="508812" y="67575"/>
                  </a:moveTo>
                  <a:cubicBezTo>
                    <a:pt x="624165" y="68176"/>
                    <a:pt x="717529" y="161540"/>
                    <a:pt x="718131" y="276894"/>
                  </a:cubicBezTo>
                  <a:cubicBezTo>
                    <a:pt x="717529" y="392248"/>
                    <a:pt x="624165" y="485612"/>
                    <a:pt x="508812" y="486214"/>
                  </a:cubicBezTo>
                  <a:cubicBezTo>
                    <a:pt x="393457" y="485612"/>
                    <a:pt x="300093" y="392248"/>
                    <a:pt x="299491" y="276894"/>
                  </a:cubicBezTo>
                  <a:cubicBezTo>
                    <a:pt x="300050" y="161509"/>
                    <a:pt x="393427" y="68098"/>
                    <a:pt x="508812" y="67496"/>
                  </a:cubicBezTo>
                  <a:close/>
                  <a:moveTo>
                    <a:pt x="1015296" y="898096"/>
                  </a:moveTo>
                  <a:cubicBezTo>
                    <a:pt x="964616" y="709048"/>
                    <a:pt x="789005" y="573981"/>
                    <a:pt x="589899" y="573981"/>
                  </a:cubicBezTo>
                  <a:lnTo>
                    <a:pt x="427802" y="573981"/>
                  </a:lnTo>
                  <a:cubicBezTo>
                    <a:pt x="230062" y="574276"/>
                    <a:pt x="57082" y="707126"/>
                    <a:pt x="5784" y="898096"/>
                  </a:cubicBezTo>
                  <a:cubicBezTo>
                    <a:pt x="-8026" y="949637"/>
                    <a:pt x="3208" y="1004672"/>
                    <a:pt x="36113" y="1046679"/>
                  </a:cubicBezTo>
                  <a:cubicBezTo>
                    <a:pt x="69900" y="1090601"/>
                    <a:pt x="117201" y="1114251"/>
                    <a:pt x="171259" y="1114251"/>
                  </a:cubicBezTo>
                  <a:lnTo>
                    <a:pt x="849820" y="1114251"/>
                  </a:lnTo>
                  <a:cubicBezTo>
                    <a:pt x="903878" y="1114251"/>
                    <a:pt x="951180" y="1090601"/>
                    <a:pt x="984967" y="1046679"/>
                  </a:cubicBezTo>
                  <a:cubicBezTo>
                    <a:pt x="1018674" y="1006134"/>
                    <a:pt x="1028810" y="952154"/>
                    <a:pt x="1015296" y="898175"/>
                  </a:cubicBezTo>
                  <a:close/>
                  <a:moveTo>
                    <a:pt x="930908" y="1006134"/>
                  </a:moveTo>
                  <a:cubicBezTo>
                    <a:pt x="911831" y="1031737"/>
                    <a:pt x="881747" y="1046779"/>
                    <a:pt x="849820" y="1046679"/>
                  </a:cubicBezTo>
                  <a:lnTo>
                    <a:pt x="171181" y="1046679"/>
                  </a:lnTo>
                  <a:cubicBezTo>
                    <a:pt x="137394" y="1046679"/>
                    <a:pt x="110444" y="1033164"/>
                    <a:pt x="90172" y="1006134"/>
                  </a:cubicBezTo>
                  <a:cubicBezTo>
                    <a:pt x="69900" y="979184"/>
                    <a:pt x="63142" y="948776"/>
                    <a:pt x="73279" y="914989"/>
                  </a:cubicBezTo>
                  <a:cubicBezTo>
                    <a:pt x="113822" y="756271"/>
                    <a:pt x="258948" y="641554"/>
                    <a:pt x="427802" y="641554"/>
                  </a:cubicBezTo>
                  <a:lnTo>
                    <a:pt x="589899" y="641554"/>
                  </a:lnTo>
                  <a:cubicBezTo>
                    <a:pt x="758675" y="641554"/>
                    <a:pt x="903878" y="756271"/>
                    <a:pt x="947802" y="918369"/>
                  </a:cubicBezTo>
                  <a:cubicBezTo>
                    <a:pt x="957859" y="948776"/>
                    <a:pt x="951102" y="979184"/>
                    <a:pt x="930908" y="1006134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5000" lnSpcReduction="20000"/>
            </a:bodyPr>
            <a:lstStyle/>
            <a:p>
              <a:pPr algn="ctr" defTabSz="914400"/>
              <a:endParaRPr lang="zh-CN" altLang="en-US" sz="2000" b="1">
                <a:solidFill>
                  <a:schemeClr val="bg1"/>
                </a:solidFill>
              </a:endParaRPr>
            </a:p>
          </p:txBody>
        </p:sp>
        <p:sp>
          <p:nvSpPr>
            <p:cNvPr id="133" name="PA-任意多边形 132"/>
            <p:cNvSpPr/>
            <p:nvPr>
              <p:custDataLst>
                <p:tags r:id="rId50"/>
              </p:custDataLst>
            </p:nvPr>
          </p:nvSpPr>
          <p:spPr>
            <a:xfrm>
              <a:off x="7832868" y="4372986"/>
              <a:ext cx="260148" cy="231723"/>
            </a:xfrm>
            <a:custGeom>
              <a:avLst/>
              <a:gdLst>
                <a:gd name="connsiteX0" fmla="*/ 461305 w 1012861"/>
                <a:gd name="connsiteY0" fmla="*/ 650298 h 902191"/>
                <a:gd name="connsiteX1" fmla="*/ 478117 w 1012861"/>
                <a:gd name="connsiteY1" fmla="*/ 673147 h 902191"/>
                <a:gd name="connsiteX2" fmla="*/ 505305 w 1012861"/>
                <a:gd name="connsiteY2" fmla="*/ 704166 h 902191"/>
                <a:gd name="connsiteX3" fmla="*/ 532903 w 1012861"/>
                <a:gd name="connsiteY3" fmla="*/ 672456 h 902191"/>
                <a:gd name="connsiteX4" fmla="*/ 549052 w 1012861"/>
                <a:gd name="connsiteY4" fmla="*/ 650480 h 902191"/>
                <a:gd name="connsiteX5" fmla="*/ 506431 w 1012861"/>
                <a:gd name="connsiteY5" fmla="*/ 653579 h 902191"/>
                <a:gd name="connsiteX6" fmla="*/ 269792 w 1012861"/>
                <a:gd name="connsiteY6" fmla="*/ 629940 h 902191"/>
                <a:gd name="connsiteX7" fmla="*/ 257589 w 1012861"/>
                <a:gd name="connsiteY7" fmla="*/ 679823 h 902191"/>
                <a:gd name="connsiteX8" fmla="*/ 279918 w 1012861"/>
                <a:gd name="connsiteY8" fmla="*/ 841420 h 902191"/>
                <a:gd name="connsiteX9" fmla="*/ 425401 w 1012861"/>
                <a:gd name="connsiteY9" fmla="*/ 784331 h 902191"/>
                <a:gd name="connsiteX10" fmla="*/ 468144 w 1012861"/>
                <a:gd name="connsiteY10" fmla="*/ 744435 h 902191"/>
                <a:gd name="connsiteX11" fmla="*/ 436912 w 1012861"/>
                <a:gd name="connsiteY11" fmla="*/ 708827 h 902191"/>
                <a:gd name="connsiteX12" fmla="*/ 390081 w 1012861"/>
                <a:gd name="connsiteY12" fmla="*/ 645120 h 902191"/>
                <a:gd name="connsiteX13" fmla="*/ 323972 w 1012861"/>
                <a:gd name="connsiteY13" fmla="*/ 640314 h 902191"/>
                <a:gd name="connsiteX14" fmla="*/ 741027 w 1012861"/>
                <a:gd name="connsiteY14" fmla="*/ 629117 h 902191"/>
                <a:gd name="connsiteX15" fmla="*/ 688890 w 1012861"/>
                <a:gd name="connsiteY15" fmla="*/ 640314 h 902191"/>
                <a:gd name="connsiteX16" fmla="*/ 622780 w 1012861"/>
                <a:gd name="connsiteY16" fmla="*/ 645120 h 902191"/>
                <a:gd name="connsiteX17" fmla="*/ 575950 w 1012861"/>
                <a:gd name="connsiteY17" fmla="*/ 708827 h 902191"/>
                <a:gd name="connsiteX18" fmla="*/ 543792 w 1012861"/>
                <a:gd name="connsiteY18" fmla="*/ 745491 h 902191"/>
                <a:gd name="connsiteX19" fmla="*/ 585618 w 1012861"/>
                <a:gd name="connsiteY19" fmla="*/ 784331 h 902191"/>
                <a:gd name="connsiteX20" fmla="*/ 731101 w 1012861"/>
                <a:gd name="connsiteY20" fmla="*/ 841420 h 902191"/>
                <a:gd name="connsiteX21" fmla="*/ 753430 w 1012861"/>
                <a:gd name="connsiteY21" fmla="*/ 679823 h 902191"/>
                <a:gd name="connsiteX22" fmla="*/ 700370 w 1012861"/>
                <a:gd name="connsiteY22" fmla="*/ 512998 h 902191"/>
                <a:gd name="connsiteX23" fmla="*/ 681379 w 1012861"/>
                <a:gd name="connsiteY23" fmla="*/ 552294 h 902191"/>
                <a:gd name="connsiteX24" fmla="*/ 659223 w 1012861"/>
                <a:gd name="connsiteY24" fmla="*/ 588150 h 902191"/>
                <a:gd name="connsiteX25" fmla="*/ 685696 w 1012861"/>
                <a:gd name="connsiteY25" fmla="*/ 585153 h 902191"/>
                <a:gd name="connsiteX26" fmla="*/ 724640 w 1012861"/>
                <a:gd name="connsiteY26" fmla="*/ 576708 h 902191"/>
                <a:gd name="connsiteX27" fmla="*/ 711679 w 1012861"/>
                <a:gd name="connsiteY27" fmla="*/ 538943 h 902191"/>
                <a:gd name="connsiteX28" fmla="*/ 311430 w 1012861"/>
                <a:gd name="connsiteY28" fmla="*/ 511205 h 902191"/>
                <a:gd name="connsiteX29" fmla="*/ 299341 w 1012861"/>
                <a:gd name="connsiteY29" fmla="*/ 538943 h 902191"/>
                <a:gd name="connsiteX30" fmla="*/ 286223 w 1012861"/>
                <a:gd name="connsiteY30" fmla="*/ 577164 h 902191"/>
                <a:gd name="connsiteX31" fmla="*/ 327166 w 1012861"/>
                <a:gd name="connsiteY31" fmla="*/ 585153 h 902191"/>
                <a:gd name="connsiteX32" fmla="*/ 353638 w 1012861"/>
                <a:gd name="connsiteY32" fmla="*/ 588150 h 902191"/>
                <a:gd name="connsiteX33" fmla="*/ 331482 w 1012861"/>
                <a:gd name="connsiteY33" fmla="*/ 552294 h 902191"/>
                <a:gd name="connsiteX34" fmla="*/ 506430 w 1012861"/>
                <a:gd name="connsiteY34" fmla="*/ 404968 h 902191"/>
                <a:gd name="connsiteX35" fmla="*/ 460391 w 1012861"/>
                <a:gd name="connsiteY35" fmla="*/ 451007 h 902191"/>
                <a:gd name="connsiteX36" fmla="*/ 506430 w 1012861"/>
                <a:gd name="connsiteY36" fmla="*/ 497046 h 902191"/>
                <a:gd name="connsiteX37" fmla="*/ 552469 w 1012861"/>
                <a:gd name="connsiteY37" fmla="*/ 451007 h 902191"/>
                <a:gd name="connsiteX38" fmla="*/ 506430 w 1012861"/>
                <a:gd name="connsiteY38" fmla="*/ 404968 h 902191"/>
                <a:gd name="connsiteX39" fmla="*/ 506430 w 1012861"/>
                <a:gd name="connsiteY39" fmla="*/ 349721 h 902191"/>
                <a:gd name="connsiteX40" fmla="*/ 607716 w 1012861"/>
                <a:gd name="connsiteY40" fmla="*/ 451007 h 902191"/>
                <a:gd name="connsiteX41" fmla="*/ 506430 w 1012861"/>
                <a:gd name="connsiteY41" fmla="*/ 552293 h 902191"/>
                <a:gd name="connsiteX42" fmla="*/ 405144 w 1012861"/>
                <a:gd name="connsiteY42" fmla="*/ 451007 h 902191"/>
                <a:gd name="connsiteX43" fmla="*/ 506430 w 1012861"/>
                <a:gd name="connsiteY43" fmla="*/ 349721 h 902191"/>
                <a:gd name="connsiteX44" fmla="*/ 233562 w 1012861"/>
                <a:gd name="connsiteY44" fmla="*/ 337161 h 902191"/>
                <a:gd name="connsiteX45" fmla="*/ 215849 w 1012861"/>
                <a:gd name="connsiteY45" fmla="*/ 341002 h 902191"/>
                <a:gd name="connsiteX46" fmla="*/ 55247 w 1012861"/>
                <a:gd name="connsiteY46" fmla="*/ 451007 h 902191"/>
                <a:gd name="connsiteX47" fmla="*/ 184156 w 1012861"/>
                <a:gd name="connsiteY47" fmla="*/ 550912 h 902191"/>
                <a:gd name="connsiteX48" fmla="*/ 234151 w 1012861"/>
                <a:gd name="connsiteY48" fmla="*/ 565451 h 902191"/>
                <a:gd name="connsiteX49" fmla="*/ 252064 w 1012861"/>
                <a:gd name="connsiteY49" fmla="*/ 514053 h 902191"/>
                <a:gd name="connsiteX50" fmla="*/ 282295 w 1012861"/>
                <a:gd name="connsiteY50" fmla="*/ 451501 h 902191"/>
                <a:gd name="connsiteX51" fmla="*/ 251288 w 1012861"/>
                <a:gd name="connsiteY51" fmla="*/ 387963 h 902191"/>
                <a:gd name="connsiteX52" fmla="*/ 778711 w 1012861"/>
                <a:gd name="connsiteY52" fmla="*/ 336563 h 902191"/>
                <a:gd name="connsiteX53" fmla="*/ 760797 w 1012861"/>
                <a:gd name="connsiteY53" fmla="*/ 387963 h 902191"/>
                <a:gd name="connsiteX54" fmla="*/ 730567 w 1012861"/>
                <a:gd name="connsiteY54" fmla="*/ 450515 h 902191"/>
                <a:gd name="connsiteX55" fmla="*/ 761574 w 1012861"/>
                <a:gd name="connsiteY55" fmla="*/ 514053 h 902191"/>
                <a:gd name="connsiteX56" fmla="*/ 779299 w 1012861"/>
                <a:gd name="connsiteY56" fmla="*/ 564854 h 902191"/>
                <a:gd name="connsiteX57" fmla="*/ 797012 w 1012861"/>
                <a:gd name="connsiteY57" fmla="*/ 561013 h 902191"/>
                <a:gd name="connsiteX58" fmla="*/ 957614 w 1012861"/>
                <a:gd name="connsiteY58" fmla="*/ 451007 h 902191"/>
                <a:gd name="connsiteX59" fmla="*/ 828705 w 1012861"/>
                <a:gd name="connsiteY59" fmla="*/ 351102 h 902191"/>
                <a:gd name="connsiteX60" fmla="*/ 353639 w 1012861"/>
                <a:gd name="connsiteY60" fmla="*/ 313864 h 902191"/>
                <a:gd name="connsiteX61" fmla="*/ 327166 w 1012861"/>
                <a:gd name="connsiteY61" fmla="*/ 316861 h 902191"/>
                <a:gd name="connsiteX62" fmla="*/ 286507 w 1012861"/>
                <a:gd name="connsiteY62" fmla="*/ 325678 h 902191"/>
                <a:gd name="connsiteX63" fmla="*/ 299341 w 1012861"/>
                <a:gd name="connsiteY63" fmla="*/ 363073 h 902191"/>
                <a:gd name="connsiteX64" fmla="*/ 311523 w 1012861"/>
                <a:gd name="connsiteY64" fmla="*/ 391022 h 902191"/>
                <a:gd name="connsiteX65" fmla="*/ 331482 w 1012861"/>
                <a:gd name="connsiteY65" fmla="*/ 349722 h 902191"/>
                <a:gd name="connsiteX66" fmla="*/ 658918 w 1012861"/>
                <a:gd name="connsiteY66" fmla="*/ 313830 h 902191"/>
                <a:gd name="connsiteX67" fmla="*/ 681379 w 1012861"/>
                <a:gd name="connsiteY67" fmla="*/ 349722 h 902191"/>
                <a:gd name="connsiteX68" fmla="*/ 700458 w 1012861"/>
                <a:gd name="connsiteY68" fmla="*/ 388817 h 902191"/>
                <a:gd name="connsiteX69" fmla="*/ 711679 w 1012861"/>
                <a:gd name="connsiteY69" fmla="*/ 363073 h 902191"/>
                <a:gd name="connsiteX70" fmla="*/ 724913 w 1012861"/>
                <a:gd name="connsiteY70" fmla="*/ 324513 h 902191"/>
                <a:gd name="connsiteX71" fmla="*/ 685696 w 1012861"/>
                <a:gd name="connsiteY71" fmla="*/ 316861 h 902191"/>
                <a:gd name="connsiteX72" fmla="*/ 506431 w 1012861"/>
                <a:gd name="connsiteY72" fmla="*/ 303682 h 902191"/>
                <a:gd name="connsiteX73" fmla="*/ 422053 w 1012861"/>
                <a:gd name="connsiteY73" fmla="*/ 306808 h 902191"/>
                <a:gd name="connsiteX74" fmla="*/ 377521 w 1012861"/>
                <a:gd name="connsiteY74" fmla="*/ 377345 h 902191"/>
                <a:gd name="connsiteX75" fmla="*/ 338496 w 1012861"/>
                <a:gd name="connsiteY75" fmla="*/ 451008 h 902191"/>
                <a:gd name="connsiteX76" fmla="*/ 377521 w 1012861"/>
                <a:gd name="connsiteY76" fmla="*/ 524670 h 902191"/>
                <a:gd name="connsiteX77" fmla="*/ 421599 w 1012861"/>
                <a:gd name="connsiteY77" fmla="*/ 595190 h 902191"/>
                <a:gd name="connsiteX78" fmla="*/ 506431 w 1012861"/>
                <a:gd name="connsiteY78" fmla="*/ 598332 h 902191"/>
                <a:gd name="connsiteX79" fmla="*/ 588923 w 1012861"/>
                <a:gd name="connsiteY79" fmla="*/ 595276 h 902191"/>
                <a:gd name="connsiteX80" fmla="*/ 633498 w 1012861"/>
                <a:gd name="connsiteY80" fmla="*/ 524670 h 902191"/>
                <a:gd name="connsiteX81" fmla="*/ 672524 w 1012861"/>
                <a:gd name="connsiteY81" fmla="*/ 451008 h 902191"/>
                <a:gd name="connsiteX82" fmla="*/ 633498 w 1012861"/>
                <a:gd name="connsiteY82" fmla="*/ 377345 h 902191"/>
                <a:gd name="connsiteX83" fmla="*/ 589376 w 1012861"/>
                <a:gd name="connsiteY83" fmla="*/ 306755 h 902191"/>
                <a:gd name="connsiteX84" fmla="*/ 505715 w 1012861"/>
                <a:gd name="connsiteY84" fmla="*/ 197849 h 902191"/>
                <a:gd name="connsiteX85" fmla="*/ 478117 w 1012861"/>
                <a:gd name="connsiteY85" fmla="*/ 229559 h 902191"/>
                <a:gd name="connsiteX86" fmla="*/ 461864 w 1012861"/>
                <a:gd name="connsiteY86" fmla="*/ 251675 h 902191"/>
                <a:gd name="connsiteX87" fmla="*/ 506431 w 1012861"/>
                <a:gd name="connsiteY87" fmla="*/ 248435 h 902191"/>
                <a:gd name="connsiteX88" fmla="*/ 549609 w 1012861"/>
                <a:gd name="connsiteY88" fmla="*/ 251574 h 902191"/>
                <a:gd name="connsiteX89" fmla="*/ 532903 w 1012861"/>
                <a:gd name="connsiteY89" fmla="*/ 228869 h 902191"/>
                <a:gd name="connsiteX90" fmla="*/ 709002 w 1012861"/>
                <a:gd name="connsiteY90" fmla="*/ 55071 h 902191"/>
                <a:gd name="connsiteX91" fmla="*/ 585618 w 1012861"/>
                <a:gd name="connsiteY91" fmla="*/ 117684 h 902191"/>
                <a:gd name="connsiteX92" fmla="*/ 543318 w 1012861"/>
                <a:gd name="connsiteY92" fmla="*/ 157167 h 902191"/>
                <a:gd name="connsiteX93" fmla="*/ 575950 w 1012861"/>
                <a:gd name="connsiteY93" fmla="*/ 194570 h 902191"/>
                <a:gd name="connsiteX94" fmla="*/ 621932 w 1012861"/>
                <a:gd name="connsiteY94" fmla="*/ 256832 h 902191"/>
                <a:gd name="connsiteX95" fmla="*/ 688890 w 1012861"/>
                <a:gd name="connsiteY95" fmla="*/ 261700 h 902191"/>
                <a:gd name="connsiteX96" fmla="*/ 741311 w 1012861"/>
                <a:gd name="connsiteY96" fmla="*/ 271737 h 902191"/>
                <a:gd name="connsiteX97" fmla="*/ 753430 w 1012861"/>
                <a:gd name="connsiteY97" fmla="*/ 222193 h 902191"/>
                <a:gd name="connsiteX98" fmla="*/ 731101 w 1012861"/>
                <a:gd name="connsiteY98" fmla="*/ 60596 h 902191"/>
                <a:gd name="connsiteX99" fmla="*/ 709002 w 1012861"/>
                <a:gd name="connsiteY99" fmla="*/ 55071 h 902191"/>
                <a:gd name="connsiteX100" fmla="*/ 303858 w 1012861"/>
                <a:gd name="connsiteY100" fmla="*/ 55071 h 902191"/>
                <a:gd name="connsiteX101" fmla="*/ 279918 w 1012861"/>
                <a:gd name="connsiteY101" fmla="*/ 60596 h 902191"/>
                <a:gd name="connsiteX102" fmla="*/ 257589 w 1012861"/>
                <a:gd name="connsiteY102" fmla="*/ 222193 h 902191"/>
                <a:gd name="connsiteX103" fmla="*/ 270084 w 1012861"/>
                <a:gd name="connsiteY103" fmla="*/ 273273 h 902191"/>
                <a:gd name="connsiteX104" fmla="*/ 323972 w 1012861"/>
                <a:gd name="connsiteY104" fmla="*/ 261700 h 902191"/>
                <a:gd name="connsiteX105" fmla="*/ 390083 w 1012861"/>
                <a:gd name="connsiteY105" fmla="*/ 256894 h 902191"/>
                <a:gd name="connsiteX106" fmla="*/ 436912 w 1012861"/>
                <a:gd name="connsiteY106" fmla="*/ 193189 h 902191"/>
                <a:gd name="connsiteX107" fmla="*/ 468243 w 1012861"/>
                <a:gd name="connsiteY107" fmla="*/ 157468 h 902191"/>
                <a:gd name="connsiteX108" fmla="*/ 425401 w 1012861"/>
                <a:gd name="connsiteY108" fmla="*/ 117684 h 902191"/>
                <a:gd name="connsiteX109" fmla="*/ 303858 w 1012861"/>
                <a:gd name="connsiteY109" fmla="*/ 55071 h 902191"/>
                <a:gd name="connsiteX110" fmla="*/ 296751 w 1012861"/>
                <a:gd name="connsiteY110" fmla="*/ 227 h 902191"/>
                <a:gd name="connsiteX111" fmla="*/ 462233 w 1012861"/>
                <a:gd name="connsiteY111" fmla="*/ 75328 h 902191"/>
                <a:gd name="connsiteX112" fmla="*/ 506005 w 1012861"/>
                <a:gd name="connsiteY112" fmla="*/ 116980 h 902191"/>
                <a:gd name="connsiteX113" fmla="*/ 550628 w 1012861"/>
                <a:gd name="connsiteY113" fmla="*/ 75328 h 902191"/>
                <a:gd name="connsiteX114" fmla="*/ 716887 w 1012861"/>
                <a:gd name="connsiteY114" fmla="*/ 227 h 902191"/>
                <a:gd name="connsiteX115" fmla="*/ 758725 w 1012861"/>
                <a:gd name="connsiteY115" fmla="*/ 12715 h 902191"/>
                <a:gd name="connsiteX116" fmla="*/ 808447 w 1012861"/>
                <a:gd name="connsiteY116" fmla="*/ 227948 h 902191"/>
                <a:gd name="connsiteX117" fmla="*/ 794733 w 1012861"/>
                <a:gd name="connsiteY117" fmla="*/ 284045 h 902191"/>
                <a:gd name="connsiteX118" fmla="*/ 851494 w 1012861"/>
                <a:gd name="connsiteY118" fmla="*/ 300689 h 902191"/>
                <a:gd name="connsiteX119" fmla="*/ 1012861 w 1012861"/>
                <a:gd name="connsiteY119" fmla="*/ 451007 h 902191"/>
                <a:gd name="connsiteX120" fmla="*/ 814130 w 1012861"/>
                <a:gd name="connsiteY120" fmla="*/ 613418 h 902191"/>
                <a:gd name="connsiteX121" fmla="*/ 795381 w 1012861"/>
                <a:gd name="connsiteY121" fmla="*/ 617444 h 902191"/>
                <a:gd name="connsiteX122" fmla="*/ 809138 w 1012861"/>
                <a:gd name="connsiteY122" fmla="*/ 674068 h 902191"/>
                <a:gd name="connsiteX123" fmla="*/ 758725 w 1012861"/>
                <a:gd name="connsiteY123" fmla="*/ 889300 h 902191"/>
                <a:gd name="connsiteX124" fmla="*/ 709002 w 1012861"/>
                <a:gd name="connsiteY124" fmla="*/ 902191 h 902191"/>
                <a:gd name="connsiteX125" fmla="*/ 550628 w 1012861"/>
                <a:gd name="connsiteY125" fmla="*/ 826687 h 902191"/>
                <a:gd name="connsiteX126" fmla="*/ 506431 w 1012861"/>
                <a:gd name="connsiteY126" fmla="*/ 785433 h 902191"/>
                <a:gd name="connsiteX127" fmla="*/ 462233 w 1012861"/>
                <a:gd name="connsiteY127" fmla="*/ 826687 h 902191"/>
                <a:gd name="connsiteX128" fmla="*/ 303858 w 1012861"/>
                <a:gd name="connsiteY128" fmla="*/ 902191 h 902191"/>
                <a:gd name="connsiteX129" fmla="*/ 254136 w 1012861"/>
                <a:gd name="connsiteY129" fmla="*/ 889300 h 902191"/>
                <a:gd name="connsiteX130" fmla="*/ 204414 w 1012861"/>
                <a:gd name="connsiteY130" fmla="*/ 674068 h 902191"/>
                <a:gd name="connsiteX131" fmla="*/ 218129 w 1012861"/>
                <a:gd name="connsiteY131" fmla="*/ 617969 h 902191"/>
                <a:gd name="connsiteX132" fmla="*/ 161367 w 1012861"/>
                <a:gd name="connsiteY132" fmla="*/ 601325 h 902191"/>
                <a:gd name="connsiteX133" fmla="*/ 0 w 1012861"/>
                <a:gd name="connsiteY133" fmla="*/ 451007 h 902191"/>
                <a:gd name="connsiteX134" fmla="*/ 198731 w 1012861"/>
                <a:gd name="connsiteY134" fmla="*/ 288597 h 902191"/>
                <a:gd name="connsiteX135" fmla="*/ 217480 w 1012861"/>
                <a:gd name="connsiteY135" fmla="*/ 284570 h 902191"/>
                <a:gd name="connsiteX136" fmla="*/ 203724 w 1012861"/>
                <a:gd name="connsiteY136" fmla="*/ 227948 h 902191"/>
                <a:gd name="connsiteX137" fmla="*/ 254136 w 1012861"/>
                <a:gd name="connsiteY137" fmla="*/ 12715 h 902191"/>
                <a:gd name="connsiteX138" fmla="*/ 296751 w 1012861"/>
                <a:gd name="connsiteY138" fmla="*/ 227 h 90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1012861" h="902191">
                  <a:moveTo>
                    <a:pt x="461305" y="650298"/>
                  </a:moveTo>
                  <a:lnTo>
                    <a:pt x="478117" y="673147"/>
                  </a:lnTo>
                  <a:lnTo>
                    <a:pt x="505305" y="704166"/>
                  </a:lnTo>
                  <a:lnTo>
                    <a:pt x="532903" y="672456"/>
                  </a:lnTo>
                  <a:lnTo>
                    <a:pt x="549052" y="650480"/>
                  </a:lnTo>
                  <a:lnTo>
                    <a:pt x="506431" y="653579"/>
                  </a:lnTo>
                  <a:close/>
                  <a:moveTo>
                    <a:pt x="269792" y="629940"/>
                  </a:moveTo>
                  <a:lnTo>
                    <a:pt x="257589" y="679823"/>
                  </a:lnTo>
                  <a:cubicBezTo>
                    <a:pt x="241706" y="763614"/>
                    <a:pt x="249532" y="823925"/>
                    <a:pt x="279918" y="841420"/>
                  </a:cubicBezTo>
                  <a:cubicBezTo>
                    <a:pt x="309383" y="857994"/>
                    <a:pt x="362788" y="837737"/>
                    <a:pt x="425401" y="784331"/>
                  </a:cubicBezTo>
                  <a:lnTo>
                    <a:pt x="468144" y="744435"/>
                  </a:lnTo>
                  <a:lnTo>
                    <a:pt x="436912" y="708827"/>
                  </a:lnTo>
                  <a:lnTo>
                    <a:pt x="390081" y="645120"/>
                  </a:lnTo>
                  <a:lnTo>
                    <a:pt x="323972" y="640314"/>
                  </a:lnTo>
                  <a:close/>
                  <a:moveTo>
                    <a:pt x="741027" y="629117"/>
                  </a:moveTo>
                  <a:lnTo>
                    <a:pt x="688890" y="640314"/>
                  </a:lnTo>
                  <a:lnTo>
                    <a:pt x="622780" y="645120"/>
                  </a:lnTo>
                  <a:lnTo>
                    <a:pt x="575950" y="708827"/>
                  </a:lnTo>
                  <a:lnTo>
                    <a:pt x="543792" y="745491"/>
                  </a:lnTo>
                  <a:lnTo>
                    <a:pt x="585618" y="784331"/>
                  </a:lnTo>
                  <a:cubicBezTo>
                    <a:pt x="648231" y="835895"/>
                    <a:pt x="703478" y="857994"/>
                    <a:pt x="731101" y="841420"/>
                  </a:cubicBezTo>
                  <a:cubicBezTo>
                    <a:pt x="761487" y="823925"/>
                    <a:pt x="769314" y="763614"/>
                    <a:pt x="753430" y="679823"/>
                  </a:cubicBezTo>
                  <a:close/>
                  <a:moveTo>
                    <a:pt x="700370" y="512998"/>
                  </a:moveTo>
                  <a:lnTo>
                    <a:pt x="681379" y="552294"/>
                  </a:lnTo>
                  <a:lnTo>
                    <a:pt x="659223" y="588150"/>
                  </a:lnTo>
                  <a:lnTo>
                    <a:pt x="685696" y="585153"/>
                  </a:lnTo>
                  <a:lnTo>
                    <a:pt x="724640" y="576708"/>
                  </a:lnTo>
                  <a:lnTo>
                    <a:pt x="711679" y="538943"/>
                  </a:lnTo>
                  <a:close/>
                  <a:moveTo>
                    <a:pt x="311430" y="511205"/>
                  </a:moveTo>
                  <a:lnTo>
                    <a:pt x="299341" y="538943"/>
                  </a:lnTo>
                  <a:lnTo>
                    <a:pt x="286223" y="577164"/>
                  </a:lnTo>
                  <a:lnTo>
                    <a:pt x="327166" y="585153"/>
                  </a:lnTo>
                  <a:lnTo>
                    <a:pt x="353638" y="588150"/>
                  </a:lnTo>
                  <a:lnTo>
                    <a:pt x="331482" y="552294"/>
                  </a:lnTo>
                  <a:close/>
                  <a:moveTo>
                    <a:pt x="506430" y="404968"/>
                  </a:moveTo>
                  <a:cubicBezTo>
                    <a:pt x="480648" y="404968"/>
                    <a:pt x="460391" y="425225"/>
                    <a:pt x="460391" y="451007"/>
                  </a:cubicBezTo>
                  <a:cubicBezTo>
                    <a:pt x="460391" y="476789"/>
                    <a:pt x="480648" y="497046"/>
                    <a:pt x="506430" y="497046"/>
                  </a:cubicBezTo>
                  <a:cubicBezTo>
                    <a:pt x="532212" y="497046"/>
                    <a:pt x="552469" y="476789"/>
                    <a:pt x="552469" y="451007"/>
                  </a:cubicBezTo>
                  <a:cubicBezTo>
                    <a:pt x="552469" y="425225"/>
                    <a:pt x="532212" y="404968"/>
                    <a:pt x="506430" y="404968"/>
                  </a:cubicBezTo>
                  <a:close/>
                  <a:moveTo>
                    <a:pt x="506430" y="349721"/>
                  </a:moveTo>
                  <a:cubicBezTo>
                    <a:pt x="561677" y="349721"/>
                    <a:pt x="607716" y="395760"/>
                    <a:pt x="607716" y="451007"/>
                  </a:cubicBezTo>
                  <a:cubicBezTo>
                    <a:pt x="607716" y="506254"/>
                    <a:pt x="561677" y="552293"/>
                    <a:pt x="506430" y="552293"/>
                  </a:cubicBezTo>
                  <a:cubicBezTo>
                    <a:pt x="451183" y="552293"/>
                    <a:pt x="405144" y="506254"/>
                    <a:pt x="405144" y="451007"/>
                  </a:cubicBezTo>
                  <a:cubicBezTo>
                    <a:pt x="405144" y="395760"/>
                    <a:pt x="451183" y="349721"/>
                    <a:pt x="506430" y="349721"/>
                  </a:cubicBezTo>
                  <a:close/>
                  <a:moveTo>
                    <a:pt x="233562" y="337161"/>
                  </a:moveTo>
                  <a:lnTo>
                    <a:pt x="215849" y="341002"/>
                  </a:lnTo>
                  <a:cubicBezTo>
                    <a:pt x="116428" y="369950"/>
                    <a:pt x="55247" y="411644"/>
                    <a:pt x="55247" y="451007"/>
                  </a:cubicBezTo>
                  <a:cubicBezTo>
                    <a:pt x="55247" y="485997"/>
                    <a:pt x="103588" y="522828"/>
                    <a:pt x="184156" y="550912"/>
                  </a:cubicBezTo>
                  <a:lnTo>
                    <a:pt x="234151" y="565451"/>
                  </a:lnTo>
                  <a:lnTo>
                    <a:pt x="252064" y="514053"/>
                  </a:lnTo>
                  <a:lnTo>
                    <a:pt x="282295" y="451501"/>
                  </a:lnTo>
                  <a:lnTo>
                    <a:pt x="251288" y="387963"/>
                  </a:lnTo>
                  <a:close/>
                  <a:moveTo>
                    <a:pt x="778711" y="336563"/>
                  </a:moveTo>
                  <a:lnTo>
                    <a:pt x="760797" y="387963"/>
                  </a:lnTo>
                  <a:lnTo>
                    <a:pt x="730567" y="450515"/>
                  </a:lnTo>
                  <a:lnTo>
                    <a:pt x="761574" y="514053"/>
                  </a:lnTo>
                  <a:lnTo>
                    <a:pt x="779299" y="564854"/>
                  </a:lnTo>
                  <a:lnTo>
                    <a:pt x="797012" y="561013"/>
                  </a:lnTo>
                  <a:cubicBezTo>
                    <a:pt x="896433" y="532065"/>
                    <a:pt x="957614" y="490371"/>
                    <a:pt x="957614" y="451007"/>
                  </a:cubicBezTo>
                  <a:cubicBezTo>
                    <a:pt x="957614" y="416018"/>
                    <a:pt x="909273" y="379186"/>
                    <a:pt x="828705" y="351102"/>
                  </a:cubicBezTo>
                  <a:close/>
                  <a:moveTo>
                    <a:pt x="353639" y="313864"/>
                  </a:moveTo>
                  <a:lnTo>
                    <a:pt x="327166" y="316861"/>
                  </a:lnTo>
                  <a:lnTo>
                    <a:pt x="286507" y="325678"/>
                  </a:lnTo>
                  <a:lnTo>
                    <a:pt x="299341" y="363073"/>
                  </a:lnTo>
                  <a:lnTo>
                    <a:pt x="311523" y="391022"/>
                  </a:lnTo>
                  <a:lnTo>
                    <a:pt x="331482" y="349722"/>
                  </a:lnTo>
                  <a:close/>
                  <a:moveTo>
                    <a:pt x="658918" y="313830"/>
                  </a:moveTo>
                  <a:lnTo>
                    <a:pt x="681379" y="349722"/>
                  </a:lnTo>
                  <a:lnTo>
                    <a:pt x="700458" y="388817"/>
                  </a:lnTo>
                  <a:lnTo>
                    <a:pt x="711679" y="363073"/>
                  </a:lnTo>
                  <a:lnTo>
                    <a:pt x="724913" y="324513"/>
                  </a:lnTo>
                  <a:lnTo>
                    <a:pt x="685696" y="316861"/>
                  </a:lnTo>
                  <a:close/>
                  <a:moveTo>
                    <a:pt x="506431" y="303682"/>
                  </a:moveTo>
                  <a:lnTo>
                    <a:pt x="422053" y="306808"/>
                  </a:lnTo>
                  <a:lnTo>
                    <a:pt x="377521" y="377345"/>
                  </a:lnTo>
                  <a:lnTo>
                    <a:pt x="338496" y="451008"/>
                  </a:lnTo>
                  <a:lnTo>
                    <a:pt x="377521" y="524670"/>
                  </a:lnTo>
                  <a:lnTo>
                    <a:pt x="421599" y="595190"/>
                  </a:lnTo>
                  <a:lnTo>
                    <a:pt x="506431" y="598332"/>
                  </a:lnTo>
                  <a:lnTo>
                    <a:pt x="588923" y="595276"/>
                  </a:lnTo>
                  <a:lnTo>
                    <a:pt x="633498" y="524670"/>
                  </a:lnTo>
                  <a:lnTo>
                    <a:pt x="672524" y="451008"/>
                  </a:lnTo>
                  <a:lnTo>
                    <a:pt x="633498" y="377345"/>
                  </a:lnTo>
                  <a:lnTo>
                    <a:pt x="589376" y="306755"/>
                  </a:lnTo>
                  <a:close/>
                  <a:moveTo>
                    <a:pt x="505715" y="197849"/>
                  </a:moveTo>
                  <a:lnTo>
                    <a:pt x="478117" y="229559"/>
                  </a:lnTo>
                  <a:lnTo>
                    <a:pt x="461864" y="251675"/>
                  </a:lnTo>
                  <a:lnTo>
                    <a:pt x="506431" y="248435"/>
                  </a:lnTo>
                  <a:lnTo>
                    <a:pt x="549609" y="251574"/>
                  </a:lnTo>
                  <a:lnTo>
                    <a:pt x="532903" y="228869"/>
                  </a:lnTo>
                  <a:close/>
                  <a:moveTo>
                    <a:pt x="709002" y="55071"/>
                  </a:moveTo>
                  <a:cubicBezTo>
                    <a:pt x="677696" y="55071"/>
                    <a:pt x="635340" y="77170"/>
                    <a:pt x="585618" y="117684"/>
                  </a:cubicBezTo>
                  <a:lnTo>
                    <a:pt x="543318" y="157167"/>
                  </a:lnTo>
                  <a:lnTo>
                    <a:pt x="575950" y="194570"/>
                  </a:lnTo>
                  <a:lnTo>
                    <a:pt x="621932" y="256832"/>
                  </a:lnTo>
                  <a:lnTo>
                    <a:pt x="688890" y="261700"/>
                  </a:lnTo>
                  <a:lnTo>
                    <a:pt x="741311" y="271737"/>
                  </a:lnTo>
                  <a:lnTo>
                    <a:pt x="753430" y="222193"/>
                  </a:lnTo>
                  <a:cubicBezTo>
                    <a:pt x="769314" y="138402"/>
                    <a:pt x="761487" y="78091"/>
                    <a:pt x="731101" y="60596"/>
                  </a:cubicBezTo>
                  <a:cubicBezTo>
                    <a:pt x="725577" y="56913"/>
                    <a:pt x="718210" y="55071"/>
                    <a:pt x="709002" y="55071"/>
                  </a:cubicBezTo>
                  <a:close/>
                  <a:moveTo>
                    <a:pt x="303858" y="55071"/>
                  </a:moveTo>
                  <a:cubicBezTo>
                    <a:pt x="294650" y="55071"/>
                    <a:pt x="287284" y="56913"/>
                    <a:pt x="279918" y="60596"/>
                  </a:cubicBezTo>
                  <a:cubicBezTo>
                    <a:pt x="249532" y="78091"/>
                    <a:pt x="241706" y="138402"/>
                    <a:pt x="257589" y="222193"/>
                  </a:cubicBezTo>
                  <a:lnTo>
                    <a:pt x="270084" y="273273"/>
                  </a:lnTo>
                  <a:lnTo>
                    <a:pt x="323972" y="261700"/>
                  </a:lnTo>
                  <a:lnTo>
                    <a:pt x="390083" y="256894"/>
                  </a:lnTo>
                  <a:lnTo>
                    <a:pt x="436912" y="193189"/>
                  </a:lnTo>
                  <a:lnTo>
                    <a:pt x="468243" y="157468"/>
                  </a:lnTo>
                  <a:lnTo>
                    <a:pt x="425401" y="117684"/>
                  </a:lnTo>
                  <a:cubicBezTo>
                    <a:pt x="377521" y="77170"/>
                    <a:pt x="335165" y="55071"/>
                    <a:pt x="303858" y="55071"/>
                  </a:cubicBezTo>
                  <a:close/>
                  <a:moveTo>
                    <a:pt x="296751" y="227"/>
                  </a:moveTo>
                  <a:cubicBezTo>
                    <a:pt x="343107" y="-2708"/>
                    <a:pt x="400080" y="22844"/>
                    <a:pt x="462233" y="75328"/>
                  </a:cubicBezTo>
                  <a:lnTo>
                    <a:pt x="506005" y="116980"/>
                  </a:lnTo>
                  <a:lnTo>
                    <a:pt x="550628" y="75328"/>
                  </a:lnTo>
                  <a:cubicBezTo>
                    <a:pt x="612781" y="22844"/>
                    <a:pt x="670790" y="-2708"/>
                    <a:pt x="716887" y="227"/>
                  </a:cubicBezTo>
                  <a:cubicBezTo>
                    <a:pt x="732252" y="1205"/>
                    <a:pt x="746294" y="5349"/>
                    <a:pt x="758725" y="12715"/>
                  </a:cubicBezTo>
                  <a:cubicBezTo>
                    <a:pt x="815814" y="45863"/>
                    <a:pt x="826863" y="127813"/>
                    <a:pt x="808447" y="227948"/>
                  </a:cubicBezTo>
                  <a:lnTo>
                    <a:pt x="794733" y="284045"/>
                  </a:lnTo>
                  <a:lnTo>
                    <a:pt x="851494" y="300689"/>
                  </a:lnTo>
                  <a:cubicBezTo>
                    <a:pt x="947486" y="334989"/>
                    <a:pt x="1012861" y="385632"/>
                    <a:pt x="1012861" y="451007"/>
                  </a:cubicBezTo>
                  <a:cubicBezTo>
                    <a:pt x="1012861" y="524554"/>
                    <a:pt x="930120" y="579456"/>
                    <a:pt x="814130" y="613418"/>
                  </a:cubicBezTo>
                  <a:lnTo>
                    <a:pt x="795381" y="617444"/>
                  </a:lnTo>
                  <a:lnTo>
                    <a:pt x="809138" y="674068"/>
                  </a:lnTo>
                  <a:cubicBezTo>
                    <a:pt x="827323" y="774203"/>
                    <a:pt x="815814" y="856152"/>
                    <a:pt x="758725" y="889300"/>
                  </a:cubicBezTo>
                  <a:cubicBezTo>
                    <a:pt x="743992" y="898508"/>
                    <a:pt x="727418" y="902191"/>
                    <a:pt x="709002" y="902191"/>
                  </a:cubicBezTo>
                  <a:cubicBezTo>
                    <a:pt x="664805" y="902191"/>
                    <a:pt x="609558" y="876409"/>
                    <a:pt x="550628" y="826687"/>
                  </a:cubicBezTo>
                  <a:lnTo>
                    <a:pt x="506431" y="785433"/>
                  </a:lnTo>
                  <a:lnTo>
                    <a:pt x="462233" y="826687"/>
                  </a:lnTo>
                  <a:cubicBezTo>
                    <a:pt x="403303" y="876409"/>
                    <a:pt x="348056" y="902191"/>
                    <a:pt x="303858" y="902191"/>
                  </a:cubicBezTo>
                  <a:cubicBezTo>
                    <a:pt x="285442" y="902191"/>
                    <a:pt x="268868" y="898508"/>
                    <a:pt x="254136" y="889300"/>
                  </a:cubicBezTo>
                  <a:cubicBezTo>
                    <a:pt x="197048" y="856152"/>
                    <a:pt x="185998" y="774203"/>
                    <a:pt x="204414" y="674068"/>
                  </a:cubicBezTo>
                  <a:lnTo>
                    <a:pt x="218129" y="617969"/>
                  </a:lnTo>
                  <a:lnTo>
                    <a:pt x="161367" y="601325"/>
                  </a:lnTo>
                  <a:cubicBezTo>
                    <a:pt x="65375" y="567026"/>
                    <a:pt x="0" y="516383"/>
                    <a:pt x="0" y="451007"/>
                  </a:cubicBezTo>
                  <a:cubicBezTo>
                    <a:pt x="0" y="377460"/>
                    <a:pt x="82741" y="322558"/>
                    <a:pt x="198731" y="288597"/>
                  </a:cubicBezTo>
                  <a:lnTo>
                    <a:pt x="217480" y="284570"/>
                  </a:lnTo>
                  <a:lnTo>
                    <a:pt x="203724" y="227948"/>
                  </a:lnTo>
                  <a:cubicBezTo>
                    <a:pt x="185538" y="127813"/>
                    <a:pt x="197048" y="45863"/>
                    <a:pt x="254136" y="12715"/>
                  </a:cubicBezTo>
                  <a:cubicBezTo>
                    <a:pt x="267027" y="5349"/>
                    <a:pt x="281299" y="1205"/>
                    <a:pt x="296751" y="227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5000" lnSpcReduction="20000"/>
            </a:bodyPr>
            <a:lstStyle/>
            <a:p>
              <a:pPr algn="ctr" defTabSz="914400"/>
              <a:endParaRPr lang="zh-CN" altLang="en-US" sz="2000" b="1">
                <a:solidFill>
                  <a:schemeClr val="bg1"/>
                </a:solidFill>
              </a:endParaRPr>
            </a:p>
          </p:txBody>
        </p:sp>
        <p:sp>
          <p:nvSpPr>
            <p:cNvPr id="103" name="PA-任意多边形 102"/>
            <p:cNvSpPr/>
            <p:nvPr>
              <p:custDataLst>
                <p:tags r:id="rId51"/>
              </p:custDataLst>
            </p:nvPr>
          </p:nvSpPr>
          <p:spPr>
            <a:xfrm>
              <a:off x="7505229" y="5131659"/>
              <a:ext cx="219857" cy="219879"/>
            </a:xfrm>
            <a:custGeom>
              <a:avLst/>
              <a:gdLst>
                <a:gd name="connsiteX0" fmla="*/ 526441 w 1035725"/>
                <a:gd name="connsiteY0" fmla="*/ 452703 h 1035830"/>
                <a:gd name="connsiteX1" fmla="*/ 452742 w 1035725"/>
                <a:gd name="connsiteY1" fmla="*/ 526365 h 1035830"/>
                <a:gd name="connsiteX2" fmla="*/ 526404 w 1035725"/>
                <a:gd name="connsiteY2" fmla="*/ 600065 h 1035830"/>
                <a:gd name="connsiteX3" fmla="*/ 600104 w 1035725"/>
                <a:gd name="connsiteY3" fmla="*/ 526402 h 1035830"/>
                <a:gd name="connsiteX4" fmla="*/ 526441 w 1035725"/>
                <a:gd name="connsiteY4" fmla="*/ 452703 h 1035830"/>
                <a:gd name="connsiteX5" fmla="*/ 526404 w 1035725"/>
                <a:gd name="connsiteY5" fmla="*/ 379077 h 1035830"/>
                <a:gd name="connsiteX6" fmla="*/ 673730 w 1035725"/>
                <a:gd name="connsiteY6" fmla="*/ 526402 h 1035830"/>
                <a:gd name="connsiteX7" fmla="*/ 526404 w 1035725"/>
                <a:gd name="connsiteY7" fmla="*/ 673728 h 1035830"/>
                <a:gd name="connsiteX8" fmla="*/ 379079 w 1035725"/>
                <a:gd name="connsiteY8" fmla="*/ 526402 h 1035830"/>
                <a:gd name="connsiteX9" fmla="*/ 526404 w 1035725"/>
                <a:gd name="connsiteY9" fmla="*/ 379077 h 1035830"/>
                <a:gd name="connsiteX10" fmla="*/ 757333 w 1035725"/>
                <a:gd name="connsiteY10" fmla="*/ 73883 h 1035830"/>
                <a:gd name="connsiteX11" fmla="*/ 536718 w 1035725"/>
                <a:gd name="connsiteY11" fmla="*/ 140189 h 1035830"/>
                <a:gd name="connsiteX12" fmla="*/ 518265 w 1035725"/>
                <a:gd name="connsiteY12" fmla="*/ 143762 h 1035830"/>
                <a:gd name="connsiteX13" fmla="*/ 499223 w 1035725"/>
                <a:gd name="connsiteY13" fmla="*/ 140263 h 1035830"/>
                <a:gd name="connsiteX14" fmla="*/ 123875 w 1035725"/>
                <a:gd name="connsiteY14" fmla="*/ 123873 h 1035830"/>
                <a:gd name="connsiteX15" fmla="*/ 92790 w 1035725"/>
                <a:gd name="connsiteY15" fmla="*/ 383239 h 1035830"/>
                <a:gd name="connsiteX16" fmla="*/ 121260 w 1035725"/>
                <a:gd name="connsiteY16" fmla="*/ 379077 h 1035830"/>
                <a:gd name="connsiteX17" fmla="*/ 149915 w 1035725"/>
                <a:gd name="connsiteY17" fmla="*/ 383349 h 1035830"/>
                <a:gd name="connsiteX18" fmla="*/ 257499 w 1035725"/>
                <a:gd name="connsiteY18" fmla="*/ 257497 h 1035830"/>
                <a:gd name="connsiteX19" fmla="*/ 309579 w 1035725"/>
                <a:gd name="connsiteY19" fmla="*/ 257497 h 1035830"/>
                <a:gd name="connsiteX20" fmla="*/ 309579 w 1035725"/>
                <a:gd name="connsiteY20" fmla="*/ 309576 h 1035830"/>
                <a:gd name="connsiteX21" fmla="*/ 210576 w 1035725"/>
                <a:gd name="connsiteY21" fmla="*/ 425005 h 1035830"/>
                <a:gd name="connsiteX22" fmla="*/ 231754 w 1035725"/>
                <a:gd name="connsiteY22" fmla="*/ 489571 h 1035830"/>
                <a:gd name="connsiteX23" fmla="*/ 121260 w 1035725"/>
                <a:gd name="connsiteY23" fmla="*/ 600065 h 1035830"/>
                <a:gd name="connsiteX24" fmla="*/ 111611 w 1035725"/>
                <a:gd name="connsiteY24" fmla="*/ 599070 h 1035830"/>
                <a:gd name="connsiteX25" fmla="*/ 123875 w 1035725"/>
                <a:gd name="connsiteY25" fmla="*/ 911915 h 1035830"/>
                <a:gd name="connsiteX26" fmla="*/ 438636 w 1035725"/>
                <a:gd name="connsiteY26" fmla="*/ 923701 h 1035830"/>
                <a:gd name="connsiteX27" fmla="*/ 257499 w 1035725"/>
                <a:gd name="connsiteY27" fmla="*/ 778328 h 1035830"/>
                <a:gd name="connsiteX28" fmla="*/ 257499 w 1035725"/>
                <a:gd name="connsiteY28" fmla="*/ 726249 h 1035830"/>
                <a:gd name="connsiteX29" fmla="*/ 309579 w 1035725"/>
                <a:gd name="connsiteY29" fmla="*/ 726249 h 1035830"/>
                <a:gd name="connsiteX30" fmla="*/ 911955 w 1035725"/>
                <a:gd name="connsiteY30" fmla="*/ 911952 h 1035830"/>
                <a:gd name="connsiteX31" fmla="*/ 923520 w 1035725"/>
                <a:gd name="connsiteY31" fmla="*/ 597487 h 1035830"/>
                <a:gd name="connsiteX32" fmla="*/ 804702 w 1035725"/>
                <a:gd name="connsiteY32" fmla="*/ 750410 h 1035830"/>
                <a:gd name="connsiteX33" fmla="*/ 820947 w 1035725"/>
                <a:gd name="connsiteY33" fmla="*/ 802745 h 1035830"/>
                <a:gd name="connsiteX34" fmla="*/ 728759 w 1035725"/>
                <a:gd name="connsiteY34" fmla="*/ 894715 h 1035830"/>
                <a:gd name="connsiteX35" fmla="*/ 636791 w 1035725"/>
                <a:gd name="connsiteY35" fmla="*/ 802529 h 1035830"/>
                <a:gd name="connsiteX36" fmla="*/ 728977 w 1035725"/>
                <a:gd name="connsiteY36" fmla="*/ 710559 h 1035830"/>
                <a:gd name="connsiteX37" fmla="*/ 740063 w 1035725"/>
                <a:gd name="connsiteY37" fmla="*/ 711664 h 1035830"/>
                <a:gd name="connsiteX38" fmla="*/ 885289 w 1035725"/>
                <a:gd name="connsiteY38" fmla="*/ 517894 h 1035830"/>
                <a:gd name="connsiteX39" fmla="*/ 786986 w 1035725"/>
                <a:gd name="connsiteY39" fmla="*/ 376388 h 1035830"/>
                <a:gd name="connsiteX40" fmla="*/ 765808 w 1035725"/>
                <a:gd name="connsiteY40" fmla="*/ 379077 h 1035830"/>
                <a:gd name="connsiteX41" fmla="*/ 673730 w 1035725"/>
                <a:gd name="connsiteY41" fmla="*/ 286999 h 1035830"/>
                <a:gd name="connsiteX42" fmla="*/ 765808 w 1035725"/>
                <a:gd name="connsiteY42" fmla="*/ 194920 h 1035830"/>
                <a:gd name="connsiteX43" fmla="*/ 857887 w 1035725"/>
                <a:gd name="connsiteY43" fmla="*/ 286999 h 1035830"/>
                <a:gd name="connsiteX44" fmla="*/ 845732 w 1035725"/>
                <a:gd name="connsiteY44" fmla="*/ 331896 h 1035830"/>
                <a:gd name="connsiteX45" fmla="*/ 923520 w 1035725"/>
                <a:gd name="connsiteY45" fmla="*/ 438338 h 1035830"/>
                <a:gd name="connsiteX46" fmla="*/ 911955 w 1035725"/>
                <a:gd name="connsiteY46" fmla="*/ 123873 h 1035830"/>
                <a:gd name="connsiteX47" fmla="*/ 757333 w 1035725"/>
                <a:gd name="connsiteY47" fmla="*/ 73883 h 1035830"/>
                <a:gd name="connsiteX48" fmla="*/ 263752 w 1035725"/>
                <a:gd name="connsiteY48" fmla="*/ 0 h 1035830"/>
                <a:gd name="connsiteX49" fmla="*/ 517897 w 1035725"/>
                <a:gd name="connsiteY49" fmla="*/ 67373 h 1035830"/>
                <a:gd name="connsiteX50" fmla="*/ 964034 w 1035725"/>
                <a:gd name="connsiteY50" fmla="*/ 71793 h 1035830"/>
                <a:gd name="connsiteX51" fmla="*/ 968270 w 1035725"/>
                <a:gd name="connsiteY51" fmla="*/ 517931 h 1035830"/>
                <a:gd name="connsiteX52" fmla="*/ 964034 w 1035725"/>
                <a:gd name="connsiteY52" fmla="*/ 964032 h 1035830"/>
                <a:gd name="connsiteX53" fmla="*/ 518118 w 1035725"/>
                <a:gd name="connsiteY53" fmla="*/ 968378 h 1035830"/>
                <a:gd name="connsiteX54" fmla="*/ 71796 w 1035725"/>
                <a:gd name="connsiteY54" fmla="*/ 964032 h 1035830"/>
                <a:gd name="connsiteX55" fmla="*/ 44541 w 1035725"/>
                <a:gd name="connsiteY55" fmla="*/ 568869 h 1035830"/>
                <a:gd name="connsiteX56" fmla="*/ 29587 w 1035725"/>
                <a:gd name="connsiteY56" fmla="*/ 427841 h 1035830"/>
                <a:gd name="connsiteX57" fmla="*/ 71759 w 1035725"/>
                <a:gd name="connsiteY57" fmla="*/ 71793 h 1035830"/>
                <a:gd name="connsiteX58" fmla="*/ 263752 w 1035725"/>
                <a:gd name="connsiteY58" fmla="*/ 0 h 103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035725" h="1035830">
                  <a:moveTo>
                    <a:pt x="526441" y="452703"/>
                  </a:moveTo>
                  <a:cubicBezTo>
                    <a:pt x="485748" y="452692"/>
                    <a:pt x="452752" y="485673"/>
                    <a:pt x="452742" y="526365"/>
                  </a:cubicBezTo>
                  <a:cubicBezTo>
                    <a:pt x="452731" y="567058"/>
                    <a:pt x="485711" y="600055"/>
                    <a:pt x="526404" y="600065"/>
                  </a:cubicBezTo>
                  <a:cubicBezTo>
                    <a:pt x="567097" y="600075"/>
                    <a:pt x="600093" y="567095"/>
                    <a:pt x="600104" y="526402"/>
                  </a:cubicBezTo>
                  <a:cubicBezTo>
                    <a:pt x="600114" y="485709"/>
                    <a:pt x="567134" y="452713"/>
                    <a:pt x="526441" y="452703"/>
                  </a:cubicBezTo>
                  <a:close/>
                  <a:moveTo>
                    <a:pt x="526404" y="379077"/>
                  </a:moveTo>
                  <a:cubicBezTo>
                    <a:pt x="607769" y="379077"/>
                    <a:pt x="673730" y="445037"/>
                    <a:pt x="673730" y="526402"/>
                  </a:cubicBezTo>
                  <a:cubicBezTo>
                    <a:pt x="673730" y="607767"/>
                    <a:pt x="607769" y="673728"/>
                    <a:pt x="526404" y="673728"/>
                  </a:cubicBezTo>
                  <a:cubicBezTo>
                    <a:pt x="445039" y="673728"/>
                    <a:pt x="379079" y="607767"/>
                    <a:pt x="379079" y="526402"/>
                  </a:cubicBezTo>
                  <a:cubicBezTo>
                    <a:pt x="379079" y="445037"/>
                    <a:pt x="445039" y="379077"/>
                    <a:pt x="526404" y="379077"/>
                  </a:cubicBezTo>
                  <a:close/>
                  <a:moveTo>
                    <a:pt x="757333" y="73883"/>
                  </a:moveTo>
                  <a:cubicBezTo>
                    <a:pt x="692468" y="76526"/>
                    <a:pt x="616605" y="98551"/>
                    <a:pt x="536718" y="140189"/>
                  </a:cubicBezTo>
                  <a:cubicBezTo>
                    <a:pt x="530995" y="143002"/>
                    <a:pt x="524624" y="144236"/>
                    <a:pt x="518265" y="143762"/>
                  </a:cubicBezTo>
                  <a:cubicBezTo>
                    <a:pt x="511717" y="144372"/>
                    <a:pt x="505127" y="143161"/>
                    <a:pt x="499223" y="140263"/>
                  </a:cubicBezTo>
                  <a:cubicBezTo>
                    <a:pt x="339412" y="56913"/>
                    <a:pt x="195660" y="52088"/>
                    <a:pt x="123875" y="123873"/>
                  </a:cubicBezTo>
                  <a:cubicBezTo>
                    <a:pt x="70028" y="177720"/>
                    <a:pt x="59752" y="272229"/>
                    <a:pt x="92790" y="383239"/>
                  </a:cubicBezTo>
                  <a:cubicBezTo>
                    <a:pt x="102057" y="380612"/>
                    <a:pt x="111629" y="379213"/>
                    <a:pt x="121260" y="379077"/>
                  </a:cubicBezTo>
                  <a:cubicBezTo>
                    <a:pt x="130962" y="379194"/>
                    <a:pt x="140601" y="380632"/>
                    <a:pt x="149915" y="383349"/>
                  </a:cubicBezTo>
                  <a:cubicBezTo>
                    <a:pt x="182487" y="338694"/>
                    <a:pt x="218455" y="296618"/>
                    <a:pt x="257499" y="257497"/>
                  </a:cubicBezTo>
                  <a:cubicBezTo>
                    <a:pt x="271881" y="243115"/>
                    <a:pt x="295197" y="243115"/>
                    <a:pt x="309579" y="257497"/>
                  </a:cubicBezTo>
                  <a:cubicBezTo>
                    <a:pt x="323960" y="271878"/>
                    <a:pt x="323960" y="295195"/>
                    <a:pt x="309579" y="309576"/>
                  </a:cubicBezTo>
                  <a:cubicBezTo>
                    <a:pt x="273702" y="345489"/>
                    <a:pt x="240605" y="384077"/>
                    <a:pt x="210576" y="425005"/>
                  </a:cubicBezTo>
                  <a:cubicBezTo>
                    <a:pt x="223762" y="443200"/>
                    <a:pt x="231754" y="465373"/>
                    <a:pt x="231754" y="489571"/>
                  </a:cubicBezTo>
                  <a:cubicBezTo>
                    <a:pt x="231754" y="550594"/>
                    <a:pt x="182284" y="600065"/>
                    <a:pt x="121260" y="600065"/>
                  </a:cubicBezTo>
                  <a:cubicBezTo>
                    <a:pt x="117946" y="600065"/>
                    <a:pt x="114852" y="599365"/>
                    <a:pt x="111611" y="599070"/>
                  </a:cubicBezTo>
                  <a:cubicBezTo>
                    <a:pt x="58794" y="729637"/>
                    <a:pt x="59678" y="847718"/>
                    <a:pt x="123875" y="911915"/>
                  </a:cubicBezTo>
                  <a:cubicBezTo>
                    <a:pt x="186452" y="974492"/>
                    <a:pt x="303686" y="978838"/>
                    <a:pt x="438636" y="923701"/>
                  </a:cubicBezTo>
                  <a:cubicBezTo>
                    <a:pt x="373071" y="882085"/>
                    <a:pt x="312322" y="833330"/>
                    <a:pt x="257499" y="778328"/>
                  </a:cubicBezTo>
                  <a:cubicBezTo>
                    <a:pt x="243118" y="763947"/>
                    <a:pt x="243118" y="740630"/>
                    <a:pt x="257499" y="726249"/>
                  </a:cubicBezTo>
                  <a:cubicBezTo>
                    <a:pt x="271881" y="711867"/>
                    <a:pt x="295197" y="711867"/>
                    <a:pt x="309579" y="726249"/>
                  </a:cubicBezTo>
                  <a:cubicBezTo>
                    <a:pt x="529094" y="945800"/>
                    <a:pt x="800982" y="1022925"/>
                    <a:pt x="911955" y="911952"/>
                  </a:cubicBezTo>
                  <a:cubicBezTo>
                    <a:pt x="976410" y="847497"/>
                    <a:pt x="976999" y="728680"/>
                    <a:pt x="923520" y="597487"/>
                  </a:cubicBezTo>
                  <a:cubicBezTo>
                    <a:pt x="888771" y="652056"/>
                    <a:pt x="848991" y="703253"/>
                    <a:pt x="804702" y="750410"/>
                  </a:cubicBezTo>
                  <a:cubicBezTo>
                    <a:pt x="815303" y="765802"/>
                    <a:pt x="820969" y="784056"/>
                    <a:pt x="820947" y="802745"/>
                  </a:cubicBezTo>
                  <a:cubicBezTo>
                    <a:pt x="820886" y="853599"/>
                    <a:pt x="779613" y="894775"/>
                    <a:pt x="728759" y="894715"/>
                  </a:cubicBezTo>
                  <a:cubicBezTo>
                    <a:pt x="677906" y="894655"/>
                    <a:pt x="636730" y="853381"/>
                    <a:pt x="636791" y="802529"/>
                  </a:cubicBezTo>
                  <a:cubicBezTo>
                    <a:pt x="636850" y="751675"/>
                    <a:pt x="678123" y="710499"/>
                    <a:pt x="728977" y="710559"/>
                  </a:cubicBezTo>
                  <a:cubicBezTo>
                    <a:pt x="732771" y="710559"/>
                    <a:pt x="736380" y="711222"/>
                    <a:pt x="740063" y="711664"/>
                  </a:cubicBezTo>
                  <a:cubicBezTo>
                    <a:pt x="800135" y="649198"/>
                    <a:pt x="849010" y="583122"/>
                    <a:pt x="885289" y="517894"/>
                  </a:cubicBezTo>
                  <a:cubicBezTo>
                    <a:pt x="857040" y="467742"/>
                    <a:pt x="824126" y="420364"/>
                    <a:pt x="786986" y="376388"/>
                  </a:cubicBezTo>
                  <a:cubicBezTo>
                    <a:pt x="780173" y="378009"/>
                    <a:pt x="773138" y="379077"/>
                    <a:pt x="765808" y="379077"/>
                  </a:cubicBezTo>
                  <a:cubicBezTo>
                    <a:pt x="714955" y="379077"/>
                    <a:pt x="673730" y="337852"/>
                    <a:pt x="673730" y="286999"/>
                  </a:cubicBezTo>
                  <a:cubicBezTo>
                    <a:pt x="673730" y="236145"/>
                    <a:pt x="714955" y="194920"/>
                    <a:pt x="765808" y="194920"/>
                  </a:cubicBezTo>
                  <a:cubicBezTo>
                    <a:pt x="816662" y="194920"/>
                    <a:pt x="857887" y="236145"/>
                    <a:pt x="857887" y="286999"/>
                  </a:cubicBezTo>
                  <a:cubicBezTo>
                    <a:pt x="857887" y="303388"/>
                    <a:pt x="853246" y="318563"/>
                    <a:pt x="845732" y="331896"/>
                  </a:cubicBezTo>
                  <a:cubicBezTo>
                    <a:pt x="873947" y="365648"/>
                    <a:pt x="899932" y="401204"/>
                    <a:pt x="923520" y="438338"/>
                  </a:cubicBezTo>
                  <a:cubicBezTo>
                    <a:pt x="977036" y="307108"/>
                    <a:pt x="976410" y="188327"/>
                    <a:pt x="911955" y="123873"/>
                  </a:cubicBezTo>
                  <a:cubicBezTo>
                    <a:pt x="876063" y="87980"/>
                    <a:pt x="822197" y="71240"/>
                    <a:pt x="757333" y="73883"/>
                  </a:cubicBezTo>
                  <a:close/>
                  <a:moveTo>
                    <a:pt x="263752" y="0"/>
                  </a:moveTo>
                  <a:cubicBezTo>
                    <a:pt x="340775" y="-148"/>
                    <a:pt x="428158" y="22899"/>
                    <a:pt x="517897" y="67373"/>
                  </a:cubicBezTo>
                  <a:cubicBezTo>
                    <a:pt x="697413" y="-21574"/>
                    <a:pt x="867426" y="-24815"/>
                    <a:pt x="964034" y="71793"/>
                  </a:cubicBezTo>
                  <a:cubicBezTo>
                    <a:pt x="1062374" y="170133"/>
                    <a:pt x="1055450" y="341951"/>
                    <a:pt x="968270" y="517931"/>
                  </a:cubicBezTo>
                  <a:cubicBezTo>
                    <a:pt x="1055450" y="693874"/>
                    <a:pt x="1062374" y="865692"/>
                    <a:pt x="964034" y="964032"/>
                  </a:cubicBezTo>
                  <a:cubicBezTo>
                    <a:pt x="865732" y="1062335"/>
                    <a:pt x="693987" y="1055484"/>
                    <a:pt x="518118" y="968378"/>
                  </a:cubicBezTo>
                  <a:cubicBezTo>
                    <a:pt x="338491" y="1057436"/>
                    <a:pt x="168404" y="1060640"/>
                    <a:pt x="71796" y="964032"/>
                  </a:cubicBezTo>
                  <a:cubicBezTo>
                    <a:pt x="-17004" y="875231"/>
                    <a:pt x="-19840" y="726433"/>
                    <a:pt x="44541" y="568869"/>
                  </a:cubicBezTo>
                  <a:cubicBezTo>
                    <a:pt x="5966" y="531730"/>
                    <a:pt x="-341" y="472243"/>
                    <a:pt x="29587" y="427841"/>
                  </a:cubicBezTo>
                  <a:cubicBezTo>
                    <a:pt x="-19730" y="283058"/>
                    <a:pt x="-8533" y="152085"/>
                    <a:pt x="71759" y="71793"/>
                  </a:cubicBezTo>
                  <a:cubicBezTo>
                    <a:pt x="120063" y="23489"/>
                    <a:pt x="186728" y="147"/>
                    <a:pt x="263752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7500" lnSpcReduction="20000"/>
            </a:bodyPr>
            <a:lstStyle/>
            <a:p>
              <a:pPr algn="ctr" defTabSz="914400"/>
              <a:endParaRPr lang="zh-CN" altLang="en-US" sz="2000" b="1">
                <a:solidFill>
                  <a:schemeClr val="bg1"/>
                </a:solidFill>
              </a:endParaRPr>
            </a:p>
          </p:txBody>
        </p:sp>
        <p:sp>
          <p:nvSpPr>
            <p:cNvPr id="114" name="PA-任意多边形 113"/>
            <p:cNvSpPr/>
            <p:nvPr>
              <p:custDataLst>
                <p:tags r:id="rId52"/>
              </p:custDataLst>
            </p:nvPr>
          </p:nvSpPr>
          <p:spPr>
            <a:xfrm>
              <a:off x="4040324" y="4443805"/>
              <a:ext cx="224602" cy="224610"/>
            </a:xfrm>
            <a:custGeom>
              <a:avLst/>
              <a:gdLst>
                <a:gd name="connsiteX0" fmla="*/ 178541 w 1428697"/>
                <a:gd name="connsiteY0" fmla="*/ 873124 h 1428750"/>
                <a:gd name="connsiteX1" fmla="*/ 238072 w 1428697"/>
                <a:gd name="connsiteY1" fmla="*/ 932656 h 1428750"/>
                <a:gd name="connsiteX2" fmla="*/ 238072 w 1428697"/>
                <a:gd name="connsiteY2" fmla="*/ 1369219 h 1428750"/>
                <a:gd name="connsiteX3" fmla="*/ 178541 w 1428697"/>
                <a:gd name="connsiteY3" fmla="*/ 1428750 h 1428750"/>
                <a:gd name="connsiteX4" fmla="*/ 119009 w 1428697"/>
                <a:gd name="connsiteY4" fmla="*/ 1369219 h 1428750"/>
                <a:gd name="connsiteX5" fmla="*/ 119009 w 1428697"/>
                <a:gd name="connsiteY5" fmla="*/ 932656 h 1428750"/>
                <a:gd name="connsiteX6" fmla="*/ 178541 w 1428697"/>
                <a:gd name="connsiteY6" fmla="*/ 873124 h 1428750"/>
                <a:gd name="connsiteX7" fmla="*/ 892916 w 1428697"/>
                <a:gd name="connsiteY7" fmla="*/ 793751 h 1428750"/>
                <a:gd name="connsiteX8" fmla="*/ 952447 w 1428697"/>
                <a:gd name="connsiteY8" fmla="*/ 853282 h 1428750"/>
                <a:gd name="connsiteX9" fmla="*/ 952447 w 1428697"/>
                <a:gd name="connsiteY9" fmla="*/ 1369219 h 1428750"/>
                <a:gd name="connsiteX10" fmla="*/ 892916 w 1428697"/>
                <a:gd name="connsiteY10" fmla="*/ 1428750 h 1428750"/>
                <a:gd name="connsiteX11" fmla="*/ 833385 w 1428697"/>
                <a:gd name="connsiteY11" fmla="*/ 1369219 h 1428750"/>
                <a:gd name="connsiteX12" fmla="*/ 833385 w 1428697"/>
                <a:gd name="connsiteY12" fmla="*/ 853282 h 1428750"/>
                <a:gd name="connsiteX13" fmla="*/ 892916 w 1428697"/>
                <a:gd name="connsiteY13" fmla="*/ 793751 h 1428750"/>
                <a:gd name="connsiteX14" fmla="*/ 535728 w 1428697"/>
                <a:gd name="connsiteY14" fmla="*/ 595313 h 1428750"/>
                <a:gd name="connsiteX15" fmla="*/ 595260 w 1428697"/>
                <a:gd name="connsiteY15" fmla="*/ 654844 h 1428750"/>
                <a:gd name="connsiteX16" fmla="*/ 595260 w 1428697"/>
                <a:gd name="connsiteY16" fmla="*/ 1369219 h 1428750"/>
                <a:gd name="connsiteX17" fmla="*/ 535728 w 1428697"/>
                <a:gd name="connsiteY17" fmla="*/ 1428750 h 1428750"/>
                <a:gd name="connsiteX18" fmla="*/ 476197 w 1428697"/>
                <a:gd name="connsiteY18" fmla="*/ 1369219 h 1428750"/>
                <a:gd name="connsiteX19" fmla="*/ 476197 w 1428697"/>
                <a:gd name="connsiteY19" fmla="*/ 654844 h 1428750"/>
                <a:gd name="connsiteX20" fmla="*/ 535728 w 1428697"/>
                <a:gd name="connsiteY20" fmla="*/ 595313 h 1428750"/>
                <a:gd name="connsiteX21" fmla="*/ 1250103 w 1428697"/>
                <a:gd name="connsiteY21" fmla="*/ 476250 h 1428750"/>
                <a:gd name="connsiteX22" fmla="*/ 1309635 w 1428697"/>
                <a:gd name="connsiteY22" fmla="*/ 535781 h 1428750"/>
                <a:gd name="connsiteX23" fmla="*/ 1309635 w 1428697"/>
                <a:gd name="connsiteY23" fmla="*/ 1369219 h 1428750"/>
                <a:gd name="connsiteX24" fmla="*/ 1250103 w 1428697"/>
                <a:gd name="connsiteY24" fmla="*/ 1428750 h 1428750"/>
                <a:gd name="connsiteX25" fmla="*/ 1190572 w 1428697"/>
                <a:gd name="connsiteY25" fmla="*/ 1369219 h 1428750"/>
                <a:gd name="connsiteX26" fmla="*/ 1190572 w 1428697"/>
                <a:gd name="connsiteY26" fmla="*/ 535781 h 1428750"/>
                <a:gd name="connsiteX27" fmla="*/ 1250103 w 1428697"/>
                <a:gd name="connsiteY27" fmla="*/ 476250 h 1428750"/>
                <a:gd name="connsiteX28" fmla="*/ 1170728 w 1428697"/>
                <a:gd name="connsiteY28" fmla="*/ 0 h 1428750"/>
                <a:gd name="connsiteX29" fmla="*/ 1369166 w 1428697"/>
                <a:gd name="connsiteY29" fmla="*/ 0 h 1428750"/>
                <a:gd name="connsiteX30" fmla="*/ 1380477 w 1428697"/>
                <a:gd name="connsiteY30" fmla="*/ 1191 h 1428750"/>
                <a:gd name="connsiteX31" fmla="*/ 1384644 w 1428697"/>
                <a:gd name="connsiteY31" fmla="*/ 2182 h 1428750"/>
                <a:gd name="connsiteX32" fmla="*/ 1396946 w 1428697"/>
                <a:gd name="connsiteY32" fmla="*/ 6945 h 1428750"/>
                <a:gd name="connsiteX33" fmla="*/ 1401908 w 1428697"/>
                <a:gd name="connsiteY33" fmla="*/ 9921 h 1428750"/>
                <a:gd name="connsiteX34" fmla="*/ 1406670 w 1428697"/>
                <a:gd name="connsiteY34" fmla="*/ 13493 h 1428750"/>
                <a:gd name="connsiteX35" fmla="*/ 1415204 w 1428697"/>
                <a:gd name="connsiteY35" fmla="*/ 22027 h 1428750"/>
                <a:gd name="connsiteX36" fmla="*/ 1418776 w 1428697"/>
                <a:gd name="connsiteY36" fmla="*/ 26789 h 1428750"/>
                <a:gd name="connsiteX37" fmla="*/ 1421752 w 1428697"/>
                <a:gd name="connsiteY37" fmla="*/ 31751 h 1428750"/>
                <a:gd name="connsiteX38" fmla="*/ 1426515 w 1428697"/>
                <a:gd name="connsiteY38" fmla="*/ 44053 h 1428750"/>
                <a:gd name="connsiteX39" fmla="*/ 1427506 w 1428697"/>
                <a:gd name="connsiteY39" fmla="*/ 48220 h 1428750"/>
                <a:gd name="connsiteX40" fmla="*/ 1428697 w 1428697"/>
                <a:gd name="connsiteY40" fmla="*/ 59531 h 1428750"/>
                <a:gd name="connsiteX41" fmla="*/ 1428697 w 1428697"/>
                <a:gd name="connsiteY41" fmla="*/ 257969 h 1428750"/>
                <a:gd name="connsiteX42" fmla="*/ 1369166 w 1428697"/>
                <a:gd name="connsiteY42" fmla="*/ 317501 h 1428750"/>
                <a:gd name="connsiteX43" fmla="*/ 1309635 w 1428697"/>
                <a:gd name="connsiteY43" fmla="*/ 257969 h 1428750"/>
                <a:gd name="connsiteX44" fmla="*/ 1309635 w 1428697"/>
                <a:gd name="connsiteY44" fmla="*/ 203201 h 1428750"/>
                <a:gd name="connsiteX45" fmla="*/ 895297 w 1428697"/>
                <a:gd name="connsiteY45" fmla="*/ 617538 h 1428750"/>
                <a:gd name="connsiteX46" fmla="*/ 853229 w 1428697"/>
                <a:gd name="connsiteY46" fmla="*/ 634999 h 1428750"/>
                <a:gd name="connsiteX47" fmla="*/ 811159 w 1428697"/>
                <a:gd name="connsiteY47" fmla="*/ 617538 h 1428750"/>
                <a:gd name="connsiteX48" fmla="*/ 496041 w 1428697"/>
                <a:gd name="connsiteY48" fmla="*/ 302419 h 1428750"/>
                <a:gd name="connsiteX49" fmla="*/ 101546 w 1428697"/>
                <a:gd name="connsiteY49" fmla="*/ 696912 h 1428750"/>
                <a:gd name="connsiteX50" fmla="*/ 59478 w 1428697"/>
                <a:gd name="connsiteY50" fmla="*/ 714375 h 1428750"/>
                <a:gd name="connsiteX51" fmla="*/ 17410 w 1428697"/>
                <a:gd name="connsiteY51" fmla="*/ 696912 h 1428750"/>
                <a:gd name="connsiteX52" fmla="*/ 17410 w 1428697"/>
                <a:gd name="connsiteY52" fmla="*/ 612776 h 1428750"/>
                <a:gd name="connsiteX53" fmla="*/ 453971 w 1428697"/>
                <a:gd name="connsiteY53" fmla="*/ 176213 h 1428750"/>
                <a:gd name="connsiteX54" fmla="*/ 538110 w 1428697"/>
                <a:gd name="connsiteY54" fmla="*/ 176213 h 1428750"/>
                <a:gd name="connsiteX55" fmla="*/ 853229 w 1428697"/>
                <a:gd name="connsiteY55" fmla="*/ 491332 h 1428750"/>
                <a:gd name="connsiteX56" fmla="*/ 1225496 w 1428697"/>
                <a:gd name="connsiteY56" fmla="*/ 119063 h 1428750"/>
                <a:gd name="connsiteX57" fmla="*/ 1170728 w 1428697"/>
                <a:gd name="connsiteY57" fmla="*/ 119063 h 1428750"/>
                <a:gd name="connsiteX58" fmla="*/ 1111196 w 1428697"/>
                <a:gd name="connsiteY58" fmla="*/ 59531 h 1428750"/>
                <a:gd name="connsiteX59" fmla="*/ 1170728 w 1428697"/>
                <a:gd name="connsiteY59" fmla="*/ 0 h 142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428697" h="1428750">
                  <a:moveTo>
                    <a:pt x="178541" y="873124"/>
                  </a:moveTo>
                  <a:cubicBezTo>
                    <a:pt x="211419" y="873124"/>
                    <a:pt x="238072" y="899778"/>
                    <a:pt x="238072" y="932656"/>
                  </a:cubicBezTo>
                  <a:lnTo>
                    <a:pt x="238072" y="1369219"/>
                  </a:lnTo>
                  <a:cubicBezTo>
                    <a:pt x="238072" y="1402097"/>
                    <a:pt x="211419" y="1428750"/>
                    <a:pt x="178541" y="1428750"/>
                  </a:cubicBezTo>
                  <a:cubicBezTo>
                    <a:pt x="145663" y="1428750"/>
                    <a:pt x="119009" y="1402097"/>
                    <a:pt x="119009" y="1369219"/>
                  </a:cubicBezTo>
                  <a:lnTo>
                    <a:pt x="119009" y="932656"/>
                  </a:lnTo>
                  <a:cubicBezTo>
                    <a:pt x="119009" y="899778"/>
                    <a:pt x="145663" y="873124"/>
                    <a:pt x="178541" y="873124"/>
                  </a:cubicBezTo>
                  <a:close/>
                  <a:moveTo>
                    <a:pt x="892916" y="793751"/>
                  </a:moveTo>
                  <a:cubicBezTo>
                    <a:pt x="925794" y="793751"/>
                    <a:pt x="952447" y="820404"/>
                    <a:pt x="952447" y="853282"/>
                  </a:cubicBezTo>
                  <a:lnTo>
                    <a:pt x="952447" y="1369219"/>
                  </a:lnTo>
                  <a:cubicBezTo>
                    <a:pt x="952447" y="1402097"/>
                    <a:pt x="925794" y="1428750"/>
                    <a:pt x="892916" y="1428750"/>
                  </a:cubicBezTo>
                  <a:cubicBezTo>
                    <a:pt x="860038" y="1428750"/>
                    <a:pt x="833385" y="1402097"/>
                    <a:pt x="833385" y="1369219"/>
                  </a:cubicBezTo>
                  <a:lnTo>
                    <a:pt x="833385" y="853282"/>
                  </a:lnTo>
                  <a:cubicBezTo>
                    <a:pt x="833385" y="820404"/>
                    <a:pt x="860038" y="793751"/>
                    <a:pt x="892916" y="793751"/>
                  </a:cubicBezTo>
                  <a:close/>
                  <a:moveTo>
                    <a:pt x="535728" y="595313"/>
                  </a:moveTo>
                  <a:cubicBezTo>
                    <a:pt x="568606" y="595313"/>
                    <a:pt x="595260" y="621966"/>
                    <a:pt x="595260" y="654844"/>
                  </a:cubicBezTo>
                  <a:lnTo>
                    <a:pt x="595260" y="1369219"/>
                  </a:lnTo>
                  <a:cubicBezTo>
                    <a:pt x="595260" y="1402097"/>
                    <a:pt x="568606" y="1428750"/>
                    <a:pt x="535728" y="1428750"/>
                  </a:cubicBezTo>
                  <a:cubicBezTo>
                    <a:pt x="502850" y="1428750"/>
                    <a:pt x="476197" y="1402097"/>
                    <a:pt x="476197" y="1369219"/>
                  </a:cubicBezTo>
                  <a:lnTo>
                    <a:pt x="476197" y="654844"/>
                  </a:lnTo>
                  <a:cubicBezTo>
                    <a:pt x="476197" y="621966"/>
                    <a:pt x="502850" y="595313"/>
                    <a:pt x="535728" y="595313"/>
                  </a:cubicBezTo>
                  <a:close/>
                  <a:moveTo>
                    <a:pt x="1250103" y="476250"/>
                  </a:moveTo>
                  <a:cubicBezTo>
                    <a:pt x="1282981" y="476250"/>
                    <a:pt x="1309635" y="502903"/>
                    <a:pt x="1309635" y="535781"/>
                  </a:cubicBezTo>
                  <a:lnTo>
                    <a:pt x="1309635" y="1369219"/>
                  </a:lnTo>
                  <a:cubicBezTo>
                    <a:pt x="1309635" y="1402097"/>
                    <a:pt x="1282981" y="1428750"/>
                    <a:pt x="1250103" y="1428750"/>
                  </a:cubicBezTo>
                  <a:cubicBezTo>
                    <a:pt x="1217225" y="1428750"/>
                    <a:pt x="1190572" y="1402097"/>
                    <a:pt x="1190572" y="1369219"/>
                  </a:cubicBezTo>
                  <a:lnTo>
                    <a:pt x="1190572" y="535781"/>
                  </a:lnTo>
                  <a:cubicBezTo>
                    <a:pt x="1190572" y="502903"/>
                    <a:pt x="1217225" y="476250"/>
                    <a:pt x="1250103" y="476250"/>
                  </a:cubicBezTo>
                  <a:close/>
                  <a:moveTo>
                    <a:pt x="1170728" y="0"/>
                  </a:moveTo>
                  <a:lnTo>
                    <a:pt x="1369166" y="0"/>
                  </a:lnTo>
                  <a:cubicBezTo>
                    <a:pt x="1372937" y="0"/>
                    <a:pt x="1376706" y="396"/>
                    <a:pt x="1380477" y="1191"/>
                  </a:cubicBezTo>
                  <a:cubicBezTo>
                    <a:pt x="1381866" y="1390"/>
                    <a:pt x="1383254" y="1587"/>
                    <a:pt x="1384644" y="2182"/>
                  </a:cubicBezTo>
                  <a:cubicBezTo>
                    <a:pt x="1389010" y="3176"/>
                    <a:pt x="1393177" y="4762"/>
                    <a:pt x="1396946" y="6945"/>
                  </a:cubicBezTo>
                  <a:cubicBezTo>
                    <a:pt x="1398535" y="7739"/>
                    <a:pt x="1400321" y="8731"/>
                    <a:pt x="1401908" y="9921"/>
                  </a:cubicBezTo>
                  <a:cubicBezTo>
                    <a:pt x="1403694" y="10915"/>
                    <a:pt x="1405281" y="12105"/>
                    <a:pt x="1406670" y="13493"/>
                  </a:cubicBezTo>
                  <a:cubicBezTo>
                    <a:pt x="1409846" y="15874"/>
                    <a:pt x="1412823" y="18851"/>
                    <a:pt x="1415204" y="22027"/>
                  </a:cubicBezTo>
                  <a:cubicBezTo>
                    <a:pt x="1416592" y="23416"/>
                    <a:pt x="1417782" y="25003"/>
                    <a:pt x="1418776" y="26789"/>
                  </a:cubicBezTo>
                  <a:cubicBezTo>
                    <a:pt x="1419966" y="28376"/>
                    <a:pt x="1420958" y="30162"/>
                    <a:pt x="1421752" y="31751"/>
                  </a:cubicBezTo>
                  <a:cubicBezTo>
                    <a:pt x="1423935" y="35520"/>
                    <a:pt x="1425521" y="39687"/>
                    <a:pt x="1426515" y="44053"/>
                  </a:cubicBezTo>
                  <a:cubicBezTo>
                    <a:pt x="1427110" y="45443"/>
                    <a:pt x="1427307" y="46831"/>
                    <a:pt x="1427506" y="48220"/>
                  </a:cubicBezTo>
                  <a:cubicBezTo>
                    <a:pt x="1428301" y="51991"/>
                    <a:pt x="1428697" y="55760"/>
                    <a:pt x="1428697" y="59531"/>
                  </a:cubicBezTo>
                  <a:lnTo>
                    <a:pt x="1428697" y="257969"/>
                  </a:lnTo>
                  <a:cubicBezTo>
                    <a:pt x="1428697" y="290909"/>
                    <a:pt x="1402107" y="317501"/>
                    <a:pt x="1369166" y="317501"/>
                  </a:cubicBezTo>
                  <a:cubicBezTo>
                    <a:pt x="1336225" y="317501"/>
                    <a:pt x="1309635" y="290909"/>
                    <a:pt x="1309635" y="257969"/>
                  </a:cubicBezTo>
                  <a:lnTo>
                    <a:pt x="1309635" y="203201"/>
                  </a:lnTo>
                  <a:lnTo>
                    <a:pt x="895297" y="617538"/>
                  </a:lnTo>
                  <a:cubicBezTo>
                    <a:pt x="883787" y="629245"/>
                    <a:pt x="868508" y="634999"/>
                    <a:pt x="853229" y="634999"/>
                  </a:cubicBezTo>
                  <a:cubicBezTo>
                    <a:pt x="837948" y="634999"/>
                    <a:pt x="822669" y="629245"/>
                    <a:pt x="811159" y="617538"/>
                  </a:cubicBezTo>
                  <a:lnTo>
                    <a:pt x="496041" y="302419"/>
                  </a:lnTo>
                  <a:lnTo>
                    <a:pt x="101546" y="696912"/>
                  </a:lnTo>
                  <a:cubicBezTo>
                    <a:pt x="90038" y="708621"/>
                    <a:pt x="74757" y="714375"/>
                    <a:pt x="59478" y="714375"/>
                  </a:cubicBezTo>
                  <a:cubicBezTo>
                    <a:pt x="44199" y="714375"/>
                    <a:pt x="28918" y="708621"/>
                    <a:pt x="17410" y="696912"/>
                  </a:cubicBezTo>
                  <a:cubicBezTo>
                    <a:pt x="-5803" y="673671"/>
                    <a:pt x="-5803" y="636017"/>
                    <a:pt x="17410" y="612776"/>
                  </a:cubicBezTo>
                  <a:lnTo>
                    <a:pt x="453971" y="176213"/>
                  </a:lnTo>
                  <a:cubicBezTo>
                    <a:pt x="477215" y="152999"/>
                    <a:pt x="514866" y="152999"/>
                    <a:pt x="538110" y="176213"/>
                  </a:cubicBezTo>
                  <a:lnTo>
                    <a:pt x="853229" y="491332"/>
                  </a:lnTo>
                  <a:lnTo>
                    <a:pt x="1225496" y="119063"/>
                  </a:lnTo>
                  <a:lnTo>
                    <a:pt x="1170728" y="119063"/>
                  </a:lnTo>
                  <a:cubicBezTo>
                    <a:pt x="1137788" y="119063"/>
                    <a:pt x="1111196" y="92473"/>
                    <a:pt x="1111196" y="59531"/>
                  </a:cubicBezTo>
                  <a:cubicBezTo>
                    <a:pt x="1111196" y="26590"/>
                    <a:pt x="1137788" y="0"/>
                    <a:pt x="1170728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endParaRPr lang="zh-CN" altLang="en-US"/>
            </a:p>
          </p:txBody>
        </p:sp>
        <p:pic>
          <p:nvPicPr>
            <p:cNvPr id="8" name="PA-图片 7"/>
            <p:cNvPicPr>
              <a:picLocks noChangeAspect="1"/>
            </p:cNvPicPr>
            <p:nvPr>
              <p:custDataLst>
                <p:tags r:id="rId53"/>
              </p:custDataLst>
            </p:nvPr>
          </p:nvPicPr>
          <p:blipFill>
            <a:blip r:embed="rId54"/>
            <a:stretch>
              <a:fillRect/>
            </a:stretch>
          </p:blipFill>
          <p:spPr>
            <a:xfrm>
              <a:off x="4885839" y="2926988"/>
              <a:ext cx="2420322" cy="2414225"/>
            </a:xfrm>
            <a:prstGeom prst="rect">
              <a:avLst/>
            </a:prstGeom>
          </p:spPr>
        </p:pic>
        <p:sp>
          <p:nvSpPr>
            <p:cNvPr id="70" name="PA-íṩ1íde"/>
            <p:cNvSpPr/>
            <p:nvPr>
              <p:custDataLst>
                <p:tags r:id="rId55"/>
              </p:custDataLst>
            </p:nvPr>
          </p:nvSpPr>
          <p:spPr>
            <a:xfrm>
              <a:off x="4866531" y="3603320"/>
              <a:ext cx="2458940" cy="111011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914400">
                <a:spcBef>
                  <a:spcPct val="0"/>
                </a:spcBef>
                <a:defRPr/>
              </a:pP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Supporting text here-20pt</a:t>
              </a:r>
              <a:endParaRPr lang="en-US" altLang="zh-CN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58500" cy="4867443"/>
            <a:chOff x="660400" y="1266657"/>
            <a:chExt cx="10858500" cy="4867443"/>
          </a:xfrm>
        </p:grpSpPr>
        <p:grpSp>
          <p:nvGrpSpPr>
            <p:cNvPr id="5" name="组合 4"/>
            <p:cNvGrpSpPr/>
            <p:nvPr/>
          </p:nvGrpSpPr>
          <p:grpSpPr>
            <a:xfrm>
              <a:off x="669925" y="1833165"/>
              <a:ext cx="10848974" cy="4300935"/>
              <a:chOff x="669925" y="1833165"/>
              <a:chExt cx="10848974" cy="4300935"/>
            </a:xfrm>
          </p:grpSpPr>
          <p:sp>
            <p:nvSpPr>
              <p:cNvPr id="121" name="ïSlïďé"/>
              <p:cNvSpPr txBox="1"/>
              <p:nvPr/>
            </p:nvSpPr>
            <p:spPr>
              <a:xfrm>
                <a:off x="669925" y="1833165"/>
                <a:ext cx="10848974" cy="5819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 defTabSz="913765">
                  <a:buSzPct val="25000"/>
                  <a:defRPr/>
                </a:pPr>
                <a:r>
                  <a:rPr lang="en-US" altLang="zh-CN" sz="1600" b="1" dirty="0"/>
                  <a:t>Unified fonts make reading more fluent.-16pt</a:t>
                </a:r>
                <a:endParaRPr lang="en-US" altLang="zh-CN" sz="1600" b="1" dirty="0"/>
              </a:p>
            </p:txBody>
          </p:sp>
          <p:sp>
            <p:nvSpPr>
              <p:cNvPr id="122" name="îśḻîḑe"/>
              <p:cNvSpPr txBox="1"/>
              <p:nvPr/>
            </p:nvSpPr>
            <p:spPr>
              <a:xfrm>
                <a:off x="669928" y="2415092"/>
                <a:ext cx="10848969" cy="7769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20000"/>
                  </a:lnSpc>
                  <a:spcAft>
                    <a:spcPts val="600"/>
                  </a:spcAft>
                  <a:buSzPct val="25000"/>
                  <a:defRPr/>
                </a:pPr>
                <a:r>
                  <a:rPr lang="en-US" altLang="zh-CN" sz="1200" dirty="0">
                    <a:solidFill>
                      <a:prstClr val="black"/>
                    </a:solidFill>
                    <a:ea typeface="微软雅黑" panose="020B0503020204020204" charset="-122"/>
                    <a:cs typeface="+mn-ea"/>
                  </a:rPr>
                  <a:t>Theme  color makes PPT more convenient to </a:t>
                </a:r>
                <a:r>
                  <a:rPr lang="en-US" altLang="zh-CN" sz="1200" dirty="0" err="1">
                    <a:solidFill>
                      <a:prstClr val="black"/>
                    </a:solidFill>
                    <a:ea typeface="微软雅黑" panose="020B0503020204020204" charset="-122"/>
                    <a:cs typeface="+mn-ea"/>
                  </a:rPr>
                  <a:t>change.Adjust</a:t>
                </a:r>
                <a:r>
                  <a:rPr lang="en-US" altLang="zh-CN" sz="1200" dirty="0">
                    <a:solidFill>
                      <a:prstClr val="black"/>
                    </a:solidFill>
                    <a:ea typeface="微软雅黑" panose="020B0503020204020204" charset="-122"/>
                    <a:cs typeface="+mn-ea"/>
                  </a:rPr>
                  <a:t> the spacing to adapt to Chinese typesetting, use the reference line in PPT . </a:t>
                </a:r>
                <a:endParaRPr lang="en-US" altLang="zh-CN" sz="1200" dirty="0">
                  <a:solidFill>
                    <a:prstClr val="black"/>
                  </a:solidFill>
                  <a:ea typeface="微软雅黑" panose="020B0503020204020204" charset="-122"/>
                  <a:cs typeface="+mn-ea"/>
                </a:endParaRPr>
              </a:p>
              <a:p>
                <a:pPr lvl="0" algn="ctr">
                  <a:lnSpc>
                    <a:spcPct val="120000"/>
                  </a:lnSpc>
                  <a:spcAft>
                    <a:spcPts val="600"/>
                  </a:spcAft>
                  <a:buSzPct val="25000"/>
                  <a:defRPr/>
                </a:pPr>
                <a:r>
                  <a:rPr lang="en-US" altLang="zh-CN" sz="1200" dirty="0">
                    <a:solidFill>
                      <a:prstClr val="black"/>
                    </a:solidFill>
                    <a:ea typeface="微软雅黑" panose="020B0503020204020204" charset="-122"/>
                    <a:cs typeface="+mn-ea"/>
                  </a:rPr>
                  <a:t>Copy paste  fonts. Choose the only option to retain text. </a:t>
                </a:r>
                <a:endParaRPr lang="en-US" altLang="zh-CN" sz="1200" dirty="0">
                  <a:solidFill>
                    <a:prstClr val="black"/>
                  </a:solidFill>
                  <a:ea typeface="微软雅黑" panose="020B0503020204020204" charset="-122"/>
                  <a:cs typeface="+mn-ea"/>
                </a:endParaRPr>
              </a:p>
            </p:txBody>
          </p:sp>
          <p:grpSp>
            <p:nvGrpSpPr>
              <p:cNvPr id="123" name="iŝļíḋé"/>
              <p:cNvGrpSpPr/>
              <p:nvPr/>
            </p:nvGrpSpPr>
            <p:grpSpPr>
              <a:xfrm>
                <a:off x="669925" y="3317634"/>
                <a:ext cx="2644776" cy="2816466"/>
                <a:chOff x="669925" y="2942696"/>
                <a:chExt cx="2644776" cy="2816466"/>
              </a:xfrm>
            </p:grpSpPr>
            <p:sp>
              <p:nvSpPr>
                <p:cNvPr id="152" name="íslíḍé"/>
                <p:cNvSpPr/>
                <p:nvPr/>
              </p:nvSpPr>
              <p:spPr>
                <a:xfrm>
                  <a:off x="669925" y="3407156"/>
                  <a:ext cx="2644776" cy="2352006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b="1">
                    <a:solidFill>
                      <a:schemeClr val="bg1"/>
                    </a:solidFill>
                  </a:endParaRPr>
                </a:p>
              </p:txBody>
            </p:sp>
            <p:grpSp>
              <p:nvGrpSpPr>
                <p:cNvPr id="153" name="îṩľíďé"/>
                <p:cNvGrpSpPr/>
                <p:nvPr/>
              </p:nvGrpSpPr>
              <p:grpSpPr>
                <a:xfrm>
                  <a:off x="669925" y="4157023"/>
                  <a:ext cx="2644776" cy="1602137"/>
                  <a:chOff x="1944368" y="3235201"/>
                  <a:chExt cx="2030012" cy="1602137"/>
                </a:xfrm>
              </p:grpSpPr>
              <p:sp>
                <p:nvSpPr>
                  <p:cNvPr id="157" name="îsḷiḋé"/>
                  <p:cNvSpPr/>
                  <p:nvPr/>
                </p:nvSpPr>
                <p:spPr bwMode="auto">
                  <a:xfrm>
                    <a:off x="1944368" y="3622799"/>
                    <a:ext cx="2030012" cy="121453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200" dirty="0"/>
                      <a:t>Copy paste fonts. Choose the only option to retain text.</a:t>
                    </a:r>
                    <a:endParaRPr lang="en-US" altLang="zh-CN" sz="1200" dirty="0"/>
                  </a:p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200" dirty="0"/>
                      <a:t>……</a:t>
                    </a:r>
                    <a:endParaRPr lang="en-US" altLang="zh-CN" sz="1200" dirty="0"/>
                  </a:p>
                </p:txBody>
              </p:sp>
              <p:sp>
                <p:nvSpPr>
                  <p:cNvPr id="158" name="íṧľíḋé"/>
                  <p:cNvSpPr txBox="1"/>
                  <p:nvPr/>
                </p:nvSpPr>
                <p:spPr bwMode="auto">
                  <a:xfrm>
                    <a:off x="1944368" y="3235201"/>
                    <a:ext cx="2030012" cy="3875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eaLnBrk="1" hangingPunct="1">
                      <a:lnSpc>
                        <a:spcPct val="100000"/>
                      </a:lnSpc>
                      <a:spcBef>
                        <a:spcPct val="0"/>
                      </a:spcBef>
                    </a:pPr>
                    <a:r>
                      <a:rPr lang="en-US" altLang="zh-CN" sz="1400" b="1" dirty="0"/>
                      <a:t>Text here-14pt</a:t>
                    </a:r>
                    <a:endParaRPr lang="en-US" altLang="zh-CN" sz="1400" b="1" dirty="0"/>
                  </a:p>
                </p:txBody>
              </p:sp>
            </p:grpSp>
            <p:grpSp>
              <p:nvGrpSpPr>
                <p:cNvPr id="154" name="iš1iḋe"/>
                <p:cNvGrpSpPr/>
                <p:nvPr/>
              </p:nvGrpSpPr>
              <p:grpSpPr>
                <a:xfrm>
                  <a:off x="1530541" y="2942696"/>
                  <a:ext cx="923544" cy="923925"/>
                  <a:chOff x="1546964" y="2871078"/>
                  <a:chExt cx="923544" cy="923925"/>
                </a:xfrm>
              </p:grpSpPr>
              <p:sp>
                <p:nvSpPr>
                  <p:cNvPr id="155" name="íṩľïḍé"/>
                  <p:cNvSpPr/>
                  <p:nvPr/>
                </p:nvSpPr>
                <p:spPr>
                  <a:xfrm>
                    <a:off x="1546964" y="2871078"/>
                    <a:ext cx="923544" cy="923925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76200">
                    <a:solidFill>
                      <a:schemeClr val="bg1"/>
                    </a:solidFill>
                  </a:ln>
                  <a:effectLst/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b="1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56" name="îsļîḑe"/>
                  <p:cNvSpPr/>
                  <p:nvPr/>
                </p:nvSpPr>
                <p:spPr bwMode="auto">
                  <a:xfrm>
                    <a:off x="1862252" y="3170709"/>
                    <a:ext cx="292968" cy="324658"/>
                  </a:xfrm>
                  <a:custGeom>
                    <a:avLst/>
                    <a:gdLst>
                      <a:gd name="connsiteX0" fmla="*/ 274131 w 548262"/>
                      <a:gd name="connsiteY0" fmla="*/ 465495 h 607568"/>
                      <a:gd name="connsiteX1" fmla="*/ 203914 w 548262"/>
                      <a:gd name="connsiteY1" fmla="*/ 489737 h 607568"/>
                      <a:gd name="connsiteX2" fmla="*/ 274131 w 548262"/>
                      <a:gd name="connsiteY2" fmla="*/ 564762 h 607568"/>
                      <a:gd name="connsiteX3" fmla="*/ 344348 w 548262"/>
                      <a:gd name="connsiteY3" fmla="*/ 489737 h 607568"/>
                      <a:gd name="connsiteX4" fmla="*/ 274131 w 548262"/>
                      <a:gd name="connsiteY4" fmla="*/ 465495 h 607568"/>
                      <a:gd name="connsiteX5" fmla="*/ 365551 w 548262"/>
                      <a:gd name="connsiteY5" fmla="*/ 417933 h 607568"/>
                      <a:gd name="connsiteX6" fmla="*/ 346653 w 548262"/>
                      <a:gd name="connsiteY6" fmla="*/ 429287 h 607568"/>
                      <a:gd name="connsiteX7" fmla="*/ 327600 w 548262"/>
                      <a:gd name="connsiteY7" fmla="*/ 439873 h 607568"/>
                      <a:gd name="connsiteX8" fmla="*/ 358176 w 548262"/>
                      <a:gd name="connsiteY8" fmla="*/ 448925 h 607568"/>
                      <a:gd name="connsiteX9" fmla="*/ 365551 w 548262"/>
                      <a:gd name="connsiteY9" fmla="*/ 417933 h 607568"/>
                      <a:gd name="connsiteX10" fmla="*/ 182711 w 548262"/>
                      <a:gd name="connsiteY10" fmla="*/ 417933 h 607568"/>
                      <a:gd name="connsiteX11" fmla="*/ 190086 w 548262"/>
                      <a:gd name="connsiteY11" fmla="*/ 448925 h 607568"/>
                      <a:gd name="connsiteX12" fmla="*/ 220662 w 548262"/>
                      <a:gd name="connsiteY12" fmla="*/ 439873 h 607568"/>
                      <a:gd name="connsiteX13" fmla="*/ 201609 w 548262"/>
                      <a:gd name="connsiteY13" fmla="*/ 429287 h 607568"/>
                      <a:gd name="connsiteX14" fmla="*/ 182711 w 548262"/>
                      <a:gd name="connsiteY14" fmla="*/ 417933 h 607568"/>
                      <a:gd name="connsiteX15" fmla="*/ 470339 w 548262"/>
                      <a:gd name="connsiteY15" fmla="*/ 336157 h 607568"/>
                      <a:gd name="connsiteX16" fmla="*/ 414257 w 548262"/>
                      <a:gd name="connsiteY16" fmla="*/ 384640 h 607568"/>
                      <a:gd name="connsiteX17" fmla="*/ 400276 w 548262"/>
                      <a:gd name="connsiteY17" fmla="*/ 457364 h 607568"/>
                      <a:gd name="connsiteX18" fmla="*/ 432081 w 548262"/>
                      <a:gd name="connsiteY18" fmla="*/ 459512 h 607568"/>
                      <a:gd name="connsiteX19" fmla="*/ 500454 w 548262"/>
                      <a:gd name="connsiteY19" fmla="*/ 434350 h 607568"/>
                      <a:gd name="connsiteX20" fmla="*/ 473873 w 548262"/>
                      <a:gd name="connsiteY20" fmla="*/ 340606 h 607568"/>
                      <a:gd name="connsiteX21" fmla="*/ 470339 w 548262"/>
                      <a:gd name="connsiteY21" fmla="*/ 336157 h 607568"/>
                      <a:gd name="connsiteX22" fmla="*/ 77923 w 548262"/>
                      <a:gd name="connsiteY22" fmla="*/ 336157 h 607568"/>
                      <a:gd name="connsiteX23" fmla="*/ 74389 w 548262"/>
                      <a:gd name="connsiteY23" fmla="*/ 340606 h 607568"/>
                      <a:gd name="connsiteX24" fmla="*/ 47808 w 548262"/>
                      <a:gd name="connsiteY24" fmla="*/ 434350 h 607568"/>
                      <a:gd name="connsiteX25" fmla="*/ 116181 w 548262"/>
                      <a:gd name="connsiteY25" fmla="*/ 459512 h 607568"/>
                      <a:gd name="connsiteX26" fmla="*/ 147986 w 548262"/>
                      <a:gd name="connsiteY26" fmla="*/ 457364 h 607568"/>
                      <a:gd name="connsiteX27" fmla="*/ 134005 w 548262"/>
                      <a:gd name="connsiteY27" fmla="*/ 384640 h 607568"/>
                      <a:gd name="connsiteX28" fmla="*/ 77923 w 548262"/>
                      <a:gd name="connsiteY28" fmla="*/ 336157 h 607568"/>
                      <a:gd name="connsiteX29" fmla="*/ 274132 w 548262"/>
                      <a:gd name="connsiteY29" fmla="*/ 289787 h 607568"/>
                      <a:gd name="connsiteX30" fmla="*/ 260152 w 548262"/>
                      <a:gd name="connsiteY30" fmla="*/ 303749 h 607568"/>
                      <a:gd name="connsiteX31" fmla="*/ 274132 w 548262"/>
                      <a:gd name="connsiteY31" fmla="*/ 317711 h 607568"/>
                      <a:gd name="connsiteX32" fmla="*/ 288111 w 548262"/>
                      <a:gd name="connsiteY32" fmla="*/ 303749 h 607568"/>
                      <a:gd name="connsiteX33" fmla="*/ 274132 w 548262"/>
                      <a:gd name="connsiteY33" fmla="*/ 289787 h 607568"/>
                      <a:gd name="connsiteX34" fmla="*/ 418867 w 548262"/>
                      <a:gd name="connsiteY34" fmla="*/ 281844 h 607568"/>
                      <a:gd name="connsiteX35" fmla="*/ 419328 w 548262"/>
                      <a:gd name="connsiteY35" fmla="*/ 303784 h 607568"/>
                      <a:gd name="connsiteX36" fmla="*/ 418867 w 548262"/>
                      <a:gd name="connsiteY36" fmla="*/ 325724 h 607568"/>
                      <a:gd name="connsiteX37" fmla="*/ 442068 w 548262"/>
                      <a:gd name="connsiteY37" fmla="*/ 303784 h 607568"/>
                      <a:gd name="connsiteX38" fmla="*/ 418867 w 548262"/>
                      <a:gd name="connsiteY38" fmla="*/ 281844 h 607568"/>
                      <a:gd name="connsiteX39" fmla="*/ 129395 w 548262"/>
                      <a:gd name="connsiteY39" fmla="*/ 281844 h 607568"/>
                      <a:gd name="connsiteX40" fmla="*/ 106194 w 548262"/>
                      <a:gd name="connsiteY40" fmla="*/ 303784 h 607568"/>
                      <a:gd name="connsiteX41" fmla="*/ 129395 w 548262"/>
                      <a:gd name="connsiteY41" fmla="*/ 325724 h 607568"/>
                      <a:gd name="connsiteX42" fmla="*/ 128934 w 548262"/>
                      <a:gd name="connsiteY42" fmla="*/ 303784 h 607568"/>
                      <a:gd name="connsiteX43" fmla="*/ 129395 w 548262"/>
                      <a:gd name="connsiteY43" fmla="*/ 281844 h 607568"/>
                      <a:gd name="connsiteX44" fmla="*/ 274132 w 548262"/>
                      <a:gd name="connsiteY44" fmla="*/ 246979 h 607568"/>
                      <a:gd name="connsiteX45" fmla="*/ 330972 w 548262"/>
                      <a:gd name="connsiteY45" fmla="*/ 303749 h 607568"/>
                      <a:gd name="connsiteX46" fmla="*/ 274132 w 548262"/>
                      <a:gd name="connsiteY46" fmla="*/ 360519 h 607568"/>
                      <a:gd name="connsiteX47" fmla="*/ 217291 w 548262"/>
                      <a:gd name="connsiteY47" fmla="*/ 303749 h 607568"/>
                      <a:gd name="connsiteX48" fmla="*/ 274132 w 548262"/>
                      <a:gd name="connsiteY48" fmla="*/ 246979 h 607568"/>
                      <a:gd name="connsiteX49" fmla="*/ 274131 w 548262"/>
                      <a:gd name="connsiteY49" fmla="*/ 189021 h 607568"/>
                      <a:gd name="connsiteX50" fmla="*/ 222966 w 548262"/>
                      <a:gd name="connsiteY50" fmla="*/ 215257 h 607568"/>
                      <a:gd name="connsiteX51" fmla="*/ 174414 w 548262"/>
                      <a:gd name="connsiteY51" fmla="*/ 246402 h 607568"/>
                      <a:gd name="connsiteX52" fmla="*/ 171802 w 548262"/>
                      <a:gd name="connsiteY52" fmla="*/ 303784 h 607568"/>
                      <a:gd name="connsiteX53" fmla="*/ 174414 w 548262"/>
                      <a:gd name="connsiteY53" fmla="*/ 361166 h 607568"/>
                      <a:gd name="connsiteX54" fmla="*/ 222966 w 548262"/>
                      <a:gd name="connsiteY54" fmla="*/ 392311 h 607568"/>
                      <a:gd name="connsiteX55" fmla="*/ 274131 w 548262"/>
                      <a:gd name="connsiteY55" fmla="*/ 418547 h 607568"/>
                      <a:gd name="connsiteX56" fmla="*/ 325296 w 548262"/>
                      <a:gd name="connsiteY56" fmla="*/ 392311 h 607568"/>
                      <a:gd name="connsiteX57" fmla="*/ 373848 w 548262"/>
                      <a:gd name="connsiteY57" fmla="*/ 361166 h 607568"/>
                      <a:gd name="connsiteX58" fmla="*/ 376460 w 548262"/>
                      <a:gd name="connsiteY58" fmla="*/ 303784 h 607568"/>
                      <a:gd name="connsiteX59" fmla="*/ 373848 w 548262"/>
                      <a:gd name="connsiteY59" fmla="*/ 246402 h 607568"/>
                      <a:gd name="connsiteX60" fmla="*/ 325296 w 548262"/>
                      <a:gd name="connsiteY60" fmla="*/ 215257 h 607568"/>
                      <a:gd name="connsiteX61" fmla="*/ 274131 w 548262"/>
                      <a:gd name="connsiteY61" fmla="*/ 189021 h 607568"/>
                      <a:gd name="connsiteX62" fmla="*/ 358176 w 548262"/>
                      <a:gd name="connsiteY62" fmla="*/ 158643 h 607568"/>
                      <a:gd name="connsiteX63" fmla="*/ 327600 w 548262"/>
                      <a:gd name="connsiteY63" fmla="*/ 167695 h 607568"/>
                      <a:gd name="connsiteX64" fmla="*/ 346653 w 548262"/>
                      <a:gd name="connsiteY64" fmla="*/ 178281 h 607568"/>
                      <a:gd name="connsiteX65" fmla="*/ 365551 w 548262"/>
                      <a:gd name="connsiteY65" fmla="*/ 189635 h 607568"/>
                      <a:gd name="connsiteX66" fmla="*/ 358176 w 548262"/>
                      <a:gd name="connsiteY66" fmla="*/ 158643 h 607568"/>
                      <a:gd name="connsiteX67" fmla="*/ 190086 w 548262"/>
                      <a:gd name="connsiteY67" fmla="*/ 158643 h 607568"/>
                      <a:gd name="connsiteX68" fmla="*/ 182711 w 548262"/>
                      <a:gd name="connsiteY68" fmla="*/ 189635 h 607568"/>
                      <a:gd name="connsiteX69" fmla="*/ 201609 w 548262"/>
                      <a:gd name="connsiteY69" fmla="*/ 178281 h 607568"/>
                      <a:gd name="connsiteX70" fmla="*/ 220662 w 548262"/>
                      <a:gd name="connsiteY70" fmla="*/ 167695 h 607568"/>
                      <a:gd name="connsiteX71" fmla="*/ 190086 w 548262"/>
                      <a:gd name="connsiteY71" fmla="*/ 158643 h 607568"/>
                      <a:gd name="connsiteX72" fmla="*/ 432081 w 548262"/>
                      <a:gd name="connsiteY72" fmla="*/ 148056 h 607568"/>
                      <a:gd name="connsiteX73" fmla="*/ 400276 w 548262"/>
                      <a:gd name="connsiteY73" fmla="*/ 150204 h 607568"/>
                      <a:gd name="connsiteX74" fmla="*/ 414257 w 548262"/>
                      <a:gd name="connsiteY74" fmla="*/ 222928 h 607568"/>
                      <a:gd name="connsiteX75" fmla="*/ 470339 w 548262"/>
                      <a:gd name="connsiteY75" fmla="*/ 271411 h 607568"/>
                      <a:gd name="connsiteX76" fmla="*/ 473873 w 548262"/>
                      <a:gd name="connsiteY76" fmla="*/ 266962 h 607568"/>
                      <a:gd name="connsiteX77" fmla="*/ 500454 w 548262"/>
                      <a:gd name="connsiteY77" fmla="*/ 173218 h 607568"/>
                      <a:gd name="connsiteX78" fmla="*/ 432081 w 548262"/>
                      <a:gd name="connsiteY78" fmla="*/ 148056 h 607568"/>
                      <a:gd name="connsiteX79" fmla="*/ 116181 w 548262"/>
                      <a:gd name="connsiteY79" fmla="*/ 148056 h 607568"/>
                      <a:gd name="connsiteX80" fmla="*/ 47808 w 548262"/>
                      <a:gd name="connsiteY80" fmla="*/ 173218 h 607568"/>
                      <a:gd name="connsiteX81" fmla="*/ 74389 w 548262"/>
                      <a:gd name="connsiteY81" fmla="*/ 266962 h 607568"/>
                      <a:gd name="connsiteX82" fmla="*/ 77923 w 548262"/>
                      <a:gd name="connsiteY82" fmla="*/ 271411 h 607568"/>
                      <a:gd name="connsiteX83" fmla="*/ 134005 w 548262"/>
                      <a:gd name="connsiteY83" fmla="*/ 222928 h 607568"/>
                      <a:gd name="connsiteX84" fmla="*/ 147986 w 548262"/>
                      <a:gd name="connsiteY84" fmla="*/ 150204 h 607568"/>
                      <a:gd name="connsiteX85" fmla="*/ 116181 w 548262"/>
                      <a:gd name="connsiteY85" fmla="*/ 148056 h 607568"/>
                      <a:gd name="connsiteX86" fmla="*/ 274131 w 548262"/>
                      <a:gd name="connsiteY86" fmla="*/ 42806 h 607568"/>
                      <a:gd name="connsiteX87" fmla="*/ 203914 w 548262"/>
                      <a:gd name="connsiteY87" fmla="*/ 117831 h 607568"/>
                      <a:gd name="connsiteX88" fmla="*/ 274131 w 548262"/>
                      <a:gd name="connsiteY88" fmla="*/ 142073 h 607568"/>
                      <a:gd name="connsiteX89" fmla="*/ 344348 w 548262"/>
                      <a:gd name="connsiteY89" fmla="*/ 117831 h 607568"/>
                      <a:gd name="connsiteX90" fmla="*/ 274131 w 548262"/>
                      <a:gd name="connsiteY90" fmla="*/ 42806 h 607568"/>
                      <a:gd name="connsiteX91" fmla="*/ 274131 w 548262"/>
                      <a:gd name="connsiteY91" fmla="*/ 0 h 607568"/>
                      <a:gd name="connsiteX92" fmla="*/ 381223 w 548262"/>
                      <a:gd name="connsiteY92" fmla="*/ 95584 h 607568"/>
                      <a:gd name="connsiteX93" fmla="*/ 386755 w 548262"/>
                      <a:gd name="connsiteY93" fmla="*/ 108933 h 607568"/>
                      <a:gd name="connsiteX94" fmla="*/ 432081 w 548262"/>
                      <a:gd name="connsiteY94" fmla="*/ 105250 h 607568"/>
                      <a:gd name="connsiteX95" fmla="*/ 537636 w 548262"/>
                      <a:gd name="connsiteY95" fmla="*/ 151892 h 607568"/>
                      <a:gd name="connsiteX96" fmla="*/ 508290 w 548262"/>
                      <a:gd name="connsiteY96" fmla="*/ 292277 h 607568"/>
                      <a:gd name="connsiteX97" fmla="*/ 499378 w 548262"/>
                      <a:gd name="connsiteY97" fmla="*/ 303784 h 607568"/>
                      <a:gd name="connsiteX98" fmla="*/ 508290 w 548262"/>
                      <a:gd name="connsiteY98" fmla="*/ 315291 h 607568"/>
                      <a:gd name="connsiteX99" fmla="*/ 537636 w 548262"/>
                      <a:gd name="connsiteY99" fmla="*/ 455676 h 607568"/>
                      <a:gd name="connsiteX100" fmla="*/ 432081 w 548262"/>
                      <a:gd name="connsiteY100" fmla="*/ 502318 h 607568"/>
                      <a:gd name="connsiteX101" fmla="*/ 386755 w 548262"/>
                      <a:gd name="connsiteY101" fmla="*/ 498635 h 607568"/>
                      <a:gd name="connsiteX102" fmla="*/ 381223 w 548262"/>
                      <a:gd name="connsiteY102" fmla="*/ 511984 h 607568"/>
                      <a:gd name="connsiteX103" fmla="*/ 274131 w 548262"/>
                      <a:gd name="connsiteY103" fmla="*/ 607568 h 607568"/>
                      <a:gd name="connsiteX104" fmla="*/ 167039 w 548262"/>
                      <a:gd name="connsiteY104" fmla="*/ 511984 h 607568"/>
                      <a:gd name="connsiteX105" fmla="*/ 161507 w 548262"/>
                      <a:gd name="connsiteY105" fmla="*/ 498635 h 607568"/>
                      <a:gd name="connsiteX106" fmla="*/ 116181 w 548262"/>
                      <a:gd name="connsiteY106" fmla="*/ 502318 h 607568"/>
                      <a:gd name="connsiteX107" fmla="*/ 10626 w 548262"/>
                      <a:gd name="connsiteY107" fmla="*/ 455676 h 607568"/>
                      <a:gd name="connsiteX108" fmla="*/ 39972 w 548262"/>
                      <a:gd name="connsiteY108" fmla="*/ 315291 h 607568"/>
                      <a:gd name="connsiteX109" fmla="*/ 48884 w 548262"/>
                      <a:gd name="connsiteY109" fmla="*/ 303784 h 607568"/>
                      <a:gd name="connsiteX110" fmla="*/ 39972 w 548262"/>
                      <a:gd name="connsiteY110" fmla="*/ 292277 h 607568"/>
                      <a:gd name="connsiteX111" fmla="*/ 10626 w 548262"/>
                      <a:gd name="connsiteY111" fmla="*/ 151892 h 607568"/>
                      <a:gd name="connsiteX112" fmla="*/ 116181 w 548262"/>
                      <a:gd name="connsiteY112" fmla="*/ 105250 h 607568"/>
                      <a:gd name="connsiteX113" fmla="*/ 161507 w 548262"/>
                      <a:gd name="connsiteY113" fmla="*/ 108933 h 607568"/>
                      <a:gd name="connsiteX114" fmla="*/ 167039 w 548262"/>
                      <a:gd name="connsiteY114" fmla="*/ 95584 h 607568"/>
                      <a:gd name="connsiteX115" fmla="*/ 274131 w 548262"/>
                      <a:gd name="connsiteY115" fmla="*/ 0 h 6075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</a:cxnLst>
                    <a:rect l="l" t="t" r="r" b="b"/>
                    <a:pathLst>
                      <a:path w="548262" h="607568">
                        <a:moveTo>
                          <a:pt x="274131" y="465495"/>
                        </a:moveTo>
                        <a:cubicBezTo>
                          <a:pt x="250316" y="475468"/>
                          <a:pt x="226654" y="483600"/>
                          <a:pt x="203914" y="489737"/>
                        </a:cubicBezTo>
                        <a:cubicBezTo>
                          <a:pt x="223581" y="537146"/>
                          <a:pt x="249547" y="564762"/>
                          <a:pt x="274131" y="564762"/>
                        </a:cubicBezTo>
                        <a:cubicBezTo>
                          <a:pt x="298715" y="564762"/>
                          <a:pt x="324681" y="537146"/>
                          <a:pt x="344348" y="489737"/>
                        </a:cubicBezTo>
                        <a:cubicBezTo>
                          <a:pt x="321608" y="483600"/>
                          <a:pt x="297946" y="475468"/>
                          <a:pt x="274131" y="465495"/>
                        </a:cubicBezTo>
                        <a:close/>
                        <a:moveTo>
                          <a:pt x="365551" y="417933"/>
                        </a:moveTo>
                        <a:cubicBezTo>
                          <a:pt x="359405" y="421922"/>
                          <a:pt x="353106" y="425605"/>
                          <a:pt x="346653" y="429287"/>
                        </a:cubicBezTo>
                        <a:cubicBezTo>
                          <a:pt x="340353" y="432969"/>
                          <a:pt x="334054" y="436498"/>
                          <a:pt x="327600" y="439873"/>
                        </a:cubicBezTo>
                        <a:cubicBezTo>
                          <a:pt x="338048" y="443402"/>
                          <a:pt x="348189" y="446317"/>
                          <a:pt x="358176" y="448925"/>
                        </a:cubicBezTo>
                        <a:cubicBezTo>
                          <a:pt x="360942" y="439106"/>
                          <a:pt x="363400" y="428827"/>
                          <a:pt x="365551" y="417933"/>
                        </a:cubicBezTo>
                        <a:close/>
                        <a:moveTo>
                          <a:pt x="182711" y="417933"/>
                        </a:moveTo>
                        <a:cubicBezTo>
                          <a:pt x="184862" y="428827"/>
                          <a:pt x="187320" y="439106"/>
                          <a:pt x="190086" y="448925"/>
                        </a:cubicBezTo>
                        <a:cubicBezTo>
                          <a:pt x="200073" y="446317"/>
                          <a:pt x="210214" y="443402"/>
                          <a:pt x="220662" y="439873"/>
                        </a:cubicBezTo>
                        <a:cubicBezTo>
                          <a:pt x="214209" y="436498"/>
                          <a:pt x="207909" y="432969"/>
                          <a:pt x="201609" y="429287"/>
                        </a:cubicBezTo>
                        <a:cubicBezTo>
                          <a:pt x="195156" y="425605"/>
                          <a:pt x="188857" y="421922"/>
                          <a:pt x="182711" y="417933"/>
                        </a:cubicBezTo>
                        <a:close/>
                        <a:moveTo>
                          <a:pt x="470339" y="336157"/>
                        </a:moveTo>
                        <a:cubicBezTo>
                          <a:pt x="453591" y="352727"/>
                          <a:pt x="434846" y="369144"/>
                          <a:pt x="414257" y="384640"/>
                        </a:cubicBezTo>
                        <a:cubicBezTo>
                          <a:pt x="411031" y="410109"/>
                          <a:pt x="406421" y="434503"/>
                          <a:pt x="400276" y="457364"/>
                        </a:cubicBezTo>
                        <a:cubicBezTo>
                          <a:pt x="411338" y="458745"/>
                          <a:pt x="422093" y="459512"/>
                          <a:pt x="432081" y="459512"/>
                        </a:cubicBezTo>
                        <a:cubicBezTo>
                          <a:pt x="466805" y="459512"/>
                          <a:pt x="491081" y="450613"/>
                          <a:pt x="500454" y="434350"/>
                        </a:cubicBezTo>
                        <a:cubicBezTo>
                          <a:pt x="512284" y="413791"/>
                          <a:pt x="502605" y="379730"/>
                          <a:pt x="473873" y="340606"/>
                        </a:cubicBezTo>
                        <a:cubicBezTo>
                          <a:pt x="472643" y="339072"/>
                          <a:pt x="471414" y="337538"/>
                          <a:pt x="470339" y="336157"/>
                        </a:cubicBezTo>
                        <a:close/>
                        <a:moveTo>
                          <a:pt x="77923" y="336157"/>
                        </a:moveTo>
                        <a:cubicBezTo>
                          <a:pt x="76848" y="337538"/>
                          <a:pt x="75619" y="339072"/>
                          <a:pt x="74389" y="340606"/>
                        </a:cubicBezTo>
                        <a:cubicBezTo>
                          <a:pt x="45657" y="379730"/>
                          <a:pt x="35978" y="413791"/>
                          <a:pt x="47808" y="434350"/>
                        </a:cubicBezTo>
                        <a:cubicBezTo>
                          <a:pt x="57181" y="450613"/>
                          <a:pt x="81457" y="459512"/>
                          <a:pt x="116181" y="459512"/>
                        </a:cubicBezTo>
                        <a:cubicBezTo>
                          <a:pt x="126169" y="459512"/>
                          <a:pt x="136924" y="458745"/>
                          <a:pt x="147986" y="457364"/>
                        </a:cubicBezTo>
                        <a:cubicBezTo>
                          <a:pt x="141841" y="434503"/>
                          <a:pt x="137231" y="410109"/>
                          <a:pt x="134005" y="384640"/>
                        </a:cubicBezTo>
                        <a:cubicBezTo>
                          <a:pt x="113416" y="369144"/>
                          <a:pt x="94671" y="352727"/>
                          <a:pt x="77923" y="336157"/>
                        </a:cubicBezTo>
                        <a:close/>
                        <a:moveTo>
                          <a:pt x="274132" y="289787"/>
                        </a:moveTo>
                        <a:cubicBezTo>
                          <a:pt x="266450" y="289787"/>
                          <a:pt x="260152" y="296078"/>
                          <a:pt x="260152" y="303749"/>
                        </a:cubicBezTo>
                        <a:cubicBezTo>
                          <a:pt x="260152" y="311421"/>
                          <a:pt x="266450" y="317711"/>
                          <a:pt x="274132" y="317711"/>
                        </a:cubicBezTo>
                        <a:cubicBezTo>
                          <a:pt x="281813" y="317711"/>
                          <a:pt x="288111" y="311421"/>
                          <a:pt x="288111" y="303749"/>
                        </a:cubicBezTo>
                        <a:cubicBezTo>
                          <a:pt x="288111" y="296078"/>
                          <a:pt x="281813" y="289787"/>
                          <a:pt x="274132" y="289787"/>
                        </a:cubicBezTo>
                        <a:close/>
                        <a:moveTo>
                          <a:pt x="418867" y="281844"/>
                        </a:moveTo>
                        <a:cubicBezTo>
                          <a:pt x="419174" y="289055"/>
                          <a:pt x="419328" y="296420"/>
                          <a:pt x="419328" y="303784"/>
                        </a:cubicBezTo>
                        <a:cubicBezTo>
                          <a:pt x="419328" y="311149"/>
                          <a:pt x="419174" y="318513"/>
                          <a:pt x="418867" y="325724"/>
                        </a:cubicBezTo>
                        <a:cubicBezTo>
                          <a:pt x="427010" y="318513"/>
                          <a:pt x="434846" y="311149"/>
                          <a:pt x="442068" y="303784"/>
                        </a:cubicBezTo>
                        <a:cubicBezTo>
                          <a:pt x="434846" y="296420"/>
                          <a:pt x="427010" y="289055"/>
                          <a:pt x="418867" y="281844"/>
                        </a:cubicBezTo>
                        <a:close/>
                        <a:moveTo>
                          <a:pt x="129395" y="281844"/>
                        </a:moveTo>
                        <a:cubicBezTo>
                          <a:pt x="121252" y="289055"/>
                          <a:pt x="113416" y="296420"/>
                          <a:pt x="106194" y="303784"/>
                        </a:cubicBezTo>
                        <a:cubicBezTo>
                          <a:pt x="113416" y="311149"/>
                          <a:pt x="121252" y="318513"/>
                          <a:pt x="129395" y="325724"/>
                        </a:cubicBezTo>
                        <a:cubicBezTo>
                          <a:pt x="129088" y="318513"/>
                          <a:pt x="128934" y="311149"/>
                          <a:pt x="128934" y="303784"/>
                        </a:cubicBezTo>
                        <a:cubicBezTo>
                          <a:pt x="128934" y="296420"/>
                          <a:pt x="129088" y="289055"/>
                          <a:pt x="129395" y="281844"/>
                        </a:cubicBezTo>
                        <a:close/>
                        <a:moveTo>
                          <a:pt x="274132" y="246979"/>
                        </a:moveTo>
                        <a:cubicBezTo>
                          <a:pt x="305471" y="246979"/>
                          <a:pt x="330972" y="272449"/>
                          <a:pt x="330972" y="303749"/>
                        </a:cubicBezTo>
                        <a:cubicBezTo>
                          <a:pt x="330972" y="335049"/>
                          <a:pt x="305471" y="360519"/>
                          <a:pt x="274132" y="360519"/>
                        </a:cubicBezTo>
                        <a:cubicBezTo>
                          <a:pt x="242792" y="360519"/>
                          <a:pt x="217291" y="335049"/>
                          <a:pt x="217291" y="303749"/>
                        </a:cubicBezTo>
                        <a:cubicBezTo>
                          <a:pt x="217291" y="272449"/>
                          <a:pt x="242792" y="246979"/>
                          <a:pt x="274132" y="246979"/>
                        </a:cubicBezTo>
                        <a:close/>
                        <a:moveTo>
                          <a:pt x="274131" y="189021"/>
                        </a:moveTo>
                        <a:cubicBezTo>
                          <a:pt x="257076" y="196692"/>
                          <a:pt x="239868" y="205591"/>
                          <a:pt x="222966" y="215257"/>
                        </a:cubicBezTo>
                        <a:cubicBezTo>
                          <a:pt x="205912" y="225076"/>
                          <a:pt x="189779" y="235509"/>
                          <a:pt x="174414" y="246402"/>
                        </a:cubicBezTo>
                        <a:cubicBezTo>
                          <a:pt x="172724" y="264660"/>
                          <a:pt x="171802" y="283839"/>
                          <a:pt x="171802" y="303784"/>
                        </a:cubicBezTo>
                        <a:cubicBezTo>
                          <a:pt x="171802" y="323730"/>
                          <a:pt x="172724" y="342908"/>
                          <a:pt x="174414" y="361166"/>
                        </a:cubicBezTo>
                        <a:cubicBezTo>
                          <a:pt x="189779" y="372059"/>
                          <a:pt x="205912" y="382492"/>
                          <a:pt x="222966" y="392311"/>
                        </a:cubicBezTo>
                        <a:cubicBezTo>
                          <a:pt x="239868" y="401977"/>
                          <a:pt x="257076" y="410876"/>
                          <a:pt x="274131" y="418547"/>
                        </a:cubicBezTo>
                        <a:cubicBezTo>
                          <a:pt x="291186" y="410722"/>
                          <a:pt x="308394" y="401977"/>
                          <a:pt x="325296" y="392311"/>
                        </a:cubicBezTo>
                        <a:cubicBezTo>
                          <a:pt x="342350" y="382492"/>
                          <a:pt x="358483" y="372059"/>
                          <a:pt x="373848" y="361166"/>
                        </a:cubicBezTo>
                        <a:cubicBezTo>
                          <a:pt x="375538" y="342908"/>
                          <a:pt x="376460" y="323730"/>
                          <a:pt x="376460" y="303784"/>
                        </a:cubicBezTo>
                        <a:cubicBezTo>
                          <a:pt x="376460" y="283839"/>
                          <a:pt x="375538" y="264660"/>
                          <a:pt x="373848" y="246402"/>
                        </a:cubicBezTo>
                        <a:cubicBezTo>
                          <a:pt x="358483" y="235509"/>
                          <a:pt x="342350" y="225076"/>
                          <a:pt x="325296" y="215257"/>
                        </a:cubicBezTo>
                        <a:cubicBezTo>
                          <a:pt x="308394" y="205591"/>
                          <a:pt x="291186" y="196692"/>
                          <a:pt x="274131" y="189021"/>
                        </a:cubicBezTo>
                        <a:close/>
                        <a:moveTo>
                          <a:pt x="358176" y="158643"/>
                        </a:moveTo>
                        <a:cubicBezTo>
                          <a:pt x="348189" y="161251"/>
                          <a:pt x="338048" y="164166"/>
                          <a:pt x="327600" y="167695"/>
                        </a:cubicBezTo>
                        <a:cubicBezTo>
                          <a:pt x="334054" y="171070"/>
                          <a:pt x="340353" y="174599"/>
                          <a:pt x="346653" y="178281"/>
                        </a:cubicBezTo>
                        <a:cubicBezTo>
                          <a:pt x="353106" y="181963"/>
                          <a:pt x="359405" y="185646"/>
                          <a:pt x="365551" y="189635"/>
                        </a:cubicBezTo>
                        <a:cubicBezTo>
                          <a:pt x="363400" y="178741"/>
                          <a:pt x="360942" y="168462"/>
                          <a:pt x="358176" y="158643"/>
                        </a:cubicBezTo>
                        <a:close/>
                        <a:moveTo>
                          <a:pt x="190086" y="158643"/>
                        </a:moveTo>
                        <a:cubicBezTo>
                          <a:pt x="187320" y="168462"/>
                          <a:pt x="184862" y="178741"/>
                          <a:pt x="182711" y="189635"/>
                        </a:cubicBezTo>
                        <a:cubicBezTo>
                          <a:pt x="188857" y="185646"/>
                          <a:pt x="195156" y="181963"/>
                          <a:pt x="201609" y="178281"/>
                        </a:cubicBezTo>
                        <a:cubicBezTo>
                          <a:pt x="207909" y="174599"/>
                          <a:pt x="214209" y="171070"/>
                          <a:pt x="220662" y="167695"/>
                        </a:cubicBezTo>
                        <a:cubicBezTo>
                          <a:pt x="210214" y="164166"/>
                          <a:pt x="200073" y="161251"/>
                          <a:pt x="190086" y="158643"/>
                        </a:cubicBezTo>
                        <a:close/>
                        <a:moveTo>
                          <a:pt x="432081" y="148056"/>
                        </a:moveTo>
                        <a:cubicBezTo>
                          <a:pt x="422093" y="148056"/>
                          <a:pt x="411338" y="148823"/>
                          <a:pt x="400276" y="150204"/>
                        </a:cubicBezTo>
                        <a:cubicBezTo>
                          <a:pt x="406421" y="173065"/>
                          <a:pt x="411031" y="197459"/>
                          <a:pt x="414257" y="222928"/>
                        </a:cubicBezTo>
                        <a:cubicBezTo>
                          <a:pt x="434846" y="238424"/>
                          <a:pt x="453591" y="254841"/>
                          <a:pt x="470339" y="271411"/>
                        </a:cubicBezTo>
                        <a:cubicBezTo>
                          <a:pt x="471414" y="270030"/>
                          <a:pt x="472643" y="268496"/>
                          <a:pt x="473873" y="266962"/>
                        </a:cubicBezTo>
                        <a:cubicBezTo>
                          <a:pt x="502605" y="227838"/>
                          <a:pt x="512284" y="193777"/>
                          <a:pt x="500454" y="173218"/>
                        </a:cubicBezTo>
                        <a:cubicBezTo>
                          <a:pt x="491081" y="156955"/>
                          <a:pt x="466805" y="148056"/>
                          <a:pt x="432081" y="148056"/>
                        </a:cubicBezTo>
                        <a:close/>
                        <a:moveTo>
                          <a:pt x="116181" y="148056"/>
                        </a:moveTo>
                        <a:cubicBezTo>
                          <a:pt x="81457" y="148056"/>
                          <a:pt x="57181" y="156955"/>
                          <a:pt x="47808" y="173218"/>
                        </a:cubicBezTo>
                        <a:cubicBezTo>
                          <a:pt x="35978" y="193777"/>
                          <a:pt x="45657" y="227838"/>
                          <a:pt x="74389" y="266962"/>
                        </a:cubicBezTo>
                        <a:cubicBezTo>
                          <a:pt x="75619" y="268496"/>
                          <a:pt x="76848" y="270030"/>
                          <a:pt x="77923" y="271411"/>
                        </a:cubicBezTo>
                        <a:cubicBezTo>
                          <a:pt x="94671" y="254841"/>
                          <a:pt x="113416" y="238424"/>
                          <a:pt x="134005" y="222928"/>
                        </a:cubicBezTo>
                        <a:cubicBezTo>
                          <a:pt x="137231" y="197459"/>
                          <a:pt x="141841" y="173065"/>
                          <a:pt x="147986" y="150204"/>
                        </a:cubicBezTo>
                        <a:cubicBezTo>
                          <a:pt x="136924" y="148823"/>
                          <a:pt x="126169" y="148056"/>
                          <a:pt x="116181" y="148056"/>
                        </a:cubicBezTo>
                        <a:close/>
                        <a:moveTo>
                          <a:pt x="274131" y="42806"/>
                        </a:moveTo>
                        <a:cubicBezTo>
                          <a:pt x="249547" y="42806"/>
                          <a:pt x="223581" y="70423"/>
                          <a:pt x="203914" y="117831"/>
                        </a:cubicBezTo>
                        <a:cubicBezTo>
                          <a:pt x="226654" y="123968"/>
                          <a:pt x="250316" y="132100"/>
                          <a:pt x="274131" y="142073"/>
                        </a:cubicBezTo>
                        <a:cubicBezTo>
                          <a:pt x="297946" y="132100"/>
                          <a:pt x="321608" y="123968"/>
                          <a:pt x="344348" y="117831"/>
                        </a:cubicBezTo>
                        <a:cubicBezTo>
                          <a:pt x="324681" y="70423"/>
                          <a:pt x="298715" y="42806"/>
                          <a:pt x="274131" y="42806"/>
                        </a:cubicBezTo>
                        <a:close/>
                        <a:moveTo>
                          <a:pt x="274131" y="0"/>
                        </a:moveTo>
                        <a:cubicBezTo>
                          <a:pt x="316230" y="0"/>
                          <a:pt x="354181" y="33907"/>
                          <a:pt x="381223" y="95584"/>
                        </a:cubicBezTo>
                        <a:cubicBezTo>
                          <a:pt x="383221" y="99880"/>
                          <a:pt x="384911" y="104330"/>
                          <a:pt x="386755" y="108933"/>
                        </a:cubicBezTo>
                        <a:cubicBezTo>
                          <a:pt x="402580" y="106478"/>
                          <a:pt x="417791" y="105250"/>
                          <a:pt x="432081" y="105250"/>
                        </a:cubicBezTo>
                        <a:cubicBezTo>
                          <a:pt x="497073" y="105250"/>
                          <a:pt x="525344" y="130566"/>
                          <a:pt x="537636" y="151892"/>
                        </a:cubicBezTo>
                        <a:cubicBezTo>
                          <a:pt x="558686" y="188254"/>
                          <a:pt x="548238" y="238117"/>
                          <a:pt x="508290" y="292277"/>
                        </a:cubicBezTo>
                        <a:cubicBezTo>
                          <a:pt x="505524" y="296113"/>
                          <a:pt x="502451" y="299948"/>
                          <a:pt x="499378" y="303784"/>
                        </a:cubicBezTo>
                        <a:cubicBezTo>
                          <a:pt x="502451" y="307620"/>
                          <a:pt x="505524" y="311455"/>
                          <a:pt x="508290" y="315291"/>
                        </a:cubicBezTo>
                        <a:cubicBezTo>
                          <a:pt x="548238" y="369451"/>
                          <a:pt x="558686" y="419314"/>
                          <a:pt x="537636" y="455676"/>
                        </a:cubicBezTo>
                        <a:cubicBezTo>
                          <a:pt x="525344" y="477002"/>
                          <a:pt x="496920" y="502318"/>
                          <a:pt x="432081" y="502318"/>
                        </a:cubicBezTo>
                        <a:cubicBezTo>
                          <a:pt x="417791" y="502318"/>
                          <a:pt x="402580" y="501090"/>
                          <a:pt x="386755" y="498635"/>
                        </a:cubicBezTo>
                        <a:cubicBezTo>
                          <a:pt x="384911" y="503238"/>
                          <a:pt x="383221" y="507688"/>
                          <a:pt x="381223" y="511984"/>
                        </a:cubicBezTo>
                        <a:cubicBezTo>
                          <a:pt x="354181" y="573661"/>
                          <a:pt x="316230" y="607568"/>
                          <a:pt x="274131" y="607568"/>
                        </a:cubicBezTo>
                        <a:cubicBezTo>
                          <a:pt x="232032" y="607568"/>
                          <a:pt x="194081" y="573661"/>
                          <a:pt x="167039" y="511984"/>
                        </a:cubicBezTo>
                        <a:cubicBezTo>
                          <a:pt x="165041" y="507688"/>
                          <a:pt x="163351" y="503238"/>
                          <a:pt x="161507" y="498635"/>
                        </a:cubicBezTo>
                        <a:cubicBezTo>
                          <a:pt x="145682" y="501090"/>
                          <a:pt x="130471" y="502318"/>
                          <a:pt x="116181" y="502318"/>
                        </a:cubicBezTo>
                        <a:cubicBezTo>
                          <a:pt x="51342" y="502318"/>
                          <a:pt x="22917" y="477002"/>
                          <a:pt x="10626" y="455676"/>
                        </a:cubicBezTo>
                        <a:cubicBezTo>
                          <a:pt x="-10424" y="419314"/>
                          <a:pt x="24" y="369451"/>
                          <a:pt x="39972" y="315291"/>
                        </a:cubicBezTo>
                        <a:cubicBezTo>
                          <a:pt x="42738" y="311455"/>
                          <a:pt x="45811" y="307620"/>
                          <a:pt x="48884" y="303784"/>
                        </a:cubicBezTo>
                        <a:cubicBezTo>
                          <a:pt x="45811" y="299948"/>
                          <a:pt x="42738" y="296113"/>
                          <a:pt x="39972" y="292277"/>
                        </a:cubicBezTo>
                        <a:cubicBezTo>
                          <a:pt x="24" y="238117"/>
                          <a:pt x="-10424" y="188254"/>
                          <a:pt x="10626" y="151892"/>
                        </a:cubicBezTo>
                        <a:cubicBezTo>
                          <a:pt x="22917" y="130566"/>
                          <a:pt x="51342" y="105250"/>
                          <a:pt x="116181" y="105250"/>
                        </a:cubicBezTo>
                        <a:cubicBezTo>
                          <a:pt x="130471" y="105250"/>
                          <a:pt x="145682" y="106478"/>
                          <a:pt x="161507" y="108933"/>
                        </a:cubicBezTo>
                        <a:cubicBezTo>
                          <a:pt x="163351" y="104330"/>
                          <a:pt x="165041" y="99880"/>
                          <a:pt x="167039" y="95584"/>
                        </a:cubicBezTo>
                        <a:cubicBezTo>
                          <a:pt x="194081" y="33907"/>
                          <a:pt x="232032" y="0"/>
                          <a:pt x="274131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24" name="ïšľide"/>
              <p:cNvGrpSpPr/>
              <p:nvPr/>
            </p:nvGrpSpPr>
            <p:grpSpPr>
              <a:xfrm>
                <a:off x="3404657" y="3317634"/>
                <a:ext cx="2644776" cy="2816466"/>
                <a:chOff x="669925" y="2942696"/>
                <a:chExt cx="2644776" cy="2816466"/>
              </a:xfrm>
            </p:grpSpPr>
            <p:sp>
              <p:nvSpPr>
                <p:cNvPr id="145" name="í$ľîḓê"/>
                <p:cNvSpPr/>
                <p:nvPr/>
              </p:nvSpPr>
              <p:spPr>
                <a:xfrm>
                  <a:off x="669925" y="3407156"/>
                  <a:ext cx="2644776" cy="2352006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b="1">
                    <a:solidFill>
                      <a:schemeClr val="bg1"/>
                    </a:solidFill>
                  </a:endParaRPr>
                </a:p>
              </p:txBody>
            </p:sp>
            <p:grpSp>
              <p:nvGrpSpPr>
                <p:cNvPr id="146" name="îşlïḍe"/>
                <p:cNvGrpSpPr/>
                <p:nvPr/>
              </p:nvGrpSpPr>
              <p:grpSpPr>
                <a:xfrm>
                  <a:off x="669925" y="4157023"/>
                  <a:ext cx="2644776" cy="1602137"/>
                  <a:chOff x="1944368" y="3235201"/>
                  <a:chExt cx="2030012" cy="1602137"/>
                </a:xfrm>
              </p:grpSpPr>
              <p:sp>
                <p:nvSpPr>
                  <p:cNvPr id="150" name="îsḷîďé"/>
                  <p:cNvSpPr/>
                  <p:nvPr/>
                </p:nvSpPr>
                <p:spPr bwMode="auto">
                  <a:xfrm>
                    <a:off x="1944368" y="3622799"/>
                    <a:ext cx="2030012" cy="121453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200" dirty="0"/>
                      <a:t>Copy paste fonts. Choose the only option to retain text.</a:t>
                    </a:r>
                    <a:endParaRPr lang="en-US" altLang="zh-CN" sz="1200" dirty="0"/>
                  </a:p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200" dirty="0"/>
                      <a:t>……</a:t>
                    </a:r>
                    <a:endParaRPr lang="en-US" altLang="zh-CN" sz="1200" dirty="0"/>
                  </a:p>
                </p:txBody>
              </p:sp>
              <p:sp>
                <p:nvSpPr>
                  <p:cNvPr id="151" name="ïŝḻîḑe"/>
                  <p:cNvSpPr txBox="1"/>
                  <p:nvPr/>
                </p:nvSpPr>
                <p:spPr bwMode="auto">
                  <a:xfrm>
                    <a:off x="1944368" y="3235201"/>
                    <a:ext cx="2030012" cy="3875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altLang="zh-CN" sz="1400" b="1" dirty="0"/>
                      <a:t>Text here-14pt</a:t>
                    </a:r>
                    <a:endParaRPr lang="en-US" altLang="zh-CN" sz="1400" b="1" dirty="0"/>
                  </a:p>
                </p:txBody>
              </p:sp>
            </p:grpSp>
            <p:grpSp>
              <p:nvGrpSpPr>
                <p:cNvPr id="147" name="íšḻíḓê"/>
                <p:cNvGrpSpPr/>
                <p:nvPr/>
              </p:nvGrpSpPr>
              <p:grpSpPr>
                <a:xfrm>
                  <a:off x="1530541" y="2942696"/>
                  <a:ext cx="923544" cy="923925"/>
                  <a:chOff x="1546964" y="2871078"/>
                  <a:chExt cx="923544" cy="923925"/>
                </a:xfrm>
              </p:grpSpPr>
              <p:sp>
                <p:nvSpPr>
                  <p:cNvPr id="148" name="iṡḻide"/>
                  <p:cNvSpPr/>
                  <p:nvPr/>
                </p:nvSpPr>
                <p:spPr>
                  <a:xfrm>
                    <a:off x="1546964" y="2871078"/>
                    <a:ext cx="923544" cy="923925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76200">
                    <a:solidFill>
                      <a:schemeClr val="bg1"/>
                    </a:solidFill>
                  </a:ln>
                  <a:effectLst/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b="1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49" name="îśḷîďè"/>
                  <p:cNvSpPr/>
                  <p:nvPr/>
                </p:nvSpPr>
                <p:spPr bwMode="auto">
                  <a:xfrm>
                    <a:off x="1873267" y="3177360"/>
                    <a:ext cx="270938" cy="311360"/>
                  </a:xfrm>
                  <a:custGeom>
                    <a:avLst/>
                    <a:gdLst>
                      <a:gd name="T0" fmla="*/ 2263 w 6954"/>
                      <a:gd name="T1" fmla="*/ 6289 h 7989"/>
                      <a:gd name="T2" fmla="*/ 4893 w 6954"/>
                      <a:gd name="T3" fmla="*/ 5775 h 7989"/>
                      <a:gd name="T4" fmla="*/ 4096 w 6954"/>
                      <a:gd name="T5" fmla="*/ 6523 h 7989"/>
                      <a:gd name="T6" fmla="*/ 5467 w 6954"/>
                      <a:gd name="T7" fmla="*/ 6720 h 7989"/>
                      <a:gd name="T8" fmla="*/ 6914 w 6954"/>
                      <a:gd name="T9" fmla="*/ 6032 h 7989"/>
                      <a:gd name="T10" fmla="*/ 6675 w 6954"/>
                      <a:gd name="T11" fmla="*/ 6579 h 7989"/>
                      <a:gd name="T12" fmla="*/ 2748 w 6954"/>
                      <a:gd name="T13" fmla="*/ 7534 h 7989"/>
                      <a:gd name="T14" fmla="*/ 1824 w 6954"/>
                      <a:gd name="T15" fmla="*/ 7774 h 7989"/>
                      <a:gd name="T16" fmla="*/ 1542 w 6954"/>
                      <a:gd name="T17" fmla="*/ 6388 h 7989"/>
                      <a:gd name="T18" fmla="*/ 1600 w 6954"/>
                      <a:gd name="T19" fmla="*/ 4602 h 7989"/>
                      <a:gd name="T20" fmla="*/ 1173 w 6954"/>
                      <a:gd name="T21" fmla="*/ 4602 h 7989"/>
                      <a:gd name="T22" fmla="*/ 1600 w 6954"/>
                      <a:gd name="T23" fmla="*/ 6049 h 7989"/>
                      <a:gd name="T24" fmla="*/ 2880 w 6954"/>
                      <a:gd name="T25" fmla="*/ 4175 h 7989"/>
                      <a:gd name="T26" fmla="*/ 2453 w 6954"/>
                      <a:gd name="T27" fmla="*/ 4175 h 7989"/>
                      <a:gd name="T28" fmla="*/ 2880 w 6954"/>
                      <a:gd name="T29" fmla="*/ 5336 h 7989"/>
                      <a:gd name="T30" fmla="*/ 4160 w 6954"/>
                      <a:gd name="T31" fmla="*/ 3749 h 7989"/>
                      <a:gd name="T32" fmla="*/ 3733 w 6954"/>
                      <a:gd name="T33" fmla="*/ 3749 h 7989"/>
                      <a:gd name="T34" fmla="*/ 4160 w 6954"/>
                      <a:gd name="T35" fmla="*/ 5257 h 7989"/>
                      <a:gd name="T36" fmla="*/ 5440 w 6954"/>
                      <a:gd name="T37" fmla="*/ 2895 h 7989"/>
                      <a:gd name="T38" fmla="*/ 5013 w 6954"/>
                      <a:gd name="T39" fmla="*/ 2895 h 7989"/>
                      <a:gd name="T40" fmla="*/ 5237 w 6954"/>
                      <a:gd name="T41" fmla="*/ 5368 h 7989"/>
                      <a:gd name="T42" fmla="*/ 6720 w 6954"/>
                      <a:gd name="T43" fmla="*/ 5398 h 7989"/>
                      <a:gd name="T44" fmla="*/ 6507 w 6954"/>
                      <a:gd name="T45" fmla="*/ 1829 h 7989"/>
                      <a:gd name="T46" fmla="*/ 6293 w 6954"/>
                      <a:gd name="T47" fmla="*/ 5689 h 7989"/>
                      <a:gd name="T48" fmla="*/ 6720 w 6954"/>
                      <a:gd name="T49" fmla="*/ 5398 h 7989"/>
                      <a:gd name="T50" fmla="*/ 213 w 6954"/>
                      <a:gd name="T51" fmla="*/ 3962 h 7989"/>
                      <a:gd name="T52" fmla="*/ 213 w 6954"/>
                      <a:gd name="T53" fmla="*/ 3535 h 7989"/>
                      <a:gd name="T54" fmla="*/ 5415 w 6954"/>
                      <a:gd name="T55" fmla="*/ 720 h 7989"/>
                      <a:gd name="T56" fmla="*/ 5276 w 6954"/>
                      <a:gd name="T57" fmla="*/ 317 h 7989"/>
                      <a:gd name="T58" fmla="*/ 6354 w 6954"/>
                      <a:gd name="T59" fmla="*/ 171 h 7989"/>
                      <a:gd name="T60" fmla="*/ 6500 w 6954"/>
                      <a:gd name="T61" fmla="*/ 1249 h 7989"/>
                      <a:gd name="T62" fmla="*/ 6128 w 6954"/>
                      <a:gd name="T63" fmla="*/ 827 h 79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6954" h="7989">
                        <a:moveTo>
                          <a:pt x="1542" y="6388"/>
                        </a:moveTo>
                        <a:lnTo>
                          <a:pt x="2263" y="6289"/>
                        </a:lnTo>
                        <a:cubicBezTo>
                          <a:pt x="2417" y="5902"/>
                          <a:pt x="2757" y="5708"/>
                          <a:pt x="3284" y="5708"/>
                        </a:cubicBezTo>
                        <a:cubicBezTo>
                          <a:pt x="4074" y="5708"/>
                          <a:pt x="4436" y="5584"/>
                          <a:pt x="4893" y="5775"/>
                        </a:cubicBezTo>
                        <a:cubicBezTo>
                          <a:pt x="5156" y="5884"/>
                          <a:pt x="5108" y="6113"/>
                          <a:pt x="4950" y="6259"/>
                        </a:cubicBezTo>
                        <a:cubicBezTo>
                          <a:pt x="4748" y="6445"/>
                          <a:pt x="4104" y="6225"/>
                          <a:pt x="4096" y="6523"/>
                        </a:cubicBezTo>
                        <a:cubicBezTo>
                          <a:pt x="4088" y="6822"/>
                          <a:pt x="4397" y="6720"/>
                          <a:pt x="4668" y="6720"/>
                        </a:cubicBezTo>
                        <a:lnTo>
                          <a:pt x="5467" y="6720"/>
                        </a:lnTo>
                        <a:lnTo>
                          <a:pt x="6652" y="5854"/>
                        </a:lnTo>
                        <a:cubicBezTo>
                          <a:pt x="6780" y="5761"/>
                          <a:pt x="6954" y="5879"/>
                          <a:pt x="6914" y="6032"/>
                        </a:cubicBezTo>
                        <a:lnTo>
                          <a:pt x="6832" y="6345"/>
                        </a:lnTo>
                        <a:cubicBezTo>
                          <a:pt x="6808" y="6438"/>
                          <a:pt x="6752" y="6521"/>
                          <a:pt x="6675" y="6579"/>
                        </a:cubicBezTo>
                        <a:lnTo>
                          <a:pt x="5401" y="7534"/>
                        </a:lnTo>
                        <a:lnTo>
                          <a:pt x="2748" y="7534"/>
                        </a:lnTo>
                        <a:lnTo>
                          <a:pt x="2452" y="7816"/>
                        </a:lnTo>
                        <a:cubicBezTo>
                          <a:pt x="2270" y="7989"/>
                          <a:pt x="1980" y="7969"/>
                          <a:pt x="1824" y="7774"/>
                        </a:cubicBezTo>
                        <a:lnTo>
                          <a:pt x="1267" y="7077"/>
                        </a:lnTo>
                        <a:cubicBezTo>
                          <a:pt x="1060" y="6818"/>
                          <a:pt x="1214" y="6433"/>
                          <a:pt x="1542" y="6388"/>
                        </a:cubicBezTo>
                        <a:close/>
                        <a:moveTo>
                          <a:pt x="1600" y="6049"/>
                        </a:moveTo>
                        <a:lnTo>
                          <a:pt x="1600" y="4602"/>
                        </a:lnTo>
                        <a:cubicBezTo>
                          <a:pt x="1600" y="4484"/>
                          <a:pt x="1504" y="4389"/>
                          <a:pt x="1387" y="4389"/>
                        </a:cubicBezTo>
                        <a:cubicBezTo>
                          <a:pt x="1269" y="4389"/>
                          <a:pt x="1173" y="4484"/>
                          <a:pt x="1173" y="4602"/>
                        </a:cubicBezTo>
                        <a:lnTo>
                          <a:pt x="1173" y="6107"/>
                        </a:lnTo>
                        <a:lnTo>
                          <a:pt x="1600" y="6049"/>
                        </a:lnTo>
                        <a:close/>
                        <a:moveTo>
                          <a:pt x="2880" y="5336"/>
                        </a:moveTo>
                        <a:lnTo>
                          <a:pt x="2880" y="4175"/>
                        </a:lnTo>
                        <a:cubicBezTo>
                          <a:pt x="2880" y="4058"/>
                          <a:pt x="2784" y="3962"/>
                          <a:pt x="2667" y="3962"/>
                        </a:cubicBezTo>
                        <a:cubicBezTo>
                          <a:pt x="2549" y="3962"/>
                          <a:pt x="2453" y="4058"/>
                          <a:pt x="2453" y="4175"/>
                        </a:cubicBezTo>
                        <a:lnTo>
                          <a:pt x="2453" y="5526"/>
                        </a:lnTo>
                        <a:cubicBezTo>
                          <a:pt x="2572" y="5439"/>
                          <a:pt x="2714" y="5375"/>
                          <a:pt x="2880" y="5336"/>
                        </a:cubicBezTo>
                        <a:close/>
                        <a:moveTo>
                          <a:pt x="4160" y="5257"/>
                        </a:moveTo>
                        <a:lnTo>
                          <a:pt x="4160" y="3749"/>
                        </a:lnTo>
                        <a:cubicBezTo>
                          <a:pt x="4160" y="3631"/>
                          <a:pt x="4064" y="3535"/>
                          <a:pt x="3947" y="3535"/>
                        </a:cubicBezTo>
                        <a:cubicBezTo>
                          <a:pt x="3829" y="3535"/>
                          <a:pt x="3733" y="3631"/>
                          <a:pt x="3733" y="3749"/>
                        </a:cubicBezTo>
                        <a:lnTo>
                          <a:pt x="3733" y="5280"/>
                        </a:lnTo>
                        <a:cubicBezTo>
                          <a:pt x="3890" y="5274"/>
                          <a:pt x="4031" y="5265"/>
                          <a:pt x="4160" y="5257"/>
                        </a:cubicBezTo>
                        <a:close/>
                        <a:moveTo>
                          <a:pt x="5440" y="5529"/>
                        </a:moveTo>
                        <a:lnTo>
                          <a:pt x="5440" y="2895"/>
                        </a:lnTo>
                        <a:cubicBezTo>
                          <a:pt x="5440" y="2778"/>
                          <a:pt x="5344" y="2682"/>
                          <a:pt x="5227" y="2682"/>
                        </a:cubicBezTo>
                        <a:cubicBezTo>
                          <a:pt x="5109" y="2682"/>
                          <a:pt x="5013" y="2778"/>
                          <a:pt x="5013" y="2895"/>
                        </a:cubicBezTo>
                        <a:lnTo>
                          <a:pt x="5013" y="5293"/>
                        </a:lnTo>
                        <a:cubicBezTo>
                          <a:pt x="5087" y="5312"/>
                          <a:pt x="5161" y="5336"/>
                          <a:pt x="5237" y="5368"/>
                        </a:cubicBezTo>
                        <a:cubicBezTo>
                          <a:pt x="5319" y="5402"/>
                          <a:pt x="5382" y="5461"/>
                          <a:pt x="5440" y="5529"/>
                        </a:cubicBezTo>
                        <a:close/>
                        <a:moveTo>
                          <a:pt x="6720" y="5398"/>
                        </a:moveTo>
                        <a:lnTo>
                          <a:pt x="6720" y="2042"/>
                        </a:lnTo>
                        <a:cubicBezTo>
                          <a:pt x="6720" y="1924"/>
                          <a:pt x="6624" y="1829"/>
                          <a:pt x="6507" y="1829"/>
                        </a:cubicBezTo>
                        <a:cubicBezTo>
                          <a:pt x="6389" y="1829"/>
                          <a:pt x="6293" y="1924"/>
                          <a:pt x="6293" y="2042"/>
                        </a:cubicBezTo>
                        <a:lnTo>
                          <a:pt x="6293" y="5689"/>
                        </a:lnTo>
                        <a:lnTo>
                          <a:pt x="6652" y="5427"/>
                        </a:lnTo>
                        <a:cubicBezTo>
                          <a:pt x="6672" y="5413"/>
                          <a:pt x="6695" y="5402"/>
                          <a:pt x="6720" y="5398"/>
                        </a:cubicBezTo>
                        <a:close/>
                        <a:moveTo>
                          <a:pt x="6128" y="827"/>
                        </a:moveTo>
                        <a:cubicBezTo>
                          <a:pt x="4799" y="2789"/>
                          <a:pt x="2583" y="3963"/>
                          <a:pt x="213" y="3962"/>
                        </a:cubicBezTo>
                        <a:cubicBezTo>
                          <a:pt x="96" y="3962"/>
                          <a:pt x="0" y="3866"/>
                          <a:pt x="0" y="3749"/>
                        </a:cubicBezTo>
                        <a:cubicBezTo>
                          <a:pt x="0" y="3631"/>
                          <a:pt x="96" y="3535"/>
                          <a:pt x="213" y="3535"/>
                        </a:cubicBezTo>
                        <a:cubicBezTo>
                          <a:pt x="2468" y="3535"/>
                          <a:pt x="4529" y="2416"/>
                          <a:pt x="5768" y="598"/>
                        </a:cubicBezTo>
                        <a:lnTo>
                          <a:pt x="5415" y="720"/>
                        </a:lnTo>
                        <a:cubicBezTo>
                          <a:pt x="5302" y="763"/>
                          <a:pt x="5175" y="705"/>
                          <a:pt x="5136" y="590"/>
                        </a:cubicBezTo>
                        <a:cubicBezTo>
                          <a:pt x="5097" y="476"/>
                          <a:pt x="5160" y="352"/>
                          <a:pt x="5276" y="317"/>
                        </a:cubicBezTo>
                        <a:lnTo>
                          <a:pt x="6083" y="39"/>
                        </a:lnTo>
                        <a:cubicBezTo>
                          <a:pt x="6194" y="0"/>
                          <a:pt x="6316" y="59"/>
                          <a:pt x="6354" y="171"/>
                        </a:cubicBezTo>
                        <a:lnTo>
                          <a:pt x="6632" y="978"/>
                        </a:lnTo>
                        <a:cubicBezTo>
                          <a:pt x="6670" y="1089"/>
                          <a:pt x="6611" y="1211"/>
                          <a:pt x="6500" y="1249"/>
                        </a:cubicBezTo>
                        <a:cubicBezTo>
                          <a:pt x="6388" y="1288"/>
                          <a:pt x="6267" y="1228"/>
                          <a:pt x="6228" y="1117"/>
                        </a:cubicBezTo>
                        <a:lnTo>
                          <a:pt x="6128" y="827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25" name="íśļîḋê"/>
              <p:cNvGrpSpPr/>
              <p:nvPr/>
            </p:nvGrpSpPr>
            <p:grpSpPr>
              <a:xfrm>
                <a:off x="6139389" y="3317634"/>
                <a:ext cx="2644776" cy="2816464"/>
                <a:chOff x="669925" y="2942696"/>
                <a:chExt cx="2644776" cy="2816464"/>
              </a:xfrm>
            </p:grpSpPr>
            <p:sp>
              <p:nvSpPr>
                <p:cNvPr id="138" name="iSļîḓê"/>
                <p:cNvSpPr/>
                <p:nvPr/>
              </p:nvSpPr>
              <p:spPr>
                <a:xfrm>
                  <a:off x="669925" y="3407155"/>
                  <a:ext cx="2644776" cy="235200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b="1">
                    <a:solidFill>
                      <a:schemeClr val="bg1"/>
                    </a:solidFill>
                  </a:endParaRPr>
                </a:p>
              </p:txBody>
            </p:sp>
            <p:grpSp>
              <p:nvGrpSpPr>
                <p:cNvPr id="139" name="ísļíḑé"/>
                <p:cNvGrpSpPr/>
                <p:nvPr/>
              </p:nvGrpSpPr>
              <p:grpSpPr>
                <a:xfrm>
                  <a:off x="669925" y="4157023"/>
                  <a:ext cx="2644776" cy="1602137"/>
                  <a:chOff x="1944368" y="3235201"/>
                  <a:chExt cx="2030012" cy="1602137"/>
                </a:xfrm>
              </p:grpSpPr>
              <p:sp>
                <p:nvSpPr>
                  <p:cNvPr id="143" name="iš1îḑe"/>
                  <p:cNvSpPr/>
                  <p:nvPr/>
                </p:nvSpPr>
                <p:spPr bwMode="auto">
                  <a:xfrm>
                    <a:off x="1944368" y="3622799"/>
                    <a:ext cx="2030012" cy="121453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200" dirty="0"/>
                      <a:t>Copy paste fonts. Choose the only option to retain text.</a:t>
                    </a:r>
                    <a:endParaRPr lang="en-US" altLang="zh-CN" sz="1200" dirty="0"/>
                  </a:p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200" dirty="0"/>
                      <a:t>……</a:t>
                    </a:r>
                    <a:endParaRPr lang="en-US" altLang="zh-CN" sz="1200" dirty="0"/>
                  </a:p>
                </p:txBody>
              </p:sp>
              <p:sp>
                <p:nvSpPr>
                  <p:cNvPr id="144" name="ïŝļïdé"/>
                  <p:cNvSpPr txBox="1"/>
                  <p:nvPr/>
                </p:nvSpPr>
                <p:spPr bwMode="auto">
                  <a:xfrm>
                    <a:off x="1944368" y="3235201"/>
                    <a:ext cx="2030012" cy="3875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altLang="zh-CN" sz="1400" b="1" dirty="0"/>
                      <a:t>Text here-14pt</a:t>
                    </a:r>
                    <a:endParaRPr lang="en-US" altLang="zh-CN" sz="1400" b="1" dirty="0"/>
                  </a:p>
                </p:txBody>
              </p:sp>
            </p:grpSp>
            <p:grpSp>
              <p:nvGrpSpPr>
                <p:cNvPr id="140" name="iSḻiḋé"/>
                <p:cNvGrpSpPr/>
                <p:nvPr/>
              </p:nvGrpSpPr>
              <p:grpSpPr>
                <a:xfrm>
                  <a:off x="1530541" y="2942696"/>
                  <a:ext cx="923544" cy="923925"/>
                  <a:chOff x="1546964" y="2871078"/>
                  <a:chExt cx="923544" cy="923925"/>
                </a:xfrm>
              </p:grpSpPr>
              <p:sp>
                <p:nvSpPr>
                  <p:cNvPr id="141" name="îṧļíḋe"/>
                  <p:cNvSpPr/>
                  <p:nvPr/>
                </p:nvSpPr>
                <p:spPr>
                  <a:xfrm>
                    <a:off x="1546964" y="2871078"/>
                    <a:ext cx="923544" cy="923925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76200">
                    <a:solidFill>
                      <a:schemeClr val="bg1"/>
                    </a:solidFill>
                  </a:ln>
                  <a:effectLst/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b="1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42" name="52dXXJfUlLHfmK8i$1iďè"/>
                  <p:cNvSpPr/>
                  <p:nvPr/>
                </p:nvSpPr>
                <p:spPr bwMode="auto">
                  <a:xfrm>
                    <a:off x="1889043" y="3182187"/>
                    <a:ext cx="239387" cy="301707"/>
                  </a:xfrm>
                  <a:custGeom>
                    <a:avLst/>
                    <a:gdLst>
                      <a:gd name="T0" fmla="*/ 2824 w 4327"/>
                      <a:gd name="T1" fmla="*/ 2848 h 5461"/>
                      <a:gd name="T2" fmla="*/ 3243 w 4327"/>
                      <a:gd name="T3" fmla="*/ 1789 h 5461"/>
                      <a:gd name="T4" fmla="*/ 4066 w 4327"/>
                      <a:gd name="T5" fmla="*/ 752 h 5461"/>
                      <a:gd name="T6" fmla="*/ 2993 w 4327"/>
                      <a:gd name="T7" fmla="*/ 1510 h 5461"/>
                      <a:gd name="T8" fmla="*/ 1769 w 4327"/>
                      <a:gd name="T9" fmla="*/ 1847 h 5461"/>
                      <a:gd name="T10" fmla="*/ 1171 w 4327"/>
                      <a:gd name="T11" fmla="*/ 253 h 5461"/>
                      <a:gd name="T12" fmla="*/ 254 w 4327"/>
                      <a:gd name="T13" fmla="*/ 1171 h 5461"/>
                      <a:gd name="T14" fmla="*/ 1467 w 4327"/>
                      <a:gd name="T15" fmla="*/ 2068 h 5461"/>
                      <a:gd name="T16" fmla="*/ 1527 w 4327"/>
                      <a:gd name="T17" fmla="*/ 3163 h 5461"/>
                      <a:gd name="T18" fmla="*/ 379 w 4327"/>
                      <a:gd name="T19" fmla="*/ 4258 h 5461"/>
                      <a:gd name="T20" fmla="*/ 1321 w 4327"/>
                      <a:gd name="T21" fmla="*/ 5201 h 5461"/>
                      <a:gd name="T22" fmla="*/ 1852 w 4327"/>
                      <a:gd name="T23" fmla="*/ 3349 h 5461"/>
                      <a:gd name="T24" fmla="*/ 3191 w 4327"/>
                      <a:gd name="T25" fmla="*/ 3532 h 5461"/>
                      <a:gd name="T26" fmla="*/ 4081 w 4327"/>
                      <a:gd name="T27" fmla="*/ 4017 h 5461"/>
                      <a:gd name="T28" fmla="*/ 3395 w 4327"/>
                      <a:gd name="T29" fmla="*/ 3218 h 5461"/>
                      <a:gd name="T30" fmla="*/ 568 w 4327"/>
                      <a:gd name="T31" fmla="*/ 4621 h 5461"/>
                      <a:gd name="T32" fmla="*/ 422 w 4327"/>
                      <a:gd name="T33" fmla="*/ 4638 h 5461"/>
                      <a:gd name="T34" fmla="*/ 758 w 4327"/>
                      <a:gd name="T35" fmla="*/ 4302 h 5461"/>
                      <a:gd name="T36" fmla="*/ 741 w 4327"/>
                      <a:gd name="T37" fmla="*/ 4448 h 5461"/>
                      <a:gd name="T38" fmla="*/ 651 w 4327"/>
                      <a:gd name="T39" fmla="*/ 4531 h 5461"/>
                      <a:gd name="T40" fmla="*/ 3223 w 4327"/>
                      <a:gd name="T41" fmla="*/ 852 h 5461"/>
                      <a:gd name="T42" fmla="*/ 3527 w 4327"/>
                      <a:gd name="T43" fmla="*/ 882 h 5461"/>
                      <a:gd name="T44" fmla="*/ 3447 w 4327"/>
                      <a:gd name="T45" fmla="*/ 978 h 5461"/>
                      <a:gd name="T46" fmla="*/ 3349 w 4327"/>
                      <a:gd name="T47" fmla="*/ 1075 h 5461"/>
                      <a:gd name="T48" fmla="*/ 3254 w 4327"/>
                      <a:gd name="T49" fmla="*/ 1155 h 5461"/>
                      <a:gd name="T50" fmla="*/ 3223 w 4327"/>
                      <a:gd name="T51" fmla="*/ 852 h 5461"/>
                      <a:gd name="T52" fmla="*/ 438 w 4327"/>
                      <a:gd name="T53" fmla="*/ 606 h 5461"/>
                      <a:gd name="T54" fmla="*/ 296 w 4327"/>
                      <a:gd name="T55" fmla="*/ 623 h 5461"/>
                      <a:gd name="T56" fmla="*/ 623 w 4327"/>
                      <a:gd name="T57" fmla="*/ 295 h 5461"/>
                      <a:gd name="T58" fmla="*/ 607 w 4327"/>
                      <a:gd name="T59" fmla="*/ 438 h 5461"/>
                      <a:gd name="T60" fmla="*/ 519 w 4327"/>
                      <a:gd name="T61" fmla="*/ 518 h 5461"/>
                      <a:gd name="T62" fmla="*/ 1629 w 4327"/>
                      <a:gd name="T63" fmla="*/ 2140 h 5461"/>
                      <a:gd name="T64" fmla="*/ 1991 w 4327"/>
                      <a:gd name="T65" fmla="*/ 2176 h 5461"/>
                      <a:gd name="T66" fmla="*/ 1896 w 4327"/>
                      <a:gd name="T67" fmla="*/ 2290 h 5461"/>
                      <a:gd name="T68" fmla="*/ 1779 w 4327"/>
                      <a:gd name="T69" fmla="*/ 2407 h 5461"/>
                      <a:gd name="T70" fmla="*/ 1665 w 4327"/>
                      <a:gd name="T71" fmla="*/ 2502 h 5461"/>
                      <a:gd name="T72" fmla="*/ 1629 w 4327"/>
                      <a:gd name="T73" fmla="*/ 2140 h 5461"/>
                      <a:gd name="T74" fmla="*/ 3437 w 4327"/>
                      <a:gd name="T75" fmla="*/ 3589 h 5461"/>
                      <a:gd name="T76" fmla="*/ 3413 w 4327"/>
                      <a:gd name="T77" fmla="*/ 3349 h 5461"/>
                      <a:gd name="T78" fmla="*/ 3653 w 4327"/>
                      <a:gd name="T79" fmla="*/ 3373 h 5461"/>
                      <a:gd name="T80" fmla="*/ 3590 w 4327"/>
                      <a:gd name="T81" fmla="*/ 3449 h 5461"/>
                      <a:gd name="T82" fmla="*/ 3513 w 4327"/>
                      <a:gd name="T83" fmla="*/ 3526 h 54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4327" h="5461">
                        <a:moveTo>
                          <a:pt x="3395" y="3218"/>
                        </a:moveTo>
                        <a:lnTo>
                          <a:pt x="2824" y="2848"/>
                        </a:lnTo>
                        <a:cubicBezTo>
                          <a:pt x="2897" y="2639"/>
                          <a:pt x="2881" y="2405"/>
                          <a:pt x="2775" y="2207"/>
                        </a:cubicBezTo>
                        <a:lnTo>
                          <a:pt x="3243" y="1789"/>
                        </a:lnTo>
                        <a:cubicBezTo>
                          <a:pt x="3500" y="1950"/>
                          <a:pt x="3843" y="1918"/>
                          <a:pt x="4066" y="1695"/>
                        </a:cubicBezTo>
                        <a:cubicBezTo>
                          <a:pt x="4327" y="1434"/>
                          <a:pt x="4327" y="1012"/>
                          <a:pt x="4066" y="752"/>
                        </a:cubicBezTo>
                        <a:cubicBezTo>
                          <a:pt x="3806" y="492"/>
                          <a:pt x="3384" y="492"/>
                          <a:pt x="3124" y="752"/>
                        </a:cubicBezTo>
                        <a:cubicBezTo>
                          <a:pt x="2919" y="957"/>
                          <a:pt x="2875" y="1262"/>
                          <a:pt x="2993" y="1510"/>
                        </a:cubicBezTo>
                        <a:lnTo>
                          <a:pt x="2525" y="1929"/>
                        </a:lnTo>
                        <a:cubicBezTo>
                          <a:pt x="2301" y="1773"/>
                          <a:pt x="2015" y="1746"/>
                          <a:pt x="1769" y="1847"/>
                        </a:cubicBezTo>
                        <a:lnTo>
                          <a:pt x="1229" y="1104"/>
                        </a:lnTo>
                        <a:cubicBezTo>
                          <a:pt x="1423" y="850"/>
                          <a:pt x="1404" y="485"/>
                          <a:pt x="1171" y="253"/>
                        </a:cubicBezTo>
                        <a:cubicBezTo>
                          <a:pt x="918" y="0"/>
                          <a:pt x="507" y="0"/>
                          <a:pt x="254" y="253"/>
                        </a:cubicBezTo>
                        <a:cubicBezTo>
                          <a:pt x="0" y="506"/>
                          <a:pt x="0" y="917"/>
                          <a:pt x="254" y="1171"/>
                        </a:cubicBezTo>
                        <a:cubicBezTo>
                          <a:pt x="436" y="1353"/>
                          <a:pt x="699" y="1404"/>
                          <a:pt x="926" y="1325"/>
                        </a:cubicBezTo>
                        <a:lnTo>
                          <a:pt x="1467" y="2068"/>
                        </a:lnTo>
                        <a:cubicBezTo>
                          <a:pt x="1200" y="2381"/>
                          <a:pt x="1214" y="2851"/>
                          <a:pt x="1510" y="3147"/>
                        </a:cubicBezTo>
                        <a:cubicBezTo>
                          <a:pt x="1515" y="3152"/>
                          <a:pt x="1521" y="3158"/>
                          <a:pt x="1527" y="3163"/>
                        </a:cubicBezTo>
                        <a:lnTo>
                          <a:pt x="1004" y="4081"/>
                        </a:lnTo>
                        <a:cubicBezTo>
                          <a:pt x="786" y="4030"/>
                          <a:pt x="548" y="4089"/>
                          <a:pt x="379" y="4258"/>
                        </a:cubicBezTo>
                        <a:cubicBezTo>
                          <a:pt x="118" y="4519"/>
                          <a:pt x="118" y="4941"/>
                          <a:pt x="379" y="5201"/>
                        </a:cubicBezTo>
                        <a:cubicBezTo>
                          <a:pt x="639" y="5461"/>
                          <a:pt x="1061" y="5461"/>
                          <a:pt x="1321" y="5201"/>
                        </a:cubicBezTo>
                        <a:cubicBezTo>
                          <a:pt x="1579" y="4944"/>
                          <a:pt x="1581" y="4528"/>
                          <a:pt x="1329" y="4267"/>
                        </a:cubicBezTo>
                        <a:lnTo>
                          <a:pt x="1852" y="3349"/>
                        </a:lnTo>
                        <a:cubicBezTo>
                          <a:pt x="2115" y="3424"/>
                          <a:pt x="2409" y="3362"/>
                          <a:pt x="2620" y="3161"/>
                        </a:cubicBezTo>
                        <a:lnTo>
                          <a:pt x="3191" y="3532"/>
                        </a:lnTo>
                        <a:cubicBezTo>
                          <a:pt x="3155" y="3701"/>
                          <a:pt x="3202" y="3885"/>
                          <a:pt x="3334" y="4017"/>
                        </a:cubicBezTo>
                        <a:cubicBezTo>
                          <a:pt x="3540" y="4223"/>
                          <a:pt x="3874" y="4223"/>
                          <a:pt x="4081" y="4017"/>
                        </a:cubicBezTo>
                        <a:cubicBezTo>
                          <a:pt x="4287" y="3811"/>
                          <a:pt x="4287" y="3476"/>
                          <a:pt x="4081" y="3270"/>
                        </a:cubicBezTo>
                        <a:cubicBezTo>
                          <a:pt x="3894" y="3083"/>
                          <a:pt x="3601" y="3066"/>
                          <a:pt x="3395" y="3218"/>
                        </a:cubicBezTo>
                        <a:close/>
                        <a:moveTo>
                          <a:pt x="604" y="4582"/>
                        </a:moveTo>
                        <a:cubicBezTo>
                          <a:pt x="592" y="4596"/>
                          <a:pt x="580" y="4610"/>
                          <a:pt x="568" y="4621"/>
                        </a:cubicBezTo>
                        <a:cubicBezTo>
                          <a:pt x="553" y="4636"/>
                          <a:pt x="534" y="4654"/>
                          <a:pt x="509" y="4661"/>
                        </a:cubicBezTo>
                        <a:cubicBezTo>
                          <a:pt x="478" y="4671"/>
                          <a:pt x="446" y="4663"/>
                          <a:pt x="422" y="4638"/>
                        </a:cubicBezTo>
                        <a:cubicBezTo>
                          <a:pt x="358" y="4575"/>
                          <a:pt x="382" y="4454"/>
                          <a:pt x="478" y="4358"/>
                        </a:cubicBezTo>
                        <a:cubicBezTo>
                          <a:pt x="574" y="4262"/>
                          <a:pt x="695" y="4238"/>
                          <a:pt x="758" y="4302"/>
                        </a:cubicBezTo>
                        <a:cubicBezTo>
                          <a:pt x="783" y="4326"/>
                          <a:pt x="791" y="4358"/>
                          <a:pt x="781" y="4389"/>
                        </a:cubicBezTo>
                        <a:cubicBezTo>
                          <a:pt x="774" y="4414"/>
                          <a:pt x="756" y="4434"/>
                          <a:pt x="741" y="4448"/>
                        </a:cubicBezTo>
                        <a:cubicBezTo>
                          <a:pt x="730" y="4460"/>
                          <a:pt x="716" y="4472"/>
                          <a:pt x="702" y="4484"/>
                        </a:cubicBezTo>
                        <a:cubicBezTo>
                          <a:pt x="685" y="4499"/>
                          <a:pt x="668" y="4514"/>
                          <a:pt x="651" y="4531"/>
                        </a:cubicBezTo>
                        <a:cubicBezTo>
                          <a:pt x="634" y="4548"/>
                          <a:pt x="619" y="4565"/>
                          <a:pt x="604" y="4582"/>
                        </a:cubicBezTo>
                        <a:close/>
                        <a:moveTo>
                          <a:pt x="3223" y="852"/>
                        </a:moveTo>
                        <a:cubicBezTo>
                          <a:pt x="3319" y="756"/>
                          <a:pt x="3440" y="732"/>
                          <a:pt x="3503" y="795"/>
                        </a:cubicBezTo>
                        <a:cubicBezTo>
                          <a:pt x="3528" y="820"/>
                          <a:pt x="3536" y="851"/>
                          <a:pt x="3527" y="882"/>
                        </a:cubicBezTo>
                        <a:cubicBezTo>
                          <a:pt x="3519" y="907"/>
                          <a:pt x="3501" y="927"/>
                          <a:pt x="3487" y="942"/>
                        </a:cubicBezTo>
                        <a:cubicBezTo>
                          <a:pt x="3475" y="953"/>
                          <a:pt x="3461" y="965"/>
                          <a:pt x="3447" y="978"/>
                        </a:cubicBezTo>
                        <a:cubicBezTo>
                          <a:pt x="3430" y="993"/>
                          <a:pt x="3413" y="1008"/>
                          <a:pt x="3396" y="1025"/>
                        </a:cubicBezTo>
                        <a:cubicBezTo>
                          <a:pt x="3379" y="1042"/>
                          <a:pt x="3364" y="1059"/>
                          <a:pt x="3349" y="1075"/>
                        </a:cubicBezTo>
                        <a:cubicBezTo>
                          <a:pt x="3337" y="1090"/>
                          <a:pt x="3325" y="1103"/>
                          <a:pt x="3313" y="1115"/>
                        </a:cubicBezTo>
                        <a:cubicBezTo>
                          <a:pt x="3299" y="1130"/>
                          <a:pt x="3279" y="1147"/>
                          <a:pt x="3254" y="1155"/>
                        </a:cubicBezTo>
                        <a:cubicBezTo>
                          <a:pt x="3223" y="1165"/>
                          <a:pt x="3191" y="1156"/>
                          <a:pt x="3167" y="1132"/>
                        </a:cubicBezTo>
                        <a:cubicBezTo>
                          <a:pt x="3103" y="1068"/>
                          <a:pt x="3128" y="948"/>
                          <a:pt x="3223" y="852"/>
                        </a:cubicBezTo>
                        <a:close/>
                        <a:moveTo>
                          <a:pt x="474" y="568"/>
                        </a:moveTo>
                        <a:cubicBezTo>
                          <a:pt x="461" y="582"/>
                          <a:pt x="450" y="595"/>
                          <a:pt x="438" y="606"/>
                        </a:cubicBezTo>
                        <a:cubicBezTo>
                          <a:pt x="424" y="620"/>
                          <a:pt x="405" y="638"/>
                          <a:pt x="381" y="645"/>
                        </a:cubicBezTo>
                        <a:cubicBezTo>
                          <a:pt x="350" y="655"/>
                          <a:pt x="319" y="646"/>
                          <a:pt x="296" y="623"/>
                        </a:cubicBezTo>
                        <a:cubicBezTo>
                          <a:pt x="234" y="561"/>
                          <a:pt x="258" y="444"/>
                          <a:pt x="351" y="350"/>
                        </a:cubicBezTo>
                        <a:cubicBezTo>
                          <a:pt x="444" y="257"/>
                          <a:pt x="561" y="233"/>
                          <a:pt x="623" y="295"/>
                        </a:cubicBezTo>
                        <a:cubicBezTo>
                          <a:pt x="647" y="319"/>
                          <a:pt x="655" y="350"/>
                          <a:pt x="646" y="380"/>
                        </a:cubicBezTo>
                        <a:cubicBezTo>
                          <a:pt x="638" y="404"/>
                          <a:pt x="621" y="423"/>
                          <a:pt x="607" y="438"/>
                        </a:cubicBezTo>
                        <a:cubicBezTo>
                          <a:pt x="596" y="449"/>
                          <a:pt x="582" y="461"/>
                          <a:pt x="568" y="473"/>
                        </a:cubicBezTo>
                        <a:cubicBezTo>
                          <a:pt x="552" y="487"/>
                          <a:pt x="536" y="502"/>
                          <a:pt x="519" y="518"/>
                        </a:cubicBezTo>
                        <a:cubicBezTo>
                          <a:pt x="503" y="535"/>
                          <a:pt x="488" y="552"/>
                          <a:pt x="474" y="568"/>
                        </a:cubicBezTo>
                        <a:close/>
                        <a:moveTo>
                          <a:pt x="1629" y="2140"/>
                        </a:moveTo>
                        <a:cubicBezTo>
                          <a:pt x="1743" y="2025"/>
                          <a:pt x="1887" y="1996"/>
                          <a:pt x="1963" y="2072"/>
                        </a:cubicBezTo>
                        <a:cubicBezTo>
                          <a:pt x="1992" y="2101"/>
                          <a:pt x="2002" y="2139"/>
                          <a:pt x="1991" y="2176"/>
                        </a:cubicBezTo>
                        <a:cubicBezTo>
                          <a:pt x="1982" y="2206"/>
                          <a:pt x="1961" y="2230"/>
                          <a:pt x="1943" y="2247"/>
                        </a:cubicBezTo>
                        <a:cubicBezTo>
                          <a:pt x="1929" y="2261"/>
                          <a:pt x="1913" y="2275"/>
                          <a:pt x="1896" y="2290"/>
                        </a:cubicBezTo>
                        <a:cubicBezTo>
                          <a:pt x="1876" y="2308"/>
                          <a:pt x="1855" y="2326"/>
                          <a:pt x="1835" y="2346"/>
                        </a:cubicBezTo>
                        <a:cubicBezTo>
                          <a:pt x="1815" y="2366"/>
                          <a:pt x="1797" y="2387"/>
                          <a:pt x="1779" y="2407"/>
                        </a:cubicBezTo>
                        <a:cubicBezTo>
                          <a:pt x="1764" y="2424"/>
                          <a:pt x="1750" y="2440"/>
                          <a:pt x="1736" y="2454"/>
                        </a:cubicBezTo>
                        <a:cubicBezTo>
                          <a:pt x="1719" y="2472"/>
                          <a:pt x="1695" y="2493"/>
                          <a:pt x="1665" y="2502"/>
                        </a:cubicBezTo>
                        <a:cubicBezTo>
                          <a:pt x="1628" y="2513"/>
                          <a:pt x="1590" y="2503"/>
                          <a:pt x="1561" y="2474"/>
                        </a:cubicBezTo>
                        <a:cubicBezTo>
                          <a:pt x="1485" y="2398"/>
                          <a:pt x="1514" y="2254"/>
                          <a:pt x="1629" y="2140"/>
                        </a:cubicBezTo>
                        <a:close/>
                        <a:moveTo>
                          <a:pt x="3484" y="3558"/>
                        </a:moveTo>
                        <a:cubicBezTo>
                          <a:pt x="3473" y="3569"/>
                          <a:pt x="3457" y="3583"/>
                          <a:pt x="3437" y="3589"/>
                        </a:cubicBezTo>
                        <a:cubicBezTo>
                          <a:pt x="3413" y="3597"/>
                          <a:pt x="3387" y="3590"/>
                          <a:pt x="3368" y="3571"/>
                        </a:cubicBezTo>
                        <a:cubicBezTo>
                          <a:pt x="3318" y="3521"/>
                          <a:pt x="3337" y="3425"/>
                          <a:pt x="3413" y="3349"/>
                        </a:cubicBezTo>
                        <a:cubicBezTo>
                          <a:pt x="3489" y="3273"/>
                          <a:pt x="3584" y="3254"/>
                          <a:pt x="3635" y="3304"/>
                        </a:cubicBezTo>
                        <a:cubicBezTo>
                          <a:pt x="3654" y="3324"/>
                          <a:pt x="3661" y="3349"/>
                          <a:pt x="3653" y="3373"/>
                        </a:cubicBezTo>
                        <a:cubicBezTo>
                          <a:pt x="3647" y="3393"/>
                          <a:pt x="3633" y="3409"/>
                          <a:pt x="3621" y="3420"/>
                        </a:cubicBezTo>
                        <a:cubicBezTo>
                          <a:pt x="3612" y="3430"/>
                          <a:pt x="3601" y="3439"/>
                          <a:pt x="3590" y="3449"/>
                        </a:cubicBezTo>
                        <a:cubicBezTo>
                          <a:pt x="3577" y="3461"/>
                          <a:pt x="3563" y="3473"/>
                          <a:pt x="3550" y="3486"/>
                        </a:cubicBezTo>
                        <a:cubicBezTo>
                          <a:pt x="3536" y="3500"/>
                          <a:pt x="3524" y="3513"/>
                          <a:pt x="3513" y="3526"/>
                        </a:cubicBezTo>
                        <a:cubicBezTo>
                          <a:pt x="3503" y="3538"/>
                          <a:pt x="3493" y="3548"/>
                          <a:pt x="3484" y="3558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26" name="íšļíḓe"/>
              <p:cNvGrpSpPr/>
              <p:nvPr/>
            </p:nvGrpSpPr>
            <p:grpSpPr>
              <a:xfrm>
                <a:off x="8874121" y="3317634"/>
                <a:ext cx="2644776" cy="2816464"/>
                <a:chOff x="669925" y="2942696"/>
                <a:chExt cx="2644776" cy="2816464"/>
              </a:xfrm>
            </p:grpSpPr>
            <p:sp>
              <p:nvSpPr>
                <p:cNvPr id="131" name="iSlíḑê"/>
                <p:cNvSpPr/>
                <p:nvPr/>
              </p:nvSpPr>
              <p:spPr>
                <a:xfrm>
                  <a:off x="669925" y="3407156"/>
                  <a:ext cx="2644776" cy="2352004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b="1">
                    <a:solidFill>
                      <a:schemeClr val="bg1"/>
                    </a:solidFill>
                  </a:endParaRPr>
                </a:p>
              </p:txBody>
            </p:sp>
            <p:grpSp>
              <p:nvGrpSpPr>
                <p:cNvPr id="132" name="íšḻiďê"/>
                <p:cNvGrpSpPr/>
                <p:nvPr/>
              </p:nvGrpSpPr>
              <p:grpSpPr>
                <a:xfrm>
                  <a:off x="669925" y="4157023"/>
                  <a:ext cx="2644776" cy="1602137"/>
                  <a:chOff x="1944368" y="3235201"/>
                  <a:chExt cx="2030012" cy="1602137"/>
                </a:xfrm>
              </p:grpSpPr>
              <p:sp>
                <p:nvSpPr>
                  <p:cNvPr id="136" name="isḻïḑé"/>
                  <p:cNvSpPr/>
                  <p:nvPr/>
                </p:nvSpPr>
                <p:spPr bwMode="auto">
                  <a:xfrm>
                    <a:off x="1944368" y="3622799"/>
                    <a:ext cx="2030012" cy="121453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200" dirty="0"/>
                      <a:t>Copy paste fonts. Choose the only option to retain text.</a:t>
                    </a:r>
                    <a:endParaRPr lang="en-US" altLang="zh-CN" sz="1200" dirty="0"/>
                  </a:p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200" dirty="0"/>
                      <a:t>……</a:t>
                    </a:r>
                    <a:endParaRPr lang="en-US" altLang="zh-CN" sz="1200" dirty="0"/>
                  </a:p>
                </p:txBody>
              </p:sp>
              <p:sp>
                <p:nvSpPr>
                  <p:cNvPr id="137" name="iŝḷïdè"/>
                  <p:cNvSpPr txBox="1"/>
                  <p:nvPr/>
                </p:nvSpPr>
                <p:spPr bwMode="auto">
                  <a:xfrm>
                    <a:off x="1944368" y="3235201"/>
                    <a:ext cx="2030012" cy="3875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altLang="zh-CN" sz="1400" b="1" dirty="0"/>
                      <a:t>Text here-14pt</a:t>
                    </a:r>
                    <a:endParaRPr lang="en-US" altLang="zh-CN" sz="1400" b="1" dirty="0"/>
                  </a:p>
                </p:txBody>
              </p:sp>
            </p:grpSp>
            <p:grpSp>
              <p:nvGrpSpPr>
                <p:cNvPr id="133" name="ïš1iḓê"/>
                <p:cNvGrpSpPr/>
                <p:nvPr/>
              </p:nvGrpSpPr>
              <p:grpSpPr>
                <a:xfrm>
                  <a:off x="1530541" y="2942696"/>
                  <a:ext cx="923544" cy="923925"/>
                  <a:chOff x="1546964" y="2871078"/>
                  <a:chExt cx="923544" cy="923925"/>
                </a:xfrm>
              </p:grpSpPr>
              <p:sp>
                <p:nvSpPr>
                  <p:cNvPr id="134" name="îṧ1iďe"/>
                  <p:cNvSpPr/>
                  <p:nvPr/>
                </p:nvSpPr>
                <p:spPr>
                  <a:xfrm>
                    <a:off x="1546964" y="2871078"/>
                    <a:ext cx="923544" cy="923925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76200">
                    <a:solidFill>
                      <a:schemeClr val="bg1"/>
                    </a:solidFill>
                  </a:ln>
                  <a:effectLst/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b="1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35" name="ïṧḷíḑé"/>
                  <p:cNvSpPr/>
                  <p:nvPr/>
                </p:nvSpPr>
                <p:spPr bwMode="auto">
                  <a:xfrm>
                    <a:off x="1844757" y="3193181"/>
                    <a:ext cx="327959" cy="279719"/>
                  </a:xfrm>
                  <a:custGeom>
                    <a:avLst/>
                    <a:gdLst>
                      <a:gd name="T0" fmla="*/ 3776 w 7671"/>
                      <a:gd name="T1" fmla="*/ 16 h 6553"/>
                      <a:gd name="T2" fmla="*/ 77 w 7671"/>
                      <a:gd name="T3" fmla="*/ 5307 h 6553"/>
                      <a:gd name="T4" fmla="*/ 7671 w 7671"/>
                      <a:gd name="T5" fmla="*/ 3664 h 6553"/>
                      <a:gd name="T6" fmla="*/ 152 w 7671"/>
                      <a:gd name="T7" fmla="*/ 5001 h 6553"/>
                      <a:gd name="T8" fmla="*/ 392 w 7671"/>
                      <a:gd name="T9" fmla="*/ 5045 h 6553"/>
                      <a:gd name="T10" fmla="*/ 152 w 7671"/>
                      <a:gd name="T11" fmla="*/ 3880 h 6553"/>
                      <a:gd name="T12" fmla="*/ 756 w 7671"/>
                      <a:gd name="T13" fmla="*/ 5178 h 6553"/>
                      <a:gd name="T14" fmla="*/ 540 w 7671"/>
                      <a:gd name="T15" fmla="*/ 4565 h 6553"/>
                      <a:gd name="T16" fmla="*/ 733 w 7671"/>
                      <a:gd name="T17" fmla="*/ 4411 h 6553"/>
                      <a:gd name="T18" fmla="*/ 759 w 7671"/>
                      <a:gd name="T19" fmla="*/ 3830 h 6553"/>
                      <a:gd name="T20" fmla="*/ 942 w 7671"/>
                      <a:gd name="T21" fmla="*/ 5244 h 6553"/>
                      <a:gd name="T22" fmla="*/ 1234 w 7671"/>
                      <a:gd name="T23" fmla="*/ 5273 h 6553"/>
                      <a:gd name="T24" fmla="*/ 915 w 7671"/>
                      <a:gd name="T25" fmla="*/ 4392 h 6553"/>
                      <a:gd name="T26" fmla="*/ 1234 w 7671"/>
                      <a:gd name="T27" fmla="*/ 4412 h 6553"/>
                      <a:gd name="T28" fmla="*/ 1432 w 7671"/>
                      <a:gd name="T29" fmla="*/ 4739 h 6553"/>
                      <a:gd name="T30" fmla="*/ 1786 w 7671"/>
                      <a:gd name="T31" fmla="*/ 4499 h 6553"/>
                      <a:gd name="T32" fmla="*/ 1803 w 7671"/>
                      <a:gd name="T33" fmla="*/ 3787 h 6553"/>
                      <a:gd name="T34" fmla="*/ 3549 w 7671"/>
                      <a:gd name="T35" fmla="*/ 679 h 6553"/>
                      <a:gd name="T36" fmla="*/ 2951 w 7671"/>
                      <a:gd name="T37" fmla="*/ 1768 h 6553"/>
                      <a:gd name="T38" fmla="*/ 2564 w 7671"/>
                      <a:gd name="T39" fmla="*/ 1191 h 6553"/>
                      <a:gd name="T40" fmla="*/ 2089 w 7671"/>
                      <a:gd name="T41" fmla="*/ 1383 h 6553"/>
                      <a:gd name="T42" fmla="*/ 2564 w 7671"/>
                      <a:gd name="T43" fmla="*/ 3042 h 6553"/>
                      <a:gd name="T44" fmla="*/ 2089 w 7671"/>
                      <a:gd name="T45" fmla="*/ 2419 h 6553"/>
                      <a:gd name="T46" fmla="*/ 2552 w 7671"/>
                      <a:gd name="T47" fmla="*/ 4551 h 6553"/>
                      <a:gd name="T48" fmla="*/ 2527 w 7671"/>
                      <a:gd name="T49" fmla="*/ 5671 h 6553"/>
                      <a:gd name="T50" fmla="*/ 2132 w 7671"/>
                      <a:gd name="T51" fmla="*/ 4798 h 6553"/>
                      <a:gd name="T52" fmla="*/ 3552 w 7671"/>
                      <a:gd name="T53" fmla="*/ 5935 h 6553"/>
                      <a:gd name="T54" fmla="*/ 2994 w 7671"/>
                      <a:gd name="T55" fmla="*/ 4923 h 6553"/>
                      <a:gd name="T56" fmla="*/ 3529 w 7671"/>
                      <a:gd name="T57" fmla="*/ 4644 h 6553"/>
                      <a:gd name="T58" fmla="*/ 3555 w 7671"/>
                      <a:gd name="T59" fmla="*/ 3714 h 6553"/>
                      <a:gd name="T60" fmla="*/ 2951 w 7671"/>
                      <a:gd name="T61" fmla="*/ 2965 h 6553"/>
                      <a:gd name="T62" fmla="*/ 3535 w 7671"/>
                      <a:gd name="T63" fmla="*/ 2913 h 6553"/>
                      <a:gd name="T64" fmla="*/ 4104 w 7671"/>
                      <a:gd name="T65" fmla="*/ 5039 h 6553"/>
                      <a:gd name="T66" fmla="*/ 4719 w 7671"/>
                      <a:gd name="T67" fmla="*/ 4562 h 6553"/>
                      <a:gd name="T68" fmla="*/ 4115 w 7671"/>
                      <a:gd name="T69" fmla="*/ 3714 h 6553"/>
                      <a:gd name="T70" fmla="*/ 4706 w 7671"/>
                      <a:gd name="T71" fmla="*/ 2994 h 6553"/>
                      <a:gd name="T72" fmla="*/ 4152 w 7671"/>
                      <a:gd name="T73" fmla="*/ 1973 h 6553"/>
                      <a:gd name="T74" fmla="*/ 4682 w 7671"/>
                      <a:gd name="T75" fmla="*/ 1806 h 6553"/>
                      <a:gd name="T76" fmla="*/ 4698 w 7671"/>
                      <a:gd name="T77" fmla="*/ 936 h 6553"/>
                      <a:gd name="T78" fmla="*/ 5144 w 7671"/>
                      <a:gd name="T79" fmla="*/ 5671 h 6553"/>
                      <a:gd name="T80" fmla="*/ 5581 w 7671"/>
                      <a:gd name="T81" fmla="*/ 4835 h 6553"/>
                      <a:gd name="T82" fmla="*/ 5118 w 7671"/>
                      <a:gd name="T83" fmla="*/ 4551 h 6553"/>
                      <a:gd name="T84" fmla="*/ 5581 w 7671"/>
                      <a:gd name="T85" fmla="*/ 4490 h 6553"/>
                      <a:gd name="T86" fmla="*/ 5107 w 7671"/>
                      <a:gd name="T87" fmla="*/ 2302 h 6553"/>
                      <a:gd name="T88" fmla="*/ 5581 w 7671"/>
                      <a:gd name="T89" fmla="*/ 2074 h 6553"/>
                      <a:gd name="T90" fmla="*/ 5124 w 7671"/>
                      <a:gd name="T91" fmla="*/ 1160 h 6553"/>
                      <a:gd name="T92" fmla="*/ 5903 w 7671"/>
                      <a:gd name="T93" fmla="*/ 5467 h 6553"/>
                      <a:gd name="T94" fmla="*/ 6226 w 7671"/>
                      <a:gd name="T95" fmla="*/ 4711 h 6553"/>
                      <a:gd name="T96" fmla="*/ 5893 w 7671"/>
                      <a:gd name="T97" fmla="*/ 4498 h 6553"/>
                      <a:gd name="T98" fmla="*/ 6239 w 7671"/>
                      <a:gd name="T99" fmla="*/ 3827 h 6553"/>
                      <a:gd name="T100" fmla="*/ 6451 w 7671"/>
                      <a:gd name="T101" fmla="*/ 5303 h 6553"/>
                      <a:gd name="T102" fmla="*/ 6756 w 7671"/>
                      <a:gd name="T103" fmla="*/ 5207 h 6553"/>
                      <a:gd name="T104" fmla="*/ 6436 w 7671"/>
                      <a:gd name="T105" fmla="*/ 4412 h 6553"/>
                      <a:gd name="T106" fmla="*/ 6756 w 7671"/>
                      <a:gd name="T107" fmla="*/ 4392 h 6553"/>
                      <a:gd name="T108" fmla="*/ 6900 w 7671"/>
                      <a:gd name="T109" fmla="*/ 4632 h 6553"/>
                      <a:gd name="T110" fmla="*/ 7174 w 7671"/>
                      <a:gd name="T111" fmla="*/ 4357 h 6553"/>
                      <a:gd name="T112" fmla="*/ 6911 w 7671"/>
                      <a:gd name="T113" fmla="*/ 3831 h 6553"/>
                      <a:gd name="T114" fmla="*/ 7490 w 7671"/>
                      <a:gd name="T115" fmla="*/ 5037 h 6553"/>
                      <a:gd name="T116" fmla="*/ 7475 w 7671"/>
                      <a:gd name="T117" fmla="*/ 4515 h 6553"/>
                      <a:gd name="T118" fmla="*/ 7316 w 7671"/>
                      <a:gd name="T119" fmla="*/ 4380 h 6553"/>
                      <a:gd name="T120" fmla="*/ 7518 w 7671"/>
                      <a:gd name="T121" fmla="*/ 3880 h 655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</a:cxnLst>
                    <a:rect l="0" t="0" r="r" b="b"/>
                    <a:pathLst>
                      <a:path w="7671" h="6553">
                        <a:moveTo>
                          <a:pt x="7569" y="3552"/>
                        </a:moveTo>
                        <a:lnTo>
                          <a:pt x="5837" y="3371"/>
                        </a:lnTo>
                        <a:lnTo>
                          <a:pt x="5837" y="1136"/>
                        </a:lnTo>
                        <a:cubicBezTo>
                          <a:pt x="5837" y="1094"/>
                          <a:pt x="5814" y="1056"/>
                          <a:pt x="5778" y="1036"/>
                        </a:cubicBezTo>
                        <a:lnTo>
                          <a:pt x="3893" y="15"/>
                        </a:lnTo>
                        <a:cubicBezTo>
                          <a:pt x="3876" y="5"/>
                          <a:pt x="3856" y="0"/>
                          <a:pt x="3835" y="0"/>
                        </a:cubicBezTo>
                        <a:cubicBezTo>
                          <a:pt x="3814" y="0"/>
                          <a:pt x="3794" y="6"/>
                          <a:pt x="3776" y="16"/>
                        </a:cubicBezTo>
                        <a:lnTo>
                          <a:pt x="1893" y="1036"/>
                        </a:lnTo>
                        <a:cubicBezTo>
                          <a:pt x="1856" y="1056"/>
                          <a:pt x="1834" y="1094"/>
                          <a:pt x="1834" y="1136"/>
                        </a:cubicBezTo>
                        <a:lnTo>
                          <a:pt x="1834" y="3371"/>
                        </a:lnTo>
                        <a:lnTo>
                          <a:pt x="101" y="3552"/>
                        </a:lnTo>
                        <a:cubicBezTo>
                          <a:pt x="44" y="3558"/>
                          <a:pt x="0" y="3606"/>
                          <a:pt x="0" y="3664"/>
                        </a:cubicBezTo>
                        <a:lnTo>
                          <a:pt x="0" y="5199"/>
                        </a:lnTo>
                        <a:cubicBezTo>
                          <a:pt x="0" y="5248"/>
                          <a:pt x="31" y="5291"/>
                          <a:pt x="77" y="5307"/>
                        </a:cubicBezTo>
                        <a:lnTo>
                          <a:pt x="3798" y="6547"/>
                        </a:lnTo>
                        <a:cubicBezTo>
                          <a:pt x="3810" y="6551"/>
                          <a:pt x="3822" y="6553"/>
                          <a:pt x="3835" y="6553"/>
                        </a:cubicBezTo>
                        <a:cubicBezTo>
                          <a:pt x="3848" y="6553"/>
                          <a:pt x="3860" y="6551"/>
                          <a:pt x="3871" y="6547"/>
                        </a:cubicBezTo>
                        <a:lnTo>
                          <a:pt x="3871" y="6547"/>
                        </a:lnTo>
                        <a:lnTo>
                          <a:pt x="7594" y="5307"/>
                        </a:lnTo>
                        <a:cubicBezTo>
                          <a:pt x="7640" y="5291"/>
                          <a:pt x="7671" y="5248"/>
                          <a:pt x="7671" y="5199"/>
                        </a:cubicBezTo>
                        <a:lnTo>
                          <a:pt x="7671" y="3664"/>
                        </a:lnTo>
                        <a:cubicBezTo>
                          <a:pt x="7670" y="3606"/>
                          <a:pt x="7627" y="3558"/>
                          <a:pt x="7569" y="3552"/>
                        </a:cubicBezTo>
                        <a:close/>
                        <a:moveTo>
                          <a:pt x="392" y="5045"/>
                        </a:moveTo>
                        <a:cubicBezTo>
                          <a:pt x="392" y="5057"/>
                          <a:pt x="387" y="5068"/>
                          <a:pt x="377" y="5075"/>
                        </a:cubicBezTo>
                        <a:cubicBezTo>
                          <a:pt x="371" y="5080"/>
                          <a:pt x="362" y="5083"/>
                          <a:pt x="354" y="5083"/>
                        </a:cubicBezTo>
                        <a:cubicBezTo>
                          <a:pt x="351" y="5083"/>
                          <a:pt x="348" y="5083"/>
                          <a:pt x="344" y="5082"/>
                        </a:cubicBezTo>
                        <a:lnTo>
                          <a:pt x="180" y="5037"/>
                        </a:lnTo>
                        <a:cubicBezTo>
                          <a:pt x="164" y="5033"/>
                          <a:pt x="152" y="5018"/>
                          <a:pt x="152" y="5001"/>
                        </a:cubicBezTo>
                        <a:lnTo>
                          <a:pt x="152" y="4553"/>
                        </a:lnTo>
                        <a:cubicBezTo>
                          <a:pt x="152" y="4542"/>
                          <a:pt x="157" y="4531"/>
                          <a:pt x="165" y="4524"/>
                        </a:cubicBezTo>
                        <a:cubicBezTo>
                          <a:pt x="174" y="4517"/>
                          <a:pt x="185" y="4514"/>
                          <a:pt x="196" y="4515"/>
                        </a:cubicBezTo>
                        <a:lnTo>
                          <a:pt x="360" y="4539"/>
                        </a:lnTo>
                        <a:cubicBezTo>
                          <a:pt x="378" y="4542"/>
                          <a:pt x="392" y="4558"/>
                          <a:pt x="392" y="4576"/>
                        </a:cubicBezTo>
                        <a:lnTo>
                          <a:pt x="392" y="5045"/>
                        </a:lnTo>
                        <a:lnTo>
                          <a:pt x="392" y="5045"/>
                        </a:lnTo>
                        <a:close/>
                        <a:moveTo>
                          <a:pt x="392" y="4342"/>
                        </a:moveTo>
                        <a:cubicBezTo>
                          <a:pt x="392" y="4353"/>
                          <a:pt x="388" y="4363"/>
                          <a:pt x="380" y="4370"/>
                        </a:cubicBezTo>
                        <a:cubicBezTo>
                          <a:pt x="373" y="4376"/>
                          <a:pt x="364" y="4380"/>
                          <a:pt x="354" y="4380"/>
                        </a:cubicBezTo>
                        <a:cubicBezTo>
                          <a:pt x="353" y="4380"/>
                          <a:pt x="352" y="4380"/>
                          <a:pt x="351" y="4380"/>
                        </a:cubicBezTo>
                        <a:lnTo>
                          <a:pt x="187" y="4366"/>
                        </a:lnTo>
                        <a:cubicBezTo>
                          <a:pt x="167" y="4364"/>
                          <a:pt x="152" y="4348"/>
                          <a:pt x="152" y="4329"/>
                        </a:cubicBezTo>
                        <a:lnTo>
                          <a:pt x="152" y="3880"/>
                        </a:lnTo>
                        <a:cubicBezTo>
                          <a:pt x="152" y="3860"/>
                          <a:pt x="168" y="3843"/>
                          <a:pt x="188" y="3843"/>
                        </a:cubicBezTo>
                        <a:lnTo>
                          <a:pt x="353" y="3836"/>
                        </a:lnTo>
                        <a:cubicBezTo>
                          <a:pt x="363" y="3835"/>
                          <a:pt x="373" y="3839"/>
                          <a:pt x="380" y="3846"/>
                        </a:cubicBezTo>
                        <a:cubicBezTo>
                          <a:pt x="388" y="3853"/>
                          <a:pt x="392" y="3863"/>
                          <a:pt x="392" y="3873"/>
                        </a:cubicBezTo>
                        <a:lnTo>
                          <a:pt x="392" y="4342"/>
                        </a:lnTo>
                        <a:close/>
                        <a:moveTo>
                          <a:pt x="771" y="5148"/>
                        </a:moveTo>
                        <a:cubicBezTo>
                          <a:pt x="771" y="5160"/>
                          <a:pt x="765" y="5171"/>
                          <a:pt x="756" y="5178"/>
                        </a:cubicBezTo>
                        <a:cubicBezTo>
                          <a:pt x="749" y="5183"/>
                          <a:pt x="741" y="5186"/>
                          <a:pt x="733" y="5186"/>
                        </a:cubicBezTo>
                        <a:cubicBezTo>
                          <a:pt x="729" y="5186"/>
                          <a:pt x="726" y="5185"/>
                          <a:pt x="723" y="5184"/>
                        </a:cubicBezTo>
                        <a:lnTo>
                          <a:pt x="525" y="5131"/>
                        </a:lnTo>
                        <a:cubicBezTo>
                          <a:pt x="508" y="5126"/>
                          <a:pt x="497" y="5111"/>
                          <a:pt x="497" y="5094"/>
                        </a:cubicBezTo>
                        <a:lnTo>
                          <a:pt x="497" y="4603"/>
                        </a:lnTo>
                        <a:cubicBezTo>
                          <a:pt x="497" y="4592"/>
                          <a:pt x="501" y="4581"/>
                          <a:pt x="510" y="4574"/>
                        </a:cubicBezTo>
                        <a:cubicBezTo>
                          <a:pt x="518" y="4567"/>
                          <a:pt x="529" y="4564"/>
                          <a:pt x="540" y="4565"/>
                        </a:cubicBezTo>
                        <a:lnTo>
                          <a:pt x="738" y="4595"/>
                        </a:lnTo>
                        <a:cubicBezTo>
                          <a:pt x="757" y="4597"/>
                          <a:pt x="770" y="4613"/>
                          <a:pt x="770" y="4632"/>
                        </a:cubicBezTo>
                        <a:lnTo>
                          <a:pt x="770" y="5148"/>
                        </a:lnTo>
                        <a:lnTo>
                          <a:pt x="771" y="5148"/>
                        </a:lnTo>
                        <a:close/>
                        <a:moveTo>
                          <a:pt x="771" y="4374"/>
                        </a:moveTo>
                        <a:cubicBezTo>
                          <a:pt x="771" y="4384"/>
                          <a:pt x="766" y="4394"/>
                          <a:pt x="759" y="4401"/>
                        </a:cubicBezTo>
                        <a:cubicBezTo>
                          <a:pt x="752" y="4408"/>
                          <a:pt x="742" y="4411"/>
                          <a:pt x="733" y="4411"/>
                        </a:cubicBezTo>
                        <a:cubicBezTo>
                          <a:pt x="732" y="4411"/>
                          <a:pt x="731" y="4411"/>
                          <a:pt x="730" y="4411"/>
                        </a:cubicBezTo>
                        <a:lnTo>
                          <a:pt x="532" y="4395"/>
                        </a:lnTo>
                        <a:cubicBezTo>
                          <a:pt x="512" y="4393"/>
                          <a:pt x="497" y="4377"/>
                          <a:pt x="497" y="4357"/>
                        </a:cubicBezTo>
                        <a:lnTo>
                          <a:pt x="497" y="3866"/>
                        </a:lnTo>
                        <a:cubicBezTo>
                          <a:pt x="497" y="3845"/>
                          <a:pt x="513" y="3829"/>
                          <a:pt x="533" y="3828"/>
                        </a:cubicBezTo>
                        <a:lnTo>
                          <a:pt x="731" y="3820"/>
                        </a:lnTo>
                        <a:cubicBezTo>
                          <a:pt x="742" y="3819"/>
                          <a:pt x="752" y="3823"/>
                          <a:pt x="759" y="3830"/>
                        </a:cubicBezTo>
                        <a:cubicBezTo>
                          <a:pt x="767" y="3837"/>
                          <a:pt x="771" y="3847"/>
                          <a:pt x="771" y="3857"/>
                        </a:cubicBezTo>
                        <a:lnTo>
                          <a:pt x="771" y="4374"/>
                        </a:lnTo>
                        <a:close/>
                        <a:moveTo>
                          <a:pt x="1234" y="5273"/>
                        </a:moveTo>
                        <a:cubicBezTo>
                          <a:pt x="1234" y="5285"/>
                          <a:pt x="1229" y="5296"/>
                          <a:pt x="1219" y="5303"/>
                        </a:cubicBezTo>
                        <a:cubicBezTo>
                          <a:pt x="1213" y="5309"/>
                          <a:pt x="1205" y="5311"/>
                          <a:pt x="1196" y="5311"/>
                        </a:cubicBezTo>
                        <a:cubicBezTo>
                          <a:pt x="1193" y="5311"/>
                          <a:pt x="1190" y="5311"/>
                          <a:pt x="1186" y="5310"/>
                        </a:cubicBezTo>
                        <a:lnTo>
                          <a:pt x="942" y="5244"/>
                        </a:lnTo>
                        <a:cubicBezTo>
                          <a:pt x="926" y="5239"/>
                          <a:pt x="915" y="5224"/>
                          <a:pt x="915" y="5207"/>
                        </a:cubicBezTo>
                        <a:lnTo>
                          <a:pt x="915" y="4664"/>
                        </a:lnTo>
                        <a:cubicBezTo>
                          <a:pt x="915" y="4653"/>
                          <a:pt x="919" y="4642"/>
                          <a:pt x="928" y="4635"/>
                        </a:cubicBezTo>
                        <a:cubicBezTo>
                          <a:pt x="936" y="4628"/>
                          <a:pt x="947" y="4625"/>
                          <a:pt x="958" y="4627"/>
                        </a:cubicBezTo>
                        <a:lnTo>
                          <a:pt x="1202" y="4662"/>
                        </a:lnTo>
                        <a:cubicBezTo>
                          <a:pt x="1220" y="4665"/>
                          <a:pt x="1234" y="4681"/>
                          <a:pt x="1234" y="4699"/>
                        </a:cubicBezTo>
                        <a:lnTo>
                          <a:pt x="1234" y="5273"/>
                        </a:lnTo>
                        <a:lnTo>
                          <a:pt x="1234" y="5273"/>
                        </a:lnTo>
                        <a:close/>
                        <a:moveTo>
                          <a:pt x="1234" y="4412"/>
                        </a:moveTo>
                        <a:cubicBezTo>
                          <a:pt x="1234" y="4423"/>
                          <a:pt x="1230" y="4433"/>
                          <a:pt x="1222" y="4440"/>
                        </a:cubicBezTo>
                        <a:cubicBezTo>
                          <a:pt x="1215" y="4447"/>
                          <a:pt x="1206" y="4450"/>
                          <a:pt x="1197" y="4450"/>
                        </a:cubicBezTo>
                        <a:cubicBezTo>
                          <a:pt x="1196" y="4450"/>
                          <a:pt x="1194" y="4450"/>
                          <a:pt x="1193" y="4450"/>
                        </a:cubicBezTo>
                        <a:lnTo>
                          <a:pt x="949" y="4430"/>
                        </a:lnTo>
                        <a:cubicBezTo>
                          <a:pt x="930" y="4428"/>
                          <a:pt x="915" y="4412"/>
                          <a:pt x="915" y="4392"/>
                        </a:cubicBezTo>
                        <a:lnTo>
                          <a:pt x="915" y="3848"/>
                        </a:lnTo>
                        <a:cubicBezTo>
                          <a:pt x="915" y="3828"/>
                          <a:pt x="931" y="3812"/>
                          <a:pt x="951" y="3811"/>
                        </a:cubicBezTo>
                        <a:lnTo>
                          <a:pt x="1195" y="3801"/>
                        </a:lnTo>
                        <a:cubicBezTo>
                          <a:pt x="1205" y="3800"/>
                          <a:pt x="1215" y="3804"/>
                          <a:pt x="1223" y="3811"/>
                        </a:cubicBezTo>
                        <a:cubicBezTo>
                          <a:pt x="1230" y="3818"/>
                          <a:pt x="1234" y="3828"/>
                          <a:pt x="1234" y="3838"/>
                        </a:cubicBezTo>
                        <a:lnTo>
                          <a:pt x="1234" y="4412"/>
                        </a:lnTo>
                        <a:lnTo>
                          <a:pt x="1234" y="4412"/>
                        </a:lnTo>
                        <a:close/>
                        <a:moveTo>
                          <a:pt x="1815" y="5431"/>
                        </a:moveTo>
                        <a:cubicBezTo>
                          <a:pt x="1815" y="5443"/>
                          <a:pt x="1810" y="5454"/>
                          <a:pt x="1800" y="5461"/>
                        </a:cubicBezTo>
                        <a:cubicBezTo>
                          <a:pt x="1794" y="5466"/>
                          <a:pt x="1786" y="5468"/>
                          <a:pt x="1777" y="5468"/>
                        </a:cubicBezTo>
                        <a:cubicBezTo>
                          <a:pt x="1774" y="5468"/>
                          <a:pt x="1771" y="5468"/>
                          <a:pt x="1768" y="5467"/>
                        </a:cubicBezTo>
                        <a:lnTo>
                          <a:pt x="1460" y="5384"/>
                        </a:lnTo>
                        <a:cubicBezTo>
                          <a:pt x="1443" y="5379"/>
                          <a:pt x="1432" y="5364"/>
                          <a:pt x="1432" y="5347"/>
                        </a:cubicBezTo>
                        <a:lnTo>
                          <a:pt x="1432" y="4739"/>
                        </a:lnTo>
                        <a:cubicBezTo>
                          <a:pt x="1432" y="4728"/>
                          <a:pt x="1437" y="4718"/>
                          <a:pt x="1445" y="4711"/>
                        </a:cubicBezTo>
                        <a:cubicBezTo>
                          <a:pt x="1453" y="4704"/>
                          <a:pt x="1464" y="4700"/>
                          <a:pt x="1475" y="4702"/>
                        </a:cubicBezTo>
                        <a:lnTo>
                          <a:pt x="1783" y="4747"/>
                        </a:lnTo>
                        <a:cubicBezTo>
                          <a:pt x="1801" y="4749"/>
                          <a:pt x="1815" y="4765"/>
                          <a:pt x="1815" y="4784"/>
                        </a:cubicBezTo>
                        <a:lnTo>
                          <a:pt x="1815" y="5431"/>
                        </a:lnTo>
                        <a:close/>
                        <a:moveTo>
                          <a:pt x="1811" y="4489"/>
                        </a:moveTo>
                        <a:cubicBezTo>
                          <a:pt x="1804" y="4495"/>
                          <a:pt x="1795" y="4499"/>
                          <a:pt x="1786" y="4499"/>
                        </a:cubicBezTo>
                        <a:cubicBezTo>
                          <a:pt x="1785" y="4499"/>
                          <a:pt x="1783" y="4499"/>
                          <a:pt x="1782" y="4499"/>
                        </a:cubicBezTo>
                        <a:lnTo>
                          <a:pt x="1467" y="4473"/>
                        </a:lnTo>
                        <a:cubicBezTo>
                          <a:pt x="1447" y="4471"/>
                          <a:pt x="1432" y="4455"/>
                          <a:pt x="1432" y="4435"/>
                        </a:cubicBezTo>
                        <a:lnTo>
                          <a:pt x="1432" y="3827"/>
                        </a:lnTo>
                        <a:cubicBezTo>
                          <a:pt x="1432" y="3807"/>
                          <a:pt x="1448" y="3790"/>
                          <a:pt x="1468" y="3789"/>
                        </a:cubicBezTo>
                        <a:lnTo>
                          <a:pt x="1776" y="3776"/>
                        </a:lnTo>
                        <a:cubicBezTo>
                          <a:pt x="1786" y="3776"/>
                          <a:pt x="1796" y="3780"/>
                          <a:pt x="1803" y="3787"/>
                        </a:cubicBezTo>
                        <a:cubicBezTo>
                          <a:pt x="1811" y="3794"/>
                          <a:pt x="1815" y="3804"/>
                          <a:pt x="1815" y="3814"/>
                        </a:cubicBezTo>
                        <a:lnTo>
                          <a:pt x="1823" y="4461"/>
                        </a:lnTo>
                        <a:cubicBezTo>
                          <a:pt x="1823" y="4471"/>
                          <a:pt x="1819" y="4482"/>
                          <a:pt x="1811" y="4489"/>
                        </a:cubicBezTo>
                        <a:close/>
                        <a:moveTo>
                          <a:pt x="2951" y="970"/>
                        </a:moveTo>
                        <a:cubicBezTo>
                          <a:pt x="2951" y="956"/>
                          <a:pt x="2959" y="942"/>
                          <a:pt x="2973" y="936"/>
                        </a:cubicBezTo>
                        <a:lnTo>
                          <a:pt x="3513" y="677"/>
                        </a:lnTo>
                        <a:cubicBezTo>
                          <a:pt x="3525" y="672"/>
                          <a:pt x="3538" y="672"/>
                          <a:pt x="3549" y="679"/>
                        </a:cubicBezTo>
                        <a:cubicBezTo>
                          <a:pt x="3560" y="686"/>
                          <a:pt x="3567" y="698"/>
                          <a:pt x="3567" y="711"/>
                        </a:cubicBezTo>
                        <a:lnTo>
                          <a:pt x="3567" y="1577"/>
                        </a:lnTo>
                        <a:cubicBezTo>
                          <a:pt x="3567" y="1593"/>
                          <a:pt x="3557" y="1607"/>
                          <a:pt x="3542" y="1612"/>
                        </a:cubicBezTo>
                        <a:lnTo>
                          <a:pt x="3002" y="1804"/>
                        </a:lnTo>
                        <a:cubicBezTo>
                          <a:pt x="2997" y="1805"/>
                          <a:pt x="2993" y="1806"/>
                          <a:pt x="2989" y="1806"/>
                        </a:cubicBezTo>
                        <a:cubicBezTo>
                          <a:pt x="2981" y="1806"/>
                          <a:pt x="2974" y="1804"/>
                          <a:pt x="2967" y="1799"/>
                        </a:cubicBezTo>
                        <a:cubicBezTo>
                          <a:pt x="2957" y="1792"/>
                          <a:pt x="2951" y="1781"/>
                          <a:pt x="2951" y="1768"/>
                        </a:cubicBezTo>
                        <a:lnTo>
                          <a:pt x="2951" y="970"/>
                        </a:lnTo>
                        <a:lnTo>
                          <a:pt x="2951" y="970"/>
                        </a:lnTo>
                        <a:close/>
                        <a:moveTo>
                          <a:pt x="2089" y="1383"/>
                        </a:moveTo>
                        <a:cubicBezTo>
                          <a:pt x="2089" y="1369"/>
                          <a:pt x="2097" y="1355"/>
                          <a:pt x="2111" y="1349"/>
                        </a:cubicBezTo>
                        <a:lnTo>
                          <a:pt x="2510" y="1158"/>
                        </a:lnTo>
                        <a:cubicBezTo>
                          <a:pt x="2522" y="1152"/>
                          <a:pt x="2536" y="1153"/>
                          <a:pt x="2547" y="1160"/>
                        </a:cubicBezTo>
                        <a:cubicBezTo>
                          <a:pt x="2558" y="1167"/>
                          <a:pt x="2564" y="1179"/>
                          <a:pt x="2564" y="1191"/>
                        </a:cubicBezTo>
                        <a:lnTo>
                          <a:pt x="2564" y="1932"/>
                        </a:lnTo>
                        <a:cubicBezTo>
                          <a:pt x="2564" y="1948"/>
                          <a:pt x="2554" y="1962"/>
                          <a:pt x="2539" y="1967"/>
                        </a:cubicBezTo>
                        <a:lnTo>
                          <a:pt x="2139" y="2109"/>
                        </a:lnTo>
                        <a:cubicBezTo>
                          <a:pt x="2135" y="2110"/>
                          <a:pt x="2131" y="2111"/>
                          <a:pt x="2127" y="2111"/>
                        </a:cubicBezTo>
                        <a:cubicBezTo>
                          <a:pt x="2119" y="2111"/>
                          <a:pt x="2111" y="2109"/>
                          <a:pt x="2105" y="2104"/>
                        </a:cubicBezTo>
                        <a:cubicBezTo>
                          <a:pt x="2095" y="2097"/>
                          <a:pt x="2089" y="2086"/>
                          <a:pt x="2089" y="2074"/>
                        </a:cubicBezTo>
                        <a:lnTo>
                          <a:pt x="2089" y="1383"/>
                        </a:lnTo>
                        <a:lnTo>
                          <a:pt x="2089" y="1383"/>
                        </a:lnTo>
                        <a:close/>
                        <a:moveTo>
                          <a:pt x="2089" y="2419"/>
                        </a:moveTo>
                        <a:cubicBezTo>
                          <a:pt x="2089" y="2402"/>
                          <a:pt x="2100" y="2387"/>
                          <a:pt x="2116" y="2383"/>
                        </a:cubicBezTo>
                        <a:lnTo>
                          <a:pt x="2516" y="2266"/>
                        </a:lnTo>
                        <a:cubicBezTo>
                          <a:pt x="2527" y="2262"/>
                          <a:pt x="2540" y="2265"/>
                          <a:pt x="2549" y="2272"/>
                        </a:cubicBezTo>
                        <a:cubicBezTo>
                          <a:pt x="2559" y="2279"/>
                          <a:pt x="2564" y="2290"/>
                          <a:pt x="2564" y="2302"/>
                        </a:cubicBezTo>
                        <a:lnTo>
                          <a:pt x="2564" y="3042"/>
                        </a:lnTo>
                        <a:cubicBezTo>
                          <a:pt x="2564" y="3061"/>
                          <a:pt x="2551" y="3077"/>
                          <a:pt x="2533" y="3079"/>
                        </a:cubicBezTo>
                        <a:lnTo>
                          <a:pt x="2133" y="3146"/>
                        </a:lnTo>
                        <a:cubicBezTo>
                          <a:pt x="2131" y="3146"/>
                          <a:pt x="2129" y="3147"/>
                          <a:pt x="2127" y="3147"/>
                        </a:cubicBezTo>
                        <a:cubicBezTo>
                          <a:pt x="2118" y="3147"/>
                          <a:pt x="2109" y="3143"/>
                          <a:pt x="2103" y="3138"/>
                        </a:cubicBezTo>
                        <a:cubicBezTo>
                          <a:pt x="2094" y="3130"/>
                          <a:pt x="2089" y="3120"/>
                          <a:pt x="2089" y="3109"/>
                        </a:cubicBezTo>
                        <a:lnTo>
                          <a:pt x="2089" y="2419"/>
                        </a:lnTo>
                        <a:lnTo>
                          <a:pt x="2089" y="2419"/>
                        </a:lnTo>
                        <a:close/>
                        <a:moveTo>
                          <a:pt x="2089" y="3799"/>
                        </a:moveTo>
                        <a:cubicBezTo>
                          <a:pt x="2089" y="3779"/>
                          <a:pt x="2105" y="3763"/>
                          <a:pt x="2125" y="3762"/>
                        </a:cubicBezTo>
                        <a:lnTo>
                          <a:pt x="2525" y="3745"/>
                        </a:lnTo>
                        <a:cubicBezTo>
                          <a:pt x="2535" y="3745"/>
                          <a:pt x="2545" y="3749"/>
                          <a:pt x="2553" y="3756"/>
                        </a:cubicBezTo>
                        <a:cubicBezTo>
                          <a:pt x="2560" y="3763"/>
                          <a:pt x="2564" y="3773"/>
                          <a:pt x="2564" y="3783"/>
                        </a:cubicBezTo>
                        <a:lnTo>
                          <a:pt x="2564" y="4523"/>
                        </a:lnTo>
                        <a:cubicBezTo>
                          <a:pt x="2564" y="4534"/>
                          <a:pt x="2560" y="4544"/>
                          <a:pt x="2552" y="4551"/>
                        </a:cubicBezTo>
                        <a:cubicBezTo>
                          <a:pt x="2545" y="4557"/>
                          <a:pt x="2536" y="4561"/>
                          <a:pt x="2527" y="4561"/>
                        </a:cubicBezTo>
                        <a:cubicBezTo>
                          <a:pt x="2526" y="4561"/>
                          <a:pt x="2525" y="4561"/>
                          <a:pt x="2524" y="4561"/>
                        </a:cubicBezTo>
                        <a:lnTo>
                          <a:pt x="2124" y="4527"/>
                        </a:lnTo>
                        <a:cubicBezTo>
                          <a:pt x="2104" y="4526"/>
                          <a:pt x="2089" y="4510"/>
                          <a:pt x="2089" y="4490"/>
                        </a:cubicBezTo>
                        <a:lnTo>
                          <a:pt x="2089" y="3799"/>
                        </a:lnTo>
                        <a:lnTo>
                          <a:pt x="2089" y="3799"/>
                        </a:lnTo>
                        <a:close/>
                        <a:moveTo>
                          <a:pt x="2527" y="5671"/>
                        </a:moveTo>
                        <a:lnTo>
                          <a:pt x="2527" y="5671"/>
                        </a:lnTo>
                        <a:cubicBezTo>
                          <a:pt x="2523" y="5671"/>
                          <a:pt x="2520" y="5671"/>
                          <a:pt x="2517" y="5670"/>
                        </a:cubicBezTo>
                        <a:lnTo>
                          <a:pt x="2117" y="5562"/>
                        </a:lnTo>
                        <a:cubicBezTo>
                          <a:pt x="2100" y="5557"/>
                          <a:pt x="2089" y="5542"/>
                          <a:pt x="2089" y="5525"/>
                        </a:cubicBezTo>
                        <a:lnTo>
                          <a:pt x="2089" y="4835"/>
                        </a:lnTo>
                        <a:cubicBezTo>
                          <a:pt x="2089" y="4824"/>
                          <a:pt x="2094" y="4814"/>
                          <a:pt x="2102" y="4807"/>
                        </a:cubicBezTo>
                        <a:cubicBezTo>
                          <a:pt x="2110" y="4799"/>
                          <a:pt x="2121" y="4796"/>
                          <a:pt x="2132" y="4798"/>
                        </a:cubicBezTo>
                        <a:lnTo>
                          <a:pt x="2532" y="4856"/>
                        </a:lnTo>
                        <a:cubicBezTo>
                          <a:pt x="2550" y="4859"/>
                          <a:pt x="2564" y="4874"/>
                          <a:pt x="2564" y="4893"/>
                        </a:cubicBezTo>
                        <a:lnTo>
                          <a:pt x="2564" y="5629"/>
                        </a:lnTo>
                        <a:cubicBezTo>
                          <a:pt x="2564" y="5631"/>
                          <a:pt x="2565" y="5632"/>
                          <a:pt x="2565" y="5634"/>
                        </a:cubicBezTo>
                        <a:cubicBezTo>
                          <a:pt x="2565" y="5655"/>
                          <a:pt x="2548" y="5671"/>
                          <a:pt x="2527" y="5671"/>
                        </a:cubicBezTo>
                        <a:close/>
                        <a:moveTo>
                          <a:pt x="3567" y="5905"/>
                        </a:moveTo>
                        <a:cubicBezTo>
                          <a:pt x="3567" y="5917"/>
                          <a:pt x="3561" y="5928"/>
                          <a:pt x="3552" y="5935"/>
                        </a:cubicBezTo>
                        <a:cubicBezTo>
                          <a:pt x="3545" y="5940"/>
                          <a:pt x="3537" y="5943"/>
                          <a:pt x="3529" y="5943"/>
                        </a:cubicBezTo>
                        <a:cubicBezTo>
                          <a:pt x="3526" y="5943"/>
                          <a:pt x="3523" y="5943"/>
                          <a:pt x="3519" y="5942"/>
                        </a:cubicBezTo>
                        <a:lnTo>
                          <a:pt x="2979" y="5795"/>
                        </a:lnTo>
                        <a:cubicBezTo>
                          <a:pt x="2962" y="5791"/>
                          <a:pt x="2951" y="5776"/>
                          <a:pt x="2951" y="5759"/>
                        </a:cubicBezTo>
                        <a:lnTo>
                          <a:pt x="2951" y="4961"/>
                        </a:lnTo>
                        <a:cubicBezTo>
                          <a:pt x="2951" y="4950"/>
                          <a:pt x="2956" y="4939"/>
                          <a:pt x="2964" y="4932"/>
                        </a:cubicBezTo>
                        <a:cubicBezTo>
                          <a:pt x="2972" y="4925"/>
                          <a:pt x="2983" y="4922"/>
                          <a:pt x="2994" y="4923"/>
                        </a:cubicBezTo>
                        <a:lnTo>
                          <a:pt x="3534" y="5002"/>
                        </a:lnTo>
                        <a:cubicBezTo>
                          <a:pt x="3553" y="5005"/>
                          <a:pt x="3567" y="5021"/>
                          <a:pt x="3567" y="5039"/>
                        </a:cubicBezTo>
                        <a:lnTo>
                          <a:pt x="3567" y="5905"/>
                        </a:lnTo>
                        <a:lnTo>
                          <a:pt x="3567" y="5905"/>
                        </a:lnTo>
                        <a:close/>
                        <a:moveTo>
                          <a:pt x="3567" y="4607"/>
                        </a:moveTo>
                        <a:cubicBezTo>
                          <a:pt x="3567" y="4617"/>
                          <a:pt x="3562" y="4627"/>
                          <a:pt x="3555" y="4634"/>
                        </a:cubicBezTo>
                        <a:cubicBezTo>
                          <a:pt x="3548" y="4641"/>
                          <a:pt x="3538" y="4644"/>
                          <a:pt x="3529" y="4644"/>
                        </a:cubicBezTo>
                        <a:cubicBezTo>
                          <a:pt x="3528" y="4644"/>
                          <a:pt x="3527" y="4644"/>
                          <a:pt x="3526" y="4644"/>
                        </a:cubicBezTo>
                        <a:lnTo>
                          <a:pt x="2986" y="4599"/>
                        </a:lnTo>
                        <a:cubicBezTo>
                          <a:pt x="2966" y="4598"/>
                          <a:pt x="2951" y="4581"/>
                          <a:pt x="2951" y="4562"/>
                        </a:cubicBezTo>
                        <a:lnTo>
                          <a:pt x="2951" y="3764"/>
                        </a:lnTo>
                        <a:cubicBezTo>
                          <a:pt x="2951" y="3743"/>
                          <a:pt x="2967" y="3727"/>
                          <a:pt x="2987" y="3726"/>
                        </a:cubicBezTo>
                        <a:lnTo>
                          <a:pt x="3528" y="3703"/>
                        </a:lnTo>
                        <a:cubicBezTo>
                          <a:pt x="3538" y="3703"/>
                          <a:pt x="3548" y="3707"/>
                          <a:pt x="3555" y="3714"/>
                        </a:cubicBezTo>
                        <a:cubicBezTo>
                          <a:pt x="3563" y="3721"/>
                          <a:pt x="3567" y="3731"/>
                          <a:pt x="3567" y="3741"/>
                        </a:cubicBezTo>
                        <a:lnTo>
                          <a:pt x="3567" y="4607"/>
                        </a:lnTo>
                        <a:close/>
                        <a:moveTo>
                          <a:pt x="3535" y="2913"/>
                        </a:moveTo>
                        <a:lnTo>
                          <a:pt x="2995" y="3003"/>
                        </a:lnTo>
                        <a:cubicBezTo>
                          <a:pt x="2993" y="3003"/>
                          <a:pt x="2991" y="3003"/>
                          <a:pt x="2989" y="3003"/>
                        </a:cubicBezTo>
                        <a:cubicBezTo>
                          <a:pt x="2980" y="3003"/>
                          <a:pt x="2971" y="3000"/>
                          <a:pt x="2965" y="2994"/>
                        </a:cubicBezTo>
                        <a:cubicBezTo>
                          <a:pt x="2956" y="2987"/>
                          <a:pt x="2951" y="2977"/>
                          <a:pt x="2951" y="2965"/>
                        </a:cubicBezTo>
                        <a:lnTo>
                          <a:pt x="2951" y="2167"/>
                        </a:lnTo>
                        <a:cubicBezTo>
                          <a:pt x="2951" y="2151"/>
                          <a:pt x="2962" y="2136"/>
                          <a:pt x="2978" y="2131"/>
                        </a:cubicBezTo>
                        <a:lnTo>
                          <a:pt x="3519" y="1973"/>
                        </a:lnTo>
                        <a:cubicBezTo>
                          <a:pt x="3530" y="1970"/>
                          <a:pt x="3542" y="1972"/>
                          <a:pt x="3552" y="1979"/>
                        </a:cubicBezTo>
                        <a:cubicBezTo>
                          <a:pt x="3561" y="1987"/>
                          <a:pt x="3567" y="1998"/>
                          <a:pt x="3567" y="2010"/>
                        </a:cubicBezTo>
                        <a:lnTo>
                          <a:pt x="3567" y="2875"/>
                        </a:lnTo>
                        <a:cubicBezTo>
                          <a:pt x="3567" y="2894"/>
                          <a:pt x="3554" y="2909"/>
                          <a:pt x="3535" y="2913"/>
                        </a:cubicBezTo>
                        <a:close/>
                        <a:moveTo>
                          <a:pt x="4719" y="5759"/>
                        </a:moveTo>
                        <a:cubicBezTo>
                          <a:pt x="4719" y="5776"/>
                          <a:pt x="4708" y="5791"/>
                          <a:pt x="4692" y="5795"/>
                        </a:cubicBezTo>
                        <a:lnTo>
                          <a:pt x="4151" y="5942"/>
                        </a:lnTo>
                        <a:cubicBezTo>
                          <a:pt x="4148" y="5943"/>
                          <a:pt x="4145" y="5943"/>
                          <a:pt x="4141" y="5943"/>
                        </a:cubicBezTo>
                        <a:cubicBezTo>
                          <a:pt x="4133" y="5943"/>
                          <a:pt x="4125" y="5940"/>
                          <a:pt x="4118" y="5935"/>
                        </a:cubicBezTo>
                        <a:cubicBezTo>
                          <a:pt x="4109" y="5928"/>
                          <a:pt x="4104" y="5917"/>
                          <a:pt x="4104" y="5905"/>
                        </a:cubicBezTo>
                        <a:lnTo>
                          <a:pt x="4104" y="5039"/>
                        </a:lnTo>
                        <a:cubicBezTo>
                          <a:pt x="4104" y="5021"/>
                          <a:pt x="4117" y="5005"/>
                          <a:pt x="4136" y="5002"/>
                        </a:cubicBezTo>
                        <a:lnTo>
                          <a:pt x="4676" y="4923"/>
                        </a:lnTo>
                        <a:cubicBezTo>
                          <a:pt x="4687" y="4922"/>
                          <a:pt x="4698" y="4925"/>
                          <a:pt x="4707" y="4932"/>
                        </a:cubicBezTo>
                        <a:cubicBezTo>
                          <a:pt x="4715" y="4939"/>
                          <a:pt x="4719" y="4950"/>
                          <a:pt x="4719" y="4961"/>
                        </a:cubicBezTo>
                        <a:lnTo>
                          <a:pt x="4719" y="5759"/>
                        </a:lnTo>
                        <a:lnTo>
                          <a:pt x="4719" y="5759"/>
                        </a:lnTo>
                        <a:close/>
                        <a:moveTo>
                          <a:pt x="4719" y="4562"/>
                        </a:moveTo>
                        <a:cubicBezTo>
                          <a:pt x="4719" y="4581"/>
                          <a:pt x="4704" y="4598"/>
                          <a:pt x="4685" y="4599"/>
                        </a:cubicBezTo>
                        <a:lnTo>
                          <a:pt x="4144" y="4640"/>
                        </a:lnTo>
                        <a:lnTo>
                          <a:pt x="4141" y="4640"/>
                        </a:lnTo>
                        <a:cubicBezTo>
                          <a:pt x="4132" y="4640"/>
                          <a:pt x="4123" y="4637"/>
                          <a:pt x="4116" y="4630"/>
                        </a:cubicBezTo>
                        <a:cubicBezTo>
                          <a:pt x="4108" y="4623"/>
                          <a:pt x="4104" y="4613"/>
                          <a:pt x="4104" y="4603"/>
                        </a:cubicBezTo>
                        <a:lnTo>
                          <a:pt x="4104" y="3741"/>
                        </a:lnTo>
                        <a:cubicBezTo>
                          <a:pt x="4104" y="3731"/>
                          <a:pt x="4108" y="3721"/>
                          <a:pt x="4115" y="3714"/>
                        </a:cubicBezTo>
                        <a:cubicBezTo>
                          <a:pt x="4123" y="3707"/>
                          <a:pt x="4132" y="3703"/>
                          <a:pt x="4143" y="3703"/>
                        </a:cubicBezTo>
                        <a:lnTo>
                          <a:pt x="4684" y="3726"/>
                        </a:lnTo>
                        <a:cubicBezTo>
                          <a:pt x="4704" y="3727"/>
                          <a:pt x="4720" y="3743"/>
                          <a:pt x="4720" y="3764"/>
                        </a:cubicBezTo>
                        <a:lnTo>
                          <a:pt x="4720" y="4562"/>
                        </a:lnTo>
                        <a:lnTo>
                          <a:pt x="4719" y="4562"/>
                        </a:lnTo>
                        <a:close/>
                        <a:moveTo>
                          <a:pt x="4719" y="2965"/>
                        </a:moveTo>
                        <a:cubicBezTo>
                          <a:pt x="4719" y="2976"/>
                          <a:pt x="4715" y="2987"/>
                          <a:pt x="4706" y="2994"/>
                        </a:cubicBezTo>
                        <a:cubicBezTo>
                          <a:pt x="4699" y="3000"/>
                          <a:pt x="4691" y="3003"/>
                          <a:pt x="4682" y="3003"/>
                        </a:cubicBezTo>
                        <a:cubicBezTo>
                          <a:pt x="4680" y="3003"/>
                          <a:pt x="4678" y="3003"/>
                          <a:pt x="4676" y="3003"/>
                        </a:cubicBezTo>
                        <a:lnTo>
                          <a:pt x="4135" y="2913"/>
                        </a:lnTo>
                        <a:cubicBezTo>
                          <a:pt x="4117" y="2910"/>
                          <a:pt x="4104" y="2894"/>
                          <a:pt x="4104" y="2875"/>
                        </a:cubicBezTo>
                        <a:lnTo>
                          <a:pt x="4104" y="2010"/>
                        </a:lnTo>
                        <a:cubicBezTo>
                          <a:pt x="4104" y="1998"/>
                          <a:pt x="4109" y="1987"/>
                          <a:pt x="4119" y="1979"/>
                        </a:cubicBezTo>
                        <a:cubicBezTo>
                          <a:pt x="4128" y="1972"/>
                          <a:pt x="4141" y="1970"/>
                          <a:pt x="4152" y="1973"/>
                        </a:cubicBezTo>
                        <a:lnTo>
                          <a:pt x="4692" y="2131"/>
                        </a:lnTo>
                        <a:cubicBezTo>
                          <a:pt x="4709" y="2136"/>
                          <a:pt x="4720" y="2150"/>
                          <a:pt x="4720" y="2167"/>
                        </a:cubicBezTo>
                        <a:lnTo>
                          <a:pt x="4720" y="2965"/>
                        </a:lnTo>
                        <a:lnTo>
                          <a:pt x="4719" y="2965"/>
                        </a:lnTo>
                        <a:close/>
                        <a:moveTo>
                          <a:pt x="4719" y="1768"/>
                        </a:moveTo>
                        <a:cubicBezTo>
                          <a:pt x="4719" y="1780"/>
                          <a:pt x="4714" y="1792"/>
                          <a:pt x="4703" y="1799"/>
                        </a:cubicBezTo>
                        <a:cubicBezTo>
                          <a:pt x="4697" y="1804"/>
                          <a:pt x="4689" y="1806"/>
                          <a:pt x="4682" y="1806"/>
                        </a:cubicBezTo>
                        <a:cubicBezTo>
                          <a:pt x="4678" y="1806"/>
                          <a:pt x="4673" y="1805"/>
                          <a:pt x="4669" y="1804"/>
                        </a:cubicBezTo>
                        <a:lnTo>
                          <a:pt x="4129" y="1612"/>
                        </a:lnTo>
                        <a:cubicBezTo>
                          <a:pt x="4114" y="1607"/>
                          <a:pt x="4104" y="1593"/>
                          <a:pt x="4104" y="1577"/>
                        </a:cubicBezTo>
                        <a:lnTo>
                          <a:pt x="4104" y="711"/>
                        </a:lnTo>
                        <a:cubicBezTo>
                          <a:pt x="4104" y="698"/>
                          <a:pt x="4110" y="686"/>
                          <a:pt x="4121" y="679"/>
                        </a:cubicBezTo>
                        <a:cubicBezTo>
                          <a:pt x="4132" y="672"/>
                          <a:pt x="4146" y="672"/>
                          <a:pt x="4158" y="677"/>
                        </a:cubicBezTo>
                        <a:lnTo>
                          <a:pt x="4698" y="936"/>
                        </a:lnTo>
                        <a:cubicBezTo>
                          <a:pt x="4711" y="942"/>
                          <a:pt x="4719" y="956"/>
                          <a:pt x="4719" y="970"/>
                        </a:cubicBezTo>
                        <a:lnTo>
                          <a:pt x="4719" y="1768"/>
                        </a:lnTo>
                        <a:lnTo>
                          <a:pt x="4719" y="1768"/>
                        </a:lnTo>
                        <a:close/>
                        <a:moveTo>
                          <a:pt x="5581" y="5525"/>
                        </a:moveTo>
                        <a:cubicBezTo>
                          <a:pt x="5581" y="5542"/>
                          <a:pt x="5570" y="5557"/>
                          <a:pt x="5554" y="5562"/>
                        </a:cubicBezTo>
                        <a:lnTo>
                          <a:pt x="5154" y="5670"/>
                        </a:lnTo>
                        <a:cubicBezTo>
                          <a:pt x="5151" y="5671"/>
                          <a:pt x="5147" y="5671"/>
                          <a:pt x="5144" y="5671"/>
                        </a:cubicBezTo>
                        <a:cubicBezTo>
                          <a:pt x="5136" y="5671"/>
                          <a:pt x="5128" y="5669"/>
                          <a:pt x="5121" y="5664"/>
                        </a:cubicBezTo>
                        <a:cubicBezTo>
                          <a:pt x="5112" y="5656"/>
                          <a:pt x="5106" y="5646"/>
                          <a:pt x="5106" y="5634"/>
                        </a:cubicBezTo>
                        <a:lnTo>
                          <a:pt x="5106" y="4893"/>
                        </a:lnTo>
                        <a:cubicBezTo>
                          <a:pt x="5106" y="4875"/>
                          <a:pt x="5120" y="4859"/>
                          <a:pt x="5138" y="4856"/>
                        </a:cubicBezTo>
                        <a:lnTo>
                          <a:pt x="5538" y="4798"/>
                        </a:lnTo>
                        <a:cubicBezTo>
                          <a:pt x="5549" y="4796"/>
                          <a:pt x="5560" y="4799"/>
                          <a:pt x="5568" y="4807"/>
                        </a:cubicBezTo>
                        <a:cubicBezTo>
                          <a:pt x="5577" y="4814"/>
                          <a:pt x="5581" y="4824"/>
                          <a:pt x="5581" y="4835"/>
                        </a:cubicBezTo>
                        <a:lnTo>
                          <a:pt x="5581" y="5525"/>
                        </a:lnTo>
                        <a:lnTo>
                          <a:pt x="5581" y="5525"/>
                        </a:lnTo>
                        <a:close/>
                        <a:moveTo>
                          <a:pt x="5581" y="4490"/>
                        </a:moveTo>
                        <a:cubicBezTo>
                          <a:pt x="5581" y="4510"/>
                          <a:pt x="5566" y="4526"/>
                          <a:pt x="5547" y="4527"/>
                        </a:cubicBezTo>
                        <a:lnTo>
                          <a:pt x="5147" y="4561"/>
                        </a:lnTo>
                        <a:cubicBezTo>
                          <a:pt x="5146" y="4561"/>
                          <a:pt x="5145" y="4561"/>
                          <a:pt x="5144" y="4561"/>
                        </a:cubicBezTo>
                        <a:cubicBezTo>
                          <a:pt x="5134" y="4561"/>
                          <a:pt x="5125" y="4557"/>
                          <a:pt x="5118" y="4551"/>
                        </a:cubicBezTo>
                        <a:cubicBezTo>
                          <a:pt x="5111" y="4544"/>
                          <a:pt x="5106" y="4534"/>
                          <a:pt x="5106" y="4523"/>
                        </a:cubicBezTo>
                        <a:lnTo>
                          <a:pt x="5106" y="3783"/>
                        </a:lnTo>
                        <a:cubicBezTo>
                          <a:pt x="5106" y="3773"/>
                          <a:pt x="5110" y="3763"/>
                          <a:pt x="5118" y="3756"/>
                        </a:cubicBezTo>
                        <a:cubicBezTo>
                          <a:pt x="5125" y="3749"/>
                          <a:pt x="5135" y="3745"/>
                          <a:pt x="5146" y="3745"/>
                        </a:cubicBezTo>
                        <a:lnTo>
                          <a:pt x="5545" y="3762"/>
                        </a:lnTo>
                        <a:cubicBezTo>
                          <a:pt x="5565" y="3763"/>
                          <a:pt x="5581" y="3779"/>
                          <a:pt x="5581" y="3799"/>
                        </a:cubicBezTo>
                        <a:lnTo>
                          <a:pt x="5581" y="4490"/>
                        </a:lnTo>
                        <a:close/>
                        <a:moveTo>
                          <a:pt x="5581" y="3109"/>
                        </a:moveTo>
                        <a:cubicBezTo>
                          <a:pt x="5581" y="3120"/>
                          <a:pt x="5577" y="3131"/>
                          <a:pt x="5568" y="3138"/>
                        </a:cubicBezTo>
                        <a:cubicBezTo>
                          <a:pt x="5561" y="3144"/>
                          <a:pt x="5553" y="3147"/>
                          <a:pt x="5544" y="3147"/>
                        </a:cubicBezTo>
                        <a:cubicBezTo>
                          <a:pt x="5542" y="3147"/>
                          <a:pt x="5540" y="3147"/>
                          <a:pt x="5538" y="3146"/>
                        </a:cubicBezTo>
                        <a:lnTo>
                          <a:pt x="5138" y="3080"/>
                        </a:lnTo>
                        <a:cubicBezTo>
                          <a:pt x="5120" y="3077"/>
                          <a:pt x="5107" y="3061"/>
                          <a:pt x="5107" y="3043"/>
                        </a:cubicBezTo>
                        <a:lnTo>
                          <a:pt x="5107" y="2302"/>
                        </a:lnTo>
                        <a:cubicBezTo>
                          <a:pt x="5107" y="2290"/>
                          <a:pt x="5112" y="2279"/>
                          <a:pt x="5122" y="2272"/>
                        </a:cubicBezTo>
                        <a:cubicBezTo>
                          <a:pt x="5131" y="2265"/>
                          <a:pt x="5143" y="2262"/>
                          <a:pt x="5155" y="2266"/>
                        </a:cubicBezTo>
                        <a:lnTo>
                          <a:pt x="5555" y="2383"/>
                        </a:lnTo>
                        <a:cubicBezTo>
                          <a:pt x="5571" y="2387"/>
                          <a:pt x="5582" y="2402"/>
                          <a:pt x="5582" y="2419"/>
                        </a:cubicBezTo>
                        <a:lnTo>
                          <a:pt x="5582" y="3109"/>
                        </a:lnTo>
                        <a:lnTo>
                          <a:pt x="5581" y="3109"/>
                        </a:lnTo>
                        <a:close/>
                        <a:moveTo>
                          <a:pt x="5581" y="2074"/>
                        </a:moveTo>
                        <a:cubicBezTo>
                          <a:pt x="5581" y="2086"/>
                          <a:pt x="5576" y="2097"/>
                          <a:pt x="5565" y="2104"/>
                        </a:cubicBezTo>
                        <a:cubicBezTo>
                          <a:pt x="5559" y="2109"/>
                          <a:pt x="5551" y="2111"/>
                          <a:pt x="5544" y="2111"/>
                        </a:cubicBezTo>
                        <a:cubicBezTo>
                          <a:pt x="5540" y="2111"/>
                          <a:pt x="5535" y="2110"/>
                          <a:pt x="5531" y="2109"/>
                        </a:cubicBezTo>
                        <a:lnTo>
                          <a:pt x="5131" y="1967"/>
                        </a:lnTo>
                        <a:cubicBezTo>
                          <a:pt x="5116" y="1962"/>
                          <a:pt x="5106" y="1948"/>
                          <a:pt x="5106" y="1932"/>
                        </a:cubicBezTo>
                        <a:lnTo>
                          <a:pt x="5106" y="1191"/>
                        </a:lnTo>
                        <a:cubicBezTo>
                          <a:pt x="5106" y="1179"/>
                          <a:pt x="5113" y="1166"/>
                          <a:pt x="5124" y="1160"/>
                        </a:cubicBezTo>
                        <a:cubicBezTo>
                          <a:pt x="5135" y="1153"/>
                          <a:pt x="5148" y="1152"/>
                          <a:pt x="5160" y="1158"/>
                        </a:cubicBezTo>
                        <a:lnTo>
                          <a:pt x="5560" y="1349"/>
                        </a:lnTo>
                        <a:cubicBezTo>
                          <a:pt x="5573" y="1355"/>
                          <a:pt x="5581" y="1369"/>
                          <a:pt x="5581" y="1383"/>
                        </a:cubicBezTo>
                        <a:lnTo>
                          <a:pt x="5581" y="2074"/>
                        </a:lnTo>
                        <a:close/>
                        <a:moveTo>
                          <a:pt x="6238" y="5347"/>
                        </a:moveTo>
                        <a:cubicBezTo>
                          <a:pt x="6238" y="5364"/>
                          <a:pt x="6227" y="5379"/>
                          <a:pt x="6211" y="5384"/>
                        </a:cubicBezTo>
                        <a:lnTo>
                          <a:pt x="5903" y="5467"/>
                        </a:lnTo>
                        <a:cubicBezTo>
                          <a:pt x="5900" y="5468"/>
                          <a:pt x="5896" y="5468"/>
                          <a:pt x="5893" y="5468"/>
                        </a:cubicBezTo>
                        <a:cubicBezTo>
                          <a:pt x="5885" y="5468"/>
                          <a:pt x="5877" y="5466"/>
                          <a:pt x="5870" y="5461"/>
                        </a:cubicBezTo>
                        <a:cubicBezTo>
                          <a:pt x="5861" y="5454"/>
                          <a:pt x="5855" y="5443"/>
                          <a:pt x="5855" y="5431"/>
                        </a:cubicBezTo>
                        <a:lnTo>
                          <a:pt x="5855" y="4784"/>
                        </a:lnTo>
                        <a:cubicBezTo>
                          <a:pt x="5855" y="4765"/>
                          <a:pt x="5869" y="4749"/>
                          <a:pt x="5888" y="4747"/>
                        </a:cubicBezTo>
                        <a:lnTo>
                          <a:pt x="6195" y="4702"/>
                        </a:lnTo>
                        <a:cubicBezTo>
                          <a:pt x="6206" y="4700"/>
                          <a:pt x="6217" y="4704"/>
                          <a:pt x="6226" y="4711"/>
                        </a:cubicBezTo>
                        <a:cubicBezTo>
                          <a:pt x="6234" y="4718"/>
                          <a:pt x="6239" y="4728"/>
                          <a:pt x="6239" y="4739"/>
                        </a:cubicBezTo>
                        <a:lnTo>
                          <a:pt x="6239" y="5347"/>
                        </a:lnTo>
                        <a:lnTo>
                          <a:pt x="6238" y="5347"/>
                        </a:lnTo>
                        <a:close/>
                        <a:moveTo>
                          <a:pt x="6238" y="4435"/>
                        </a:moveTo>
                        <a:cubicBezTo>
                          <a:pt x="6238" y="4455"/>
                          <a:pt x="6223" y="4471"/>
                          <a:pt x="6204" y="4473"/>
                        </a:cubicBezTo>
                        <a:lnTo>
                          <a:pt x="5896" y="4498"/>
                        </a:lnTo>
                        <a:cubicBezTo>
                          <a:pt x="5895" y="4498"/>
                          <a:pt x="5894" y="4498"/>
                          <a:pt x="5893" y="4498"/>
                        </a:cubicBezTo>
                        <a:cubicBezTo>
                          <a:pt x="5884" y="4498"/>
                          <a:pt x="5875" y="4495"/>
                          <a:pt x="5868" y="4488"/>
                        </a:cubicBezTo>
                        <a:cubicBezTo>
                          <a:pt x="5860" y="4481"/>
                          <a:pt x="5856" y="4471"/>
                          <a:pt x="5856" y="4461"/>
                        </a:cubicBezTo>
                        <a:lnTo>
                          <a:pt x="5856" y="3814"/>
                        </a:lnTo>
                        <a:cubicBezTo>
                          <a:pt x="5856" y="3804"/>
                          <a:pt x="5860" y="3794"/>
                          <a:pt x="5867" y="3787"/>
                        </a:cubicBezTo>
                        <a:cubicBezTo>
                          <a:pt x="5875" y="3780"/>
                          <a:pt x="5884" y="3776"/>
                          <a:pt x="5895" y="3776"/>
                        </a:cubicBezTo>
                        <a:lnTo>
                          <a:pt x="6203" y="3789"/>
                        </a:lnTo>
                        <a:cubicBezTo>
                          <a:pt x="6223" y="3790"/>
                          <a:pt x="6239" y="3806"/>
                          <a:pt x="6239" y="3827"/>
                        </a:cubicBezTo>
                        <a:lnTo>
                          <a:pt x="6239" y="4435"/>
                        </a:lnTo>
                        <a:lnTo>
                          <a:pt x="6238" y="4435"/>
                        </a:lnTo>
                        <a:close/>
                        <a:moveTo>
                          <a:pt x="6756" y="5207"/>
                        </a:moveTo>
                        <a:cubicBezTo>
                          <a:pt x="6756" y="5224"/>
                          <a:pt x="6745" y="5239"/>
                          <a:pt x="6728" y="5244"/>
                        </a:cubicBezTo>
                        <a:lnTo>
                          <a:pt x="6484" y="5310"/>
                        </a:lnTo>
                        <a:cubicBezTo>
                          <a:pt x="6481" y="5311"/>
                          <a:pt x="6477" y="5311"/>
                          <a:pt x="6474" y="5311"/>
                        </a:cubicBezTo>
                        <a:cubicBezTo>
                          <a:pt x="6466" y="5311"/>
                          <a:pt x="6458" y="5309"/>
                          <a:pt x="6451" y="5303"/>
                        </a:cubicBezTo>
                        <a:cubicBezTo>
                          <a:pt x="6442" y="5296"/>
                          <a:pt x="6436" y="5285"/>
                          <a:pt x="6436" y="5273"/>
                        </a:cubicBezTo>
                        <a:lnTo>
                          <a:pt x="6436" y="4699"/>
                        </a:lnTo>
                        <a:cubicBezTo>
                          <a:pt x="6436" y="4681"/>
                          <a:pt x="6450" y="4665"/>
                          <a:pt x="6468" y="4662"/>
                        </a:cubicBezTo>
                        <a:lnTo>
                          <a:pt x="6713" y="4627"/>
                        </a:lnTo>
                        <a:cubicBezTo>
                          <a:pt x="6723" y="4625"/>
                          <a:pt x="6734" y="4628"/>
                          <a:pt x="6743" y="4635"/>
                        </a:cubicBezTo>
                        <a:cubicBezTo>
                          <a:pt x="6751" y="4642"/>
                          <a:pt x="6756" y="4653"/>
                          <a:pt x="6756" y="4664"/>
                        </a:cubicBezTo>
                        <a:lnTo>
                          <a:pt x="6756" y="5207"/>
                        </a:lnTo>
                        <a:lnTo>
                          <a:pt x="6756" y="5207"/>
                        </a:lnTo>
                        <a:close/>
                        <a:moveTo>
                          <a:pt x="6756" y="4392"/>
                        </a:moveTo>
                        <a:cubicBezTo>
                          <a:pt x="6756" y="4412"/>
                          <a:pt x="6741" y="4428"/>
                          <a:pt x="6721" y="4430"/>
                        </a:cubicBezTo>
                        <a:lnTo>
                          <a:pt x="6477" y="4450"/>
                        </a:lnTo>
                        <a:cubicBezTo>
                          <a:pt x="6476" y="4450"/>
                          <a:pt x="6475" y="4450"/>
                          <a:pt x="6474" y="4450"/>
                        </a:cubicBezTo>
                        <a:cubicBezTo>
                          <a:pt x="6465" y="4450"/>
                          <a:pt x="6456" y="4447"/>
                          <a:pt x="6449" y="4440"/>
                        </a:cubicBezTo>
                        <a:cubicBezTo>
                          <a:pt x="6441" y="4433"/>
                          <a:pt x="6436" y="4423"/>
                          <a:pt x="6436" y="4412"/>
                        </a:cubicBezTo>
                        <a:lnTo>
                          <a:pt x="6436" y="3838"/>
                        </a:lnTo>
                        <a:cubicBezTo>
                          <a:pt x="6436" y="3828"/>
                          <a:pt x="6441" y="3818"/>
                          <a:pt x="6448" y="3811"/>
                        </a:cubicBezTo>
                        <a:cubicBezTo>
                          <a:pt x="6455" y="3804"/>
                          <a:pt x="6465" y="3800"/>
                          <a:pt x="6476" y="3801"/>
                        </a:cubicBezTo>
                        <a:lnTo>
                          <a:pt x="6720" y="3811"/>
                        </a:lnTo>
                        <a:cubicBezTo>
                          <a:pt x="6740" y="3812"/>
                          <a:pt x="6756" y="3828"/>
                          <a:pt x="6756" y="3848"/>
                        </a:cubicBezTo>
                        <a:lnTo>
                          <a:pt x="6756" y="4392"/>
                        </a:lnTo>
                        <a:lnTo>
                          <a:pt x="6756" y="4392"/>
                        </a:lnTo>
                        <a:close/>
                        <a:moveTo>
                          <a:pt x="7174" y="5094"/>
                        </a:moveTo>
                        <a:cubicBezTo>
                          <a:pt x="7174" y="5111"/>
                          <a:pt x="7162" y="5126"/>
                          <a:pt x="7146" y="5131"/>
                        </a:cubicBezTo>
                        <a:lnTo>
                          <a:pt x="6947" y="5184"/>
                        </a:lnTo>
                        <a:cubicBezTo>
                          <a:pt x="6944" y="5185"/>
                          <a:pt x="6941" y="5185"/>
                          <a:pt x="6937" y="5185"/>
                        </a:cubicBezTo>
                        <a:cubicBezTo>
                          <a:pt x="6929" y="5185"/>
                          <a:pt x="6921" y="5183"/>
                          <a:pt x="6914" y="5178"/>
                        </a:cubicBezTo>
                        <a:cubicBezTo>
                          <a:pt x="6905" y="5171"/>
                          <a:pt x="6900" y="5160"/>
                          <a:pt x="6900" y="5148"/>
                        </a:cubicBezTo>
                        <a:lnTo>
                          <a:pt x="6900" y="4632"/>
                        </a:lnTo>
                        <a:cubicBezTo>
                          <a:pt x="6900" y="4613"/>
                          <a:pt x="6913" y="4597"/>
                          <a:pt x="6932" y="4594"/>
                        </a:cubicBezTo>
                        <a:lnTo>
                          <a:pt x="7130" y="4565"/>
                        </a:lnTo>
                        <a:cubicBezTo>
                          <a:pt x="7141" y="4564"/>
                          <a:pt x="7152" y="4567"/>
                          <a:pt x="7161" y="4574"/>
                        </a:cubicBezTo>
                        <a:cubicBezTo>
                          <a:pt x="7169" y="4581"/>
                          <a:pt x="7173" y="4592"/>
                          <a:pt x="7173" y="4603"/>
                        </a:cubicBezTo>
                        <a:lnTo>
                          <a:pt x="7173" y="5094"/>
                        </a:lnTo>
                        <a:lnTo>
                          <a:pt x="7174" y="5094"/>
                        </a:lnTo>
                        <a:close/>
                        <a:moveTo>
                          <a:pt x="7174" y="4357"/>
                        </a:moveTo>
                        <a:cubicBezTo>
                          <a:pt x="7174" y="4377"/>
                          <a:pt x="7159" y="4393"/>
                          <a:pt x="7139" y="4395"/>
                        </a:cubicBezTo>
                        <a:lnTo>
                          <a:pt x="6941" y="4411"/>
                        </a:lnTo>
                        <a:cubicBezTo>
                          <a:pt x="6940" y="4411"/>
                          <a:pt x="6938" y="4412"/>
                          <a:pt x="6937" y="4412"/>
                        </a:cubicBezTo>
                        <a:cubicBezTo>
                          <a:pt x="6928" y="4412"/>
                          <a:pt x="6919" y="4408"/>
                          <a:pt x="6912" y="4402"/>
                        </a:cubicBezTo>
                        <a:cubicBezTo>
                          <a:pt x="6904" y="4394"/>
                          <a:pt x="6900" y="4384"/>
                          <a:pt x="6900" y="4374"/>
                        </a:cubicBezTo>
                        <a:lnTo>
                          <a:pt x="6900" y="3858"/>
                        </a:lnTo>
                        <a:cubicBezTo>
                          <a:pt x="6900" y="3847"/>
                          <a:pt x="6904" y="3838"/>
                          <a:pt x="6911" y="3831"/>
                        </a:cubicBezTo>
                        <a:cubicBezTo>
                          <a:pt x="6919" y="3824"/>
                          <a:pt x="6928" y="3820"/>
                          <a:pt x="6939" y="3820"/>
                        </a:cubicBezTo>
                        <a:lnTo>
                          <a:pt x="7138" y="3828"/>
                        </a:lnTo>
                        <a:cubicBezTo>
                          <a:pt x="7158" y="3829"/>
                          <a:pt x="7174" y="3846"/>
                          <a:pt x="7174" y="3866"/>
                        </a:cubicBezTo>
                        <a:lnTo>
                          <a:pt x="7174" y="4357"/>
                        </a:lnTo>
                        <a:lnTo>
                          <a:pt x="7174" y="4357"/>
                        </a:lnTo>
                        <a:close/>
                        <a:moveTo>
                          <a:pt x="7518" y="5001"/>
                        </a:moveTo>
                        <a:cubicBezTo>
                          <a:pt x="7518" y="5018"/>
                          <a:pt x="7507" y="5033"/>
                          <a:pt x="7490" y="5037"/>
                        </a:cubicBezTo>
                        <a:lnTo>
                          <a:pt x="7326" y="5082"/>
                        </a:lnTo>
                        <a:cubicBezTo>
                          <a:pt x="7323" y="5082"/>
                          <a:pt x="7319" y="5083"/>
                          <a:pt x="7316" y="5083"/>
                        </a:cubicBezTo>
                        <a:cubicBezTo>
                          <a:pt x="7308" y="5083"/>
                          <a:pt x="7300" y="5080"/>
                          <a:pt x="7293" y="5075"/>
                        </a:cubicBezTo>
                        <a:cubicBezTo>
                          <a:pt x="7284" y="5068"/>
                          <a:pt x="7278" y="5057"/>
                          <a:pt x="7278" y="5045"/>
                        </a:cubicBezTo>
                        <a:lnTo>
                          <a:pt x="7278" y="4576"/>
                        </a:lnTo>
                        <a:cubicBezTo>
                          <a:pt x="7278" y="4558"/>
                          <a:pt x="7292" y="4542"/>
                          <a:pt x="7311" y="4539"/>
                        </a:cubicBezTo>
                        <a:lnTo>
                          <a:pt x="7475" y="4515"/>
                        </a:lnTo>
                        <a:cubicBezTo>
                          <a:pt x="7486" y="4514"/>
                          <a:pt x="7497" y="4517"/>
                          <a:pt x="7505" y="4524"/>
                        </a:cubicBezTo>
                        <a:cubicBezTo>
                          <a:pt x="7514" y="4531"/>
                          <a:pt x="7518" y="4541"/>
                          <a:pt x="7518" y="4553"/>
                        </a:cubicBezTo>
                        <a:lnTo>
                          <a:pt x="7518" y="5001"/>
                        </a:lnTo>
                        <a:close/>
                        <a:moveTo>
                          <a:pt x="7518" y="4328"/>
                        </a:moveTo>
                        <a:cubicBezTo>
                          <a:pt x="7518" y="4348"/>
                          <a:pt x="7503" y="4364"/>
                          <a:pt x="7484" y="4366"/>
                        </a:cubicBezTo>
                        <a:lnTo>
                          <a:pt x="7319" y="4380"/>
                        </a:lnTo>
                        <a:cubicBezTo>
                          <a:pt x="7318" y="4380"/>
                          <a:pt x="7317" y="4380"/>
                          <a:pt x="7316" y="4380"/>
                        </a:cubicBezTo>
                        <a:cubicBezTo>
                          <a:pt x="7307" y="4380"/>
                          <a:pt x="7298" y="4376"/>
                          <a:pt x="7291" y="4370"/>
                        </a:cubicBezTo>
                        <a:cubicBezTo>
                          <a:pt x="7283" y="4362"/>
                          <a:pt x="7279" y="4353"/>
                          <a:pt x="7279" y="4342"/>
                        </a:cubicBezTo>
                        <a:lnTo>
                          <a:pt x="7279" y="3873"/>
                        </a:lnTo>
                        <a:cubicBezTo>
                          <a:pt x="7279" y="3863"/>
                          <a:pt x="7283" y="3853"/>
                          <a:pt x="7290" y="3846"/>
                        </a:cubicBezTo>
                        <a:cubicBezTo>
                          <a:pt x="7298" y="3839"/>
                          <a:pt x="7307" y="3835"/>
                          <a:pt x="7318" y="3835"/>
                        </a:cubicBezTo>
                        <a:lnTo>
                          <a:pt x="7482" y="3842"/>
                        </a:lnTo>
                        <a:cubicBezTo>
                          <a:pt x="7502" y="3843"/>
                          <a:pt x="7518" y="3860"/>
                          <a:pt x="7518" y="3880"/>
                        </a:cubicBezTo>
                        <a:lnTo>
                          <a:pt x="7518" y="4328"/>
                        </a:lnTo>
                        <a:lnTo>
                          <a:pt x="7518" y="4328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40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58500" cy="4646688"/>
            <a:chOff x="660400" y="1266657"/>
            <a:chExt cx="10858500" cy="4646688"/>
          </a:xfrm>
        </p:grpSpPr>
        <p:grpSp>
          <p:nvGrpSpPr>
            <p:cNvPr id="4" name="组合 3"/>
            <p:cNvGrpSpPr/>
            <p:nvPr/>
          </p:nvGrpSpPr>
          <p:grpSpPr>
            <a:xfrm>
              <a:off x="660400" y="1670321"/>
              <a:ext cx="10858500" cy="4243024"/>
              <a:chOff x="660400" y="1670321"/>
              <a:chExt cx="10858500" cy="4243024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1776000" y="3952455"/>
                <a:ext cx="8640000" cy="0"/>
              </a:xfrm>
              <a:prstGeom prst="line">
                <a:avLst/>
              </a:prstGeom>
              <a:ln w="127000" cap="rnd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椭圆 11"/>
              <p:cNvSpPr>
                <a:spLocks noChangeAspect="1"/>
              </p:cNvSpPr>
              <p:nvPr/>
            </p:nvSpPr>
            <p:spPr>
              <a:xfrm>
                <a:off x="1678581" y="3862455"/>
                <a:ext cx="180000" cy="180000"/>
              </a:xfrm>
              <a:prstGeom prst="ellips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椭圆 12"/>
              <p:cNvSpPr>
                <a:spLocks noChangeAspect="1"/>
              </p:cNvSpPr>
              <p:nvPr/>
            </p:nvSpPr>
            <p:spPr>
              <a:xfrm>
                <a:off x="4559293" y="3862455"/>
                <a:ext cx="180000" cy="180000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>
                <a:spLocks noChangeAspect="1"/>
              </p:cNvSpPr>
              <p:nvPr/>
            </p:nvSpPr>
            <p:spPr>
              <a:xfrm>
                <a:off x="10320718" y="3862455"/>
                <a:ext cx="180000" cy="180000"/>
              </a:xfrm>
              <a:prstGeom prst="ellipse">
                <a:avLst/>
              </a:prstGeom>
              <a:solidFill>
                <a:schemeClr val="accent4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7" name="组合 16"/>
              <p:cNvGrpSpPr/>
              <p:nvPr/>
            </p:nvGrpSpPr>
            <p:grpSpPr>
              <a:xfrm rot="5400000">
                <a:off x="1410046" y="2947091"/>
                <a:ext cx="717071" cy="717071"/>
                <a:chOff x="5756383" y="4782021"/>
                <a:chExt cx="717071" cy="717071"/>
              </a:xfrm>
            </p:grpSpPr>
            <p:sp>
              <p:nvSpPr>
                <p:cNvPr id="18" name="泪滴形 17"/>
                <p:cNvSpPr/>
                <p:nvPr/>
              </p:nvSpPr>
              <p:spPr>
                <a:xfrm rot="2700000">
                  <a:off x="5756383" y="4782021"/>
                  <a:ext cx="717071" cy="717071"/>
                </a:xfrm>
                <a:prstGeom prst="teardrop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:endParaRPr lang="zh-CN" altLang="en-US"/>
                </a:p>
              </p:txBody>
            </p:sp>
            <p:sp>
              <p:nvSpPr>
                <p:cNvPr id="19" name="椭圆 18"/>
                <p:cNvSpPr/>
                <p:nvPr/>
              </p:nvSpPr>
              <p:spPr>
                <a:xfrm>
                  <a:off x="5866587" y="4887198"/>
                  <a:ext cx="496662" cy="496660"/>
                </a:xfrm>
                <a:prstGeom prst="ellipse">
                  <a:avLst/>
                </a:pr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7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914400">
                    <a:lnSpc>
                      <a:spcPct val="140000"/>
                    </a:lnSpc>
                    <a:spcAft>
                      <a:spcPts val="600"/>
                    </a:spcAft>
                  </a:pPr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0" name="任意多边形 105"/>
                <p:cNvSpPr/>
                <p:nvPr/>
              </p:nvSpPr>
              <p:spPr bwMode="auto">
                <a:xfrm rot="16200000">
                  <a:off x="6025296" y="5040616"/>
                  <a:ext cx="179245" cy="189823"/>
                </a:xfrm>
                <a:custGeom>
                  <a:avLst/>
                  <a:gdLst>
                    <a:gd name="connsiteX0" fmla="*/ 435703 w 572779"/>
                    <a:gd name="connsiteY0" fmla="*/ 160183 h 606580"/>
                    <a:gd name="connsiteX1" fmla="*/ 479697 w 572779"/>
                    <a:gd name="connsiteY1" fmla="*/ 160183 h 606580"/>
                    <a:gd name="connsiteX2" fmla="*/ 479581 w 572779"/>
                    <a:gd name="connsiteY2" fmla="*/ 160472 h 606580"/>
                    <a:gd name="connsiteX3" fmla="*/ 479812 w 572779"/>
                    <a:gd name="connsiteY3" fmla="*/ 160472 h 606580"/>
                    <a:gd name="connsiteX4" fmla="*/ 478713 w 572779"/>
                    <a:gd name="connsiteY4" fmla="*/ 162726 h 606580"/>
                    <a:gd name="connsiteX5" fmla="*/ 469682 w 572779"/>
                    <a:gd name="connsiteY5" fmla="*/ 187227 h 606580"/>
                    <a:gd name="connsiteX6" fmla="*/ 474776 w 572779"/>
                    <a:gd name="connsiteY6" fmla="*/ 242470 h 606580"/>
                    <a:gd name="connsiteX7" fmla="*/ 494284 w 572779"/>
                    <a:gd name="connsiteY7" fmla="*/ 242470 h 606580"/>
                    <a:gd name="connsiteX8" fmla="*/ 510840 w 572779"/>
                    <a:gd name="connsiteY8" fmla="*/ 160183 h 606580"/>
                    <a:gd name="connsiteX9" fmla="*/ 527338 w 572779"/>
                    <a:gd name="connsiteY9" fmla="*/ 160183 h 606580"/>
                    <a:gd name="connsiteX10" fmla="*/ 572779 w 572779"/>
                    <a:gd name="connsiteY10" fmla="*/ 205430 h 606580"/>
                    <a:gd name="connsiteX11" fmla="*/ 572779 w 572779"/>
                    <a:gd name="connsiteY11" fmla="*/ 337413 h 606580"/>
                    <a:gd name="connsiteX12" fmla="*/ 527396 w 572779"/>
                    <a:gd name="connsiteY12" fmla="*/ 382717 h 606580"/>
                    <a:gd name="connsiteX13" fmla="*/ 521607 w 572779"/>
                    <a:gd name="connsiteY13" fmla="*/ 382717 h 606580"/>
                    <a:gd name="connsiteX14" fmla="*/ 521607 w 572779"/>
                    <a:gd name="connsiteY14" fmla="*/ 574624 h 606580"/>
                    <a:gd name="connsiteX15" fmla="*/ 489595 w 572779"/>
                    <a:gd name="connsiteY15" fmla="*/ 606580 h 606580"/>
                    <a:gd name="connsiteX16" fmla="*/ 457815 w 572779"/>
                    <a:gd name="connsiteY16" fmla="*/ 578149 h 606580"/>
                    <a:gd name="connsiteX17" fmla="*/ 425978 w 572779"/>
                    <a:gd name="connsiteY17" fmla="*/ 606580 h 606580"/>
                    <a:gd name="connsiteX18" fmla="*/ 393966 w 572779"/>
                    <a:gd name="connsiteY18" fmla="*/ 574624 h 606580"/>
                    <a:gd name="connsiteX19" fmla="*/ 393966 w 572779"/>
                    <a:gd name="connsiteY19" fmla="*/ 392541 h 606580"/>
                    <a:gd name="connsiteX20" fmla="*/ 422967 w 572779"/>
                    <a:gd name="connsiteY20" fmla="*/ 337528 h 606580"/>
                    <a:gd name="connsiteX21" fmla="*/ 422967 w 572779"/>
                    <a:gd name="connsiteY21" fmla="*/ 242528 h 606580"/>
                    <a:gd name="connsiteX22" fmla="*/ 440739 w 572779"/>
                    <a:gd name="connsiteY22" fmla="*/ 242528 h 606580"/>
                    <a:gd name="connsiteX23" fmla="*/ 445833 w 572779"/>
                    <a:gd name="connsiteY23" fmla="*/ 186996 h 606580"/>
                    <a:gd name="connsiteX24" fmla="*/ 445196 w 572779"/>
                    <a:gd name="connsiteY24" fmla="*/ 183991 h 606580"/>
                    <a:gd name="connsiteX25" fmla="*/ 436860 w 572779"/>
                    <a:gd name="connsiteY25" fmla="*/ 162726 h 606580"/>
                    <a:gd name="connsiteX26" fmla="*/ 435818 w 572779"/>
                    <a:gd name="connsiteY26" fmla="*/ 160472 h 606580"/>
                    <a:gd name="connsiteX27" fmla="*/ 435876 w 572779"/>
                    <a:gd name="connsiteY27" fmla="*/ 160472 h 606580"/>
                    <a:gd name="connsiteX28" fmla="*/ 435703 w 572779"/>
                    <a:gd name="connsiteY28" fmla="*/ 160183 h 606580"/>
                    <a:gd name="connsiteX29" fmla="*/ 264349 w 572779"/>
                    <a:gd name="connsiteY29" fmla="*/ 160183 h 606580"/>
                    <a:gd name="connsiteX30" fmla="*/ 308327 w 572779"/>
                    <a:gd name="connsiteY30" fmla="*/ 160183 h 606580"/>
                    <a:gd name="connsiteX31" fmla="*/ 308154 w 572779"/>
                    <a:gd name="connsiteY31" fmla="*/ 160472 h 606580"/>
                    <a:gd name="connsiteX32" fmla="*/ 308385 w 572779"/>
                    <a:gd name="connsiteY32" fmla="*/ 160472 h 606580"/>
                    <a:gd name="connsiteX33" fmla="*/ 307344 w 572779"/>
                    <a:gd name="connsiteY33" fmla="*/ 162726 h 606580"/>
                    <a:gd name="connsiteX34" fmla="*/ 298316 w 572779"/>
                    <a:gd name="connsiteY34" fmla="*/ 187227 h 606580"/>
                    <a:gd name="connsiteX35" fmla="*/ 303409 w 572779"/>
                    <a:gd name="connsiteY35" fmla="*/ 242470 h 606580"/>
                    <a:gd name="connsiteX36" fmla="*/ 322910 w 572779"/>
                    <a:gd name="connsiteY36" fmla="*/ 242470 h 606580"/>
                    <a:gd name="connsiteX37" fmla="*/ 339401 w 572779"/>
                    <a:gd name="connsiteY37" fmla="*/ 160183 h 606580"/>
                    <a:gd name="connsiteX38" fmla="*/ 355951 w 572779"/>
                    <a:gd name="connsiteY38" fmla="*/ 160183 h 606580"/>
                    <a:gd name="connsiteX39" fmla="*/ 401376 w 572779"/>
                    <a:gd name="connsiteY39" fmla="*/ 205430 h 606580"/>
                    <a:gd name="connsiteX40" fmla="*/ 401376 w 572779"/>
                    <a:gd name="connsiteY40" fmla="*/ 337413 h 606580"/>
                    <a:gd name="connsiteX41" fmla="*/ 356009 w 572779"/>
                    <a:gd name="connsiteY41" fmla="*/ 382717 h 606580"/>
                    <a:gd name="connsiteX42" fmla="*/ 350222 w 572779"/>
                    <a:gd name="connsiteY42" fmla="*/ 382717 h 606580"/>
                    <a:gd name="connsiteX43" fmla="*/ 350222 w 572779"/>
                    <a:gd name="connsiteY43" fmla="*/ 574624 h 606580"/>
                    <a:gd name="connsiteX44" fmla="*/ 318222 w 572779"/>
                    <a:gd name="connsiteY44" fmla="*/ 606580 h 606580"/>
                    <a:gd name="connsiteX45" fmla="*/ 286396 w 572779"/>
                    <a:gd name="connsiteY45" fmla="*/ 578149 h 606580"/>
                    <a:gd name="connsiteX46" fmla="*/ 254628 w 572779"/>
                    <a:gd name="connsiteY46" fmla="*/ 606580 h 606580"/>
                    <a:gd name="connsiteX47" fmla="*/ 222628 w 572779"/>
                    <a:gd name="connsiteY47" fmla="*/ 574624 h 606580"/>
                    <a:gd name="connsiteX48" fmla="*/ 222628 w 572779"/>
                    <a:gd name="connsiteY48" fmla="*/ 382833 h 606580"/>
                    <a:gd name="connsiteX49" fmla="*/ 216841 w 572779"/>
                    <a:gd name="connsiteY49" fmla="*/ 382833 h 606580"/>
                    <a:gd name="connsiteX50" fmla="*/ 171474 w 572779"/>
                    <a:gd name="connsiteY50" fmla="*/ 337528 h 606580"/>
                    <a:gd name="connsiteX51" fmla="*/ 171474 w 572779"/>
                    <a:gd name="connsiteY51" fmla="*/ 205545 h 606580"/>
                    <a:gd name="connsiteX52" fmla="*/ 216841 w 572779"/>
                    <a:gd name="connsiteY52" fmla="*/ 160241 h 606580"/>
                    <a:gd name="connsiteX53" fmla="*/ 233333 w 572779"/>
                    <a:gd name="connsiteY53" fmla="*/ 160241 h 606580"/>
                    <a:gd name="connsiteX54" fmla="*/ 249825 w 572779"/>
                    <a:gd name="connsiteY54" fmla="*/ 242528 h 606580"/>
                    <a:gd name="connsiteX55" fmla="*/ 269383 w 572779"/>
                    <a:gd name="connsiteY55" fmla="*/ 242528 h 606580"/>
                    <a:gd name="connsiteX56" fmla="*/ 274476 w 572779"/>
                    <a:gd name="connsiteY56" fmla="*/ 186996 h 606580"/>
                    <a:gd name="connsiteX57" fmla="*/ 273839 w 572779"/>
                    <a:gd name="connsiteY57" fmla="*/ 183991 h 606580"/>
                    <a:gd name="connsiteX58" fmla="*/ 265506 w 572779"/>
                    <a:gd name="connsiteY58" fmla="*/ 162726 h 606580"/>
                    <a:gd name="connsiteX59" fmla="*/ 264407 w 572779"/>
                    <a:gd name="connsiteY59" fmla="*/ 160472 h 606580"/>
                    <a:gd name="connsiteX60" fmla="*/ 264523 w 572779"/>
                    <a:gd name="connsiteY60" fmla="*/ 160472 h 606580"/>
                    <a:gd name="connsiteX61" fmla="*/ 264349 w 572779"/>
                    <a:gd name="connsiteY61" fmla="*/ 160183 h 606580"/>
                    <a:gd name="connsiteX62" fmla="*/ 92987 w 572779"/>
                    <a:gd name="connsiteY62" fmla="*/ 160183 h 606580"/>
                    <a:gd name="connsiteX63" fmla="*/ 136964 w 572779"/>
                    <a:gd name="connsiteY63" fmla="*/ 160183 h 606580"/>
                    <a:gd name="connsiteX64" fmla="*/ 136791 w 572779"/>
                    <a:gd name="connsiteY64" fmla="*/ 160472 h 606580"/>
                    <a:gd name="connsiteX65" fmla="*/ 137022 w 572779"/>
                    <a:gd name="connsiteY65" fmla="*/ 160472 h 606580"/>
                    <a:gd name="connsiteX66" fmla="*/ 135923 w 572779"/>
                    <a:gd name="connsiteY66" fmla="*/ 162726 h 606580"/>
                    <a:gd name="connsiteX67" fmla="*/ 126896 w 572779"/>
                    <a:gd name="connsiteY67" fmla="*/ 187227 h 606580"/>
                    <a:gd name="connsiteX68" fmla="*/ 131988 w 572779"/>
                    <a:gd name="connsiteY68" fmla="*/ 242470 h 606580"/>
                    <a:gd name="connsiteX69" fmla="*/ 149752 w 572779"/>
                    <a:gd name="connsiteY69" fmla="*/ 242470 h 606580"/>
                    <a:gd name="connsiteX70" fmla="*/ 149752 w 572779"/>
                    <a:gd name="connsiteY70" fmla="*/ 337471 h 606580"/>
                    <a:gd name="connsiteX71" fmla="*/ 178742 w 572779"/>
                    <a:gd name="connsiteY71" fmla="*/ 392483 h 606580"/>
                    <a:gd name="connsiteX72" fmla="*/ 178742 w 572779"/>
                    <a:gd name="connsiteY72" fmla="*/ 574624 h 606580"/>
                    <a:gd name="connsiteX73" fmla="*/ 146743 w 572779"/>
                    <a:gd name="connsiteY73" fmla="*/ 606580 h 606580"/>
                    <a:gd name="connsiteX74" fmla="*/ 114976 w 572779"/>
                    <a:gd name="connsiteY74" fmla="*/ 578149 h 606580"/>
                    <a:gd name="connsiteX75" fmla="*/ 83151 w 572779"/>
                    <a:gd name="connsiteY75" fmla="*/ 606580 h 606580"/>
                    <a:gd name="connsiteX76" fmla="*/ 51152 w 572779"/>
                    <a:gd name="connsiteY76" fmla="*/ 574624 h 606580"/>
                    <a:gd name="connsiteX77" fmla="*/ 51152 w 572779"/>
                    <a:gd name="connsiteY77" fmla="*/ 382833 h 606580"/>
                    <a:gd name="connsiteX78" fmla="*/ 45365 w 572779"/>
                    <a:gd name="connsiteY78" fmla="*/ 382833 h 606580"/>
                    <a:gd name="connsiteX79" fmla="*/ 0 w 572779"/>
                    <a:gd name="connsiteY79" fmla="*/ 337528 h 606580"/>
                    <a:gd name="connsiteX80" fmla="*/ 0 w 572779"/>
                    <a:gd name="connsiteY80" fmla="*/ 205545 h 606580"/>
                    <a:gd name="connsiteX81" fmla="*/ 45365 w 572779"/>
                    <a:gd name="connsiteY81" fmla="*/ 160241 h 606580"/>
                    <a:gd name="connsiteX82" fmla="*/ 61972 w 572779"/>
                    <a:gd name="connsiteY82" fmla="*/ 160241 h 606580"/>
                    <a:gd name="connsiteX83" fmla="*/ 78464 w 572779"/>
                    <a:gd name="connsiteY83" fmla="*/ 242528 h 606580"/>
                    <a:gd name="connsiteX84" fmla="*/ 97964 w 572779"/>
                    <a:gd name="connsiteY84" fmla="*/ 242528 h 606580"/>
                    <a:gd name="connsiteX85" fmla="*/ 103056 w 572779"/>
                    <a:gd name="connsiteY85" fmla="*/ 186996 h 606580"/>
                    <a:gd name="connsiteX86" fmla="*/ 102477 w 572779"/>
                    <a:gd name="connsiteY86" fmla="*/ 183991 h 606580"/>
                    <a:gd name="connsiteX87" fmla="*/ 94145 w 572779"/>
                    <a:gd name="connsiteY87" fmla="*/ 162726 h 606580"/>
                    <a:gd name="connsiteX88" fmla="*/ 93045 w 572779"/>
                    <a:gd name="connsiteY88" fmla="*/ 160472 h 606580"/>
                    <a:gd name="connsiteX89" fmla="*/ 93103 w 572779"/>
                    <a:gd name="connsiteY89" fmla="*/ 160472 h 606580"/>
                    <a:gd name="connsiteX90" fmla="*/ 92987 w 572779"/>
                    <a:gd name="connsiteY90" fmla="*/ 160183 h 606580"/>
                    <a:gd name="connsiteX91" fmla="*/ 457411 w 572779"/>
                    <a:gd name="connsiteY91" fmla="*/ 751 h 606580"/>
                    <a:gd name="connsiteX92" fmla="*/ 458047 w 572779"/>
                    <a:gd name="connsiteY92" fmla="*/ 751 h 606580"/>
                    <a:gd name="connsiteX93" fmla="*/ 521621 w 572779"/>
                    <a:gd name="connsiteY93" fmla="*/ 49915 h 606580"/>
                    <a:gd name="connsiteX94" fmla="*/ 523761 w 572779"/>
                    <a:gd name="connsiteY94" fmla="*/ 66553 h 606580"/>
                    <a:gd name="connsiteX95" fmla="*/ 458105 w 572779"/>
                    <a:gd name="connsiteY95" fmla="*/ 132124 h 606580"/>
                    <a:gd name="connsiteX96" fmla="*/ 457469 w 572779"/>
                    <a:gd name="connsiteY96" fmla="*/ 132124 h 606580"/>
                    <a:gd name="connsiteX97" fmla="*/ 393895 w 572779"/>
                    <a:gd name="connsiteY97" fmla="*/ 82960 h 606580"/>
                    <a:gd name="connsiteX98" fmla="*/ 391755 w 572779"/>
                    <a:gd name="connsiteY98" fmla="*/ 66322 h 606580"/>
                    <a:gd name="connsiteX99" fmla="*/ 457411 w 572779"/>
                    <a:gd name="connsiteY99" fmla="*/ 751 h 606580"/>
                    <a:gd name="connsiteX100" fmla="*/ 285868 w 572779"/>
                    <a:gd name="connsiteY100" fmla="*/ 751 h 606580"/>
                    <a:gd name="connsiteX101" fmla="*/ 286621 w 572779"/>
                    <a:gd name="connsiteY101" fmla="*/ 751 h 606580"/>
                    <a:gd name="connsiteX102" fmla="*/ 350227 w 572779"/>
                    <a:gd name="connsiteY102" fmla="*/ 49915 h 606580"/>
                    <a:gd name="connsiteX103" fmla="*/ 352369 w 572779"/>
                    <a:gd name="connsiteY103" fmla="*/ 66553 h 606580"/>
                    <a:gd name="connsiteX104" fmla="*/ 286736 w 572779"/>
                    <a:gd name="connsiteY104" fmla="*/ 132124 h 606580"/>
                    <a:gd name="connsiteX105" fmla="*/ 286100 w 572779"/>
                    <a:gd name="connsiteY105" fmla="*/ 132124 h 606580"/>
                    <a:gd name="connsiteX106" fmla="*/ 222493 w 572779"/>
                    <a:gd name="connsiteY106" fmla="*/ 82845 h 606580"/>
                    <a:gd name="connsiteX107" fmla="*/ 220351 w 572779"/>
                    <a:gd name="connsiteY107" fmla="*/ 66264 h 606580"/>
                    <a:gd name="connsiteX108" fmla="*/ 285868 w 572779"/>
                    <a:gd name="connsiteY108" fmla="*/ 751 h 606580"/>
                    <a:gd name="connsiteX109" fmla="*/ 114639 w 572779"/>
                    <a:gd name="connsiteY109" fmla="*/ 751 h 606580"/>
                    <a:gd name="connsiteX110" fmla="*/ 115275 w 572779"/>
                    <a:gd name="connsiteY110" fmla="*/ 751 h 606580"/>
                    <a:gd name="connsiteX111" fmla="*/ 178882 w 572779"/>
                    <a:gd name="connsiteY111" fmla="*/ 49915 h 606580"/>
                    <a:gd name="connsiteX112" fmla="*/ 181024 w 572779"/>
                    <a:gd name="connsiteY112" fmla="*/ 66553 h 606580"/>
                    <a:gd name="connsiteX113" fmla="*/ 115333 w 572779"/>
                    <a:gd name="connsiteY113" fmla="*/ 132124 h 606580"/>
                    <a:gd name="connsiteX114" fmla="*/ 114754 w 572779"/>
                    <a:gd name="connsiteY114" fmla="*/ 132124 h 606580"/>
                    <a:gd name="connsiteX115" fmla="*/ 51148 w 572779"/>
                    <a:gd name="connsiteY115" fmla="*/ 82960 h 606580"/>
                    <a:gd name="connsiteX116" fmla="*/ 49006 w 572779"/>
                    <a:gd name="connsiteY116" fmla="*/ 66322 h 606580"/>
                    <a:gd name="connsiteX117" fmla="*/ 114639 w 572779"/>
                    <a:gd name="connsiteY117" fmla="*/ 751 h 606580"/>
                    <a:gd name="connsiteX118" fmla="*/ 457410 w 572779"/>
                    <a:gd name="connsiteY118" fmla="*/ 423 h 606580"/>
                    <a:gd name="connsiteX119" fmla="*/ 391355 w 572779"/>
                    <a:gd name="connsiteY119" fmla="*/ 66356 h 606580"/>
                    <a:gd name="connsiteX120" fmla="*/ 393497 w 572779"/>
                    <a:gd name="connsiteY120" fmla="*/ 83056 h 606580"/>
                    <a:gd name="connsiteX121" fmla="*/ 457468 w 572779"/>
                    <a:gd name="connsiteY121" fmla="*/ 132521 h 606580"/>
                    <a:gd name="connsiteX122" fmla="*/ 457815 w 572779"/>
                    <a:gd name="connsiteY122" fmla="*/ 132521 h 606580"/>
                    <a:gd name="connsiteX123" fmla="*/ 458104 w 572779"/>
                    <a:gd name="connsiteY123" fmla="*/ 132521 h 606580"/>
                    <a:gd name="connsiteX124" fmla="*/ 524159 w 572779"/>
                    <a:gd name="connsiteY124" fmla="*/ 66587 h 606580"/>
                    <a:gd name="connsiteX125" fmla="*/ 522017 w 572779"/>
                    <a:gd name="connsiteY125" fmla="*/ 49887 h 606580"/>
                    <a:gd name="connsiteX126" fmla="*/ 458046 w 572779"/>
                    <a:gd name="connsiteY126" fmla="*/ 423 h 606580"/>
                    <a:gd name="connsiteX127" fmla="*/ 457699 w 572779"/>
                    <a:gd name="connsiteY127" fmla="*/ 423 h 606580"/>
                    <a:gd name="connsiteX128" fmla="*/ 114646 w 572779"/>
                    <a:gd name="connsiteY128" fmla="*/ 423 h 606580"/>
                    <a:gd name="connsiteX129" fmla="*/ 48620 w 572779"/>
                    <a:gd name="connsiteY129" fmla="*/ 66356 h 606580"/>
                    <a:gd name="connsiteX130" fmla="*/ 50761 w 572779"/>
                    <a:gd name="connsiteY130" fmla="*/ 83056 h 606580"/>
                    <a:gd name="connsiteX131" fmla="*/ 114762 w 572779"/>
                    <a:gd name="connsiteY131" fmla="*/ 132521 h 606580"/>
                    <a:gd name="connsiteX132" fmla="*/ 115051 w 572779"/>
                    <a:gd name="connsiteY132" fmla="*/ 132521 h 606580"/>
                    <a:gd name="connsiteX133" fmla="*/ 115340 w 572779"/>
                    <a:gd name="connsiteY133" fmla="*/ 132521 h 606580"/>
                    <a:gd name="connsiteX134" fmla="*/ 181424 w 572779"/>
                    <a:gd name="connsiteY134" fmla="*/ 66587 h 606580"/>
                    <a:gd name="connsiteX135" fmla="*/ 179225 w 572779"/>
                    <a:gd name="connsiteY135" fmla="*/ 49887 h 606580"/>
                    <a:gd name="connsiteX136" fmla="*/ 115282 w 572779"/>
                    <a:gd name="connsiteY136" fmla="*/ 423 h 606580"/>
                    <a:gd name="connsiteX137" fmla="*/ 114993 w 572779"/>
                    <a:gd name="connsiteY137" fmla="*/ 423 h 606580"/>
                    <a:gd name="connsiteX138" fmla="*/ 286036 w 572779"/>
                    <a:gd name="connsiteY138" fmla="*/ 397 h 606580"/>
                    <a:gd name="connsiteX139" fmla="*/ 219952 w 572779"/>
                    <a:gd name="connsiteY139" fmla="*/ 66286 h 606580"/>
                    <a:gd name="connsiteX140" fmla="*/ 222151 w 572779"/>
                    <a:gd name="connsiteY140" fmla="*/ 82990 h 606580"/>
                    <a:gd name="connsiteX141" fmla="*/ 286094 w 572779"/>
                    <a:gd name="connsiteY141" fmla="*/ 132522 h 606580"/>
                    <a:gd name="connsiteX142" fmla="*/ 286383 w 572779"/>
                    <a:gd name="connsiteY142" fmla="*/ 132522 h 606580"/>
                    <a:gd name="connsiteX143" fmla="*/ 286730 w 572779"/>
                    <a:gd name="connsiteY143" fmla="*/ 132522 h 606580"/>
                    <a:gd name="connsiteX144" fmla="*/ 352756 w 572779"/>
                    <a:gd name="connsiteY144" fmla="*/ 66575 h 606580"/>
                    <a:gd name="connsiteX145" fmla="*/ 350615 w 572779"/>
                    <a:gd name="connsiteY145" fmla="*/ 49872 h 606580"/>
                    <a:gd name="connsiteX146" fmla="*/ 286614 w 572779"/>
                    <a:gd name="connsiteY146" fmla="*/ 397 h 606580"/>
                    <a:gd name="connsiteX147" fmla="*/ 286325 w 572779"/>
                    <a:gd name="connsiteY147" fmla="*/ 397 h 606580"/>
                    <a:gd name="connsiteX148" fmla="*/ 457411 w 572779"/>
                    <a:gd name="connsiteY148" fmla="*/ 0 h 606580"/>
                    <a:gd name="connsiteX149" fmla="*/ 458047 w 572779"/>
                    <a:gd name="connsiteY149" fmla="*/ 0 h 606580"/>
                    <a:gd name="connsiteX150" fmla="*/ 522315 w 572779"/>
                    <a:gd name="connsiteY150" fmla="*/ 49741 h 606580"/>
                    <a:gd name="connsiteX151" fmla="*/ 524513 w 572779"/>
                    <a:gd name="connsiteY151" fmla="*/ 66553 h 606580"/>
                    <a:gd name="connsiteX152" fmla="*/ 458105 w 572779"/>
                    <a:gd name="connsiteY152" fmla="*/ 132875 h 606580"/>
                    <a:gd name="connsiteX153" fmla="*/ 457469 w 572779"/>
                    <a:gd name="connsiteY153" fmla="*/ 132875 h 606580"/>
                    <a:gd name="connsiteX154" fmla="*/ 393201 w 572779"/>
                    <a:gd name="connsiteY154" fmla="*/ 83133 h 606580"/>
                    <a:gd name="connsiteX155" fmla="*/ 391003 w 572779"/>
                    <a:gd name="connsiteY155" fmla="*/ 66322 h 606580"/>
                    <a:gd name="connsiteX156" fmla="*/ 457411 w 572779"/>
                    <a:gd name="connsiteY156" fmla="*/ 0 h 606580"/>
                    <a:gd name="connsiteX157" fmla="*/ 285868 w 572779"/>
                    <a:gd name="connsiteY157" fmla="*/ 0 h 606580"/>
                    <a:gd name="connsiteX158" fmla="*/ 286621 w 572779"/>
                    <a:gd name="connsiteY158" fmla="*/ 0 h 606580"/>
                    <a:gd name="connsiteX159" fmla="*/ 350980 w 572779"/>
                    <a:gd name="connsiteY159" fmla="*/ 49741 h 606580"/>
                    <a:gd name="connsiteX160" fmla="*/ 353179 w 572779"/>
                    <a:gd name="connsiteY160" fmla="*/ 66553 h 606580"/>
                    <a:gd name="connsiteX161" fmla="*/ 286736 w 572779"/>
                    <a:gd name="connsiteY161" fmla="*/ 132875 h 606580"/>
                    <a:gd name="connsiteX162" fmla="*/ 286100 w 572779"/>
                    <a:gd name="connsiteY162" fmla="*/ 132875 h 606580"/>
                    <a:gd name="connsiteX163" fmla="*/ 221740 w 572779"/>
                    <a:gd name="connsiteY163" fmla="*/ 83076 h 606580"/>
                    <a:gd name="connsiteX164" fmla="*/ 219599 w 572779"/>
                    <a:gd name="connsiteY164" fmla="*/ 66264 h 606580"/>
                    <a:gd name="connsiteX165" fmla="*/ 285868 w 572779"/>
                    <a:gd name="connsiteY165" fmla="*/ 0 h 606580"/>
                    <a:gd name="connsiteX166" fmla="*/ 114639 w 572779"/>
                    <a:gd name="connsiteY166" fmla="*/ 0 h 606580"/>
                    <a:gd name="connsiteX167" fmla="*/ 115275 w 572779"/>
                    <a:gd name="connsiteY167" fmla="*/ 0 h 606580"/>
                    <a:gd name="connsiteX168" fmla="*/ 179635 w 572779"/>
                    <a:gd name="connsiteY168" fmla="*/ 49741 h 606580"/>
                    <a:gd name="connsiteX169" fmla="*/ 181776 w 572779"/>
                    <a:gd name="connsiteY169" fmla="*/ 66553 h 606580"/>
                    <a:gd name="connsiteX170" fmla="*/ 115333 w 572779"/>
                    <a:gd name="connsiteY170" fmla="*/ 132875 h 606580"/>
                    <a:gd name="connsiteX171" fmla="*/ 114754 w 572779"/>
                    <a:gd name="connsiteY171" fmla="*/ 132875 h 606580"/>
                    <a:gd name="connsiteX172" fmla="*/ 50395 w 572779"/>
                    <a:gd name="connsiteY172" fmla="*/ 83133 h 606580"/>
                    <a:gd name="connsiteX173" fmla="*/ 48196 w 572779"/>
                    <a:gd name="connsiteY173" fmla="*/ 66322 h 606580"/>
                    <a:gd name="connsiteX174" fmla="*/ 114639 w 572779"/>
                    <a:gd name="connsiteY174" fmla="*/ 0 h 606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</a:cxnLst>
                  <a:rect l="l" t="t" r="r" b="b"/>
                  <a:pathLst>
                    <a:path w="572779" h="606580">
                      <a:moveTo>
                        <a:pt x="435703" y="160183"/>
                      </a:moveTo>
                      <a:lnTo>
                        <a:pt x="479697" y="160183"/>
                      </a:lnTo>
                      <a:cubicBezTo>
                        <a:pt x="479639" y="160241"/>
                        <a:pt x="479639" y="160414"/>
                        <a:pt x="479581" y="160472"/>
                      </a:cubicBezTo>
                      <a:lnTo>
                        <a:pt x="479812" y="160472"/>
                      </a:lnTo>
                      <a:cubicBezTo>
                        <a:pt x="479407" y="161281"/>
                        <a:pt x="478713" y="162726"/>
                        <a:pt x="478713" y="162726"/>
                      </a:cubicBezTo>
                      <a:cubicBezTo>
                        <a:pt x="474834" y="170989"/>
                        <a:pt x="471245" y="178848"/>
                        <a:pt x="469682" y="187227"/>
                      </a:cubicBezTo>
                      <a:lnTo>
                        <a:pt x="474776" y="242470"/>
                      </a:lnTo>
                      <a:lnTo>
                        <a:pt x="494284" y="242470"/>
                      </a:lnTo>
                      <a:lnTo>
                        <a:pt x="510840" y="160183"/>
                      </a:lnTo>
                      <a:lnTo>
                        <a:pt x="527338" y="160183"/>
                      </a:lnTo>
                      <a:cubicBezTo>
                        <a:pt x="552345" y="160183"/>
                        <a:pt x="572663" y="180466"/>
                        <a:pt x="572779" y="205430"/>
                      </a:cubicBezTo>
                      <a:lnTo>
                        <a:pt x="572779" y="337413"/>
                      </a:lnTo>
                      <a:cubicBezTo>
                        <a:pt x="572779" y="362434"/>
                        <a:pt x="552519" y="382717"/>
                        <a:pt x="527396" y="382717"/>
                      </a:cubicBezTo>
                      <a:lnTo>
                        <a:pt x="521607" y="382717"/>
                      </a:lnTo>
                      <a:lnTo>
                        <a:pt x="521607" y="574624"/>
                      </a:lnTo>
                      <a:cubicBezTo>
                        <a:pt x="521607" y="592249"/>
                        <a:pt x="507251" y="606580"/>
                        <a:pt x="489595" y="606580"/>
                      </a:cubicBezTo>
                      <a:cubicBezTo>
                        <a:pt x="473155" y="606580"/>
                        <a:pt x="459552" y="594098"/>
                        <a:pt x="457815" y="578149"/>
                      </a:cubicBezTo>
                      <a:cubicBezTo>
                        <a:pt x="456021" y="594214"/>
                        <a:pt x="442417" y="606580"/>
                        <a:pt x="425978" y="606580"/>
                      </a:cubicBezTo>
                      <a:cubicBezTo>
                        <a:pt x="408322" y="606580"/>
                        <a:pt x="393966" y="592249"/>
                        <a:pt x="393966" y="574624"/>
                      </a:cubicBezTo>
                      <a:lnTo>
                        <a:pt x="393966" y="392541"/>
                      </a:lnTo>
                      <a:cubicBezTo>
                        <a:pt x="411506" y="380521"/>
                        <a:pt x="422967" y="360354"/>
                        <a:pt x="422967" y="337528"/>
                      </a:cubicBezTo>
                      <a:lnTo>
                        <a:pt x="422967" y="242528"/>
                      </a:lnTo>
                      <a:lnTo>
                        <a:pt x="440739" y="242528"/>
                      </a:lnTo>
                      <a:lnTo>
                        <a:pt x="445833" y="186996"/>
                      </a:lnTo>
                      <a:cubicBezTo>
                        <a:pt x="445659" y="186013"/>
                        <a:pt x="445428" y="184973"/>
                        <a:pt x="445196" y="183991"/>
                      </a:cubicBezTo>
                      <a:cubicBezTo>
                        <a:pt x="443459" y="176768"/>
                        <a:pt x="440276" y="169891"/>
                        <a:pt x="436860" y="162726"/>
                      </a:cubicBezTo>
                      <a:cubicBezTo>
                        <a:pt x="436860" y="162726"/>
                        <a:pt x="436166" y="161281"/>
                        <a:pt x="435818" y="160472"/>
                      </a:cubicBezTo>
                      <a:lnTo>
                        <a:pt x="435876" y="160472"/>
                      </a:lnTo>
                      <a:cubicBezTo>
                        <a:pt x="435818" y="160356"/>
                        <a:pt x="435818" y="160241"/>
                        <a:pt x="435703" y="160183"/>
                      </a:cubicBezTo>
                      <a:close/>
                      <a:moveTo>
                        <a:pt x="264349" y="160183"/>
                      </a:moveTo>
                      <a:lnTo>
                        <a:pt x="308327" y="160183"/>
                      </a:lnTo>
                      <a:cubicBezTo>
                        <a:pt x="308269" y="160241"/>
                        <a:pt x="308269" y="160414"/>
                        <a:pt x="308154" y="160472"/>
                      </a:cubicBezTo>
                      <a:lnTo>
                        <a:pt x="308385" y="160472"/>
                      </a:lnTo>
                      <a:cubicBezTo>
                        <a:pt x="308038" y="161281"/>
                        <a:pt x="307344" y="162726"/>
                        <a:pt x="307344" y="162726"/>
                      </a:cubicBezTo>
                      <a:cubicBezTo>
                        <a:pt x="303467" y="170989"/>
                        <a:pt x="299821" y="178848"/>
                        <a:pt x="298316" y="187227"/>
                      </a:cubicBezTo>
                      <a:lnTo>
                        <a:pt x="303409" y="242470"/>
                      </a:lnTo>
                      <a:lnTo>
                        <a:pt x="322910" y="242470"/>
                      </a:lnTo>
                      <a:lnTo>
                        <a:pt x="339401" y="160183"/>
                      </a:lnTo>
                      <a:lnTo>
                        <a:pt x="355951" y="160183"/>
                      </a:lnTo>
                      <a:cubicBezTo>
                        <a:pt x="380949" y="160183"/>
                        <a:pt x="401202" y="180466"/>
                        <a:pt x="401376" y="205430"/>
                      </a:cubicBezTo>
                      <a:lnTo>
                        <a:pt x="401376" y="337413"/>
                      </a:lnTo>
                      <a:cubicBezTo>
                        <a:pt x="401376" y="362434"/>
                        <a:pt x="381065" y="382717"/>
                        <a:pt x="356009" y="382717"/>
                      </a:cubicBezTo>
                      <a:lnTo>
                        <a:pt x="350222" y="382717"/>
                      </a:lnTo>
                      <a:lnTo>
                        <a:pt x="350222" y="574624"/>
                      </a:lnTo>
                      <a:cubicBezTo>
                        <a:pt x="350222" y="592249"/>
                        <a:pt x="335872" y="606580"/>
                        <a:pt x="318222" y="606580"/>
                      </a:cubicBezTo>
                      <a:cubicBezTo>
                        <a:pt x="301788" y="606580"/>
                        <a:pt x="288190" y="594098"/>
                        <a:pt x="286396" y="578149"/>
                      </a:cubicBezTo>
                      <a:cubicBezTo>
                        <a:pt x="284660" y="594214"/>
                        <a:pt x="271062" y="606580"/>
                        <a:pt x="254628" y="606580"/>
                      </a:cubicBezTo>
                      <a:cubicBezTo>
                        <a:pt x="236978" y="606580"/>
                        <a:pt x="222628" y="592249"/>
                        <a:pt x="222628" y="574624"/>
                      </a:cubicBezTo>
                      <a:lnTo>
                        <a:pt x="222628" y="382833"/>
                      </a:lnTo>
                      <a:lnTo>
                        <a:pt x="216841" y="382833"/>
                      </a:lnTo>
                      <a:cubicBezTo>
                        <a:pt x="191727" y="382833"/>
                        <a:pt x="171474" y="362608"/>
                        <a:pt x="171474" y="337528"/>
                      </a:cubicBezTo>
                      <a:lnTo>
                        <a:pt x="171474" y="205545"/>
                      </a:lnTo>
                      <a:cubicBezTo>
                        <a:pt x="171474" y="180524"/>
                        <a:pt x="191727" y="160241"/>
                        <a:pt x="216841" y="160241"/>
                      </a:cubicBezTo>
                      <a:lnTo>
                        <a:pt x="233333" y="160241"/>
                      </a:lnTo>
                      <a:lnTo>
                        <a:pt x="249825" y="242528"/>
                      </a:lnTo>
                      <a:lnTo>
                        <a:pt x="269383" y="242528"/>
                      </a:lnTo>
                      <a:lnTo>
                        <a:pt x="274476" y="186996"/>
                      </a:lnTo>
                      <a:cubicBezTo>
                        <a:pt x="274302" y="186013"/>
                        <a:pt x="274071" y="184973"/>
                        <a:pt x="273839" y="183991"/>
                      </a:cubicBezTo>
                      <a:cubicBezTo>
                        <a:pt x="272045" y="176768"/>
                        <a:pt x="268921" y="169891"/>
                        <a:pt x="265506" y="162726"/>
                      </a:cubicBezTo>
                      <a:cubicBezTo>
                        <a:pt x="265506" y="162726"/>
                        <a:pt x="264812" y="161281"/>
                        <a:pt x="264407" y="160472"/>
                      </a:cubicBezTo>
                      <a:lnTo>
                        <a:pt x="264523" y="160472"/>
                      </a:lnTo>
                      <a:cubicBezTo>
                        <a:pt x="264407" y="160356"/>
                        <a:pt x="264407" y="160241"/>
                        <a:pt x="264349" y="160183"/>
                      </a:cubicBezTo>
                      <a:close/>
                      <a:moveTo>
                        <a:pt x="92987" y="160183"/>
                      </a:moveTo>
                      <a:lnTo>
                        <a:pt x="136964" y="160183"/>
                      </a:lnTo>
                      <a:cubicBezTo>
                        <a:pt x="136848" y="160241"/>
                        <a:pt x="136848" y="160414"/>
                        <a:pt x="136791" y="160472"/>
                      </a:cubicBezTo>
                      <a:lnTo>
                        <a:pt x="137022" y="160472"/>
                      </a:lnTo>
                      <a:cubicBezTo>
                        <a:pt x="136617" y="161281"/>
                        <a:pt x="135923" y="162726"/>
                        <a:pt x="135923" y="162726"/>
                      </a:cubicBezTo>
                      <a:cubicBezTo>
                        <a:pt x="132104" y="170989"/>
                        <a:pt x="128458" y="178848"/>
                        <a:pt x="126896" y="187227"/>
                      </a:cubicBezTo>
                      <a:lnTo>
                        <a:pt x="131988" y="242470"/>
                      </a:lnTo>
                      <a:lnTo>
                        <a:pt x="149752" y="242470"/>
                      </a:lnTo>
                      <a:lnTo>
                        <a:pt x="149752" y="337471"/>
                      </a:lnTo>
                      <a:cubicBezTo>
                        <a:pt x="149752" y="360296"/>
                        <a:pt x="161267" y="380406"/>
                        <a:pt x="178742" y="392483"/>
                      </a:cubicBezTo>
                      <a:lnTo>
                        <a:pt x="178742" y="574624"/>
                      </a:lnTo>
                      <a:cubicBezTo>
                        <a:pt x="178742" y="592249"/>
                        <a:pt x="164392" y="606580"/>
                        <a:pt x="146743" y="606580"/>
                      </a:cubicBezTo>
                      <a:cubicBezTo>
                        <a:pt x="130310" y="606580"/>
                        <a:pt x="116712" y="594098"/>
                        <a:pt x="114976" y="578149"/>
                      </a:cubicBezTo>
                      <a:cubicBezTo>
                        <a:pt x="113182" y="594214"/>
                        <a:pt x="99584" y="606580"/>
                        <a:pt x="83151" y="606580"/>
                      </a:cubicBezTo>
                      <a:cubicBezTo>
                        <a:pt x="65502" y="606580"/>
                        <a:pt x="51152" y="592249"/>
                        <a:pt x="51152" y="574624"/>
                      </a:cubicBezTo>
                      <a:lnTo>
                        <a:pt x="51152" y="382833"/>
                      </a:lnTo>
                      <a:lnTo>
                        <a:pt x="45365" y="382833"/>
                      </a:lnTo>
                      <a:cubicBezTo>
                        <a:pt x="20310" y="382833"/>
                        <a:pt x="0" y="362608"/>
                        <a:pt x="0" y="337528"/>
                      </a:cubicBezTo>
                      <a:lnTo>
                        <a:pt x="0" y="205545"/>
                      </a:lnTo>
                      <a:cubicBezTo>
                        <a:pt x="0" y="180524"/>
                        <a:pt x="20310" y="160241"/>
                        <a:pt x="45365" y="160241"/>
                      </a:cubicBezTo>
                      <a:lnTo>
                        <a:pt x="61972" y="160241"/>
                      </a:lnTo>
                      <a:lnTo>
                        <a:pt x="78464" y="242528"/>
                      </a:lnTo>
                      <a:lnTo>
                        <a:pt x="97964" y="242528"/>
                      </a:lnTo>
                      <a:lnTo>
                        <a:pt x="103056" y="186996"/>
                      </a:lnTo>
                      <a:cubicBezTo>
                        <a:pt x="102940" y="186013"/>
                        <a:pt x="102709" y="184973"/>
                        <a:pt x="102477" y="183991"/>
                      </a:cubicBezTo>
                      <a:cubicBezTo>
                        <a:pt x="100683" y="176768"/>
                        <a:pt x="97501" y="169891"/>
                        <a:pt x="94145" y="162726"/>
                      </a:cubicBezTo>
                      <a:cubicBezTo>
                        <a:pt x="94145" y="162726"/>
                        <a:pt x="93450" y="161281"/>
                        <a:pt x="93045" y="160472"/>
                      </a:cubicBezTo>
                      <a:lnTo>
                        <a:pt x="93103" y="160472"/>
                      </a:lnTo>
                      <a:cubicBezTo>
                        <a:pt x="93045" y="160356"/>
                        <a:pt x="93045" y="160241"/>
                        <a:pt x="92987" y="160183"/>
                      </a:cubicBezTo>
                      <a:close/>
                      <a:moveTo>
                        <a:pt x="457411" y="751"/>
                      </a:moveTo>
                      <a:lnTo>
                        <a:pt x="458047" y="751"/>
                      </a:lnTo>
                      <a:cubicBezTo>
                        <a:pt x="488012" y="751"/>
                        <a:pt x="514158" y="20971"/>
                        <a:pt x="521621" y="49915"/>
                      </a:cubicBezTo>
                      <a:cubicBezTo>
                        <a:pt x="523009" y="55403"/>
                        <a:pt x="523761" y="61007"/>
                        <a:pt x="523761" y="66553"/>
                      </a:cubicBezTo>
                      <a:cubicBezTo>
                        <a:pt x="523761" y="102718"/>
                        <a:pt x="494317" y="132124"/>
                        <a:pt x="458105" y="132124"/>
                      </a:cubicBezTo>
                      <a:lnTo>
                        <a:pt x="457469" y="132124"/>
                      </a:lnTo>
                      <a:cubicBezTo>
                        <a:pt x="427504" y="132124"/>
                        <a:pt x="401358" y="111904"/>
                        <a:pt x="393895" y="82960"/>
                      </a:cubicBezTo>
                      <a:cubicBezTo>
                        <a:pt x="392507" y="77472"/>
                        <a:pt x="391755" y="71868"/>
                        <a:pt x="391755" y="66322"/>
                      </a:cubicBezTo>
                      <a:cubicBezTo>
                        <a:pt x="391755" y="30157"/>
                        <a:pt x="421199" y="751"/>
                        <a:pt x="457411" y="751"/>
                      </a:cubicBezTo>
                      <a:close/>
                      <a:moveTo>
                        <a:pt x="285868" y="751"/>
                      </a:moveTo>
                      <a:lnTo>
                        <a:pt x="286621" y="751"/>
                      </a:lnTo>
                      <a:cubicBezTo>
                        <a:pt x="316601" y="751"/>
                        <a:pt x="342761" y="20971"/>
                        <a:pt x="350227" y="49915"/>
                      </a:cubicBezTo>
                      <a:cubicBezTo>
                        <a:pt x="351674" y="55403"/>
                        <a:pt x="352369" y="61007"/>
                        <a:pt x="352369" y="66553"/>
                      </a:cubicBezTo>
                      <a:cubicBezTo>
                        <a:pt x="352369" y="102718"/>
                        <a:pt x="322909" y="132124"/>
                        <a:pt x="286736" y="132124"/>
                      </a:cubicBezTo>
                      <a:lnTo>
                        <a:pt x="286100" y="132124"/>
                      </a:lnTo>
                      <a:cubicBezTo>
                        <a:pt x="256119" y="132124"/>
                        <a:pt x="229959" y="111846"/>
                        <a:pt x="222493" y="82845"/>
                      </a:cubicBezTo>
                      <a:cubicBezTo>
                        <a:pt x="221046" y="77414"/>
                        <a:pt x="220351" y="71810"/>
                        <a:pt x="220351" y="66264"/>
                      </a:cubicBezTo>
                      <a:cubicBezTo>
                        <a:pt x="220351" y="30157"/>
                        <a:pt x="249753" y="751"/>
                        <a:pt x="285868" y="751"/>
                      </a:cubicBezTo>
                      <a:close/>
                      <a:moveTo>
                        <a:pt x="114639" y="751"/>
                      </a:moveTo>
                      <a:lnTo>
                        <a:pt x="115275" y="751"/>
                      </a:lnTo>
                      <a:cubicBezTo>
                        <a:pt x="145256" y="751"/>
                        <a:pt x="171416" y="20971"/>
                        <a:pt x="178882" y="49915"/>
                      </a:cubicBezTo>
                      <a:cubicBezTo>
                        <a:pt x="180329" y="55403"/>
                        <a:pt x="181024" y="61007"/>
                        <a:pt x="181024" y="66553"/>
                      </a:cubicBezTo>
                      <a:cubicBezTo>
                        <a:pt x="181024" y="102718"/>
                        <a:pt x="151564" y="132124"/>
                        <a:pt x="115333" y="132124"/>
                      </a:cubicBezTo>
                      <a:lnTo>
                        <a:pt x="114754" y="132124"/>
                      </a:lnTo>
                      <a:cubicBezTo>
                        <a:pt x="84774" y="132124"/>
                        <a:pt x="58614" y="111904"/>
                        <a:pt x="51148" y="82960"/>
                      </a:cubicBezTo>
                      <a:cubicBezTo>
                        <a:pt x="49701" y="77472"/>
                        <a:pt x="49006" y="71868"/>
                        <a:pt x="49006" y="66322"/>
                      </a:cubicBezTo>
                      <a:cubicBezTo>
                        <a:pt x="49006" y="30157"/>
                        <a:pt x="78466" y="751"/>
                        <a:pt x="114639" y="751"/>
                      </a:cubicBezTo>
                      <a:close/>
                      <a:moveTo>
                        <a:pt x="457410" y="423"/>
                      </a:moveTo>
                      <a:cubicBezTo>
                        <a:pt x="420880" y="423"/>
                        <a:pt x="391355" y="29894"/>
                        <a:pt x="391355" y="66356"/>
                      </a:cubicBezTo>
                      <a:cubicBezTo>
                        <a:pt x="391355" y="72135"/>
                        <a:pt x="392108" y="77740"/>
                        <a:pt x="393497" y="83056"/>
                      </a:cubicBezTo>
                      <a:cubicBezTo>
                        <a:pt x="400849" y="111487"/>
                        <a:pt x="426669" y="132521"/>
                        <a:pt x="457468" y="132521"/>
                      </a:cubicBezTo>
                      <a:lnTo>
                        <a:pt x="457815" y="132521"/>
                      </a:lnTo>
                      <a:lnTo>
                        <a:pt x="458104" y="132521"/>
                      </a:lnTo>
                      <a:cubicBezTo>
                        <a:pt x="494634" y="132521"/>
                        <a:pt x="524159" y="103050"/>
                        <a:pt x="524159" y="66587"/>
                      </a:cubicBezTo>
                      <a:cubicBezTo>
                        <a:pt x="524159" y="60809"/>
                        <a:pt x="523406" y="55204"/>
                        <a:pt x="522017" y="49887"/>
                      </a:cubicBezTo>
                      <a:cubicBezTo>
                        <a:pt x="514665" y="21457"/>
                        <a:pt x="488845" y="423"/>
                        <a:pt x="458046" y="423"/>
                      </a:cubicBezTo>
                      <a:lnTo>
                        <a:pt x="457699" y="423"/>
                      </a:lnTo>
                      <a:close/>
                      <a:moveTo>
                        <a:pt x="114646" y="423"/>
                      </a:moveTo>
                      <a:cubicBezTo>
                        <a:pt x="78190" y="423"/>
                        <a:pt x="48620" y="29894"/>
                        <a:pt x="48620" y="66356"/>
                      </a:cubicBezTo>
                      <a:cubicBezTo>
                        <a:pt x="48620" y="72135"/>
                        <a:pt x="49372" y="77740"/>
                        <a:pt x="50761" y="83056"/>
                      </a:cubicBezTo>
                      <a:cubicBezTo>
                        <a:pt x="58110" y="111487"/>
                        <a:pt x="83977" y="132521"/>
                        <a:pt x="114762" y="132521"/>
                      </a:cubicBezTo>
                      <a:lnTo>
                        <a:pt x="115051" y="132521"/>
                      </a:lnTo>
                      <a:lnTo>
                        <a:pt x="115340" y="132521"/>
                      </a:lnTo>
                      <a:cubicBezTo>
                        <a:pt x="151854" y="132521"/>
                        <a:pt x="181424" y="103050"/>
                        <a:pt x="181424" y="66587"/>
                      </a:cubicBezTo>
                      <a:cubicBezTo>
                        <a:pt x="181424" y="60809"/>
                        <a:pt x="180614" y="55204"/>
                        <a:pt x="179225" y="49887"/>
                      </a:cubicBezTo>
                      <a:cubicBezTo>
                        <a:pt x="171934" y="21457"/>
                        <a:pt x="146067" y="423"/>
                        <a:pt x="115282" y="423"/>
                      </a:cubicBezTo>
                      <a:lnTo>
                        <a:pt x="114993" y="423"/>
                      </a:lnTo>
                      <a:close/>
                      <a:moveTo>
                        <a:pt x="286036" y="397"/>
                      </a:moveTo>
                      <a:cubicBezTo>
                        <a:pt x="249522" y="282"/>
                        <a:pt x="219952" y="29874"/>
                        <a:pt x="219952" y="66286"/>
                      </a:cubicBezTo>
                      <a:cubicBezTo>
                        <a:pt x="219952" y="72066"/>
                        <a:pt x="220762" y="77672"/>
                        <a:pt x="222151" y="82990"/>
                      </a:cubicBezTo>
                      <a:cubicBezTo>
                        <a:pt x="229442" y="111484"/>
                        <a:pt x="255309" y="132522"/>
                        <a:pt x="286094" y="132522"/>
                      </a:cubicBezTo>
                      <a:lnTo>
                        <a:pt x="286383" y="132522"/>
                      </a:lnTo>
                      <a:lnTo>
                        <a:pt x="286730" y="132522"/>
                      </a:lnTo>
                      <a:cubicBezTo>
                        <a:pt x="323186" y="132522"/>
                        <a:pt x="352756" y="103045"/>
                        <a:pt x="352756" y="66575"/>
                      </a:cubicBezTo>
                      <a:cubicBezTo>
                        <a:pt x="352756" y="60796"/>
                        <a:pt x="352004" y="55189"/>
                        <a:pt x="350615" y="49872"/>
                      </a:cubicBezTo>
                      <a:cubicBezTo>
                        <a:pt x="343266" y="21436"/>
                        <a:pt x="317399" y="397"/>
                        <a:pt x="286614" y="397"/>
                      </a:cubicBezTo>
                      <a:lnTo>
                        <a:pt x="286325" y="397"/>
                      </a:lnTo>
                      <a:close/>
                      <a:moveTo>
                        <a:pt x="457411" y="0"/>
                      </a:moveTo>
                      <a:lnTo>
                        <a:pt x="458047" y="0"/>
                      </a:lnTo>
                      <a:cubicBezTo>
                        <a:pt x="488359" y="0"/>
                        <a:pt x="514795" y="20451"/>
                        <a:pt x="522315" y="49741"/>
                      </a:cubicBezTo>
                      <a:cubicBezTo>
                        <a:pt x="523761" y="55230"/>
                        <a:pt x="524513" y="60891"/>
                        <a:pt x="524513" y="66553"/>
                      </a:cubicBezTo>
                      <a:cubicBezTo>
                        <a:pt x="524513" y="103122"/>
                        <a:pt x="494722" y="132875"/>
                        <a:pt x="458105" y="132875"/>
                      </a:cubicBezTo>
                      <a:lnTo>
                        <a:pt x="457469" y="132875"/>
                      </a:lnTo>
                      <a:cubicBezTo>
                        <a:pt x="427157" y="132875"/>
                        <a:pt x="400721" y="112424"/>
                        <a:pt x="393201" y="83133"/>
                      </a:cubicBezTo>
                      <a:cubicBezTo>
                        <a:pt x="391755" y="77645"/>
                        <a:pt x="391003" y="71983"/>
                        <a:pt x="391003" y="66322"/>
                      </a:cubicBezTo>
                      <a:cubicBezTo>
                        <a:pt x="391003" y="29752"/>
                        <a:pt x="420794" y="0"/>
                        <a:pt x="457411" y="0"/>
                      </a:cubicBezTo>
                      <a:close/>
                      <a:moveTo>
                        <a:pt x="285868" y="0"/>
                      </a:moveTo>
                      <a:lnTo>
                        <a:pt x="286621" y="0"/>
                      </a:lnTo>
                      <a:cubicBezTo>
                        <a:pt x="316948" y="0"/>
                        <a:pt x="343456" y="20451"/>
                        <a:pt x="350980" y="49741"/>
                      </a:cubicBezTo>
                      <a:cubicBezTo>
                        <a:pt x="352427" y="55287"/>
                        <a:pt x="353179" y="60891"/>
                        <a:pt x="353179" y="66553"/>
                      </a:cubicBezTo>
                      <a:cubicBezTo>
                        <a:pt x="353179" y="103122"/>
                        <a:pt x="323372" y="132875"/>
                        <a:pt x="286736" y="132875"/>
                      </a:cubicBezTo>
                      <a:lnTo>
                        <a:pt x="286100" y="132875"/>
                      </a:lnTo>
                      <a:cubicBezTo>
                        <a:pt x="255772" y="132875"/>
                        <a:pt x="229322" y="112366"/>
                        <a:pt x="221740" y="83076"/>
                      </a:cubicBezTo>
                      <a:cubicBezTo>
                        <a:pt x="220294" y="77530"/>
                        <a:pt x="219599" y="71868"/>
                        <a:pt x="219599" y="66264"/>
                      </a:cubicBezTo>
                      <a:cubicBezTo>
                        <a:pt x="219599" y="29695"/>
                        <a:pt x="249348" y="0"/>
                        <a:pt x="285868" y="0"/>
                      </a:cubicBezTo>
                      <a:close/>
                      <a:moveTo>
                        <a:pt x="114639" y="0"/>
                      </a:moveTo>
                      <a:lnTo>
                        <a:pt x="115275" y="0"/>
                      </a:lnTo>
                      <a:cubicBezTo>
                        <a:pt x="145603" y="0"/>
                        <a:pt x="172053" y="20451"/>
                        <a:pt x="179635" y="49741"/>
                      </a:cubicBezTo>
                      <a:cubicBezTo>
                        <a:pt x="181081" y="55230"/>
                        <a:pt x="181776" y="60891"/>
                        <a:pt x="181776" y="66553"/>
                      </a:cubicBezTo>
                      <a:cubicBezTo>
                        <a:pt x="181776" y="103122"/>
                        <a:pt x="151969" y="132875"/>
                        <a:pt x="115333" y="132875"/>
                      </a:cubicBezTo>
                      <a:lnTo>
                        <a:pt x="114754" y="132875"/>
                      </a:lnTo>
                      <a:cubicBezTo>
                        <a:pt x="84427" y="132875"/>
                        <a:pt x="57919" y="112424"/>
                        <a:pt x="50395" y="83133"/>
                      </a:cubicBezTo>
                      <a:cubicBezTo>
                        <a:pt x="48948" y="77645"/>
                        <a:pt x="48196" y="71983"/>
                        <a:pt x="48196" y="66322"/>
                      </a:cubicBezTo>
                      <a:cubicBezTo>
                        <a:pt x="48196" y="29752"/>
                        <a:pt x="78003" y="0"/>
                        <a:pt x="11463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endParaRPr lang="zh-CN" altLang="en-US" dirty="0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 rot="16200000">
                <a:off x="4290758" y="2947091"/>
                <a:ext cx="717071" cy="717071"/>
                <a:chOff x="5756383" y="3054536"/>
                <a:chExt cx="717071" cy="717071"/>
              </a:xfrm>
            </p:grpSpPr>
            <p:sp>
              <p:nvSpPr>
                <p:cNvPr id="22" name="泪滴形 21"/>
                <p:cNvSpPr/>
                <p:nvPr/>
              </p:nvSpPr>
              <p:spPr>
                <a:xfrm rot="18900000" flipH="1">
                  <a:off x="5756383" y="3054536"/>
                  <a:ext cx="717071" cy="717071"/>
                </a:xfrm>
                <a:prstGeom prst="teardrop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:endParaRPr lang="zh-CN" altLang="en-US"/>
                </a:p>
              </p:txBody>
            </p:sp>
            <p:sp>
              <p:nvSpPr>
                <p:cNvPr id="23" name="椭圆 22"/>
                <p:cNvSpPr/>
                <p:nvPr/>
              </p:nvSpPr>
              <p:spPr>
                <a:xfrm flipH="1">
                  <a:off x="5866587" y="3159713"/>
                  <a:ext cx="496662" cy="496660"/>
                </a:xfrm>
                <a:prstGeom prst="ellipse">
                  <a:avLst/>
                </a:pr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7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914400">
                    <a:lnSpc>
                      <a:spcPct val="140000"/>
                    </a:lnSpc>
                    <a:spcAft>
                      <a:spcPts val="600"/>
                    </a:spcAft>
                  </a:pPr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" name="任意多边形 132"/>
                <p:cNvSpPr>
                  <a:spLocks noChangeAspect="1"/>
                </p:cNvSpPr>
                <p:nvPr/>
              </p:nvSpPr>
              <p:spPr bwMode="auto">
                <a:xfrm rot="5400000">
                  <a:off x="6004588" y="3308737"/>
                  <a:ext cx="220661" cy="198613"/>
                </a:xfrm>
                <a:custGeom>
                  <a:avLst/>
                  <a:gdLst>
                    <a:gd name="T0" fmla="*/ 56 w 12800"/>
                    <a:gd name="T1" fmla="*/ 0 h 11520"/>
                    <a:gd name="T2" fmla="*/ 0 w 12800"/>
                    <a:gd name="T3" fmla="*/ 11464 h 11520"/>
                    <a:gd name="T4" fmla="*/ 2337 w 12800"/>
                    <a:gd name="T5" fmla="*/ 11520 h 11520"/>
                    <a:gd name="T6" fmla="*/ 4424 w 12800"/>
                    <a:gd name="T7" fmla="*/ 9322 h 11520"/>
                    <a:gd name="T8" fmla="*/ 6706 w 12800"/>
                    <a:gd name="T9" fmla="*/ 11520 h 11520"/>
                    <a:gd name="T10" fmla="*/ 6762 w 12800"/>
                    <a:gd name="T11" fmla="*/ 83 h 11520"/>
                    <a:gd name="T12" fmla="*/ 2894 w 12800"/>
                    <a:gd name="T13" fmla="*/ 7652 h 11520"/>
                    <a:gd name="T14" fmla="*/ 1280 w 12800"/>
                    <a:gd name="T15" fmla="*/ 6066 h 11520"/>
                    <a:gd name="T16" fmla="*/ 2894 w 12800"/>
                    <a:gd name="T17" fmla="*/ 7652 h 11520"/>
                    <a:gd name="T18" fmla="*/ 1280 w 12800"/>
                    <a:gd name="T19" fmla="*/ 5287 h 11520"/>
                    <a:gd name="T20" fmla="*/ 2894 w 12800"/>
                    <a:gd name="T21" fmla="*/ 3701 h 11520"/>
                    <a:gd name="T22" fmla="*/ 2894 w 12800"/>
                    <a:gd name="T23" fmla="*/ 2922 h 11520"/>
                    <a:gd name="T24" fmla="*/ 1280 w 12800"/>
                    <a:gd name="T25" fmla="*/ 1336 h 11520"/>
                    <a:gd name="T26" fmla="*/ 2894 w 12800"/>
                    <a:gd name="T27" fmla="*/ 2922 h 11520"/>
                    <a:gd name="T28" fmla="*/ 3840 w 12800"/>
                    <a:gd name="T29" fmla="*/ 7652 h 11520"/>
                    <a:gd name="T30" fmla="*/ 5454 w 12800"/>
                    <a:gd name="T31" fmla="*/ 6066 h 11520"/>
                    <a:gd name="T32" fmla="*/ 5454 w 12800"/>
                    <a:gd name="T33" fmla="*/ 5287 h 11520"/>
                    <a:gd name="T34" fmla="*/ 3840 w 12800"/>
                    <a:gd name="T35" fmla="*/ 3701 h 11520"/>
                    <a:gd name="T36" fmla="*/ 5454 w 12800"/>
                    <a:gd name="T37" fmla="*/ 5287 h 11520"/>
                    <a:gd name="T38" fmla="*/ 3840 w 12800"/>
                    <a:gd name="T39" fmla="*/ 2922 h 11520"/>
                    <a:gd name="T40" fmla="*/ 5454 w 12800"/>
                    <a:gd name="T41" fmla="*/ 1336 h 11520"/>
                    <a:gd name="T42" fmla="*/ 12466 w 12800"/>
                    <a:gd name="T43" fmla="*/ 3701 h 11520"/>
                    <a:gd name="T44" fmla="*/ 7763 w 12800"/>
                    <a:gd name="T45" fmla="*/ 4035 h 11520"/>
                    <a:gd name="T46" fmla="*/ 7791 w 12800"/>
                    <a:gd name="T47" fmla="*/ 11492 h 11520"/>
                    <a:gd name="T48" fmla="*/ 9544 w 12800"/>
                    <a:gd name="T49" fmla="*/ 10045 h 11520"/>
                    <a:gd name="T50" fmla="*/ 11019 w 12800"/>
                    <a:gd name="T51" fmla="*/ 11492 h 11520"/>
                    <a:gd name="T52" fmla="*/ 12772 w 12800"/>
                    <a:gd name="T53" fmla="*/ 11464 h 11520"/>
                    <a:gd name="T54" fmla="*/ 12466 w 12800"/>
                    <a:gd name="T55" fmla="*/ 3701 h 11520"/>
                    <a:gd name="T56" fmla="*/ 8403 w 12800"/>
                    <a:gd name="T57" fmla="*/ 8821 h 11520"/>
                    <a:gd name="T58" fmla="*/ 12104 w 12800"/>
                    <a:gd name="T59" fmla="*/ 8042 h 11520"/>
                    <a:gd name="T60" fmla="*/ 12104 w 12800"/>
                    <a:gd name="T61" fmla="*/ 7263 h 11520"/>
                    <a:gd name="T62" fmla="*/ 8403 w 12800"/>
                    <a:gd name="T63" fmla="*/ 6483 h 11520"/>
                    <a:gd name="T64" fmla="*/ 12104 w 12800"/>
                    <a:gd name="T65" fmla="*/ 7263 h 11520"/>
                    <a:gd name="T66" fmla="*/ 8403 w 12800"/>
                    <a:gd name="T67" fmla="*/ 5677 h 11520"/>
                    <a:gd name="T68" fmla="*/ 12104 w 12800"/>
                    <a:gd name="T69" fmla="*/ 4897 h 11520"/>
                    <a:gd name="T70" fmla="*/ 12104 w 12800"/>
                    <a:gd name="T71" fmla="*/ 5677 h 115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2800" h="11520">
                      <a:moveTo>
                        <a:pt x="6706" y="0"/>
                      </a:moveTo>
                      <a:lnTo>
                        <a:pt x="56" y="0"/>
                      </a:lnTo>
                      <a:cubicBezTo>
                        <a:pt x="28" y="0"/>
                        <a:pt x="0" y="28"/>
                        <a:pt x="0" y="83"/>
                      </a:cubicBezTo>
                      <a:lnTo>
                        <a:pt x="0" y="11464"/>
                      </a:lnTo>
                      <a:cubicBezTo>
                        <a:pt x="0" y="11492"/>
                        <a:pt x="28" y="11520"/>
                        <a:pt x="56" y="11520"/>
                      </a:cubicBezTo>
                      <a:lnTo>
                        <a:pt x="2337" y="11520"/>
                      </a:lnTo>
                      <a:lnTo>
                        <a:pt x="2337" y="9322"/>
                      </a:lnTo>
                      <a:lnTo>
                        <a:pt x="4424" y="9322"/>
                      </a:lnTo>
                      <a:lnTo>
                        <a:pt x="4424" y="11520"/>
                      </a:lnTo>
                      <a:lnTo>
                        <a:pt x="6706" y="11520"/>
                      </a:lnTo>
                      <a:cubicBezTo>
                        <a:pt x="6734" y="11520"/>
                        <a:pt x="6762" y="11492"/>
                        <a:pt x="6762" y="11464"/>
                      </a:cubicBezTo>
                      <a:lnTo>
                        <a:pt x="6762" y="83"/>
                      </a:lnTo>
                      <a:cubicBezTo>
                        <a:pt x="6762" y="28"/>
                        <a:pt x="6734" y="0"/>
                        <a:pt x="6706" y="0"/>
                      </a:cubicBezTo>
                      <a:close/>
                      <a:moveTo>
                        <a:pt x="2894" y="7652"/>
                      </a:moveTo>
                      <a:lnTo>
                        <a:pt x="1280" y="7652"/>
                      </a:lnTo>
                      <a:lnTo>
                        <a:pt x="1280" y="6066"/>
                      </a:lnTo>
                      <a:lnTo>
                        <a:pt x="2894" y="6066"/>
                      </a:lnTo>
                      <a:lnTo>
                        <a:pt x="2894" y="7652"/>
                      </a:lnTo>
                      <a:close/>
                      <a:moveTo>
                        <a:pt x="2894" y="5287"/>
                      </a:moveTo>
                      <a:lnTo>
                        <a:pt x="1280" y="5287"/>
                      </a:lnTo>
                      <a:lnTo>
                        <a:pt x="1280" y="3701"/>
                      </a:lnTo>
                      <a:lnTo>
                        <a:pt x="2894" y="3701"/>
                      </a:lnTo>
                      <a:lnTo>
                        <a:pt x="2894" y="5287"/>
                      </a:lnTo>
                      <a:close/>
                      <a:moveTo>
                        <a:pt x="2894" y="2922"/>
                      </a:moveTo>
                      <a:lnTo>
                        <a:pt x="1280" y="2922"/>
                      </a:lnTo>
                      <a:lnTo>
                        <a:pt x="1280" y="1336"/>
                      </a:lnTo>
                      <a:lnTo>
                        <a:pt x="2894" y="1336"/>
                      </a:lnTo>
                      <a:lnTo>
                        <a:pt x="2894" y="2922"/>
                      </a:lnTo>
                      <a:close/>
                      <a:moveTo>
                        <a:pt x="5454" y="7652"/>
                      </a:moveTo>
                      <a:lnTo>
                        <a:pt x="3840" y="7652"/>
                      </a:lnTo>
                      <a:lnTo>
                        <a:pt x="3840" y="6066"/>
                      </a:lnTo>
                      <a:lnTo>
                        <a:pt x="5454" y="6066"/>
                      </a:lnTo>
                      <a:lnTo>
                        <a:pt x="5454" y="7652"/>
                      </a:lnTo>
                      <a:close/>
                      <a:moveTo>
                        <a:pt x="5454" y="5287"/>
                      </a:moveTo>
                      <a:lnTo>
                        <a:pt x="3840" y="5287"/>
                      </a:lnTo>
                      <a:lnTo>
                        <a:pt x="3840" y="3701"/>
                      </a:lnTo>
                      <a:lnTo>
                        <a:pt x="5454" y="3701"/>
                      </a:lnTo>
                      <a:lnTo>
                        <a:pt x="5454" y="5287"/>
                      </a:lnTo>
                      <a:close/>
                      <a:moveTo>
                        <a:pt x="5454" y="2922"/>
                      </a:moveTo>
                      <a:lnTo>
                        <a:pt x="3840" y="2922"/>
                      </a:lnTo>
                      <a:lnTo>
                        <a:pt x="3840" y="1336"/>
                      </a:lnTo>
                      <a:lnTo>
                        <a:pt x="5454" y="1336"/>
                      </a:lnTo>
                      <a:lnTo>
                        <a:pt x="5454" y="2922"/>
                      </a:lnTo>
                      <a:close/>
                      <a:moveTo>
                        <a:pt x="12466" y="3701"/>
                      </a:moveTo>
                      <a:lnTo>
                        <a:pt x="8097" y="3701"/>
                      </a:lnTo>
                      <a:cubicBezTo>
                        <a:pt x="7903" y="3701"/>
                        <a:pt x="7763" y="3840"/>
                        <a:pt x="7763" y="4035"/>
                      </a:cubicBezTo>
                      <a:lnTo>
                        <a:pt x="7763" y="11464"/>
                      </a:lnTo>
                      <a:cubicBezTo>
                        <a:pt x="7763" y="11492"/>
                        <a:pt x="7791" y="11492"/>
                        <a:pt x="7791" y="11492"/>
                      </a:cubicBezTo>
                      <a:lnTo>
                        <a:pt x="9544" y="11492"/>
                      </a:lnTo>
                      <a:lnTo>
                        <a:pt x="9544" y="10045"/>
                      </a:lnTo>
                      <a:lnTo>
                        <a:pt x="11019" y="10045"/>
                      </a:lnTo>
                      <a:lnTo>
                        <a:pt x="11019" y="11492"/>
                      </a:lnTo>
                      <a:lnTo>
                        <a:pt x="12744" y="11492"/>
                      </a:lnTo>
                      <a:cubicBezTo>
                        <a:pt x="12772" y="11492"/>
                        <a:pt x="12772" y="11464"/>
                        <a:pt x="12772" y="11464"/>
                      </a:cubicBezTo>
                      <a:lnTo>
                        <a:pt x="12772" y="4035"/>
                      </a:lnTo>
                      <a:cubicBezTo>
                        <a:pt x="12800" y="3868"/>
                        <a:pt x="12633" y="3701"/>
                        <a:pt x="12466" y="3701"/>
                      </a:cubicBezTo>
                      <a:close/>
                      <a:moveTo>
                        <a:pt x="12104" y="8821"/>
                      </a:moveTo>
                      <a:lnTo>
                        <a:pt x="8403" y="8821"/>
                      </a:lnTo>
                      <a:lnTo>
                        <a:pt x="8403" y="8042"/>
                      </a:lnTo>
                      <a:lnTo>
                        <a:pt x="12104" y="8042"/>
                      </a:lnTo>
                      <a:lnTo>
                        <a:pt x="12104" y="8821"/>
                      </a:lnTo>
                      <a:close/>
                      <a:moveTo>
                        <a:pt x="12104" y="7263"/>
                      </a:moveTo>
                      <a:lnTo>
                        <a:pt x="8403" y="7263"/>
                      </a:lnTo>
                      <a:lnTo>
                        <a:pt x="8403" y="6483"/>
                      </a:lnTo>
                      <a:lnTo>
                        <a:pt x="12104" y="6483"/>
                      </a:lnTo>
                      <a:lnTo>
                        <a:pt x="12104" y="7263"/>
                      </a:lnTo>
                      <a:close/>
                      <a:moveTo>
                        <a:pt x="12104" y="5677"/>
                      </a:moveTo>
                      <a:lnTo>
                        <a:pt x="8403" y="5677"/>
                      </a:lnTo>
                      <a:lnTo>
                        <a:pt x="8403" y="4897"/>
                      </a:lnTo>
                      <a:lnTo>
                        <a:pt x="12104" y="4897"/>
                      </a:lnTo>
                      <a:lnTo>
                        <a:pt x="12104" y="5677"/>
                      </a:lnTo>
                      <a:close/>
                      <a:moveTo>
                        <a:pt x="12104" y="5677"/>
                      </a:move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endParaRPr lang="zh-CN" altLang="en-US" dirty="0"/>
                </a:p>
              </p:txBody>
            </p:sp>
          </p:grpSp>
          <p:grpSp>
            <p:nvGrpSpPr>
              <p:cNvPr id="25" name="组合 24"/>
              <p:cNvGrpSpPr/>
              <p:nvPr/>
            </p:nvGrpSpPr>
            <p:grpSpPr>
              <a:xfrm rot="5400000">
                <a:off x="10052183" y="2947091"/>
                <a:ext cx="717071" cy="717071"/>
                <a:chOff x="5756383" y="4782021"/>
                <a:chExt cx="717071" cy="717071"/>
              </a:xfrm>
            </p:grpSpPr>
            <p:sp>
              <p:nvSpPr>
                <p:cNvPr id="26" name="泪滴形 25"/>
                <p:cNvSpPr/>
                <p:nvPr/>
              </p:nvSpPr>
              <p:spPr>
                <a:xfrm rot="2700000">
                  <a:off x="5756383" y="4782021"/>
                  <a:ext cx="717071" cy="717071"/>
                </a:xfrm>
                <a:prstGeom prst="teardrop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:endParaRPr lang="zh-CN" altLang="en-US"/>
                </a:p>
              </p:txBody>
            </p:sp>
            <p:sp>
              <p:nvSpPr>
                <p:cNvPr id="27" name="椭圆 26"/>
                <p:cNvSpPr/>
                <p:nvPr/>
              </p:nvSpPr>
              <p:spPr>
                <a:xfrm>
                  <a:off x="5866587" y="4887198"/>
                  <a:ext cx="496662" cy="496660"/>
                </a:xfrm>
                <a:prstGeom prst="ellipse">
                  <a:avLst/>
                </a:pr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7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914400">
                    <a:lnSpc>
                      <a:spcPct val="140000"/>
                    </a:lnSpc>
                    <a:spcAft>
                      <a:spcPts val="600"/>
                    </a:spcAft>
                  </a:pPr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8" name="任意多边形 105"/>
                <p:cNvSpPr/>
                <p:nvPr/>
              </p:nvSpPr>
              <p:spPr bwMode="auto">
                <a:xfrm rot="16200000">
                  <a:off x="5996080" y="5034293"/>
                  <a:ext cx="237677" cy="202469"/>
                </a:xfrm>
                <a:custGeom>
                  <a:avLst/>
                  <a:gdLst>
                    <a:gd name="connsiteX0" fmla="*/ 384532 w 553532"/>
                    <a:gd name="connsiteY0" fmla="*/ 434837 h 471537"/>
                    <a:gd name="connsiteX1" fmla="*/ 421992 w 553532"/>
                    <a:gd name="connsiteY1" fmla="*/ 456789 h 471537"/>
                    <a:gd name="connsiteX2" fmla="*/ 381949 w 553532"/>
                    <a:gd name="connsiteY2" fmla="*/ 470993 h 471537"/>
                    <a:gd name="connsiteX3" fmla="*/ 345781 w 553532"/>
                    <a:gd name="connsiteY3" fmla="*/ 447750 h 471537"/>
                    <a:gd name="connsiteX4" fmla="*/ 384532 w 553532"/>
                    <a:gd name="connsiteY4" fmla="*/ 434837 h 471537"/>
                    <a:gd name="connsiteX5" fmla="*/ 168692 w 553532"/>
                    <a:gd name="connsiteY5" fmla="*/ 434837 h 471537"/>
                    <a:gd name="connsiteX6" fmla="*/ 207443 w 553532"/>
                    <a:gd name="connsiteY6" fmla="*/ 447750 h 471537"/>
                    <a:gd name="connsiteX7" fmla="*/ 172567 w 553532"/>
                    <a:gd name="connsiteY7" fmla="*/ 470993 h 471537"/>
                    <a:gd name="connsiteX8" fmla="*/ 131232 w 553532"/>
                    <a:gd name="connsiteY8" fmla="*/ 456789 h 471537"/>
                    <a:gd name="connsiteX9" fmla="*/ 168692 w 553532"/>
                    <a:gd name="connsiteY9" fmla="*/ 434837 h 471537"/>
                    <a:gd name="connsiteX10" fmla="*/ 438693 w 553532"/>
                    <a:gd name="connsiteY10" fmla="*/ 406369 h 471537"/>
                    <a:gd name="connsiteX11" fmla="*/ 478736 w 553532"/>
                    <a:gd name="connsiteY11" fmla="*/ 423172 h 471537"/>
                    <a:gd name="connsiteX12" fmla="*/ 439985 w 553532"/>
                    <a:gd name="connsiteY12" fmla="*/ 442560 h 471537"/>
                    <a:gd name="connsiteX13" fmla="*/ 402525 w 553532"/>
                    <a:gd name="connsiteY13" fmla="*/ 423172 h 471537"/>
                    <a:gd name="connsiteX14" fmla="*/ 438693 w 553532"/>
                    <a:gd name="connsiteY14" fmla="*/ 406369 h 471537"/>
                    <a:gd name="connsiteX15" fmla="*/ 114531 w 553532"/>
                    <a:gd name="connsiteY15" fmla="*/ 406369 h 471537"/>
                    <a:gd name="connsiteX16" fmla="*/ 150699 w 553532"/>
                    <a:gd name="connsiteY16" fmla="*/ 423172 h 471537"/>
                    <a:gd name="connsiteX17" fmla="*/ 113239 w 553532"/>
                    <a:gd name="connsiteY17" fmla="*/ 442560 h 471537"/>
                    <a:gd name="connsiteX18" fmla="*/ 74488 w 553532"/>
                    <a:gd name="connsiteY18" fmla="*/ 423172 h 471537"/>
                    <a:gd name="connsiteX19" fmla="*/ 114531 w 553532"/>
                    <a:gd name="connsiteY19" fmla="*/ 406369 h 471537"/>
                    <a:gd name="connsiteX20" fmla="*/ 504120 w 553532"/>
                    <a:gd name="connsiteY20" fmla="*/ 365910 h 471537"/>
                    <a:gd name="connsiteX21" fmla="*/ 516220 w 553532"/>
                    <a:gd name="connsiteY21" fmla="*/ 370274 h 471537"/>
                    <a:gd name="connsiteX22" fmla="*/ 485245 w 553532"/>
                    <a:gd name="connsiteY22" fmla="*/ 401305 h 471537"/>
                    <a:gd name="connsiteX23" fmla="*/ 443944 w 553532"/>
                    <a:gd name="connsiteY23" fmla="*/ 393547 h 471537"/>
                    <a:gd name="connsiteX24" fmla="*/ 473629 w 553532"/>
                    <a:gd name="connsiteY24" fmla="*/ 366395 h 471537"/>
                    <a:gd name="connsiteX25" fmla="*/ 504120 w 553532"/>
                    <a:gd name="connsiteY25" fmla="*/ 365910 h 471537"/>
                    <a:gd name="connsiteX26" fmla="*/ 49104 w 553532"/>
                    <a:gd name="connsiteY26" fmla="*/ 365910 h 471537"/>
                    <a:gd name="connsiteX27" fmla="*/ 79595 w 553532"/>
                    <a:gd name="connsiteY27" fmla="*/ 366395 h 471537"/>
                    <a:gd name="connsiteX28" fmla="*/ 109280 w 553532"/>
                    <a:gd name="connsiteY28" fmla="*/ 393547 h 471537"/>
                    <a:gd name="connsiteX29" fmla="*/ 67979 w 553532"/>
                    <a:gd name="connsiteY29" fmla="*/ 401305 h 471537"/>
                    <a:gd name="connsiteX30" fmla="*/ 37004 w 553532"/>
                    <a:gd name="connsiteY30" fmla="*/ 370274 h 471537"/>
                    <a:gd name="connsiteX31" fmla="*/ 49104 w 553532"/>
                    <a:gd name="connsiteY31" fmla="*/ 365910 h 471537"/>
                    <a:gd name="connsiteX32" fmla="*/ 359944 w 553532"/>
                    <a:gd name="connsiteY32" fmla="*/ 356202 h 471537"/>
                    <a:gd name="connsiteX33" fmla="*/ 359944 w 553532"/>
                    <a:gd name="connsiteY33" fmla="*/ 398698 h 471537"/>
                    <a:gd name="connsiteX34" fmla="*/ 330265 w 553532"/>
                    <a:gd name="connsiteY34" fmla="*/ 427028 h 471537"/>
                    <a:gd name="connsiteX35" fmla="*/ 326394 w 553532"/>
                    <a:gd name="connsiteY35" fmla="*/ 384533 h 471537"/>
                    <a:gd name="connsiteX36" fmla="*/ 359944 w 553532"/>
                    <a:gd name="connsiteY36" fmla="*/ 356202 h 471537"/>
                    <a:gd name="connsiteX37" fmla="*/ 193281 w 553532"/>
                    <a:gd name="connsiteY37" fmla="*/ 356202 h 471537"/>
                    <a:gd name="connsiteX38" fmla="*/ 226830 w 553532"/>
                    <a:gd name="connsiteY38" fmla="*/ 384533 h 471537"/>
                    <a:gd name="connsiteX39" fmla="*/ 222959 w 553532"/>
                    <a:gd name="connsiteY39" fmla="*/ 427028 h 471537"/>
                    <a:gd name="connsiteX40" fmla="*/ 193281 w 553532"/>
                    <a:gd name="connsiteY40" fmla="*/ 398698 h 471537"/>
                    <a:gd name="connsiteX41" fmla="*/ 193281 w 553532"/>
                    <a:gd name="connsiteY41" fmla="*/ 356202 h 471537"/>
                    <a:gd name="connsiteX42" fmla="*/ 396138 w 553532"/>
                    <a:gd name="connsiteY42" fmla="*/ 321203 h 471537"/>
                    <a:gd name="connsiteX43" fmla="*/ 407802 w 553532"/>
                    <a:gd name="connsiteY43" fmla="*/ 361272 h 471537"/>
                    <a:gd name="connsiteX44" fmla="*/ 387066 w 553532"/>
                    <a:gd name="connsiteY44" fmla="*/ 396171 h 471537"/>
                    <a:gd name="connsiteX45" fmla="*/ 371514 w 553532"/>
                    <a:gd name="connsiteY45" fmla="*/ 357395 h 471537"/>
                    <a:gd name="connsiteX46" fmla="*/ 396138 w 553532"/>
                    <a:gd name="connsiteY46" fmla="*/ 321203 h 471537"/>
                    <a:gd name="connsiteX47" fmla="*/ 157085 w 553532"/>
                    <a:gd name="connsiteY47" fmla="*/ 321203 h 471537"/>
                    <a:gd name="connsiteX48" fmla="*/ 181709 w 553532"/>
                    <a:gd name="connsiteY48" fmla="*/ 357395 h 471537"/>
                    <a:gd name="connsiteX49" fmla="*/ 166157 w 553532"/>
                    <a:gd name="connsiteY49" fmla="*/ 396171 h 471537"/>
                    <a:gd name="connsiteX50" fmla="*/ 145421 w 553532"/>
                    <a:gd name="connsiteY50" fmla="*/ 361272 h 471537"/>
                    <a:gd name="connsiteX51" fmla="*/ 157085 w 553532"/>
                    <a:gd name="connsiteY51" fmla="*/ 321203 h 471537"/>
                    <a:gd name="connsiteX52" fmla="*/ 532760 w 553532"/>
                    <a:gd name="connsiteY52" fmla="*/ 311804 h 471537"/>
                    <a:gd name="connsiteX53" fmla="*/ 545834 w 553532"/>
                    <a:gd name="connsiteY53" fmla="*/ 313581 h 471537"/>
                    <a:gd name="connsiteX54" fmla="*/ 522591 w 553532"/>
                    <a:gd name="connsiteY54" fmla="*/ 349753 h 471537"/>
                    <a:gd name="connsiteX55" fmla="*/ 479978 w 553532"/>
                    <a:gd name="connsiteY55" fmla="*/ 352337 h 471537"/>
                    <a:gd name="connsiteX56" fmla="*/ 503221 w 553532"/>
                    <a:gd name="connsiteY56" fmla="*/ 318748 h 471537"/>
                    <a:gd name="connsiteX57" fmla="*/ 532760 w 553532"/>
                    <a:gd name="connsiteY57" fmla="*/ 311804 h 471537"/>
                    <a:gd name="connsiteX58" fmla="*/ 20297 w 553532"/>
                    <a:gd name="connsiteY58" fmla="*/ 311804 h 471537"/>
                    <a:gd name="connsiteX59" fmla="*/ 49929 w 553532"/>
                    <a:gd name="connsiteY59" fmla="*/ 318748 h 471537"/>
                    <a:gd name="connsiteX60" fmla="*/ 73245 w 553532"/>
                    <a:gd name="connsiteY60" fmla="*/ 352337 h 471537"/>
                    <a:gd name="connsiteX61" fmla="*/ 30498 w 553532"/>
                    <a:gd name="connsiteY61" fmla="*/ 349753 h 471537"/>
                    <a:gd name="connsiteX62" fmla="*/ 7182 w 553532"/>
                    <a:gd name="connsiteY62" fmla="*/ 313581 h 471537"/>
                    <a:gd name="connsiteX63" fmla="*/ 20297 w 553532"/>
                    <a:gd name="connsiteY63" fmla="*/ 311804 h 471537"/>
                    <a:gd name="connsiteX64" fmla="*/ 433537 w 553532"/>
                    <a:gd name="connsiteY64" fmla="*/ 285169 h 471537"/>
                    <a:gd name="connsiteX65" fmla="*/ 450363 w 553532"/>
                    <a:gd name="connsiteY65" fmla="*/ 325187 h 471537"/>
                    <a:gd name="connsiteX66" fmla="*/ 433537 w 553532"/>
                    <a:gd name="connsiteY66" fmla="*/ 362622 h 471537"/>
                    <a:gd name="connsiteX67" fmla="*/ 414122 w 553532"/>
                    <a:gd name="connsiteY67" fmla="*/ 323896 h 471537"/>
                    <a:gd name="connsiteX68" fmla="*/ 433537 w 553532"/>
                    <a:gd name="connsiteY68" fmla="*/ 285169 h 471537"/>
                    <a:gd name="connsiteX69" fmla="*/ 119663 w 553532"/>
                    <a:gd name="connsiteY69" fmla="*/ 285169 h 471537"/>
                    <a:gd name="connsiteX70" fmla="*/ 139052 w 553532"/>
                    <a:gd name="connsiteY70" fmla="*/ 323896 h 471537"/>
                    <a:gd name="connsiteX71" fmla="*/ 120956 w 553532"/>
                    <a:gd name="connsiteY71" fmla="*/ 362622 h 471537"/>
                    <a:gd name="connsiteX72" fmla="*/ 102860 w 553532"/>
                    <a:gd name="connsiteY72" fmla="*/ 325187 h 471537"/>
                    <a:gd name="connsiteX73" fmla="*/ 119663 w 553532"/>
                    <a:gd name="connsiteY73" fmla="*/ 285169 h 471537"/>
                    <a:gd name="connsiteX74" fmla="*/ 485241 w 553532"/>
                    <a:gd name="connsiteY74" fmla="*/ 264459 h 471537"/>
                    <a:gd name="connsiteX75" fmla="*/ 496862 w 553532"/>
                    <a:gd name="connsiteY75" fmla="*/ 264459 h 471537"/>
                    <a:gd name="connsiteX76" fmla="*/ 304460 w 553532"/>
                    <a:gd name="connsiteY76" fmla="*/ 451672 h 471537"/>
                    <a:gd name="connsiteX77" fmla="*/ 301877 w 553532"/>
                    <a:gd name="connsiteY77" fmla="*/ 440052 h 471537"/>
                    <a:gd name="connsiteX78" fmla="*/ 485241 w 553532"/>
                    <a:gd name="connsiteY78" fmla="*/ 264459 h 471537"/>
                    <a:gd name="connsiteX79" fmla="*/ 56361 w 553532"/>
                    <a:gd name="connsiteY79" fmla="*/ 264459 h 471537"/>
                    <a:gd name="connsiteX80" fmla="*/ 67982 w 553532"/>
                    <a:gd name="connsiteY80" fmla="*/ 264459 h 471537"/>
                    <a:gd name="connsiteX81" fmla="*/ 251346 w 553532"/>
                    <a:gd name="connsiteY81" fmla="*/ 440052 h 471537"/>
                    <a:gd name="connsiteX82" fmla="*/ 248763 w 553532"/>
                    <a:gd name="connsiteY82" fmla="*/ 451672 h 471537"/>
                    <a:gd name="connsiteX83" fmla="*/ 56361 w 553532"/>
                    <a:gd name="connsiteY83" fmla="*/ 264459 h 471537"/>
                    <a:gd name="connsiteX84" fmla="*/ 552409 w 553532"/>
                    <a:gd name="connsiteY84" fmla="*/ 249134 h 471537"/>
                    <a:gd name="connsiteX85" fmla="*/ 540760 w 553532"/>
                    <a:gd name="connsiteY85" fmla="*/ 290337 h 471537"/>
                    <a:gd name="connsiteX86" fmla="*/ 501930 w 553532"/>
                    <a:gd name="connsiteY86" fmla="*/ 305788 h 471537"/>
                    <a:gd name="connsiteX87" fmla="*/ 513579 w 553532"/>
                    <a:gd name="connsiteY87" fmla="*/ 267160 h 471537"/>
                    <a:gd name="connsiteX88" fmla="*/ 552409 w 553532"/>
                    <a:gd name="connsiteY88" fmla="*/ 249134 h 471537"/>
                    <a:gd name="connsiteX89" fmla="*/ 749 w 553532"/>
                    <a:gd name="connsiteY89" fmla="*/ 249134 h 471537"/>
                    <a:gd name="connsiteX90" fmla="*/ 39480 w 553532"/>
                    <a:gd name="connsiteY90" fmla="*/ 267160 h 471537"/>
                    <a:gd name="connsiteX91" fmla="*/ 51100 w 553532"/>
                    <a:gd name="connsiteY91" fmla="*/ 305788 h 471537"/>
                    <a:gd name="connsiteX92" fmla="*/ 12368 w 553532"/>
                    <a:gd name="connsiteY92" fmla="*/ 290337 h 471537"/>
                    <a:gd name="connsiteX93" fmla="*/ 749 w 553532"/>
                    <a:gd name="connsiteY93" fmla="*/ 249134 h 471537"/>
                    <a:gd name="connsiteX94" fmla="*/ 454152 w 553532"/>
                    <a:gd name="connsiteY94" fmla="*/ 225733 h 471537"/>
                    <a:gd name="connsiteX95" fmla="*/ 476104 w 553532"/>
                    <a:gd name="connsiteY95" fmla="*/ 263193 h 471537"/>
                    <a:gd name="connsiteX96" fmla="*/ 463191 w 553532"/>
                    <a:gd name="connsiteY96" fmla="*/ 301944 h 471537"/>
                    <a:gd name="connsiteX97" fmla="*/ 439948 w 553532"/>
                    <a:gd name="connsiteY97" fmla="*/ 267068 h 471537"/>
                    <a:gd name="connsiteX98" fmla="*/ 454152 w 553532"/>
                    <a:gd name="connsiteY98" fmla="*/ 225733 h 471537"/>
                    <a:gd name="connsiteX99" fmla="*/ 99071 w 553532"/>
                    <a:gd name="connsiteY99" fmla="*/ 225733 h 471537"/>
                    <a:gd name="connsiteX100" fmla="*/ 113275 w 553532"/>
                    <a:gd name="connsiteY100" fmla="*/ 267068 h 471537"/>
                    <a:gd name="connsiteX101" fmla="*/ 90032 w 553532"/>
                    <a:gd name="connsiteY101" fmla="*/ 301944 h 471537"/>
                    <a:gd name="connsiteX102" fmla="*/ 77119 w 553532"/>
                    <a:gd name="connsiteY102" fmla="*/ 263193 h 471537"/>
                    <a:gd name="connsiteX103" fmla="*/ 99071 w 553532"/>
                    <a:gd name="connsiteY103" fmla="*/ 225733 h 471537"/>
                    <a:gd name="connsiteX104" fmla="*/ 504581 w 553532"/>
                    <a:gd name="connsiteY104" fmla="*/ 176858 h 471537"/>
                    <a:gd name="connsiteX105" fmla="*/ 518770 w 553532"/>
                    <a:gd name="connsiteY105" fmla="*/ 218081 h 471537"/>
                    <a:gd name="connsiteX106" fmla="*/ 492972 w 553532"/>
                    <a:gd name="connsiteY106" fmla="*/ 252862 h 471537"/>
                    <a:gd name="connsiteX107" fmla="*/ 482653 w 553532"/>
                    <a:gd name="connsiteY107" fmla="*/ 212928 h 471537"/>
                    <a:gd name="connsiteX108" fmla="*/ 504581 w 553532"/>
                    <a:gd name="connsiteY108" fmla="*/ 176858 h 471537"/>
                    <a:gd name="connsiteX109" fmla="*/ 48643 w 553532"/>
                    <a:gd name="connsiteY109" fmla="*/ 176858 h 471537"/>
                    <a:gd name="connsiteX110" fmla="*/ 70571 w 553532"/>
                    <a:gd name="connsiteY110" fmla="*/ 212928 h 471537"/>
                    <a:gd name="connsiteX111" fmla="*/ 60252 w 553532"/>
                    <a:gd name="connsiteY111" fmla="*/ 252862 h 471537"/>
                    <a:gd name="connsiteX112" fmla="*/ 34454 w 553532"/>
                    <a:gd name="connsiteY112" fmla="*/ 218081 h 471537"/>
                    <a:gd name="connsiteX113" fmla="*/ 48643 w 553532"/>
                    <a:gd name="connsiteY113" fmla="*/ 176858 h 471537"/>
                    <a:gd name="connsiteX114" fmla="*/ 368988 w 553532"/>
                    <a:gd name="connsiteY114" fmla="*/ 25801 h 471537"/>
                    <a:gd name="connsiteX115" fmla="*/ 362528 w 553532"/>
                    <a:gd name="connsiteY115" fmla="*/ 96753 h 471537"/>
                    <a:gd name="connsiteX116" fmla="*/ 412915 w 553532"/>
                    <a:gd name="connsiteY116" fmla="*/ 98043 h 471537"/>
                    <a:gd name="connsiteX117" fmla="*/ 428419 w 553532"/>
                    <a:gd name="connsiteY117" fmla="*/ 25801 h 471537"/>
                    <a:gd name="connsiteX118" fmla="*/ 124804 w 553532"/>
                    <a:gd name="connsiteY118" fmla="*/ 25801 h 471537"/>
                    <a:gd name="connsiteX119" fmla="*/ 140308 w 553532"/>
                    <a:gd name="connsiteY119" fmla="*/ 98043 h 471537"/>
                    <a:gd name="connsiteX120" fmla="*/ 190695 w 553532"/>
                    <a:gd name="connsiteY120" fmla="*/ 96753 h 471537"/>
                    <a:gd name="connsiteX121" fmla="*/ 184235 w 553532"/>
                    <a:gd name="connsiteY121" fmla="*/ 25801 h 471537"/>
                    <a:gd name="connsiteX122" fmla="*/ 101549 w 553532"/>
                    <a:gd name="connsiteY122" fmla="*/ 0 h 471537"/>
                    <a:gd name="connsiteX123" fmla="*/ 277258 w 553532"/>
                    <a:gd name="connsiteY123" fmla="*/ 0 h 471537"/>
                    <a:gd name="connsiteX124" fmla="*/ 451674 w 553532"/>
                    <a:gd name="connsiteY124" fmla="*/ 0 h 471537"/>
                    <a:gd name="connsiteX125" fmla="*/ 452966 w 553532"/>
                    <a:gd name="connsiteY125" fmla="*/ 10321 h 471537"/>
                    <a:gd name="connsiteX126" fmla="*/ 428419 w 553532"/>
                    <a:gd name="connsiteY126" fmla="*/ 119974 h 471537"/>
                    <a:gd name="connsiteX127" fmla="*/ 361236 w 553532"/>
                    <a:gd name="connsiteY127" fmla="*/ 123844 h 471537"/>
                    <a:gd name="connsiteX128" fmla="*/ 376740 w 553532"/>
                    <a:gd name="connsiteY128" fmla="*/ 141905 h 471537"/>
                    <a:gd name="connsiteX129" fmla="*/ 357360 w 553532"/>
                    <a:gd name="connsiteY129" fmla="*/ 158675 h 471537"/>
                    <a:gd name="connsiteX130" fmla="*/ 339272 w 553532"/>
                    <a:gd name="connsiteY130" fmla="*/ 139325 h 471537"/>
                    <a:gd name="connsiteX131" fmla="*/ 312141 w 553532"/>
                    <a:gd name="connsiteY131" fmla="*/ 161255 h 471537"/>
                    <a:gd name="connsiteX132" fmla="*/ 312141 w 553532"/>
                    <a:gd name="connsiteY132" fmla="*/ 199956 h 471537"/>
                    <a:gd name="connsiteX133" fmla="*/ 301805 w 553532"/>
                    <a:gd name="connsiteY133" fmla="*/ 199956 h 471537"/>
                    <a:gd name="connsiteX134" fmla="*/ 336688 w 553532"/>
                    <a:gd name="connsiteY134" fmla="*/ 267038 h 471537"/>
                    <a:gd name="connsiteX135" fmla="*/ 336688 w 553532"/>
                    <a:gd name="connsiteY135" fmla="*/ 307030 h 471537"/>
                    <a:gd name="connsiteX136" fmla="*/ 352192 w 553532"/>
                    <a:gd name="connsiteY136" fmla="*/ 307030 h 471537"/>
                    <a:gd name="connsiteX137" fmla="*/ 352192 w 553532"/>
                    <a:gd name="connsiteY137" fmla="*/ 326380 h 471537"/>
                    <a:gd name="connsiteX138" fmla="*/ 277258 w 553532"/>
                    <a:gd name="connsiteY138" fmla="*/ 326380 h 471537"/>
                    <a:gd name="connsiteX139" fmla="*/ 275966 w 553532"/>
                    <a:gd name="connsiteY139" fmla="*/ 326380 h 471537"/>
                    <a:gd name="connsiteX140" fmla="*/ 201031 w 553532"/>
                    <a:gd name="connsiteY140" fmla="*/ 326380 h 471537"/>
                    <a:gd name="connsiteX141" fmla="*/ 201031 w 553532"/>
                    <a:gd name="connsiteY141" fmla="*/ 307030 h 471537"/>
                    <a:gd name="connsiteX142" fmla="*/ 216535 w 553532"/>
                    <a:gd name="connsiteY142" fmla="*/ 307030 h 471537"/>
                    <a:gd name="connsiteX143" fmla="*/ 216535 w 553532"/>
                    <a:gd name="connsiteY143" fmla="*/ 267038 h 471537"/>
                    <a:gd name="connsiteX144" fmla="*/ 251418 w 553532"/>
                    <a:gd name="connsiteY144" fmla="*/ 199956 h 471537"/>
                    <a:gd name="connsiteX145" fmla="*/ 241082 w 553532"/>
                    <a:gd name="connsiteY145" fmla="*/ 199956 h 471537"/>
                    <a:gd name="connsiteX146" fmla="*/ 241082 w 553532"/>
                    <a:gd name="connsiteY146" fmla="*/ 161255 h 471537"/>
                    <a:gd name="connsiteX147" fmla="*/ 213951 w 553532"/>
                    <a:gd name="connsiteY147" fmla="*/ 139325 h 471537"/>
                    <a:gd name="connsiteX148" fmla="*/ 195863 w 553532"/>
                    <a:gd name="connsiteY148" fmla="*/ 158675 h 471537"/>
                    <a:gd name="connsiteX149" fmla="*/ 176483 w 553532"/>
                    <a:gd name="connsiteY149" fmla="*/ 141905 h 471537"/>
                    <a:gd name="connsiteX150" fmla="*/ 191987 w 553532"/>
                    <a:gd name="connsiteY150" fmla="*/ 123844 h 471537"/>
                    <a:gd name="connsiteX151" fmla="*/ 124804 w 553532"/>
                    <a:gd name="connsiteY151" fmla="*/ 119974 h 471537"/>
                    <a:gd name="connsiteX152" fmla="*/ 100257 w 553532"/>
                    <a:gd name="connsiteY152" fmla="*/ 10321 h 471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</a:cxnLst>
                  <a:rect l="l" t="t" r="r" b="b"/>
                  <a:pathLst>
                    <a:path w="553532" h="471537">
                      <a:moveTo>
                        <a:pt x="384532" y="434837"/>
                      </a:moveTo>
                      <a:cubicBezTo>
                        <a:pt x="409075" y="438711"/>
                        <a:pt x="421992" y="456789"/>
                        <a:pt x="421992" y="456789"/>
                      </a:cubicBezTo>
                      <a:cubicBezTo>
                        <a:pt x="421992" y="456789"/>
                        <a:pt x="405200" y="474867"/>
                        <a:pt x="381949" y="470993"/>
                      </a:cubicBezTo>
                      <a:cubicBezTo>
                        <a:pt x="357406" y="467119"/>
                        <a:pt x="345781" y="447750"/>
                        <a:pt x="345781" y="447750"/>
                      </a:cubicBezTo>
                      <a:cubicBezTo>
                        <a:pt x="345781" y="447750"/>
                        <a:pt x="359990" y="430963"/>
                        <a:pt x="384532" y="434837"/>
                      </a:cubicBezTo>
                      <a:close/>
                      <a:moveTo>
                        <a:pt x="168692" y="434837"/>
                      </a:moveTo>
                      <a:cubicBezTo>
                        <a:pt x="193234" y="430963"/>
                        <a:pt x="207443" y="447750"/>
                        <a:pt x="207443" y="447750"/>
                      </a:cubicBezTo>
                      <a:cubicBezTo>
                        <a:pt x="207443" y="447750"/>
                        <a:pt x="195818" y="467119"/>
                        <a:pt x="172567" y="470993"/>
                      </a:cubicBezTo>
                      <a:cubicBezTo>
                        <a:pt x="148024" y="474867"/>
                        <a:pt x="131232" y="456789"/>
                        <a:pt x="131232" y="456789"/>
                      </a:cubicBezTo>
                      <a:cubicBezTo>
                        <a:pt x="131232" y="456789"/>
                        <a:pt x="144149" y="438711"/>
                        <a:pt x="168692" y="434837"/>
                      </a:cubicBezTo>
                      <a:close/>
                      <a:moveTo>
                        <a:pt x="438693" y="406369"/>
                      </a:moveTo>
                      <a:cubicBezTo>
                        <a:pt x="464527" y="406369"/>
                        <a:pt x="478736" y="423172"/>
                        <a:pt x="478736" y="423172"/>
                      </a:cubicBezTo>
                      <a:cubicBezTo>
                        <a:pt x="478736" y="423172"/>
                        <a:pt x="464527" y="442560"/>
                        <a:pt x="439985" y="442560"/>
                      </a:cubicBezTo>
                      <a:cubicBezTo>
                        <a:pt x="415442" y="441268"/>
                        <a:pt x="402525" y="423172"/>
                        <a:pt x="402525" y="423172"/>
                      </a:cubicBezTo>
                      <a:cubicBezTo>
                        <a:pt x="402525" y="423172"/>
                        <a:pt x="414150" y="405076"/>
                        <a:pt x="438693" y="406369"/>
                      </a:cubicBezTo>
                      <a:close/>
                      <a:moveTo>
                        <a:pt x="114531" y="406369"/>
                      </a:moveTo>
                      <a:cubicBezTo>
                        <a:pt x="139074" y="405076"/>
                        <a:pt x="150699" y="423172"/>
                        <a:pt x="150699" y="423172"/>
                      </a:cubicBezTo>
                      <a:cubicBezTo>
                        <a:pt x="150699" y="423172"/>
                        <a:pt x="137782" y="441268"/>
                        <a:pt x="113239" y="442560"/>
                      </a:cubicBezTo>
                      <a:cubicBezTo>
                        <a:pt x="88697" y="442560"/>
                        <a:pt x="74488" y="423172"/>
                        <a:pt x="74488" y="423172"/>
                      </a:cubicBezTo>
                      <a:cubicBezTo>
                        <a:pt x="74488" y="423172"/>
                        <a:pt x="88697" y="406369"/>
                        <a:pt x="114531" y="406369"/>
                      </a:cubicBezTo>
                      <a:close/>
                      <a:moveTo>
                        <a:pt x="504120" y="365910"/>
                      </a:moveTo>
                      <a:cubicBezTo>
                        <a:pt x="511703" y="367688"/>
                        <a:pt x="516220" y="370274"/>
                        <a:pt x="516220" y="370274"/>
                      </a:cubicBezTo>
                      <a:cubicBezTo>
                        <a:pt x="516220" y="370274"/>
                        <a:pt x="508476" y="393547"/>
                        <a:pt x="485245" y="401305"/>
                      </a:cubicBezTo>
                      <a:cubicBezTo>
                        <a:pt x="462013" y="407769"/>
                        <a:pt x="443944" y="393547"/>
                        <a:pt x="443944" y="393547"/>
                      </a:cubicBezTo>
                      <a:cubicBezTo>
                        <a:pt x="443944" y="393547"/>
                        <a:pt x="449107" y="372860"/>
                        <a:pt x="473629" y="366395"/>
                      </a:cubicBezTo>
                      <a:cubicBezTo>
                        <a:pt x="485890" y="363163"/>
                        <a:pt x="496538" y="364132"/>
                        <a:pt x="504120" y="365910"/>
                      </a:cubicBezTo>
                      <a:close/>
                      <a:moveTo>
                        <a:pt x="49104" y="365910"/>
                      </a:moveTo>
                      <a:cubicBezTo>
                        <a:pt x="56686" y="364132"/>
                        <a:pt x="67334" y="363163"/>
                        <a:pt x="79595" y="366395"/>
                      </a:cubicBezTo>
                      <a:cubicBezTo>
                        <a:pt x="104117" y="372860"/>
                        <a:pt x="109280" y="393547"/>
                        <a:pt x="109280" y="393547"/>
                      </a:cubicBezTo>
                      <a:cubicBezTo>
                        <a:pt x="109280" y="393547"/>
                        <a:pt x="91211" y="407769"/>
                        <a:pt x="67979" y="401305"/>
                      </a:cubicBezTo>
                      <a:cubicBezTo>
                        <a:pt x="44748" y="393547"/>
                        <a:pt x="37004" y="370274"/>
                        <a:pt x="37004" y="370274"/>
                      </a:cubicBezTo>
                      <a:cubicBezTo>
                        <a:pt x="37004" y="370274"/>
                        <a:pt x="41521" y="367688"/>
                        <a:pt x="49104" y="365910"/>
                      </a:cubicBezTo>
                      <a:close/>
                      <a:moveTo>
                        <a:pt x="359944" y="356202"/>
                      </a:moveTo>
                      <a:cubicBezTo>
                        <a:pt x="359944" y="356202"/>
                        <a:pt x="368976" y="375518"/>
                        <a:pt x="359944" y="398698"/>
                      </a:cubicBezTo>
                      <a:cubicBezTo>
                        <a:pt x="350911" y="421877"/>
                        <a:pt x="330265" y="427028"/>
                        <a:pt x="330265" y="427028"/>
                      </a:cubicBezTo>
                      <a:cubicBezTo>
                        <a:pt x="330265" y="427028"/>
                        <a:pt x="318652" y="406424"/>
                        <a:pt x="326394" y="384533"/>
                      </a:cubicBezTo>
                      <a:cubicBezTo>
                        <a:pt x="335427" y="361353"/>
                        <a:pt x="359944" y="356202"/>
                        <a:pt x="359944" y="356202"/>
                      </a:cubicBezTo>
                      <a:close/>
                      <a:moveTo>
                        <a:pt x="193281" y="356202"/>
                      </a:moveTo>
                      <a:cubicBezTo>
                        <a:pt x="193281" y="356202"/>
                        <a:pt x="217797" y="361353"/>
                        <a:pt x="226830" y="384533"/>
                      </a:cubicBezTo>
                      <a:cubicBezTo>
                        <a:pt x="234572" y="406424"/>
                        <a:pt x="222959" y="427028"/>
                        <a:pt x="222959" y="427028"/>
                      </a:cubicBezTo>
                      <a:cubicBezTo>
                        <a:pt x="222959" y="427028"/>
                        <a:pt x="202313" y="421877"/>
                        <a:pt x="193281" y="398698"/>
                      </a:cubicBezTo>
                      <a:cubicBezTo>
                        <a:pt x="184248" y="375518"/>
                        <a:pt x="193281" y="356202"/>
                        <a:pt x="193281" y="356202"/>
                      </a:cubicBezTo>
                      <a:close/>
                      <a:moveTo>
                        <a:pt x="396138" y="321203"/>
                      </a:moveTo>
                      <a:cubicBezTo>
                        <a:pt x="396138" y="321203"/>
                        <a:pt x="410394" y="336714"/>
                        <a:pt x="407802" y="361272"/>
                      </a:cubicBezTo>
                      <a:cubicBezTo>
                        <a:pt x="406506" y="387123"/>
                        <a:pt x="387066" y="396171"/>
                        <a:pt x="387066" y="396171"/>
                      </a:cubicBezTo>
                      <a:cubicBezTo>
                        <a:pt x="387066" y="396171"/>
                        <a:pt x="370218" y="381953"/>
                        <a:pt x="371514" y="357395"/>
                      </a:cubicBezTo>
                      <a:cubicBezTo>
                        <a:pt x="374106" y="332836"/>
                        <a:pt x="396138" y="321203"/>
                        <a:pt x="396138" y="321203"/>
                      </a:cubicBezTo>
                      <a:close/>
                      <a:moveTo>
                        <a:pt x="157085" y="321203"/>
                      </a:moveTo>
                      <a:cubicBezTo>
                        <a:pt x="157085" y="321203"/>
                        <a:pt x="179117" y="332836"/>
                        <a:pt x="181709" y="357395"/>
                      </a:cubicBezTo>
                      <a:cubicBezTo>
                        <a:pt x="183005" y="381953"/>
                        <a:pt x="166157" y="396171"/>
                        <a:pt x="166157" y="396171"/>
                      </a:cubicBezTo>
                      <a:cubicBezTo>
                        <a:pt x="166157" y="396171"/>
                        <a:pt x="146717" y="387123"/>
                        <a:pt x="145421" y="361272"/>
                      </a:cubicBezTo>
                      <a:cubicBezTo>
                        <a:pt x="142829" y="336714"/>
                        <a:pt x="157085" y="321203"/>
                        <a:pt x="157085" y="321203"/>
                      </a:cubicBezTo>
                      <a:close/>
                      <a:moveTo>
                        <a:pt x="532760" y="311804"/>
                      </a:moveTo>
                      <a:cubicBezTo>
                        <a:pt x="540669" y="311966"/>
                        <a:pt x="545834" y="313581"/>
                        <a:pt x="545834" y="313581"/>
                      </a:cubicBezTo>
                      <a:cubicBezTo>
                        <a:pt x="545834" y="313581"/>
                        <a:pt x="544543" y="338126"/>
                        <a:pt x="522591" y="349753"/>
                      </a:cubicBezTo>
                      <a:cubicBezTo>
                        <a:pt x="501930" y="361380"/>
                        <a:pt x="479978" y="352337"/>
                        <a:pt x="479978" y="352337"/>
                      </a:cubicBezTo>
                      <a:cubicBezTo>
                        <a:pt x="479978" y="352337"/>
                        <a:pt x="481269" y="331667"/>
                        <a:pt x="503221" y="318748"/>
                      </a:cubicBezTo>
                      <a:cubicBezTo>
                        <a:pt x="514197" y="312935"/>
                        <a:pt x="524851" y="311643"/>
                        <a:pt x="532760" y="311804"/>
                      </a:cubicBezTo>
                      <a:close/>
                      <a:moveTo>
                        <a:pt x="20297" y="311804"/>
                      </a:moveTo>
                      <a:cubicBezTo>
                        <a:pt x="28231" y="311643"/>
                        <a:pt x="38918" y="312935"/>
                        <a:pt x="49929" y="318748"/>
                      </a:cubicBezTo>
                      <a:cubicBezTo>
                        <a:pt x="71950" y="331667"/>
                        <a:pt x="73245" y="352337"/>
                        <a:pt x="73245" y="352337"/>
                      </a:cubicBezTo>
                      <a:cubicBezTo>
                        <a:pt x="73245" y="352337"/>
                        <a:pt x="51224" y="361380"/>
                        <a:pt x="30498" y="349753"/>
                      </a:cubicBezTo>
                      <a:cubicBezTo>
                        <a:pt x="8477" y="338126"/>
                        <a:pt x="7182" y="313581"/>
                        <a:pt x="7182" y="313581"/>
                      </a:cubicBezTo>
                      <a:cubicBezTo>
                        <a:pt x="7182" y="313581"/>
                        <a:pt x="12363" y="311966"/>
                        <a:pt x="20297" y="311804"/>
                      </a:cubicBezTo>
                      <a:close/>
                      <a:moveTo>
                        <a:pt x="433537" y="285169"/>
                      </a:moveTo>
                      <a:cubicBezTo>
                        <a:pt x="433537" y="285169"/>
                        <a:pt x="450363" y="300660"/>
                        <a:pt x="450363" y="325187"/>
                      </a:cubicBezTo>
                      <a:cubicBezTo>
                        <a:pt x="450363" y="349713"/>
                        <a:pt x="433537" y="362622"/>
                        <a:pt x="433537" y="362622"/>
                      </a:cubicBezTo>
                      <a:cubicBezTo>
                        <a:pt x="433537" y="362622"/>
                        <a:pt x="414122" y="348423"/>
                        <a:pt x="414122" y="323896"/>
                      </a:cubicBezTo>
                      <a:cubicBezTo>
                        <a:pt x="414122" y="299369"/>
                        <a:pt x="433537" y="285169"/>
                        <a:pt x="433537" y="285169"/>
                      </a:cubicBezTo>
                      <a:close/>
                      <a:moveTo>
                        <a:pt x="119663" y="285169"/>
                      </a:moveTo>
                      <a:cubicBezTo>
                        <a:pt x="119663" y="285169"/>
                        <a:pt x="140344" y="299369"/>
                        <a:pt x="139052" y="323896"/>
                      </a:cubicBezTo>
                      <a:cubicBezTo>
                        <a:pt x="139052" y="348423"/>
                        <a:pt x="120956" y="362622"/>
                        <a:pt x="120956" y="362622"/>
                      </a:cubicBezTo>
                      <a:cubicBezTo>
                        <a:pt x="120956" y="362622"/>
                        <a:pt x="102860" y="349713"/>
                        <a:pt x="102860" y="325187"/>
                      </a:cubicBezTo>
                      <a:cubicBezTo>
                        <a:pt x="102860" y="300660"/>
                        <a:pt x="119663" y="285169"/>
                        <a:pt x="119663" y="285169"/>
                      </a:cubicBezTo>
                      <a:close/>
                      <a:moveTo>
                        <a:pt x="485241" y="264459"/>
                      </a:moveTo>
                      <a:lnTo>
                        <a:pt x="496862" y="264459"/>
                      </a:lnTo>
                      <a:cubicBezTo>
                        <a:pt x="496862" y="265750"/>
                        <a:pt x="499445" y="394863"/>
                        <a:pt x="304460" y="451672"/>
                      </a:cubicBezTo>
                      <a:lnTo>
                        <a:pt x="301877" y="440052"/>
                      </a:lnTo>
                      <a:cubicBezTo>
                        <a:pt x="486532" y="385825"/>
                        <a:pt x="485241" y="269624"/>
                        <a:pt x="485241" y="264459"/>
                      </a:cubicBezTo>
                      <a:close/>
                      <a:moveTo>
                        <a:pt x="56361" y="264459"/>
                      </a:moveTo>
                      <a:lnTo>
                        <a:pt x="67982" y="264459"/>
                      </a:lnTo>
                      <a:cubicBezTo>
                        <a:pt x="67982" y="269624"/>
                        <a:pt x="66691" y="385825"/>
                        <a:pt x="251346" y="440052"/>
                      </a:cubicBezTo>
                      <a:lnTo>
                        <a:pt x="248763" y="451672"/>
                      </a:lnTo>
                      <a:cubicBezTo>
                        <a:pt x="53778" y="394863"/>
                        <a:pt x="56361" y="265750"/>
                        <a:pt x="56361" y="264459"/>
                      </a:cubicBezTo>
                      <a:close/>
                      <a:moveTo>
                        <a:pt x="552409" y="249134"/>
                      </a:moveTo>
                      <a:cubicBezTo>
                        <a:pt x="552409" y="249134"/>
                        <a:pt x="558881" y="273598"/>
                        <a:pt x="540760" y="290337"/>
                      </a:cubicBezTo>
                      <a:cubicBezTo>
                        <a:pt x="523934" y="308363"/>
                        <a:pt x="501930" y="305788"/>
                        <a:pt x="501930" y="305788"/>
                      </a:cubicBezTo>
                      <a:cubicBezTo>
                        <a:pt x="501930" y="305788"/>
                        <a:pt x="496753" y="285187"/>
                        <a:pt x="513579" y="267160"/>
                      </a:cubicBezTo>
                      <a:cubicBezTo>
                        <a:pt x="531700" y="249134"/>
                        <a:pt x="552409" y="249134"/>
                        <a:pt x="552409" y="249134"/>
                      </a:cubicBezTo>
                      <a:close/>
                      <a:moveTo>
                        <a:pt x="749" y="249134"/>
                      </a:moveTo>
                      <a:cubicBezTo>
                        <a:pt x="749" y="249134"/>
                        <a:pt x="21406" y="249134"/>
                        <a:pt x="39480" y="267160"/>
                      </a:cubicBezTo>
                      <a:cubicBezTo>
                        <a:pt x="56264" y="285187"/>
                        <a:pt x="51100" y="305788"/>
                        <a:pt x="51100" y="305788"/>
                      </a:cubicBezTo>
                      <a:cubicBezTo>
                        <a:pt x="51100" y="305788"/>
                        <a:pt x="29152" y="308363"/>
                        <a:pt x="12368" y="290337"/>
                      </a:cubicBezTo>
                      <a:cubicBezTo>
                        <a:pt x="-4415" y="273598"/>
                        <a:pt x="749" y="249134"/>
                        <a:pt x="749" y="249134"/>
                      </a:cubicBezTo>
                      <a:close/>
                      <a:moveTo>
                        <a:pt x="454152" y="225733"/>
                      </a:moveTo>
                      <a:cubicBezTo>
                        <a:pt x="454152" y="225733"/>
                        <a:pt x="472230" y="238650"/>
                        <a:pt x="476104" y="263193"/>
                      </a:cubicBezTo>
                      <a:cubicBezTo>
                        <a:pt x="479978" y="287735"/>
                        <a:pt x="463191" y="301944"/>
                        <a:pt x="463191" y="301944"/>
                      </a:cubicBezTo>
                      <a:cubicBezTo>
                        <a:pt x="463191" y="301944"/>
                        <a:pt x="443822" y="290319"/>
                        <a:pt x="439948" y="267068"/>
                      </a:cubicBezTo>
                      <a:cubicBezTo>
                        <a:pt x="436074" y="242526"/>
                        <a:pt x="454152" y="225733"/>
                        <a:pt x="454152" y="225733"/>
                      </a:cubicBezTo>
                      <a:close/>
                      <a:moveTo>
                        <a:pt x="99071" y="225733"/>
                      </a:moveTo>
                      <a:cubicBezTo>
                        <a:pt x="99071" y="225733"/>
                        <a:pt x="117149" y="242526"/>
                        <a:pt x="113275" y="267068"/>
                      </a:cubicBezTo>
                      <a:cubicBezTo>
                        <a:pt x="109401" y="290319"/>
                        <a:pt x="90032" y="301944"/>
                        <a:pt x="90032" y="301944"/>
                      </a:cubicBezTo>
                      <a:cubicBezTo>
                        <a:pt x="90032" y="301944"/>
                        <a:pt x="73245" y="287735"/>
                        <a:pt x="77119" y="263193"/>
                      </a:cubicBezTo>
                      <a:cubicBezTo>
                        <a:pt x="80993" y="238650"/>
                        <a:pt x="99071" y="225733"/>
                        <a:pt x="99071" y="225733"/>
                      </a:cubicBezTo>
                      <a:close/>
                      <a:moveTo>
                        <a:pt x="504581" y="176858"/>
                      </a:moveTo>
                      <a:cubicBezTo>
                        <a:pt x="504581" y="176858"/>
                        <a:pt x="522640" y="194893"/>
                        <a:pt x="518770" y="218081"/>
                      </a:cubicBezTo>
                      <a:cubicBezTo>
                        <a:pt x="513611" y="242557"/>
                        <a:pt x="492972" y="252862"/>
                        <a:pt x="492972" y="252862"/>
                      </a:cubicBezTo>
                      <a:cubicBezTo>
                        <a:pt x="492972" y="252862"/>
                        <a:pt x="477493" y="237404"/>
                        <a:pt x="482653" y="212928"/>
                      </a:cubicBezTo>
                      <a:cubicBezTo>
                        <a:pt x="486522" y="189740"/>
                        <a:pt x="504581" y="176858"/>
                        <a:pt x="504581" y="176858"/>
                      </a:cubicBezTo>
                      <a:close/>
                      <a:moveTo>
                        <a:pt x="48643" y="176858"/>
                      </a:moveTo>
                      <a:cubicBezTo>
                        <a:pt x="48643" y="176858"/>
                        <a:pt x="66702" y="188452"/>
                        <a:pt x="70571" y="212928"/>
                      </a:cubicBezTo>
                      <a:cubicBezTo>
                        <a:pt x="75731" y="237404"/>
                        <a:pt x="60252" y="252862"/>
                        <a:pt x="60252" y="252862"/>
                      </a:cubicBezTo>
                      <a:cubicBezTo>
                        <a:pt x="60252" y="252862"/>
                        <a:pt x="39613" y="242557"/>
                        <a:pt x="34454" y="218081"/>
                      </a:cubicBezTo>
                      <a:cubicBezTo>
                        <a:pt x="30584" y="194893"/>
                        <a:pt x="48643" y="176858"/>
                        <a:pt x="48643" y="176858"/>
                      </a:cubicBezTo>
                      <a:close/>
                      <a:moveTo>
                        <a:pt x="368988" y="25801"/>
                      </a:moveTo>
                      <a:cubicBezTo>
                        <a:pt x="371572" y="54182"/>
                        <a:pt x="367696" y="77403"/>
                        <a:pt x="362528" y="96753"/>
                      </a:cubicBezTo>
                      <a:cubicBezTo>
                        <a:pt x="374156" y="101913"/>
                        <a:pt x="398703" y="108364"/>
                        <a:pt x="412915" y="98043"/>
                      </a:cubicBezTo>
                      <a:cubicBezTo>
                        <a:pt x="427127" y="87723"/>
                        <a:pt x="432295" y="63212"/>
                        <a:pt x="428419" y="25801"/>
                      </a:cubicBezTo>
                      <a:close/>
                      <a:moveTo>
                        <a:pt x="124804" y="25801"/>
                      </a:moveTo>
                      <a:cubicBezTo>
                        <a:pt x="120929" y="63212"/>
                        <a:pt x="126096" y="87723"/>
                        <a:pt x="140308" y="98043"/>
                      </a:cubicBezTo>
                      <a:cubicBezTo>
                        <a:pt x="154520" y="108364"/>
                        <a:pt x="179067" y="101913"/>
                        <a:pt x="190695" y="96753"/>
                      </a:cubicBezTo>
                      <a:cubicBezTo>
                        <a:pt x="185527" y="77403"/>
                        <a:pt x="181651" y="54182"/>
                        <a:pt x="184235" y="25801"/>
                      </a:cubicBezTo>
                      <a:close/>
                      <a:moveTo>
                        <a:pt x="101549" y="0"/>
                      </a:moveTo>
                      <a:lnTo>
                        <a:pt x="277258" y="0"/>
                      </a:lnTo>
                      <a:lnTo>
                        <a:pt x="451674" y="0"/>
                      </a:lnTo>
                      <a:lnTo>
                        <a:pt x="452966" y="10321"/>
                      </a:lnTo>
                      <a:cubicBezTo>
                        <a:pt x="460718" y="65792"/>
                        <a:pt x="452966" y="103203"/>
                        <a:pt x="428419" y="119974"/>
                      </a:cubicBezTo>
                      <a:cubicBezTo>
                        <a:pt x="406455" y="135454"/>
                        <a:pt x="378032" y="130294"/>
                        <a:pt x="361236" y="123844"/>
                      </a:cubicBezTo>
                      <a:lnTo>
                        <a:pt x="376740" y="141905"/>
                      </a:lnTo>
                      <a:lnTo>
                        <a:pt x="357360" y="158675"/>
                      </a:lnTo>
                      <a:lnTo>
                        <a:pt x="339272" y="139325"/>
                      </a:lnTo>
                      <a:cubicBezTo>
                        <a:pt x="328937" y="150935"/>
                        <a:pt x="318601" y="157385"/>
                        <a:pt x="312141" y="161255"/>
                      </a:cubicBezTo>
                      <a:lnTo>
                        <a:pt x="312141" y="199956"/>
                      </a:lnTo>
                      <a:lnTo>
                        <a:pt x="301805" y="199956"/>
                      </a:lnTo>
                      <a:cubicBezTo>
                        <a:pt x="301805" y="207697"/>
                        <a:pt x="306973" y="259298"/>
                        <a:pt x="336688" y="267038"/>
                      </a:cubicBezTo>
                      <a:lnTo>
                        <a:pt x="336688" y="307030"/>
                      </a:lnTo>
                      <a:lnTo>
                        <a:pt x="352192" y="307030"/>
                      </a:lnTo>
                      <a:lnTo>
                        <a:pt x="352192" y="326380"/>
                      </a:lnTo>
                      <a:lnTo>
                        <a:pt x="277258" y="326380"/>
                      </a:lnTo>
                      <a:lnTo>
                        <a:pt x="275966" y="326380"/>
                      </a:lnTo>
                      <a:lnTo>
                        <a:pt x="201031" y="326380"/>
                      </a:lnTo>
                      <a:lnTo>
                        <a:pt x="201031" y="307030"/>
                      </a:lnTo>
                      <a:lnTo>
                        <a:pt x="216535" y="307030"/>
                      </a:lnTo>
                      <a:lnTo>
                        <a:pt x="216535" y="267038"/>
                      </a:lnTo>
                      <a:cubicBezTo>
                        <a:pt x="246250" y="259298"/>
                        <a:pt x="251418" y="207697"/>
                        <a:pt x="251418" y="199956"/>
                      </a:cubicBezTo>
                      <a:lnTo>
                        <a:pt x="241082" y="199956"/>
                      </a:lnTo>
                      <a:lnTo>
                        <a:pt x="241082" y="161255"/>
                      </a:lnTo>
                      <a:cubicBezTo>
                        <a:pt x="234622" y="157385"/>
                        <a:pt x="224287" y="150935"/>
                        <a:pt x="213951" y="139325"/>
                      </a:cubicBezTo>
                      <a:lnTo>
                        <a:pt x="195863" y="158675"/>
                      </a:lnTo>
                      <a:lnTo>
                        <a:pt x="176483" y="141905"/>
                      </a:lnTo>
                      <a:lnTo>
                        <a:pt x="191987" y="123844"/>
                      </a:lnTo>
                      <a:cubicBezTo>
                        <a:pt x="175191" y="130294"/>
                        <a:pt x="146768" y="135454"/>
                        <a:pt x="124804" y="119974"/>
                      </a:cubicBezTo>
                      <a:cubicBezTo>
                        <a:pt x="100257" y="103203"/>
                        <a:pt x="92505" y="65792"/>
                        <a:pt x="100257" y="1032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endParaRPr lang="zh-CN" altLang="en-US" dirty="0"/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 rot="16200000">
                <a:off x="7171470" y="2947091"/>
                <a:ext cx="717071" cy="717071"/>
                <a:chOff x="5756383" y="3054536"/>
                <a:chExt cx="717071" cy="717071"/>
              </a:xfrm>
            </p:grpSpPr>
            <p:sp>
              <p:nvSpPr>
                <p:cNvPr id="30" name="泪滴形 29"/>
                <p:cNvSpPr/>
                <p:nvPr/>
              </p:nvSpPr>
              <p:spPr>
                <a:xfrm rot="18900000" flipH="1">
                  <a:off x="5756383" y="3054536"/>
                  <a:ext cx="717071" cy="717071"/>
                </a:xfrm>
                <a:prstGeom prst="teardrop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:endParaRPr lang="zh-CN" altLang="en-US" dirty="0"/>
                </a:p>
              </p:txBody>
            </p:sp>
            <p:sp>
              <p:nvSpPr>
                <p:cNvPr id="31" name="椭圆 30"/>
                <p:cNvSpPr/>
                <p:nvPr/>
              </p:nvSpPr>
              <p:spPr>
                <a:xfrm flipH="1">
                  <a:off x="5866587" y="3159713"/>
                  <a:ext cx="496662" cy="496660"/>
                </a:xfrm>
                <a:prstGeom prst="ellipse">
                  <a:avLst/>
                </a:pr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7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914400">
                    <a:lnSpc>
                      <a:spcPct val="140000"/>
                    </a:lnSpc>
                    <a:spcAft>
                      <a:spcPts val="600"/>
                    </a:spcAft>
                  </a:pPr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2" name="任意多边形 132"/>
                <p:cNvSpPr>
                  <a:spLocks noChangeAspect="1"/>
                </p:cNvSpPr>
                <p:nvPr/>
              </p:nvSpPr>
              <p:spPr bwMode="auto">
                <a:xfrm rot="5400000">
                  <a:off x="6004588" y="3297867"/>
                  <a:ext cx="220660" cy="220353"/>
                </a:xfrm>
                <a:custGeom>
                  <a:avLst/>
                  <a:gdLst>
                    <a:gd name="connsiteX0" fmla="*/ 199404 w 608416"/>
                    <a:gd name="connsiteY0" fmla="*/ 274640 h 607568"/>
                    <a:gd name="connsiteX1" fmla="*/ 409013 w 608416"/>
                    <a:gd name="connsiteY1" fmla="*/ 274640 h 607568"/>
                    <a:gd name="connsiteX2" fmla="*/ 426992 w 608416"/>
                    <a:gd name="connsiteY2" fmla="*/ 292590 h 607568"/>
                    <a:gd name="connsiteX3" fmla="*/ 409013 w 608416"/>
                    <a:gd name="connsiteY3" fmla="*/ 310541 h 607568"/>
                    <a:gd name="connsiteX4" fmla="*/ 322188 w 608416"/>
                    <a:gd name="connsiteY4" fmla="*/ 310541 h 607568"/>
                    <a:gd name="connsiteX5" fmla="*/ 322188 w 608416"/>
                    <a:gd name="connsiteY5" fmla="*/ 589617 h 607568"/>
                    <a:gd name="connsiteX6" fmla="*/ 304208 w 608416"/>
                    <a:gd name="connsiteY6" fmla="*/ 607568 h 607568"/>
                    <a:gd name="connsiteX7" fmla="*/ 286229 w 608416"/>
                    <a:gd name="connsiteY7" fmla="*/ 589617 h 607568"/>
                    <a:gd name="connsiteX8" fmla="*/ 286229 w 608416"/>
                    <a:gd name="connsiteY8" fmla="*/ 310541 h 607568"/>
                    <a:gd name="connsiteX9" fmla="*/ 199404 w 608416"/>
                    <a:gd name="connsiteY9" fmla="*/ 310541 h 607568"/>
                    <a:gd name="connsiteX10" fmla="*/ 181424 w 608416"/>
                    <a:gd name="connsiteY10" fmla="*/ 292590 h 607568"/>
                    <a:gd name="connsiteX11" fmla="*/ 199404 w 608416"/>
                    <a:gd name="connsiteY11" fmla="*/ 274640 h 607568"/>
                    <a:gd name="connsiteX12" fmla="*/ 538360 w 608416"/>
                    <a:gd name="connsiteY12" fmla="*/ 210638 h 607568"/>
                    <a:gd name="connsiteX13" fmla="*/ 601500 w 608416"/>
                    <a:gd name="connsiteY13" fmla="*/ 273691 h 607568"/>
                    <a:gd name="connsiteX14" fmla="*/ 601500 w 608416"/>
                    <a:gd name="connsiteY14" fmla="*/ 418820 h 607568"/>
                    <a:gd name="connsiteX15" fmla="*/ 541125 w 608416"/>
                    <a:gd name="connsiteY15" fmla="*/ 479112 h 607568"/>
                    <a:gd name="connsiteX16" fmla="*/ 462315 w 608416"/>
                    <a:gd name="connsiteY16" fmla="*/ 479112 h 607568"/>
                    <a:gd name="connsiteX17" fmla="*/ 462315 w 608416"/>
                    <a:gd name="connsiteY17" fmla="*/ 586348 h 607568"/>
                    <a:gd name="connsiteX18" fmla="*/ 447566 w 608416"/>
                    <a:gd name="connsiteY18" fmla="*/ 601076 h 607568"/>
                    <a:gd name="connsiteX19" fmla="*/ 377666 w 608416"/>
                    <a:gd name="connsiteY19" fmla="*/ 601076 h 607568"/>
                    <a:gd name="connsiteX20" fmla="*/ 362918 w 608416"/>
                    <a:gd name="connsiteY20" fmla="*/ 586348 h 607568"/>
                    <a:gd name="connsiteX21" fmla="*/ 362918 w 608416"/>
                    <a:gd name="connsiteY21" fmla="*/ 431707 h 607568"/>
                    <a:gd name="connsiteX22" fmla="*/ 413922 w 608416"/>
                    <a:gd name="connsiteY22" fmla="*/ 380774 h 607568"/>
                    <a:gd name="connsiteX23" fmla="*/ 475373 w 608416"/>
                    <a:gd name="connsiteY23" fmla="*/ 380774 h 607568"/>
                    <a:gd name="connsiteX24" fmla="*/ 475373 w 608416"/>
                    <a:gd name="connsiteY24" fmla="*/ 273691 h 607568"/>
                    <a:gd name="connsiteX25" fmla="*/ 538360 w 608416"/>
                    <a:gd name="connsiteY25" fmla="*/ 210638 h 607568"/>
                    <a:gd name="connsiteX26" fmla="*/ 70055 w 608416"/>
                    <a:gd name="connsiteY26" fmla="*/ 210638 h 607568"/>
                    <a:gd name="connsiteX27" fmla="*/ 133042 w 608416"/>
                    <a:gd name="connsiteY27" fmla="*/ 273691 h 607568"/>
                    <a:gd name="connsiteX28" fmla="*/ 133042 w 608416"/>
                    <a:gd name="connsiteY28" fmla="*/ 380774 h 607568"/>
                    <a:gd name="connsiteX29" fmla="*/ 194493 w 608416"/>
                    <a:gd name="connsiteY29" fmla="*/ 380774 h 607568"/>
                    <a:gd name="connsiteX30" fmla="*/ 245497 w 608416"/>
                    <a:gd name="connsiteY30" fmla="*/ 431707 h 607568"/>
                    <a:gd name="connsiteX31" fmla="*/ 245497 w 608416"/>
                    <a:gd name="connsiteY31" fmla="*/ 586348 h 607568"/>
                    <a:gd name="connsiteX32" fmla="*/ 230749 w 608416"/>
                    <a:gd name="connsiteY32" fmla="*/ 601076 h 607568"/>
                    <a:gd name="connsiteX33" fmla="*/ 160849 w 608416"/>
                    <a:gd name="connsiteY33" fmla="*/ 601076 h 607568"/>
                    <a:gd name="connsiteX34" fmla="*/ 146100 w 608416"/>
                    <a:gd name="connsiteY34" fmla="*/ 586348 h 607568"/>
                    <a:gd name="connsiteX35" fmla="*/ 146100 w 608416"/>
                    <a:gd name="connsiteY35" fmla="*/ 479112 h 607568"/>
                    <a:gd name="connsiteX36" fmla="*/ 67290 w 608416"/>
                    <a:gd name="connsiteY36" fmla="*/ 479112 h 607568"/>
                    <a:gd name="connsiteX37" fmla="*/ 6915 w 608416"/>
                    <a:gd name="connsiteY37" fmla="*/ 418820 h 607568"/>
                    <a:gd name="connsiteX38" fmla="*/ 6915 w 608416"/>
                    <a:gd name="connsiteY38" fmla="*/ 273691 h 607568"/>
                    <a:gd name="connsiteX39" fmla="*/ 70055 w 608416"/>
                    <a:gd name="connsiteY39" fmla="*/ 210638 h 607568"/>
                    <a:gd name="connsiteX40" fmla="*/ 349065 w 608416"/>
                    <a:gd name="connsiteY40" fmla="*/ 71077 h 607568"/>
                    <a:gd name="connsiteX41" fmla="*/ 336314 w 608416"/>
                    <a:gd name="connsiteY41" fmla="*/ 76255 h 607568"/>
                    <a:gd name="connsiteX42" fmla="*/ 289307 w 608416"/>
                    <a:gd name="connsiteY42" fmla="*/ 123358 h 607568"/>
                    <a:gd name="connsiteX43" fmla="*/ 272101 w 608416"/>
                    <a:gd name="connsiteY43" fmla="*/ 106174 h 607568"/>
                    <a:gd name="connsiteX44" fmla="*/ 246600 w 608416"/>
                    <a:gd name="connsiteY44" fmla="*/ 106174 h 607568"/>
                    <a:gd name="connsiteX45" fmla="*/ 246600 w 608416"/>
                    <a:gd name="connsiteY45" fmla="*/ 131490 h 607568"/>
                    <a:gd name="connsiteX46" fmla="*/ 276556 w 608416"/>
                    <a:gd name="connsiteY46" fmla="*/ 161409 h 607568"/>
                    <a:gd name="connsiteX47" fmla="*/ 289307 w 608416"/>
                    <a:gd name="connsiteY47" fmla="*/ 166626 h 607568"/>
                    <a:gd name="connsiteX48" fmla="*/ 301903 w 608416"/>
                    <a:gd name="connsiteY48" fmla="*/ 161409 h 607568"/>
                    <a:gd name="connsiteX49" fmla="*/ 361816 w 608416"/>
                    <a:gd name="connsiteY49" fmla="*/ 101724 h 607568"/>
                    <a:gd name="connsiteX50" fmla="*/ 361816 w 608416"/>
                    <a:gd name="connsiteY50" fmla="*/ 76255 h 607568"/>
                    <a:gd name="connsiteX51" fmla="*/ 349065 w 608416"/>
                    <a:gd name="connsiteY51" fmla="*/ 71077 h 607568"/>
                    <a:gd name="connsiteX52" fmla="*/ 538450 w 608416"/>
                    <a:gd name="connsiteY52" fmla="*/ 33730 h 607568"/>
                    <a:gd name="connsiteX53" fmla="*/ 608416 w 608416"/>
                    <a:gd name="connsiteY53" fmla="*/ 103696 h 607568"/>
                    <a:gd name="connsiteX54" fmla="*/ 538450 w 608416"/>
                    <a:gd name="connsiteY54" fmla="*/ 173662 h 607568"/>
                    <a:gd name="connsiteX55" fmla="*/ 468484 w 608416"/>
                    <a:gd name="connsiteY55" fmla="*/ 103696 h 607568"/>
                    <a:gd name="connsiteX56" fmla="*/ 538450 w 608416"/>
                    <a:gd name="connsiteY56" fmla="*/ 33730 h 607568"/>
                    <a:gd name="connsiteX57" fmla="*/ 70001 w 608416"/>
                    <a:gd name="connsiteY57" fmla="*/ 33730 h 607568"/>
                    <a:gd name="connsiteX58" fmla="*/ 140002 w 608416"/>
                    <a:gd name="connsiteY58" fmla="*/ 103696 h 607568"/>
                    <a:gd name="connsiteX59" fmla="*/ 70001 w 608416"/>
                    <a:gd name="connsiteY59" fmla="*/ 173662 h 607568"/>
                    <a:gd name="connsiteX60" fmla="*/ 0 w 608416"/>
                    <a:gd name="connsiteY60" fmla="*/ 103696 h 607568"/>
                    <a:gd name="connsiteX61" fmla="*/ 70001 w 608416"/>
                    <a:gd name="connsiteY61" fmla="*/ 33730 h 607568"/>
                    <a:gd name="connsiteX62" fmla="*/ 304208 w 608416"/>
                    <a:gd name="connsiteY62" fmla="*/ 0 h 607568"/>
                    <a:gd name="connsiteX63" fmla="*/ 423110 w 608416"/>
                    <a:gd name="connsiteY63" fmla="*/ 118909 h 607568"/>
                    <a:gd name="connsiteX64" fmla="*/ 304208 w 608416"/>
                    <a:gd name="connsiteY64" fmla="*/ 237664 h 607568"/>
                    <a:gd name="connsiteX65" fmla="*/ 185305 w 608416"/>
                    <a:gd name="connsiteY65" fmla="*/ 118909 h 607568"/>
                    <a:gd name="connsiteX66" fmla="*/ 304208 w 608416"/>
                    <a:gd name="connsiteY66" fmla="*/ 0 h 607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</a:cxnLst>
                  <a:rect l="l" t="t" r="r" b="b"/>
                  <a:pathLst>
                    <a:path w="608416" h="607568">
                      <a:moveTo>
                        <a:pt x="199404" y="274640"/>
                      </a:moveTo>
                      <a:lnTo>
                        <a:pt x="409013" y="274640"/>
                      </a:lnTo>
                      <a:cubicBezTo>
                        <a:pt x="418848" y="274640"/>
                        <a:pt x="426992" y="282771"/>
                        <a:pt x="426992" y="292590"/>
                      </a:cubicBezTo>
                      <a:cubicBezTo>
                        <a:pt x="426992" y="302563"/>
                        <a:pt x="418848" y="310541"/>
                        <a:pt x="409013" y="310541"/>
                      </a:cubicBezTo>
                      <a:lnTo>
                        <a:pt x="322188" y="310541"/>
                      </a:lnTo>
                      <a:lnTo>
                        <a:pt x="322188" y="589617"/>
                      </a:lnTo>
                      <a:cubicBezTo>
                        <a:pt x="322188" y="599437"/>
                        <a:pt x="314197" y="607568"/>
                        <a:pt x="304208" y="607568"/>
                      </a:cubicBezTo>
                      <a:cubicBezTo>
                        <a:pt x="294220" y="607568"/>
                        <a:pt x="286229" y="599437"/>
                        <a:pt x="286229" y="589617"/>
                      </a:cubicBezTo>
                      <a:lnTo>
                        <a:pt x="286229" y="310541"/>
                      </a:lnTo>
                      <a:lnTo>
                        <a:pt x="199404" y="310541"/>
                      </a:lnTo>
                      <a:cubicBezTo>
                        <a:pt x="189569" y="310541"/>
                        <a:pt x="181424" y="302563"/>
                        <a:pt x="181424" y="292590"/>
                      </a:cubicBezTo>
                      <a:cubicBezTo>
                        <a:pt x="181424" y="282771"/>
                        <a:pt x="189569" y="274640"/>
                        <a:pt x="199404" y="274640"/>
                      </a:cubicBezTo>
                      <a:close/>
                      <a:moveTo>
                        <a:pt x="538360" y="210638"/>
                      </a:moveTo>
                      <a:cubicBezTo>
                        <a:pt x="573233" y="210638"/>
                        <a:pt x="601500" y="238866"/>
                        <a:pt x="601500" y="273691"/>
                      </a:cubicBezTo>
                      <a:lnTo>
                        <a:pt x="601500" y="418820"/>
                      </a:lnTo>
                      <a:cubicBezTo>
                        <a:pt x="601500" y="452111"/>
                        <a:pt x="574462" y="479112"/>
                        <a:pt x="541125" y="479112"/>
                      </a:cubicBezTo>
                      <a:lnTo>
                        <a:pt x="462315" y="479112"/>
                      </a:lnTo>
                      <a:lnTo>
                        <a:pt x="462315" y="586348"/>
                      </a:lnTo>
                      <a:cubicBezTo>
                        <a:pt x="462315" y="594479"/>
                        <a:pt x="455709" y="601076"/>
                        <a:pt x="447566" y="601076"/>
                      </a:cubicBezTo>
                      <a:lnTo>
                        <a:pt x="377666" y="601076"/>
                      </a:lnTo>
                      <a:cubicBezTo>
                        <a:pt x="369524" y="601076"/>
                        <a:pt x="362918" y="594479"/>
                        <a:pt x="362918" y="586348"/>
                      </a:cubicBezTo>
                      <a:lnTo>
                        <a:pt x="362918" y="431707"/>
                      </a:lnTo>
                      <a:cubicBezTo>
                        <a:pt x="362918" y="403633"/>
                        <a:pt x="385655" y="380774"/>
                        <a:pt x="413922" y="380774"/>
                      </a:cubicBezTo>
                      <a:lnTo>
                        <a:pt x="475373" y="380774"/>
                      </a:lnTo>
                      <a:lnTo>
                        <a:pt x="475373" y="273691"/>
                      </a:lnTo>
                      <a:cubicBezTo>
                        <a:pt x="475373" y="238866"/>
                        <a:pt x="503640" y="210638"/>
                        <a:pt x="538360" y="210638"/>
                      </a:cubicBezTo>
                      <a:close/>
                      <a:moveTo>
                        <a:pt x="70055" y="210638"/>
                      </a:moveTo>
                      <a:cubicBezTo>
                        <a:pt x="104775" y="210638"/>
                        <a:pt x="133042" y="238866"/>
                        <a:pt x="133042" y="273691"/>
                      </a:cubicBezTo>
                      <a:lnTo>
                        <a:pt x="133042" y="380774"/>
                      </a:lnTo>
                      <a:lnTo>
                        <a:pt x="194493" y="380774"/>
                      </a:lnTo>
                      <a:cubicBezTo>
                        <a:pt x="222761" y="380774"/>
                        <a:pt x="245497" y="403633"/>
                        <a:pt x="245497" y="431707"/>
                      </a:cubicBezTo>
                      <a:lnTo>
                        <a:pt x="245497" y="586348"/>
                      </a:lnTo>
                      <a:cubicBezTo>
                        <a:pt x="245497" y="594479"/>
                        <a:pt x="238891" y="601076"/>
                        <a:pt x="230749" y="601076"/>
                      </a:cubicBezTo>
                      <a:lnTo>
                        <a:pt x="160849" y="601076"/>
                      </a:lnTo>
                      <a:cubicBezTo>
                        <a:pt x="152706" y="601076"/>
                        <a:pt x="146100" y="594479"/>
                        <a:pt x="146100" y="586348"/>
                      </a:cubicBezTo>
                      <a:lnTo>
                        <a:pt x="146100" y="479112"/>
                      </a:lnTo>
                      <a:lnTo>
                        <a:pt x="67290" y="479112"/>
                      </a:lnTo>
                      <a:cubicBezTo>
                        <a:pt x="33953" y="479112"/>
                        <a:pt x="6915" y="452111"/>
                        <a:pt x="6915" y="418820"/>
                      </a:cubicBezTo>
                      <a:lnTo>
                        <a:pt x="6915" y="273691"/>
                      </a:lnTo>
                      <a:cubicBezTo>
                        <a:pt x="6915" y="238866"/>
                        <a:pt x="35182" y="210638"/>
                        <a:pt x="70055" y="210638"/>
                      </a:cubicBezTo>
                      <a:close/>
                      <a:moveTo>
                        <a:pt x="349065" y="71077"/>
                      </a:moveTo>
                      <a:cubicBezTo>
                        <a:pt x="344457" y="71077"/>
                        <a:pt x="339848" y="72803"/>
                        <a:pt x="336314" y="76255"/>
                      </a:cubicBezTo>
                      <a:lnTo>
                        <a:pt x="289307" y="123358"/>
                      </a:lnTo>
                      <a:lnTo>
                        <a:pt x="272101" y="106174"/>
                      </a:lnTo>
                      <a:cubicBezTo>
                        <a:pt x="265034" y="99116"/>
                        <a:pt x="253667" y="99116"/>
                        <a:pt x="246600" y="106174"/>
                      </a:cubicBezTo>
                      <a:cubicBezTo>
                        <a:pt x="239687" y="113232"/>
                        <a:pt x="239687" y="124586"/>
                        <a:pt x="246600" y="131490"/>
                      </a:cubicBezTo>
                      <a:lnTo>
                        <a:pt x="276556" y="161409"/>
                      </a:lnTo>
                      <a:cubicBezTo>
                        <a:pt x="280089" y="164938"/>
                        <a:pt x="284698" y="166626"/>
                        <a:pt x="289307" y="166626"/>
                      </a:cubicBezTo>
                      <a:cubicBezTo>
                        <a:pt x="293915" y="166626"/>
                        <a:pt x="298524" y="164938"/>
                        <a:pt x="301903" y="161409"/>
                      </a:cubicBezTo>
                      <a:lnTo>
                        <a:pt x="361816" y="101724"/>
                      </a:lnTo>
                      <a:cubicBezTo>
                        <a:pt x="368728" y="94667"/>
                        <a:pt x="368728" y="83313"/>
                        <a:pt x="361816" y="76255"/>
                      </a:cubicBezTo>
                      <a:cubicBezTo>
                        <a:pt x="358282" y="72803"/>
                        <a:pt x="353674" y="71077"/>
                        <a:pt x="349065" y="71077"/>
                      </a:cubicBezTo>
                      <a:close/>
                      <a:moveTo>
                        <a:pt x="538450" y="33730"/>
                      </a:moveTo>
                      <a:cubicBezTo>
                        <a:pt x="577091" y="33730"/>
                        <a:pt x="608416" y="65055"/>
                        <a:pt x="608416" y="103696"/>
                      </a:cubicBezTo>
                      <a:cubicBezTo>
                        <a:pt x="608416" y="142337"/>
                        <a:pt x="577091" y="173662"/>
                        <a:pt x="538450" y="173662"/>
                      </a:cubicBezTo>
                      <a:cubicBezTo>
                        <a:pt x="499809" y="173662"/>
                        <a:pt x="468484" y="142337"/>
                        <a:pt x="468484" y="103696"/>
                      </a:cubicBezTo>
                      <a:cubicBezTo>
                        <a:pt x="468484" y="65055"/>
                        <a:pt x="499809" y="33730"/>
                        <a:pt x="538450" y="33730"/>
                      </a:cubicBezTo>
                      <a:close/>
                      <a:moveTo>
                        <a:pt x="70001" y="33730"/>
                      </a:moveTo>
                      <a:cubicBezTo>
                        <a:pt x="108661" y="33730"/>
                        <a:pt x="140002" y="65055"/>
                        <a:pt x="140002" y="103696"/>
                      </a:cubicBezTo>
                      <a:cubicBezTo>
                        <a:pt x="140002" y="142337"/>
                        <a:pt x="108661" y="173662"/>
                        <a:pt x="70001" y="173662"/>
                      </a:cubicBezTo>
                      <a:cubicBezTo>
                        <a:pt x="31341" y="173662"/>
                        <a:pt x="0" y="142337"/>
                        <a:pt x="0" y="103696"/>
                      </a:cubicBezTo>
                      <a:cubicBezTo>
                        <a:pt x="0" y="65055"/>
                        <a:pt x="31341" y="33730"/>
                        <a:pt x="70001" y="33730"/>
                      </a:cubicBezTo>
                      <a:close/>
                      <a:moveTo>
                        <a:pt x="304208" y="0"/>
                      </a:moveTo>
                      <a:cubicBezTo>
                        <a:pt x="369804" y="0"/>
                        <a:pt x="423110" y="53394"/>
                        <a:pt x="423110" y="118909"/>
                      </a:cubicBezTo>
                      <a:cubicBezTo>
                        <a:pt x="423110" y="184424"/>
                        <a:pt x="369804" y="237664"/>
                        <a:pt x="304208" y="237664"/>
                      </a:cubicBezTo>
                      <a:cubicBezTo>
                        <a:pt x="238612" y="237664"/>
                        <a:pt x="185305" y="184424"/>
                        <a:pt x="185305" y="118909"/>
                      </a:cubicBezTo>
                      <a:cubicBezTo>
                        <a:pt x="185305" y="53394"/>
                        <a:pt x="238612" y="0"/>
                        <a:pt x="30420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endParaRPr lang="zh-CN" altLang="en-US" dirty="0"/>
                </a:p>
              </p:txBody>
            </p:sp>
          </p:grpSp>
          <p:sp>
            <p:nvSpPr>
              <p:cNvPr id="33" name="文本框 32"/>
              <p:cNvSpPr txBox="1"/>
              <p:nvPr/>
            </p:nvSpPr>
            <p:spPr>
              <a:xfrm>
                <a:off x="660400" y="1670321"/>
                <a:ext cx="10858500" cy="813749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L="172720" marR="0" lvl="0" indent="-172720" fontAlgn="auto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Pct val="25000"/>
                  <a:buFont typeface="Wingdings" panose="05000000000000000000" pitchFamily="2" charset="2"/>
                  <a:buChar char="l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Theme  color makes PPT more convenient to </a:t>
                </a:r>
                <a:r>
                  <a:rPr lang="en-US" altLang="zh-CN" sz="1200" dirty="0" err="1">
                    <a:latin typeface="Arial" panose="020B0604020202020204" pitchFamily="34" charset="0"/>
                    <a:ea typeface="微软雅黑" panose="020B0503020204020204" charset="-122"/>
                  </a:rPr>
                  <a:t>change.Adjust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 the spacing to adapt to Chinese typesetting, use the reference line in PPT . Copy paste  fonts. Choose the only option to retain text. 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marL="172720" marR="0" lvl="0" indent="-172720" fontAlgn="auto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Pct val="25000"/>
                  <a:buFont typeface="Wingdings" panose="05000000000000000000" pitchFamily="2" charset="2"/>
                  <a:buChar char="l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Copy paste  fonts. Choose the only option to retain text. 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grpSp>
            <p:nvGrpSpPr>
              <p:cNvPr id="36" name="组合 35"/>
              <p:cNvGrpSpPr/>
              <p:nvPr/>
            </p:nvGrpSpPr>
            <p:grpSpPr>
              <a:xfrm>
                <a:off x="660400" y="4172575"/>
                <a:ext cx="2216363" cy="1740770"/>
                <a:chOff x="1902818" y="4647167"/>
                <a:chExt cx="2216363" cy="1740770"/>
              </a:xfrm>
            </p:grpSpPr>
            <p:sp>
              <p:nvSpPr>
                <p:cNvPr id="37" name="文本框 36"/>
                <p:cNvSpPr txBox="1"/>
                <p:nvPr/>
              </p:nvSpPr>
              <p:spPr>
                <a:xfrm>
                  <a:off x="1902818" y="4647167"/>
                  <a:ext cx="2216363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400" b="1" dirty="0"/>
                    <a:t>Text Here-14pt</a:t>
                  </a:r>
                  <a:endParaRPr lang="zh-CN" altLang="en-US" sz="1400" b="1" dirty="0"/>
                </a:p>
              </p:txBody>
            </p:sp>
            <p:sp>
              <p:nvSpPr>
                <p:cNvPr id="38" name="文本框 37"/>
                <p:cNvSpPr txBox="1"/>
                <p:nvPr/>
              </p:nvSpPr>
              <p:spPr>
                <a:xfrm>
                  <a:off x="1902818" y="5127937"/>
                  <a:ext cx="2216363" cy="1260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txBody>
                <a:bodyPr wrap="square" lIns="180000" tIns="72000" rIns="180000" bIns="7200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71755"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SzPct val="25000"/>
                    <a:defRPr/>
                  </a:pPr>
                  <a:r>
                    <a:rPr lang="en-US" altLang="zh-CN" sz="1200" dirty="0">
                      <a:latin typeface="Arial" panose="020B0604020202020204" pitchFamily="34" charset="0"/>
                      <a:ea typeface="微软雅黑" panose="020B0503020204020204" charset="-122"/>
                    </a:rPr>
                    <a:t>Copy paste fonts. Choose the only option to retain text.</a:t>
                  </a:r>
                  <a:endPara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endParaRPr>
                </a:p>
                <a:p>
                  <a:pPr marL="71755"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200" dirty="0"/>
                    <a:t>.……-12pt</a:t>
                  </a:r>
                  <a:endParaRPr lang="en-US" altLang="zh-CN" sz="1200" dirty="0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3541112" y="4172575"/>
                <a:ext cx="2216363" cy="1740770"/>
                <a:chOff x="1902818" y="4647167"/>
                <a:chExt cx="2216363" cy="1740770"/>
              </a:xfrm>
            </p:grpSpPr>
            <p:sp>
              <p:nvSpPr>
                <p:cNvPr id="40" name="文本框 39"/>
                <p:cNvSpPr txBox="1"/>
                <p:nvPr/>
              </p:nvSpPr>
              <p:spPr>
                <a:xfrm>
                  <a:off x="1902818" y="4647167"/>
                  <a:ext cx="2216363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400" b="1" dirty="0"/>
                    <a:t>Text Here-14pt</a:t>
                  </a:r>
                  <a:endParaRPr lang="zh-CN" altLang="en-US" sz="1400" b="1" dirty="0"/>
                </a:p>
              </p:txBody>
            </p:sp>
            <p:sp>
              <p:nvSpPr>
                <p:cNvPr id="41" name="文本框 40"/>
                <p:cNvSpPr txBox="1"/>
                <p:nvPr/>
              </p:nvSpPr>
              <p:spPr>
                <a:xfrm>
                  <a:off x="1902818" y="5127937"/>
                  <a:ext cx="2216363" cy="1260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txBody>
                <a:bodyPr wrap="square" lIns="180000" tIns="72000" rIns="180000" bIns="72000" anchor="t" anchorCtr="0">
                  <a:normAutofit/>
                </a:bodyPr>
                <a:lstStyle>
                  <a:defPPr>
                    <a:defRPr lang="zh-CN"/>
                  </a:defPPr>
                  <a:lvl1pPr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SzPct val="25000"/>
                    <a:defRPr sz="1200">
                      <a:latin typeface="Arial" panose="020B0604020202020204" pitchFamily="34" charset="0"/>
                      <a:ea typeface="微软雅黑" panose="020B0503020204020204" charset="-122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71755"/>
                  <a:r>
                    <a:rPr lang="en-US" altLang="zh-CN" dirty="0"/>
                    <a:t>Copy paste fonts. Choose the only option to retain text.</a:t>
                  </a:r>
                  <a:endParaRPr lang="en-US" altLang="zh-CN" dirty="0"/>
                </a:p>
                <a:p>
                  <a:pPr marL="71755"/>
                  <a:r>
                    <a:rPr lang="en-US" altLang="zh-CN" dirty="0"/>
                    <a:t>.……-12pt</a:t>
                  </a:r>
                  <a:endParaRPr lang="en-US" altLang="zh-CN" dirty="0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6421824" y="4172575"/>
                <a:ext cx="2216363" cy="1740770"/>
                <a:chOff x="1902818" y="4647167"/>
                <a:chExt cx="2216363" cy="1740770"/>
              </a:xfrm>
            </p:grpSpPr>
            <p:sp>
              <p:nvSpPr>
                <p:cNvPr id="43" name="文本框 42"/>
                <p:cNvSpPr txBox="1"/>
                <p:nvPr/>
              </p:nvSpPr>
              <p:spPr>
                <a:xfrm>
                  <a:off x="1902818" y="4647167"/>
                  <a:ext cx="2216363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400" b="1" dirty="0"/>
                    <a:t>Text Here-14pt</a:t>
                  </a:r>
                  <a:endParaRPr lang="zh-CN" altLang="en-US" sz="1400" b="1" dirty="0"/>
                </a:p>
              </p:txBody>
            </p:sp>
            <p:sp>
              <p:nvSpPr>
                <p:cNvPr id="44" name="文本框 43"/>
                <p:cNvSpPr txBox="1"/>
                <p:nvPr/>
              </p:nvSpPr>
              <p:spPr>
                <a:xfrm>
                  <a:off x="1902818" y="5127937"/>
                  <a:ext cx="2216363" cy="1260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txBody>
                <a:bodyPr wrap="square" lIns="180000" tIns="72000" rIns="180000" bIns="72000" anchor="t" anchorCtr="0">
                  <a:normAutofit/>
                </a:bodyPr>
                <a:lstStyle>
                  <a:defPPr>
                    <a:defRPr lang="zh-CN"/>
                  </a:defPPr>
                  <a:lvl1pPr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SzPct val="25000"/>
                    <a:defRPr sz="1200">
                      <a:latin typeface="Arial" panose="020B0604020202020204" pitchFamily="34" charset="0"/>
                      <a:ea typeface="微软雅黑" panose="020B0503020204020204" charset="-122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71755"/>
                  <a:r>
                    <a:rPr lang="en-US" altLang="zh-CN" dirty="0"/>
                    <a:t>Copy paste fonts. Choose the only option to retain text.</a:t>
                  </a:r>
                  <a:endParaRPr lang="en-US" altLang="zh-CN" dirty="0"/>
                </a:p>
                <a:p>
                  <a:pPr marL="71755"/>
                  <a:r>
                    <a:rPr lang="en-US" altLang="zh-CN" dirty="0"/>
                    <a:t>.……-12pt</a:t>
                  </a:r>
                  <a:endParaRPr lang="en-US" altLang="zh-CN" dirty="0"/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9302537" y="4172575"/>
                <a:ext cx="2216363" cy="1740770"/>
                <a:chOff x="1902818" y="4647167"/>
                <a:chExt cx="2216363" cy="1740770"/>
              </a:xfrm>
            </p:grpSpPr>
            <p:sp>
              <p:nvSpPr>
                <p:cNvPr id="46" name="文本框 45"/>
                <p:cNvSpPr txBox="1"/>
                <p:nvPr/>
              </p:nvSpPr>
              <p:spPr>
                <a:xfrm>
                  <a:off x="1902818" y="4647167"/>
                  <a:ext cx="2216363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400" b="1" dirty="0"/>
                    <a:t>Text Here-14pt</a:t>
                  </a:r>
                  <a:endParaRPr lang="zh-CN" altLang="en-US" sz="1400" b="1" dirty="0"/>
                </a:p>
              </p:txBody>
            </p:sp>
            <p:sp>
              <p:nvSpPr>
                <p:cNvPr id="47" name="文本框 46"/>
                <p:cNvSpPr txBox="1"/>
                <p:nvPr/>
              </p:nvSpPr>
              <p:spPr>
                <a:xfrm>
                  <a:off x="1902818" y="5127937"/>
                  <a:ext cx="2216363" cy="1260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txBody>
                <a:bodyPr wrap="square" lIns="180000" tIns="72000" rIns="180000" bIns="72000" anchor="t" anchorCtr="0">
                  <a:normAutofit/>
                </a:bodyPr>
                <a:lstStyle>
                  <a:defPPr>
                    <a:defRPr lang="zh-CN"/>
                  </a:defPPr>
                  <a:lvl1pPr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SzPct val="25000"/>
                    <a:defRPr sz="1200">
                      <a:latin typeface="Arial" panose="020B0604020202020204" pitchFamily="34" charset="0"/>
                      <a:ea typeface="微软雅黑" panose="020B0503020204020204" charset="-122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71755"/>
                  <a:r>
                    <a:rPr lang="en-US" altLang="zh-CN" dirty="0"/>
                    <a:t>Copy paste fonts. Choose the only option to retain text.</a:t>
                  </a:r>
                  <a:endParaRPr lang="en-US" altLang="zh-CN" dirty="0"/>
                </a:p>
                <a:p>
                  <a:pPr marL="71755"/>
                  <a:r>
                    <a:rPr lang="en-US" altLang="zh-CN" dirty="0"/>
                    <a:t>.……-12pt</a:t>
                  </a:r>
                  <a:endParaRPr lang="en-US" altLang="zh-CN" dirty="0"/>
                </a:p>
              </p:txBody>
            </p:sp>
          </p:grpSp>
          <p:sp>
            <p:nvSpPr>
              <p:cNvPr id="48" name="椭圆 47"/>
              <p:cNvSpPr>
                <a:spLocks noChangeAspect="1"/>
              </p:cNvSpPr>
              <p:nvPr/>
            </p:nvSpPr>
            <p:spPr>
              <a:xfrm>
                <a:off x="7440005" y="3862455"/>
                <a:ext cx="180000" cy="180000"/>
              </a:xfrm>
              <a:prstGeom prst="ellipse">
                <a:avLst/>
              </a:prstGeom>
              <a:solidFill>
                <a:schemeClr val="accent3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9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2964" y="1266657"/>
            <a:ext cx="10857524" cy="5021142"/>
            <a:chOff x="662964" y="1266657"/>
            <a:chExt cx="10857524" cy="5021142"/>
          </a:xfrm>
        </p:grpSpPr>
        <p:grpSp>
          <p:nvGrpSpPr>
            <p:cNvPr id="11" name="组合 10"/>
            <p:cNvGrpSpPr/>
            <p:nvPr/>
          </p:nvGrpSpPr>
          <p:grpSpPr>
            <a:xfrm>
              <a:off x="669925" y="1266657"/>
              <a:ext cx="10850563" cy="915098"/>
              <a:chOff x="669925" y="1249256"/>
              <a:chExt cx="10850563" cy="915098"/>
            </a:xfrm>
          </p:grpSpPr>
          <p:sp>
            <p:nvSpPr>
              <p:cNvPr id="7" name="文本框 6"/>
              <p:cNvSpPr txBox="1"/>
              <p:nvPr/>
            </p:nvSpPr>
            <p:spPr>
              <a:xfrm>
                <a:off x="671513" y="1462013"/>
                <a:ext cx="10848975" cy="702341"/>
              </a:xfrm>
              <a:prstGeom prst="rect">
                <a:avLst/>
              </a:prstGeom>
              <a:noFill/>
              <a:ln w="3175">
                <a:solidFill>
                  <a:schemeClr val="accent1"/>
                </a:solidFill>
              </a:ln>
            </p:spPr>
            <p:txBody>
              <a:bodyPr wrap="square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>
                  <a:defRPr sz="18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  <a:lvl2pPr marL="6096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2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8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4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80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6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2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8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altLang="zh-CN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矩形 7"/>
              <p:cNvSpPr/>
              <p:nvPr/>
            </p:nvSpPr>
            <p:spPr bwMode="gray">
              <a:xfrm>
                <a:off x="817423" y="1785185"/>
                <a:ext cx="10548915" cy="347978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rmAutofit/>
              </a:bodyPr>
              <a:lstStyle/>
              <a:p>
                <a:pPr marR="0" lvl="0" fontAlgn="auto">
                  <a:lnSpc>
                    <a:spcPct val="120000"/>
                  </a:lnSpc>
                  <a:spcAft>
                    <a:spcPts val="600"/>
                  </a:spcAft>
                  <a:buClrTx/>
                  <a:buSzPct val="100000"/>
                  <a:defRPr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Copy paste  fonts. </a:t>
                </a:r>
                <a:r>
                  <a:rPr lang="en-US" altLang="zh-CN" sz="12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Choose</a:t>
                </a:r>
                <a:r>
                  <a:rPr lang="zh-CN" altLang="en-US" sz="12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（重点加粗）</a:t>
                </a:r>
                <a:r>
                  <a:rPr lang="zh-CN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 </a:t>
                </a:r>
                <a:r>
                  <a: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the only option to retain text. -12pt</a:t>
                </a:r>
                <a:endParaRPr lang="zh-CN" altLang="en-US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9" name="五边形 6"/>
              <p:cNvSpPr/>
              <p:nvPr>
                <p:custDataLst>
                  <p:tags r:id="rId1"/>
                </p:custDataLst>
              </p:nvPr>
            </p:nvSpPr>
            <p:spPr bwMode="auto">
              <a:xfrm>
                <a:off x="669925" y="1249256"/>
                <a:ext cx="1828177" cy="432000"/>
              </a:xfrm>
              <a:prstGeom prst="homePlate">
                <a:avLst/>
              </a:prstGeom>
              <a:solidFill>
                <a:schemeClr val="accent1"/>
              </a:solidFill>
              <a:ln w="3175" algn="ctr">
                <a:solidFill>
                  <a:schemeClr val="accent1"/>
                </a:solidFill>
                <a:round/>
              </a:ln>
            </p:spPr>
            <p:txBody>
              <a:bodyPr wrap="square" lIns="252000" tIns="45720" rIns="91440" bIns="45720" anchor="ctr">
                <a:noAutofit/>
              </a:bodyPr>
              <a:lstStyle/>
              <a:p>
                <a:pPr lvl="0" defTabSz="914400">
                  <a:defRPr/>
                </a:pPr>
                <a:r>
                  <a:rPr lang="en-US" altLang="zh-CN" sz="1400" b="1" kern="0" dirty="0">
                    <a:solidFill>
                      <a:schemeClr val="bg1"/>
                    </a:solidFill>
                  </a:rPr>
                  <a:t>Text here-14pt</a:t>
                </a:r>
                <a:endParaRPr lang="en-US" altLang="zh-CN" sz="1400" b="1" kern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1039497" y="3734978"/>
              <a:ext cx="5579999" cy="122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48000" tIns="90000" rIns="216000" bIns="90000" numCol="1" spcCol="0" rtlCol="0" fromWordArt="0" anchor="t" anchorCtr="0" forceAA="0" compatLnSpc="1">
              <a:normAutofit/>
            </a:bodyPr>
            <a:lstStyle/>
            <a:p>
              <a:pPr marL="172720" indent="-172720">
                <a:lnSpc>
                  <a:spcPct val="120000"/>
                </a:lnSpc>
                <a:spcAft>
                  <a:spcPts val="600"/>
                </a:spcAft>
                <a:buSzPct val="25000"/>
              </a:pPr>
              <a:r>
                <a:rPr lang="zh-CN" altLang="en-US" sz="1400" b="1" dirty="0">
                  <a:solidFill>
                    <a:schemeClr val="accent1"/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rPr>
                <a:t>债券投资</a:t>
              </a:r>
              <a:endParaRPr lang="zh-CN" altLang="en-US" sz="1400" b="1" dirty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Segoe UI" panose="020B0502040204020203" pitchFamily="34" charset="0"/>
              </a:endParaRPr>
            </a:p>
            <a:p>
              <a:pPr marL="172720" indent="-172720">
                <a:lnSpc>
                  <a:spcPct val="120000"/>
                </a:lnSpc>
                <a:spcAft>
                  <a:spcPts val="600"/>
                </a:spcAft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Copy paste  fonts. Choose the only option to retain text. </a:t>
              </a:r>
              <a:endPara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marL="172720" indent="-172720">
                <a:lnSpc>
                  <a:spcPct val="120000"/>
                </a:lnSpc>
                <a:spcAft>
                  <a:spcPts val="600"/>
                </a:spcAft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Supporting text here.</a:t>
              </a:r>
              <a:endPara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039497" y="2350061"/>
              <a:ext cx="5580000" cy="122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48000" tIns="90000" rIns="216000" bIns="90000" numCol="1" spcCol="0" rtlCol="0" fromWordArt="0" anchor="t" anchorCtr="0" forceAA="0" compatLnSpc="1">
              <a:normAutofit/>
            </a:bodyPr>
            <a:lstStyle/>
            <a:p>
              <a:pPr marL="172720" indent="-172720">
                <a:lnSpc>
                  <a:spcPct val="120000"/>
                </a:lnSpc>
                <a:spcAft>
                  <a:spcPts val="600"/>
                </a:spcAft>
                <a:buSzPct val="25000"/>
                <a:defRPr/>
              </a:pPr>
              <a:r>
                <a:rPr lang="en-US" altLang="zh-CN" sz="1400" b="1" dirty="0">
                  <a:solidFill>
                    <a:schemeClr val="accent1"/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rPr>
                <a:t>Text here-14pt</a:t>
              </a:r>
              <a:endParaRPr lang="zh-CN" altLang="en-US" sz="1400" b="1" dirty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Segoe UI" panose="020B0502040204020203" pitchFamily="34" charset="0"/>
              </a:endParaRPr>
            </a:p>
            <a:p>
              <a:pPr marL="172720" marR="0" lvl="0" indent="-172720" fontAlgn="auto">
                <a:lnSpc>
                  <a:spcPct val="120000"/>
                </a:lnSpc>
                <a:spcAft>
                  <a:spcPts val="600"/>
                </a:spcAft>
                <a:buClrTx/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Copy paste  fonts. Choose the only option to retain text. </a:t>
              </a:r>
              <a:endPara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marL="172720" marR="0" lvl="0" indent="-172720" fontAlgn="auto">
                <a:lnSpc>
                  <a:spcPct val="120000"/>
                </a:lnSpc>
                <a:spcAft>
                  <a:spcPts val="600"/>
                </a:spcAft>
                <a:buClrTx/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Supporting text here.</a:t>
              </a:r>
              <a:endPara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4" name="圆角矩形 2"/>
            <p:cNvSpPr/>
            <p:nvPr/>
          </p:nvSpPr>
          <p:spPr>
            <a:xfrm>
              <a:off x="662964" y="2602061"/>
              <a:ext cx="720000" cy="720000"/>
            </a:xfrm>
            <a:prstGeom prst="roundRect">
              <a:avLst>
                <a:gd name="adj" fmla="val 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圆角矩形 2"/>
            <p:cNvSpPr>
              <a:spLocks noChangeAspect="1"/>
            </p:cNvSpPr>
            <p:nvPr/>
          </p:nvSpPr>
          <p:spPr>
            <a:xfrm>
              <a:off x="662964" y="3986978"/>
              <a:ext cx="720000" cy="720000"/>
            </a:xfrm>
            <a:prstGeom prst="roundRect">
              <a:avLst>
                <a:gd name="adj" fmla="val 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039497" y="5119894"/>
              <a:ext cx="5580000" cy="11159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48000" tIns="90000" rIns="216000" bIns="90000" numCol="1" spcCol="0" rtlCol="0" fromWordArt="0" anchor="t" anchorCtr="0" forceAA="0" compatLnSpc="1">
              <a:normAutofit/>
            </a:bodyPr>
            <a:lstStyle/>
            <a:p>
              <a:pPr marL="172720" indent="-172720">
                <a:lnSpc>
                  <a:spcPct val="120000"/>
                </a:lnSpc>
                <a:spcAft>
                  <a:spcPts val="600"/>
                </a:spcAft>
                <a:buSzPct val="25000"/>
              </a:pPr>
              <a:r>
                <a:rPr lang="zh-CN" altLang="en-US" sz="1400" b="1" dirty="0">
                  <a:solidFill>
                    <a:schemeClr val="accent1"/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rPr>
                <a:t>股票投资</a:t>
              </a:r>
              <a:endParaRPr lang="zh-CN" altLang="en-US" sz="1400" b="1" dirty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Segoe UI" panose="020B0502040204020203" pitchFamily="34" charset="0"/>
              </a:endParaRPr>
            </a:p>
            <a:p>
              <a:pPr marL="172720" indent="-172720">
                <a:lnSpc>
                  <a:spcPct val="120000"/>
                </a:lnSpc>
                <a:spcAft>
                  <a:spcPts val="600"/>
                </a:spcAft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Copy paste  fonts. Choose the only option to retain text. </a:t>
              </a:r>
              <a:endPara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marL="172720" indent="-172720">
                <a:lnSpc>
                  <a:spcPct val="120000"/>
                </a:lnSpc>
                <a:spcAft>
                  <a:spcPts val="600"/>
                </a:spcAft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Supporting text here.</a:t>
              </a:r>
              <a:endPara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7" name="圆角矩形 2"/>
            <p:cNvSpPr/>
            <p:nvPr/>
          </p:nvSpPr>
          <p:spPr>
            <a:xfrm>
              <a:off x="662964" y="5317893"/>
              <a:ext cx="720000" cy="720000"/>
            </a:xfrm>
            <a:prstGeom prst="roundRect">
              <a:avLst>
                <a:gd name="adj" fmla="val 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6860444" y="2305041"/>
              <a:ext cx="4658456" cy="3672000"/>
              <a:chOff x="2955261" y="2246930"/>
              <a:chExt cx="3470870" cy="2918801"/>
            </a:xfrm>
          </p:grpSpPr>
          <p:graphicFrame>
            <p:nvGraphicFramePr>
              <p:cNvPr id="26" name="图示 25"/>
              <p:cNvGraphicFramePr/>
              <p:nvPr/>
            </p:nvGraphicFramePr>
            <p:xfrm>
              <a:off x="2955261" y="2246930"/>
              <a:ext cx="3230941" cy="265152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  <p:sp>
            <p:nvSpPr>
              <p:cNvPr id="27" name="矩形 26"/>
              <p:cNvSpPr/>
              <p:nvPr/>
            </p:nvSpPr>
            <p:spPr>
              <a:xfrm>
                <a:off x="2955261" y="4906516"/>
                <a:ext cx="3240000" cy="259215"/>
              </a:xfrm>
              <a:prstGeom prst="rect">
                <a:avLst/>
              </a:prstGeom>
              <a:solidFill>
                <a:srgbClr val="9E011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>
                    <a:solidFill>
                      <a:schemeClr val="bg1"/>
                    </a:solidFill>
                  </a:rPr>
                  <a:t>Text here-16pt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6011911" y="2639995"/>
                <a:ext cx="414220" cy="1368000"/>
              </a:xfrm>
              <a:prstGeom prst="rect">
                <a:avLst/>
              </a:prstGeom>
              <a:pattFill prst="narHorz">
                <a:fgClr>
                  <a:schemeClr val="accent4">
                    <a:lumMod val="40000"/>
                    <a:lumOff val="60000"/>
                  </a:schemeClr>
                </a:fgClr>
                <a:bgClr>
                  <a:schemeClr val="bg1"/>
                </a:bgClr>
              </a:patt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>
                <a:normAutofit lnSpcReduction="10000"/>
              </a:bodyPr>
              <a:lstStyle/>
              <a:p>
                <a:pPr algn="ctr">
                  <a:spcBef>
                    <a:spcPts val="300"/>
                  </a:spcBef>
                </a:pPr>
                <a:r>
                  <a:rPr lang="en-US" altLang="zh-CN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Supporting text here.</a:t>
                </a:r>
                <a:endPara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 algn="ctr">
                  <a:spcBef>
                    <a:spcPts val="300"/>
                  </a:spcBef>
                </a:pPr>
                <a:r>
                  <a:rPr lang="en-US" altLang="zh-CN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Text here</a:t>
                </a:r>
                <a:endParaRPr lang="en-US" altLang="zh-CN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4363621" y="2499372"/>
                <a:ext cx="414220" cy="342504"/>
              </a:xfrm>
              <a:prstGeom prst="rect">
                <a:avLst/>
              </a:prstGeom>
            </p:spPr>
            <p:txBody>
              <a:bodyPr wrap="square">
                <a:normAutofit/>
              </a:bodyPr>
              <a:lstStyle/>
              <a:p>
                <a:pPr lvl="0" algn="ctr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altLang="zh-CN" sz="1100" b="1" dirty="0">
                    <a:solidFill>
                      <a:schemeClr val="bg1"/>
                    </a:solidFill>
                  </a:rPr>
                  <a:t>Text here</a:t>
                </a:r>
                <a:endParaRPr lang="en-US" altLang="zh-CN" sz="1100" b="1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4902995" y="2647985"/>
                <a:ext cx="1049278" cy="1360018"/>
                <a:chOff x="4939868" y="2593894"/>
                <a:chExt cx="1049278" cy="1360018"/>
              </a:xfrm>
            </p:grpSpPr>
            <p:cxnSp>
              <p:nvCxnSpPr>
                <p:cNvPr id="31" name="直接连接符 30"/>
                <p:cNvCxnSpPr/>
                <p:nvPr/>
              </p:nvCxnSpPr>
              <p:spPr>
                <a:xfrm>
                  <a:off x="5975745" y="2593894"/>
                  <a:ext cx="13401" cy="1360018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箭头连接符 31"/>
                <p:cNvCxnSpPr/>
                <p:nvPr/>
              </p:nvCxnSpPr>
              <p:spPr>
                <a:xfrm>
                  <a:off x="4939868" y="2593894"/>
                  <a:ext cx="1042577" cy="0"/>
                </a:xfrm>
                <a:prstGeom prst="straightConnector1">
                  <a:avLst/>
                </a:prstGeom>
                <a:ln w="19050">
                  <a:headEnd type="triangle"/>
                </a:ln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接箭头连接符 32"/>
                <p:cNvCxnSpPr/>
                <p:nvPr/>
              </p:nvCxnSpPr>
              <p:spPr>
                <a:xfrm>
                  <a:off x="5317380" y="3219580"/>
                  <a:ext cx="665065" cy="0"/>
                </a:xfrm>
                <a:prstGeom prst="straightConnector1">
                  <a:avLst/>
                </a:prstGeom>
                <a:ln w="19050">
                  <a:headEnd type="triangle"/>
                </a:ln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箭头连接符 33"/>
                <p:cNvCxnSpPr/>
                <p:nvPr/>
              </p:nvCxnSpPr>
              <p:spPr>
                <a:xfrm>
                  <a:off x="5771580" y="3945572"/>
                  <a:ext cx="217566" cy="0"/>
                </a:xfrm>
                <a:prstGeom prst="straightConnector1">
                  <a:avLst/>
                </a:prstGeom>
                <a:ln w="19050">
                  <a:headEnd type="triangle"/>
                </a:ln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îśḷîďè"/>
            <p:cNvSpPr/>
            <p:nvPr/>
          </p:nvSpPr>
          <p:spPr bwMode="auto">
            <a:xfrm>
              <a:off x="887495" y="4191298"/>
              <a:ext cx="270938" cy="311360"/>
            </a:xfrm>
            <a:custGeom>
              <a:avLst/>
              <a:gdLst>
                <a:gd name="T0" fmla="*/ 2263 w 6954"/>
                <a:gd name="T1" fmla="*/ 6289 h 7989"/>
                <a:gd name="T2" fmla="*/ 4893 w 6954"/>
                <a:gd name="T3" fmla="*/ 5775 h 7989"/>
                <a:gd name="T4" fmla="*/ 4096 w 6954"/>
                <a:gd name="T5" fmla="*/ 6523 h 7989"/>
                <a:gd name="T6" fmla="*/ 5467 w 6954"/>
                <a:gd name="T7" fmla="*/ 6720 h 7989"/>
                <a:gd name="T8" fmla="*/ 6914 w 6954"/>
                <a:gd name="T9" fmla="*/ 6032 h 7989"/>
                <a:gd name="T10" fmla="*/ 6675 w 6954"/>
                <a:gd name="T11" fmla="*/ 6579 h 7989"/>
                <a:gd name="T12" fmla="*/ 2748 w 6954"/>
                <a:gd name="T13" fmla="*/ 7534 h 7989"/>
                <a:gd name="T14" fmla="*/ 1824 w 6954"/>
                <a:gd name="T15" fmla="*/ 7774 h 7989"/>
                <a:gd name="T16" fmla="*/ 1542 w 6954"/>
                <a:gd name="T17" fmla="*/ 6388 h 7989"/>
                <a:gd name="T18" fmla="*/ 1600 w 6954"/>
                <a:gd name="T19" fmla="*/ 4602 h 7989"/>
                <a:gd name="T20" fmla="*/ 1173 w 6954"/>
                <a:gd name="T21" fmla="*/ 4602 h 7989"/>
                <a:gd name="T22" fmla="*/ 1600 w 6954"/>
                <a:gd name="T23" fmla="*/ 6049 h 7989"/>
                <a:gd name="T24" fmla="*/ 2880 w 6954"/>
                <a:gd name="T25" fmla="*/ 4175 h 7989"/>
                <a:gd name="T26" fmla="*/ 2453 w 6954"/>
                <a:gd name="T27" fmla="*/ 4175 h 7989"/>
                <a:gd name="T28" fmla="*/ 2880 w 6954"/>
                <a:gd name="T29" fmla="*/ 5336 h 7989"/>
                <a:gd name="T30" fmla="*/ 4160 w 6954"/>
                <a:gd name="T31" fmla="*/ 3749 h 7989"/>
                <a:gd name="T32" fmla="*/ 3733 w 6954"/>
                <a:gd name="T33" fmla="*/ 3749 h 7989"/>
                <a:gd name="T34" fmla="*/ 4160 w 6954"/>
                <a:gd name="T35" fmla="*/ 5257 h 7989"/>
                <a:gd name="T36" fmla="*/ 5440 w 6954"/>
                <a:gd name="T37" fmla="*/ 2895 h 7989"/>
                <a:gd name="T38" fmla="*/ 5013 w 6954"/>
                <a:gd name="T39" fmla="*/ 2895 h 7989"/>
                <a:gd name="T40" fmla="*/ 5237 w 6954"/>
                <a:gd name="T41" fmla="*/ 5368 h 7989"/>
                <a:gd name="T42" fmla="*/ 6720 w 6954"/>
                <a:gd name="T43" fmla="*/ 5398 h 7989"/>
                <a:gd name="T44" fmla="*/ 6507 w 6954"/>
                <a:gd name="T45" fmla="*/ 1829 h 7989"/>
                <a:gd name="T46" fmla="*/ 6293 w 6954"/>
                <a:gd name="T47" fmla="*/ 5689 h 7989"/>
                <a:gd name="T48" fmla="*/ 6720 w 6954"/>
                <a:gd name="T49" fmla="*/ 5398 h 7989"/>
                <a:gd name="T50" fmla="*/ 213 w 6954"/>
                <a:gd name="T51" fmla="*/ 3962 h 7989"/>
                <a:gd name="T52" fmla="*/ 213 w 6954"/>
                <a:gd name="T53" fmla="*/ 3535 h 7989"/>
                <a:gd name="T54" fmla="*/ 5415 w 6954"/>
                <a:gd name="T55" fmla="*/ 720 h 7989"/>
                <a:gd name="T56" fmla="*/ 5276 w 6954"/>
                <a:gd name="T57" fmla="*/ 317 h 7989"/>
                <a:gd name="T58" fmla="*/ 6354 w 6954"/>
                <a:gd name="T59" fmla="*/ 171 h 7989"/>
                <a:gd name="T60" fmla="*/ 6500 w 6954"/>
                <a:gd name="T61" fmla="*/ 1249 h 7989"/>
                <a:gd name="T62" fmla="*/ 6128 w 6954"/>
                <a:gd name="T63" fmla="*/ 827 h 7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954" h="7989">
                  <a:moveTo>
                    <a:pt x="1542" y="6388"/>
                  </a:moveTo>
                  <a:lnTo>
                    <a:pt x="2263" y="6289"/>
                  </a:lnTo>
                  <a:cubicBezTo>
                    <a:pt x="2417" y="5902"/>
                    <a:pt x="2757" y="5708"/>
                    <a:pt x="3284" y="5708"/>
                  </a:cubicBezTo>
                  <a:cubicBezTo>
                    <a:pt x="4074" y="5708"/>
                    <a:pt x="4436" y="5584"/>
                    <a:pt x="4893" y="5775"/>
                  </a:cubicBezTo>
                  <a:cubicBezTo>
                    <a:pt x="5156" y="5884"/>
                    <a:pt x="5108" y="6113"/>
                    <a:pt x="4950" y="6259"/>
                  </a:cubicBezTo>
                  <a:cubicBezTo>
                    <a:pt x="4748" y="6445"/>
                    <a:pt x="4104" y="6225"/>
                    <a:pt x="4096" y="6523"/>
                  </a:cubicBezTo>
                  <a:cubicBezTo>
                    <a:pt x="4088" y="6822"/>
                    <a:pt x="4397" y="6720"/>
                    <a:pt x="4668" y="6720"/>
                  </a:cubicBezTo>
                  <a:lnTo>
                    <a:pt x="5467" y="6720"/>
                  </a:lnTo>
                  <a:lnTo>
                    <a:pt x="6652" y="5854"/>
                  </a:lnTo>
                  <a:cubicBezTo>
                    <a:pt x="6780" y="5761"/>
                    <a:pt x="6954" y="5879"/>
                    <a:pt x="6914" y="6032"/>
                  </a:cubicBezTo>
                  <a:lnTo>
                    <a:pt x="6832" y="6345"/>
                  </a:lnTo>
                  <a:cubicBezTo>
                    <a:pt x="6808" y="6438"/>
                    <a:pt x="6752" y="6521"/>
                    <a:pt x="6675" y="6579"/>
                  </a:cubicBezTo>
                  <a:lnTo>
                    <a:pt x="5401" y="7534"/>
                  </a:lnTo>
                  <a:lnTo>
                    <a:pt x="2748" y="7534"/>
                  </a:lnTo>
                  <a:lnTo>
                    <a:pt x="2452" y="7816"/>
                  </a:lnTo>
                  <a:cubicBezTo>
                    <a:pt x="2270" y="7989"/>
                    <a:pt x="1980" y="7969"/>
                    <a:pt x="1824" y="7774"/>
                  </a:cubicBezTo>
                  <a:lnTo>
                    <a:pt x="1267" y="7077"/>
                  </a:lnTo>
                  <a:cubicBezTo>
                    <a:pt x="1060" y="6818"/>
                    <a:pt x="1214" y="6433"/>
                    <a:pt x="1542" y="6388"/>
                  </a:cubicBezTo>
                  <a:close/>
                  <a:moveTo>
                    <a:pt x="1600" y="6049"/>
                  </a:moveTo>
                  <a:lnTo>
                    <a:pt x="1600" y="4602"/>
                  </a:lnTo>
                  <a:cubicBezTo>
                    <a:pt x="1600" y="4484"/>
                    <a:pt x="1504" y="4389"/>
                    <a:pt x="1387" y="4389"/>
                  </a:cubicBezTo>
                  <a:cubicBezTo>
                    <a:pt x="1269" y="4389"/>
                    <a:pt x="1173" y="4484"/>
                    <a:pt x="1173" y="4602"/>
                  </a:cubicBezTo>
                  <a:lnTo>
                    <a:pt x="1173" y="6107"/>
                  </a:lnTo>
                  <a:lnTo>
                    <a:pt x="1600" y="6049"/>
                  </a:lnTo>
                  <a:close/>
                  <a:moveTo>
                    <a:pt x="2880" y="5336"/>
                  </a:moveTo>
                  <a:lnTo>
                    <a:pt x="2880" y="4175"/>
                  </a:lnTo>
                  <a:cubicBezTo>
                    <a:pt x="2880" y="4058"/>
                    <a:pt x="2784" y="3962"/>
                    <a:pt x="2667" y="3962"/>
                  </a:cubicBezTo>
                  <a:cubicBezTo>
                    <a:pt x="2549" y="3962"/>
                    <a:pt x="2453" y="4058"/>
                    <a:pt x="2453" y="4175"/>
                  </a:cubicBezTo>
                  <a:lnTo>
                    <a:pt x="2453" y="5526"/>
                  </a:lnTo>
                  <a:cubicBezTo>
                    <a:pt x="2572" y="5439"/>
                    <a:pt x="2714" y="5375"/>
                    <a:pt x="2880" y="5336"/>
                  </a:cubicBezTo>
                  <a:close/>
                  <a:moveTo>
                    <a:pt x="4160" y="5257"/>
                  </a:moveTo>
                  <a:lnTo>
                    <a:pt x="4160" y="3749"/>
                  </a:lnTo>
                  <a:cubicBezTo>
                    <a:pt x="4160" y="3631"/>
                    <a:pt x="4064" y="3535"/>
                    <a:pt x="3947" y="3535"/>
                  </a:cubicBezTo>
                  <a:cubicBezTo>
                    <a:pt x="3829" y="3535"/>
                    <a:pt x="3733" y="3631"/>
                    <a:pt x="3733" y="3749"/>
                  </a:cubicBezTo>
                  <a:lnTo>
                    <a:pt x="3733" y="5280"/>
                  </a:lnTo>
                  <a:cubicBezTo>
                    <a:pt x="3890" y="5274"/>
                    <a:pt x="4031" y="5265"/>
                    <a:pt x="4160" y="5257"/>
                  </a:cubicBezTo>
                  <a:close/>
                  <a:moveTo>
                    <a:pt x="5440" y="5529"/>
                  </a:moveTo>
                  <a:lnTo>
                    <a:pt x="5440" y="2895"/>
                  </a:lnTo>
                  <a:cubicBezTo>
                    <a:pt x="5440" y="2778"/>
                    <a:pt x="5344" y="2682"/>
                    <a:pt x="5227" y="2682"/>
                  </a:cubicBezTo>
                  <a:cubicBezTo>
                    <a:pt x="5109" y="2682"/>
                    <a:pt x="5013" y="2778"/>
                    <a:pt x="5013" y="2895"/>
                  </a:cubicBezTo>
                  <a:lnTo>
                    <a:pt x="5013" y="5293"/>
                  </a:lnTo>
                  <a:cubicBezTo>
                    <a:pt x="5087" y="5312"/>
                    <a:pt x="5161" y="5336"/>
                    <a:pt x="5237" y="5368"/>
                  </a:cubicBezTo>
                  <a:cubicBezTo>
                    <a:pt x="5319" y="5402"/>
                    <a:pt x="5382" y="5461"/>
                    <a:pt x="5440" y="5529"/>
                  </a:cubicBezTo>
                  <a:close/>
                  <a:moveTo>
                    <a:pt x="6720" y="5398"/>
                  </a:moveTo>
                  <a:lnTo>
                    <a:pt x="6720" y="2042"/>
                  </a:lnTo>
                  <a:cubicBezTo>
                    <a:pt x="6720" y="1924"/>
                    <a:pt x="6624" y="1829"/>
                    <a:pt x="6507" y="1829"/>
                  </a:cubicBezTo>
                  <a:cubicBezTo>
                    <a:pt x="6389" y="1829"/>
                    <a:pt x="6293" y="1924"/>
                    <a:pt x="6293" y="2042"/>
                  </a:cubicBezTo>
                  <a:lnTo>
                    <a:pt x="6293" y="5689"/>
                  </a:lnTo>
                  <a:lnTo>
                    <a:pt x="6652" y="5427"/>
                  </a:lnTo>
                  <a:cubicBezTo>
                    <a:pt x="6672" y="5413"/>
                    <a:pt x="6695" y="5402"/>
                    <a:pt x="6720" y="5398"/>
                  </a:cubicBezTo>
                  <a:close/>
                  <a:moveTo>
                    <a:pt x="6128" y="827"/>
                  </a:moveTo>
                  <a:cubicBezTo>
                    <a:pt x="4799" y="2789"/>
                    <a:pt x="2583" y="3963"/>
                    <a:pt x="213" y="3962"/>
                  </a:cubicBezTo>
                  <a:cubicBezTo>
                    <a:pt x="96" y="3962"/>
                    <a:pt x="0" y="3866"/>
                    <a:pt x="0" y="3749"/>
                  </a:cubicBezTo>
                  <a:cubicBezTo>
                    <a:pt x="0" y="3631"/>
                    <a:pt x="96" y="3535"/>
                    <a:pt x="213" y="3535"/>
                  </a:cubicBezTo>
                  <a:cubicBezTo>
                    <a:pt x="2468" y="3535"/>
                    <a:pt x="4529" y="2416"/>
                    <a:pt x="5768" y="598"/>
                  </a:cubicBezTo>
                  <a:lnTo>
                    <a:pt x="5415" y="720"/>
                  </a:lnTo>
                  <a:cubicBezTo>
                    <a:pt x="5302" y="763"/>
                    <a:pt x="5175" y="705"/>
                    <a:pt x="5136" y="590"/>
                  </a:cubicBezTo>
                  <a:cubicBezTo>
                    <a:pt x="5097" y="476"/>
                    <a:pt x="5160" y="352"/>
                    <a:pt x="5276" y="317"/>
                  </a:cubicBezTo>
                  <a:lnTo>
                    <a:pt x="6083" y="39"/>
                  </a:lnTo>
                  <a:cubicBezTo>
                    <a:pt x="6194" y="0"/>
                    <a:pt x="6316" y="59"/>
                    <a:pt x="6354" y="171"/>
                  </a:cubicBezTo>
                  <a:lnTo>
                    <a:pt x="6632" y="978"/>
                  </a:lnTo>
                  <a:cubicBezTo>
                    <a:pt x="6670" y="1089"/>
                    <a:pt x="6611" y="1211"/>
                    <a:pt x="6500" y="1249"/>
                  </a:cubicBezTo>
                  <a:cubicBezTo>
                    <a:pt x="6388" y="1288"/>
                    <a:pt x="6267" y="1228"/>
                    <a:pt x="6228" y="1117"/>
                  </a:cubicBezTo>
                  <a:lnTo>
                    <a:pt x="6128" y="82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906438" y="5538607"/>
              <a:ext cx="233052" cy="278572"/>
              <a:chOff x="843216" y="5492562"/>
              <a:chExt cx="233052" cy="278572"/>
            </a:xfrm>
          </p:grpSpPr>
          <p:sp>
            <p:nvSpPr>
              <p:cNvPr id="50" name="任意多边形: 形状 49"/>
              <p:cNvSpPr/>
              <p:nvPr/>
            </p:nvSpPr>
            <p:spPr>
              <a:xfrm>
                <a:off x="843216" y="5492562"/>
                <a:ext cx="233052" cy="205467"/>
              </a:xfrm>
              <a:custGeom>
                <a:avLst/>
                <a:gdLst>
                  <a:gd name="connsiteX0" fmla="*/ 122352 w 233052"/>
                  <a:gd name="connsiteY0" fmla="*/ 75742 h 205467"/>
                  <a:gd name="connsiteX1" fmla="*/ 172583 w 233052"/>
                  <a:gd name="connsiteY1" fmla="*/ 75742 h 205467"/>
                  <a:gd name="connsiteX2" fmla="*/ 113613 w 233052"/>
                  <a:gd name="connsiteY2" fmla="*/ 134712 h 205467"/>
                  <a:gd name="connsiteX3" fmla="*/ 96134 w 233052"/>
                  <a:gd name="connsiteY3" fmla="*/ 117233 h 205467"/>
                  <a:gd name="connsiteX4" fmla="*/ 76095 w 233052"/>
                  <a:gd name="connsiteY4" fmla="*/ 137272 h 205467"/>
                  <a:gd name="connsiteX5" fmla="*/ 63736 w 233052"/>
                  <a:gd name="connsiteY5" fmla="*/ 124912 h 205467"/>
                  <a:gd name="connsiteX6" fmla="*/ 96134 w 233052"/>
                  <a:gd name="connsiteY6" fmla="*/ 92514 h 205467"/>
                  <a:gd name="connsiteX7" fmla="*/ 113613 w 233052"/>
                  <a:gd name="connsiteY7" fmla="*/ 109993 h 205467"/>
                  <a:gd name="connsiteX8" fmla="*/ 130385 w 233052"/>
                  <a:gd name="connsiteY8" fmla="*/ 93221 h 205467"/>
                  <a:gd name="connsiteX9" fmla="*/ 122352 w 233052"/>
                  <a:gd name="connsiteY9" fmla="*/ 93221 h 205467"/>
                  <a:gd name="connsiteX10" fmla="*/ 26218 w 233052"/>
                  <a:gd name="connsiteY10" fmla="*/ 0 h 205467"/>
                  <a:gd name="connsiteX11" fmla="*/ 206834 w 233052"/>
                  <a:gd name="connsiteY11" fmla="*/ 0 h 205467"/>
                  <a:gd name="connsiteX12" fmla="*/ 233052 w 233052"/>
                  <a:gd name="connsiteY12" fmla="*/ 26219 h 205467"/>
                  <a:gd name="connsiteX13" fmla="*/ 233052 w 233052"/>
                  <a:gd name="connsiteY13" fmla="*/ 93221 h 205467"/>
                  <a:gd name="connsiteX14" fmla="*/ 224313 w 233052"/>
                  <a:gd name="connsiteY14" fmla="*/ 93221 h 205467"/>
                  <a:gd name="connsiteX15" fmla="*/ 209747 w 233052"/>
                  <a:gd name="connsiteY15" fmla="*/ 107787 h 205467"/>
                  <a:gd name="connsiteX16" fmla="*/ 224313 w 233052"/>
                  <a:gd name="connsiteY16" fmla="*/ 122353 h 205467"/>
                  <a:gd name="connsiteX17" fmla="*/ 233052 w 233052"/>
                  <a:gd name="connsiteY17" fmla="*/ 122353 h 205467"/>
                  <a:gd name="connsiteX18" fmla="*/ 233052 w 233052"/>
                  <a:gd name="connsiteY18" fmla="*/ 183529 h 205467"/>
                  <a:gd name="connsiteX19" fmla="*/ 232595 w 233052"/>
                  <a:gd name="connsiteY19" fmla="*/ 184633 h 205467"/>
                  <a:gd name="connsiteX20" fmla="*/ 230204 w 233052"/>
                  <a:gd name="connsiteY20" fmla="*/ 181835 h 205467"/>
                  <a:gd name="connsiteX21" fmla="*/ 215573 w 233052"/>
                  <a:gd name="connsiteY21" fmla="*/ 174051 h 205467"/>
                  <a:gd name="connsiteX22" fmla="*/ 215573 w 233052"/>
                  <a:gd name="connsiteY22" fmla="*/ 138625 h 205467"/>
                  <a:gd name="connsiteX23" fmla="*/ 192268 w 233052"/>
                  <a:gd name="connsiteY23" fmla="*/ 107787 h 205467"/>
                  <a:gd name="connsiteX24" fmla="*/ 215573 w 233052"/>
                  <a:gd name="connsiteY24" fmla="*/ 76948 h 205467"/>
                  <a:gd name="connsiteX25" fmla="*/ 215573 w 233052"/>
                  <a:gd name="connsiteY25" fmla="*/ 26219 h 205467"/>
                  <a:gd name="connsiteX26" fmla="*/ 206834 w 233052"/>
                  <a:gd name="connsiteY26" fmla="*/ 17479 h 205467"/>
                  <a:gd name="connsiteX27" fmla="*/ 26218 w 233052"/>
                  <a:gd name="connsiteY27" fmla="*/ 17479 h 205467"/>
                  <a:gd name="connsiteX28" fmla="*/ 17479 w 233052"/>
                  <a:gd name="connsiteY28" fmla="*/ 26219 h 205467"/>
                  <a:gd name="connsiteX29" fmla="*/ 17479 w 233052"/>
                  <a:gd name="connsiteY29" fmla="*/ 74035 h 205467"/>
                  <a:gd name="connsiteX30" fmla="*/ 40784 w 233052"/>
                  <a:gd name="connsiteY30" fmla="*/ 104874 h 205467"/>
                  <a:gd name="connsiteX31" fmla="*/ 17479 w 233052"/>
                  <a:gd name="connsiteY31" fmla="*/ 135712 h 205467"/>
                  <a:gd name="connsiteX32" fmla="*/ 17479 w 233052"/>
                  <a:gd name="connsiteY32" fmla="*/ 183529 h 205467"/>
                  <a:gd name="connsiteX33" fmla="*/ 26218 w 233052"/>
                  <a:gd name="connsiteY33" fmla="*/ 192268 h 205467"/>
                  <a:gd name="connsiteX34" fmla="*/ 45654 w 233052"/>
                  <a:gd name="connsiteY34" fmla="*/ 192268 h 205467"/>
                  <a:gd name="connsiteX35" fmla="*/ 40808 w 233052"/>
                  <a:gd name="connsiteY35" fmla="*/ 196685 h 205467"/>
                  <a:gd name="connsiteX36" fmla="*/ 23858 w 233052"/>
                  <a:gd name="connsiteY36" fmla="*/ 198945 h 205467"/>
                  <a:gd name="connsiteX37" fmla="*/ 15886 w 233052"/>
                  <a:gd name="connsiteY37" fmla="*/ 205467 h 205467"/>
                  <a:gd name="connsiteX38" fmla="*/ 7679 w 233052"/>
                  <a:gd name="connsiteY38" fmla="*/ 202068 h 205467"/>
                  <a:gd name="connsiteX39" fmla="*/ 0 w 233052"/>
                  <a:gd name="connsiteY39" fmla="*/ 183529 h 205467"/>
                  <a:gd name="connsiteX40" fmla="*/ 0 w 233052"/>
                  <a:gd name="connsiteY40" fmla="*/ 119440 h 205467"/>
                  <a:gd name="connsiteX41" fmla="*/ 8739 w 233052"/>
                  <a:gd name="connsiteY41" fmla="*/ 119440 h 205467"/>
                  <a:gd name="connsiteX42" fmla="*/ 23305 w 233052"/>
                  <a:gd name="connsiteY42" fmla="*/ 104874 h 205467"/>
                  <a:gd name="connsiteX43" fmla="*/ 8739 w 233052"/>
                  <a:gd name="connsiteY43" fmla="*/ 90308 h 205467"/>
                  <a:gd name="connsiteX44" fmla="*/ 0 w 233052"/>
                  <a:gd name="connsiteY44" fmla="*/ 90308 h 205467"/>
                  <a:gd name="connsiteX45" fmla="*/ 0 w 233052"/>
                  <a:gd name="connsiteY45" fmla="*/ 26219 h 205467"/>
                  <a:gd name="connsiteX46" fmla="*/ 26218 w 233052"/>
                  <a:gd name="connsiteY46" fmla="*/ 0 h 205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233052" h="205467">
                    <a:moveTo>
                      <a:pt x="122352" y="75742"/>
                    </a:moveTo>
                    <a:lnTo>
                      <a:pt x="172583" y="75742"/>
                    </a:lnTo>
                    <a:lnTo>
                      <a:pt x="113613" y="134712"/>
                    </a:lnTo>
                    <a:lnTo>
                      <a:pt x="96134" y="117233"/>
                    </a:lnTo>
                    <a:lnTo>
                      <a:pt x="76095" y="137272"/>
                    </a:lnTo>
                    <a:lnTo>
                      <a:pt x="63736" y="124912"/>
                    </a:lnTo>
                    <a:lnTo>
                      <a:pt x="96134" y="92514"/>
                    </a:lnTo>
                    <a:lnTo>
                      <a:pt x="113613" y="109993"/>
                    </a:lnTo>
                    <a:lnTo>
                      <a:pt x="130385" y="93221"/>
                    </a:lnTo>
                    <a:lnTo>
                      <a:pt x="122352" y="93221"/>
                    </a:lnTo>
                    <a:close/>
                    <a:moveTo>
                      <a:pt x="26218" y="0"/>
                    </a:moveTo>
                    <a:lnTo>
                      <a:pt x="206834" y="0"/>
                    </a:lnTo>
                    <a:cubicBezTo>
                      <a:pt x="221314" y="0"/>
                      <a:pt x="233052" y="11739"/>
                      <a:pt x="233052" y="26219"/>
                    </a:cubicBezTo>
                    <a:lnTo>
                      <a:pt x="233052" y="93221"/>
                    </a:lnTo>
                    <a:lnTo>
                      <a:pt x="224313" y="93221"/>
                    </a:lnTo>
                    <a:cubicBezTo>
                      <a:pt x="216269" y="93221"/>
                      <a:pt x="209747" y="99742"/>
                      <a:pt x="209747" y="107787"/>
                    </a:cubicBezTo>
                    <a:cubicBezTo>
                      <a:pt x="209747" y="115831"/>
                      <a:pt x="216268" y="122353"/>
                      <a:pt x="224313" y="122353"/>
                    </a:cubicBezTo>
                    <a:lnTo>
                      <a:pt x="233052" y="122353"/>
                    </a:lnTo>
                    <a:lnTo>
                      <a:pt x="233052" y="183529"/>
                    </a:lnTo>
                    <a:lnTo>
                      <a:pt x="232595" y="184633"/>
                    </a:lnTo>
                    <a:lnTo>
                      <a:pt x="230204" y="181835"/>
                    </a:lnTo>
                    <a:lnTo>
                      <a:pt x="215573" y="174051"/>
                    </a:lnTo>
                    <a:lnTo>
                      <a:pt x="215573" y="138625"/>
                    </a:lnTo>
                    <a:cubicBezTo>
                      <a:pt x="202123" y="134821"/>
                      <a:pt x="192268" y="122455"/>
                      <a:pt x="192268" y="107787"/>
                    </a:cubicBezTo>
                    <a:cubicBezTo>
                      <a:pt x="192268" y="93119"/>
                      <a:pt x="202123" y="80753"/>
                      <a:pt x="215573" y="76948"/>
                    </a:cubicBezTo>
                    <a:lnTo>
                      <a:pt x="215573" y="26219"/>
                    </a:lnTo>
                    <a:cubicBezTo>
                      <a:pt x="215573" y="21392"/>
                      <a:pt x="211660" y="17479"/>
                      <a:pt x="206834" y="17479"/>
                    </a:cubicBezTo>
                    <a:lnTo>
                      <a:pt x="26218" y="17479"/>
                    </a:lnTo>
                    <a:cubicBezTo>
                      <a:pt x="21392" y="17479"/>
                      <a:pt x="17479" y="21392"/>
                      <a:pt x="17479" y="26219"/>
                    </a:cubicBezTo>
                    <a:lnTo>
                      <a:pt x="17479" y="74035"/>
                    </a:lnTo>
                    <a:cubicBezTo>
                      <a:pt x="30929" y="77840"/>
                      <a:pt x="40784" y="90206"/>
                      <a:pt x="40784" y="104874"/>
                    </a:cubicBezTo>
                    <a:cubicBezTo>
                      <a:pt x="40784" y="119542"/>
                      <a:pt x="30929" y="131908"/>
                      <a:pt x="17479" y="135712"/>
                    </a:cubicBezTo>
                    <a:lnTo>
                      <a:pt x="17479" y="183529"/>
                    </a:lnTo>
                    <a:cubicBezTo>
                      <a:pt x="17479" y="188355"/>
                      <a:pt x="21392" y="192268"/>
                      <a:pt x="26218" y="192268"/>
                    </a:cubicBezTo>
                    <a:lnTo>
                      <a:pt x="45654" y="192268"/>
                    </a:lnTo>
                    <a:lnTo>
                      <a:pt x="40808" y="196685"/>
                    </a:lnTo>
                    <a:lnTo>
                      <a:pt x="23858" y="198945"/>
                    </a:lnTo>
                    <a:lnTo>
                      <a:pt x="15886" y="205467"/>
                    </a:lnTo>
                    <a:lnTo>
                      <a:pt x="7679" y="202068"/>
                    </a:lnTo>
                    <a:cubicBezTo>
                      <a:pt x="2935" y="197323"/>
                      <a:pt x="0" y="190769"/>
                      <a:pt x="0" y="183529"/>
                    </a:cubicBezTo>
                    <a:lnTo>
                      <a:pt x="0" y="119440"/>
                    </a:lnTo>
                    <a:lnTo>
                      <a:pt x="8739" y="119440"/>
                    </a:lnTo>
                    <a:cubicBezTo>
                      <a:pt x="16784" y="119440"/>
                      <a:pt x="23305" y="112918"/>
                      <a:pt x="23305" y="104874"/>
                    </a:cubicBezTo>
                    <a:cubicBezTo>
                      <a:pt x="23305" y="96830"/>
                      <a:pt x="16784" y="90308"/>
                      <a:pt x="8739" y="90308"/>
                    </a:cubicBezTo>
                    <a:lnTo>
                      <a:pt x="0" y="90308"/>
                    </a:lnTo>
                    <a:lnTo>
                      <a:pt x="0" y="26219"/>
                    </a:lnTo>
                    <a:cubicBezTo>
                      <a:pt x="0" y="11739"/>
                      <a:pt x="11738" y="0"/>
                      <a:pt x="2621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/>
            </p:nvSpPr>
            <p:spPr bwMode="auto">
              <a:xfrm>
                <a:off x="849008" y="5682655"/>
                <a:ext cx="223906" cy="88479"/>
              </a:xfrm>
              <a:custGeom>
                <a:avLst/>
                <a:gdLst>
                  <a:gd name="connsiteX0" fmla="*/ 118458 w 223906"/>
                  <a:gd name="connsiteY0" fmla="*/ 240 h 88479"/>
                  <a:gd name="connsiteX1" fmla="*/ 144937 w 223906"/>
                  <a:gd name="connsiteY1" fmla="*/ 4337 h 88479"/>
                  <a:gd name="connsiteX2" fmla="*/ 147158 w 223906"/>
                  <a:gd name="connsiteY2" fmla="*/ 23200 h 88479"/>
                  <a:gd name="connsiteX3" fmla="*/ 113885 w 223906"/>
                  <a:gd name="connsiteY3" fmla="*/ 33489 h 88479"/>
                  <a:gd name="connsiteX4" fmla="*/ 136171 w 223906"/>
                  <a:gd name="connsiteY4" fmla="*/ 41167 h 88479"/>
                  <a:gd name="connsiteX5" fmla="*/ 167301 w 223906"/>
                  <a:gd name="connsiteY5" fmla="*/ 41167 h 88479"/>
                  <a:gd name="connsiteX6" fmla="*/ 213471 w 223906"/>
                  <a:gd name="connsiteY6" fmla="*/ 7416 h 88479"/>
                  <a:gd name="connsiteX7" fmla="*/ 223679 w 223906"/>
                  <a:gd name="connsiteY7" fmla="*/ 14353 h 88479"/>
                  <a:gd name="connsiteX8" fmla="*/ 220484 w 223906"/>
                  <a:gd name="connsiteY8" fmla="*/ 26552 h 88479"/>
                  <a:gd name="connsiteX9" fmla="*/ 214367 w 223906"/>
                  <a:gd name="connsiteY9" fmla="*/ 35671 h 88479"/>
                  <a:gd name="connsiteX10" fmla="*/ 164730 w 223906"/>
                  <a:gd name="connsiteY10" fmla="*/ 72891 h 88479"/>
                  <a:gd name="connsiteX11" fmla="*/ 61365 w 223906"/>
                  <a:gd name="connsiteY11" fmla="*/ 72891 h 88479"/>
                  <a:gd name="connsiteX12" fmla="*/ 49833 w 223906"/>
                  <a:gd name="connsiteY12" fmla="*/ 83882 h 88479"/>
                  <a:gd name="connsiteX13" fmla="*/ 25365 w 223906"/>
                  <a:gd name="connsiteY13" fmla="*/ 82245 h 88479"/>
                  <a:gd name="connsiteX14" fmla="*/ 3663 w 223906"/>
                  <a:gd name="connsiteY14" fmla="*/ 55080 h 88479"/>
                  <a:gd name="connsiteX15" fmla="*/ 14378 w 223906"/>
                  <a:gd name="connsiteY15" fmla="*/ 28228 h 88479"/>
                  <a:gd name="connsiteX16" fmla="*/ 42469 w 223906"/>
                  <a:gd name="connsiteY16" fmla="*/ 24369 h 88479"/>
                  <a:gd name="connsiteX17" fmla="*/ 82248 w 223906"/>
                  <a:gd name="connsiteY17" fmla="*/ 1725 h 88479"/>
                  <a:gd name="connsiteX18" fmla="*/ 118458 w 223906"/>
                  <a:gd name="connsiteY18" fmla="*/ 240 h 88479"/>
                  <a:gd name="connsiteX19" fmla="*/ 200834 w 223906"/>
                  <a:gd name="connsiteY19" fmla="*/ 0 h 88479"/>
                  <a:gd name="connsiteX20" fmla="*/ 199484 w 223906"/>
                  <a:gd name="connsiteY20" fmla="*/ 985 h 88479"/>
                  <a:gd name="connsiteX21" fmla="*/ 199484 w 223906"/>
                  <a:gd name="connsiteY21" fmla="*/ 889 h 88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23906" h="88479">
                    <a:moveTo>
                      <a:pt x="118458" y="240"/>
                    </a:moveTo>
                    <a:cubicBezTo>
                      <a:pt x="128057" y="-38"/>
                      <a:pt x="136035" y="615"/>
                      <a:pt x="144937" y="4337"/>
                    </a:cubicBezTo>
                    <a:cubicBezTo>
                      <a:pt x="155184" y="8585"/>
                      <a:pt x="153314" y="17510"/>
                      <a:pt x="147158" y="23200"/>
                    </a:cubicBezTo>
                    <a:cubicBezTo>
                      <a:pt x="139288" y="30449"/>
                      <a:pt x="114197" y="21875"/>
                      <a:pt x="113885" y="33489"/>
                    </a:cubicBezTo>
                    <a:cubicBezTo>
                      <a:pt x="113573" y="45142"/>
                      <a:pt x="125613" y="41167"/>
                      <a:pt x="136171" y="41167"/>
                    </a:cubicBezTo>
                    <a:lnTo>
                      <a:pt x="167301" y="41167"/>
                    </a:lnTo>
                    <a:lnTo>
                      <a:pt x="213471" y="7416"/>
                    </a:lnTo>
                    <a:cubicBezTo>
                      <a:pt x="218458" y="3791"/>
                      <a:pt x="225237" y="8390"/>
                      <a:pt x="223679" y="14353"/>
                    </a:cubicBezTo>
                    <a:lnTo>
                      <a:pt x="220484" y="26552"/>
                    </a:lnTo>
                    <a:cubicBezTo>
                      <a:pt x="219549" y="30176"/>
                      <a:pt x="217367" y="33411"/>
                      <a:pt x="214367" y="35671"/>
                    </a:cubicBezTo>
                    <a:lnTo>
                      <a:pt x="164730" y="72891"/>
                    </a:lnTo>
                    <a:lnTo>
                      <a:pt x="61365" y="72891"/>
                    </a:lnTo>
                    <a:lnTo>
                      <a:pt x="49833" y="83882"/>
                    </a:lnTo>
                    <a:cubicBezTo>
                      <a:pt x="42742" y="90624"/>
                      <a:pt x="31443" y="89845"/>
                      <a:pt x="25365" y="82245"/>
                    </a:cubicBezTo>
                    <a:lnTo>
                      <a:pt x="3663" y="55080"/>
                    </a:lnTo>
                    <a:cubicBezTo>
                      <a:pt x="-4402" y="44986"/>
                      <a:pt x="1598" y="29981"/>
                      <a:pt x="14378" y="28228"/>
                    </a:cubicBezTo>
                    <a:lnTo>
                      <a:pt x="42469" y="24369"/>
                    </a:lnTo>
                    <a:cubicBezTo>
                      <a:pt x="48469" y="9286"/>
                      <a:pt x="61716" y="1725"/>
                      <a:pt x="82248" y="1725"/>
                    </a:cubicBezTo>
                    <a:cubicBezTo>
                      <a:pt x="97638" y="1725"/>
                      <a:pt x="108859" y="517"/>
                      <a:pt x="118458" y="240"/>
                    </a:cubicBezTo>
                    <a:close/>
                    <a:moveTo>
                      <a:pt x="200834" y="0"/>
                    </a:moveTo>
                    <a:lnTo>
                      <a:pt x="199484" y="985"/>
                    </a:lnTo>
                    <a:lnTo>
                      <a:pt x="199484" y="88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4" name="图形 52"/>
            <p:cNvSpPr/>
            <p:nvPr/>
          </p:nvSpPr>
          <p:spPr>
            <a:xfrm>
              <a:off x="891081" y="2826405"/>
              <a:ext cx="263767" cy="271312"/>
            </a:xfrm>
            <a:custGeom>
              <a:avLst/>
              <a:gdLst>
                <a:gd name="connsiteX0" fmla="*/ 61 w 1495722"/>
                <a:gd name="connsiteY0" fmla="*/ 313462 h 1538510"/>
                <a:gd name="connsiteX1" fmla="*/ 118871 w 1495722"/>
                <a:gd name="connsiteY1" fmla="*/ 202148 h 1538510"/>
                <a:gd name="connsiteX2" fmla="*/ 172267 w 1495722"/>
                <a:gd name="connsiteY2" fmla="*/ 203826 h 1538510"/>
                <a:gd name="connsiteX3" fmla="*/ 173128 w 1495722"/>
                <a:gd name="connsiteY3" fmla="*/ 203839 h 1538510"/>
                <a:gd name="connsiteX4" fmla="*/ 564719 w 1495722"/>
                <a:gd name="connsiteY4" fmla="*/ 338456 h 1538510"/>
                <a:gd name="connsiteX5" fmla="*/ 786890 w 1495722"/>
                <a:gd name="connsiteY5" fmla="*/ 719363 h 1538510"/>
                <a:gd name="connsiteX6" fmla="*/ 788352 w 1495722"/>
                <a:gd name="connsiteY6" fmla="*/ 719366 h 1538510"/>
                <a:gd name="connsiteX7" fmla="*/ 788352 w 1495722"/>
                <a:gd name="connsiteY7" fmla="*/ 778892 h 1538510"/>
                <a:gd name="connsiteX8" fmla="*/ 788371 w 1495722"/>
                <a:gd name="connsiteY8" fmla="*/ 782847 h 1538510"/>
                <a:gd name="connsiteX9" fmla="*/ 952560 w 1495722"/>
                <a:gd name="connsiteY9" fmla="*/ 1096674 h 1538510"/>
                <a:gd name="connsiteX10" fmla="*/ 1296457 w 1495722"/>
                <a:gd name="connsiteY10" fmla="*/ 1216547 h 1538510"/>
                <a:gd name="connsiteX11" fmla="*/ 1252882 w 1495722"/>
                <a:gd name="connsiteY11" fmla="*/ 1172847 h 1538510"/>
                <a:gd name="connsiteX12" fmla="*/ 1251697 w 1495722"/>
                <a:gd name="connsiteY12" fmla="*/ 1005888 h 1538510"/>
                <a:gd name="connsiteX13" fmla="*/ 1253079 w 1495722"/>
                <a:gd name="connsiteY13" fmla="*/ 1004486 h 1538510"/>
                <a:gd name="connsiteX14" fmla="*/ 1477424 w 1495722"/>
                <a:gd name="connsiteY14" fmla="*/ 1229458 h 1538510"/>
                <a:gd name="connsiteX15" fmla="*/ 1477424 w 1495722"/>
                <a:gd name="connsiteY15" fmla="*/ 1313540 h 1538510"/>
                <a:gd name="connsiteX16" fmla="*/ 1253077 w 1495722"/>
                <a:gd name="connsiteY16" fmla="*/ 1538511 h 1538510"/>
                <a:gd name="connsiteX17" fmla="*/ 1252880 w 1495722"/>
                <a:gd name="connsiteY17" fmla="*/ 1370149 h 1538510"/>
                <a:gd name="connsiteX18" fmla="*/ 1287622 w 1495722"/>
                <a:gd name="connsiteY18" fmla="*/ 1335310 h 1538510"/>
                <a:gd name="connsiteX19" fmla="*/ 882417 w 1495722"/>
                <a:gd name="connsiteY19" fmla="*/ 1192844 h 1538510"/>
                <a:gd name="connsiteX20" fmla="*/ 670819 w 1495722"/>
                <a:gd name="connsiteY20" fmla="*/ 819481 h 1538510"/>
                <a:gd name="connsiteX21" fmla="*/ 669355 w 1495722"/>
                <a:gd name="connsiteY21" fmla="*/ 819481 h 1538510"/>
                <a:gd name="connsiteX22" fmla="*/ 669355 w 1495722"/>
                <a:gd name="connsiteY22" fmla="*/ 759954 h 1538510"/>
                <a:gd name="connsiteX23" fmla="*/ 669336 w 1495722"/>
                <a:gd name="connsiteY23" fmla="*/ 755892 h 1538510"/>
                <a:gd name="connsiteX24" fmla="*/ 496630 w 1495722"/>
                <a:gd name="connsiteY24" fmla="*/ 436091 h 1538510"/>
                <a:gd name="connsiteX25" fmla="*/ 64668 w 1495722"/>
                <a:gd name="connsiteY25" fmla="*/ 317248 h 1538510"/>
                <a:gd name="connsiteX26" fmla="*/ 59496 w 1495722"/>
                <a:gd name="connsiteY26" fmla="*/ 317235 h 1538510"/>
                <a:gd name="connsiteX27" fmla="*/ 0 w 1495722"/>
                <a:gd name="connsiteY27" fmla="*/ 317235 h 1538510"/>
                <a:gd name="connsiteX28" fmla="*/ 0 w 1495722"/>
                <a:gd name="connsiteY28" fmla="*/ 315977 h 1538510"/>
                <a:gd name="connsiteX29" fmla="*/ 61 w 1495722"/>
                <a:gd name="connsiteY29" fmla="*/ 313460 h 1538510"/>
                <a:gd name="connsiteX30" fmla="*/ 586314 w 1495722"/>
                <a:gd name="connsiteY30" fmla="*/ 1187544 h 1538510"/>
                <a:gd name="connsiteX31" fmla="*/ 587337 w 1495722"/>
                <a:gd name="connsiteY31" fmla="*/ 1189167 h 1538510"/>
                <a:gd name="connsiteX32" fmla="*/ 536799 w 1495722"/>
                <a:gd name="connsiteY32" fmla="*/ 1220580 h 1538510"/>
                <a:gd name="connsiteX33" fmla="*/ 474886 w 1495722"/>
                <a:gd name="connsiteY33" fmla="*/ 1254699 h 1538510"/>
                <a:gd name="connsiteX34" fmla="*/ 148090 w 1495722"/>
                <a:gd name="connsiteY34" fmla="*/ 1338886 h 1538510"/>
                <a:gd name="connsiteX35" fmla="*/ 144592 w 1495722"/>
                <a:gd name="connsiteY35" fmla="*/ 1339152 h 1538510"/>
                <a:gd name="connsiteX36" fmla="*/ 140691 w 1495722"/>
                <a:gd name="connsiteY36" fmla="*/ 1339431 h 1538510"/>
                <a:gd name="connsiteX37" fmla="*/ 138899 w 1495722"/>
                <a:gd name="connsiteY37" fmla="*/ 1339509 h 1538510"/>
                <a:gd name="connsiteX38" fmla="*/ 133248 w 1495722"/>
                <a:gd name="connsiteY38" fmla="*/ 1339678 h 1538510"/>
                <a:gd name="connsiteX39" fmla="*/ 119621 w 1495722"/>
                <a:gd name="connsiteY39" fmla="*/ 1340006 h 1538510"/>
                <a:gd name="connsiteX40" fmla="*/ 301 w 1495722"/>
                <a:gd name="connsiteY40" fmla="*/ 1225821 h 1538510"/>
                <a:gd name="connsiteX41" fmla="*/ 279 w 1495722"/>
                <a:gd name="connsiteY41" fmla="*/ 1224524 h 1538510"/>
                <a:gd name="connsiteX42" fmla="*/ 272 w 1495722"/>
                <a:gd name="connsiteY42" fmla="*/ 1223226 h 1538510"/>
                <a:gd name="connsiteX43" fmla="*/ 59771 w 1495722"/>
                <a:gd name="connsiteY43" fmla="*/ 1223226 h 1538510"/>
                <a:gd name="connsiteX44" fmla="*/ 419770 w 1495722"/>
                <a:gd name="connsiteY44" fmla="*/ 1149122 h 1538510"/>
                <a:gd name="connsiteX45" fmla="*/ 423295 w 1495722"/>
                <a:gd name="connsiteY45" fmla="*/ 1147417 h 1538510"/>
                <a:gd name="connsiteX46" fmla="*/ 424328 w 1495722"/>
                <a:gd name="connsiteY46" fmla="*/ 1146896 h 1538510"/>
                <a:gd name="connsiteX47" fmla="*/ 425466 w 1495722"/>
                <a:gd name="connsiteY47" fmla="*/ 1146311 h 1538510"/>
                <a:gd name="connsiteX48" fmla="*/ 426709 w 1495722"/>
                <a:gd name="connsiteY48" fmla="*/ 1145660 h 1538510"/>
                <a:gd name="connsiteX49" fmla="*/ 585276 w 1495722"/>
                <a:gd name="connsiteY49" fmla="*/ 1185959 h 1538510"/>
                <a:gd name="connsiteX50" fmla="*/ 586312 w 1495722"/>
                <a:gd name="connsiteY50" fmla="*/ 1187544 h 1538510"/>
                <a:gd name="connsiteX51" fmla="*/ 565234 w 1495722"/>
                <a:gd name="connsiteY51" fmla="*/ 710662 h 1538510"/>
                <a:gd name="connsiteX52" fmla="*/ 446237 w 1495722"/>
                <a:gd name="connsiteY52" fmla="*/ 829711 h 1538510"/>
                <a:gd name="connsiteX53" fmla="*/ 0 w 1495722"/>
                <a:gd name="connsiteY53" fmla="*/ 829711 h 1538510"/>
                <a:gd name="connsiteX54" fmla="*/ 118997 w 1495722"/>
                <a:gd name="connsiteY54" fmla="*/ 710660 h 1538510"/>
                <a:gd name="connsiteX55" fmla="*/ 565234 w 1495722"/>
                <a:gd name="connsiteY55" fmla="*/ 710660 h 1538510"/>
                <a:gd name="connsiteX56" fmla="*/ 1252867 w 1495722"/>
                <a:gd name="connsiteY56" fmla="*/ 0 h 1538510"/>
                <a:gd name="connsiteX57" fmla="*/ 1478239 w 1495722"/>
                <a:gd name="connsiteY57" fmla="*/ 224864 h 1538510"/>
                <a:gd name="connsiteX58" fmla="*/ 1479043 w 1495722"/>
                <a:gd name="connsiteY58" fmla="*/ 308344 h 1538510"/>
                <a:gd name="connsiteX59" fmla="*/ 1478239 w 1495722"/>
                <a:gd name="connsiteY59" fmla="*/ 309159 h 1538510"/>
                <a:gd name="connsiteX60" fmla="*/ 1252867 w 1495722"/>
                <a:gd name="connsiteY60" fmla="*/ 534025 h 1538510"/>
                <a:gd name="connsiteX61" fmla="*/ 1253094 w 1495722"/>
                <a:gd name="connsiteY61" fmla="*/ 365663 h 1538510"/>
                <a:gd name="connsiteX62" fmla="*/ 1296565 w 1495722"/>
                <a:gd name="connsiteY62" fmla="*/ 322287 h 1538510"/>
                <a:gd name="connsiteX63" fmla="*/ 985884 w 1495722"/>
                <a:gd name="connsiteY63" fmla="*/ 419829 h 1538510"/>
                <a:gd name="connsiteX64" fmla="*/ 982814 w 1495722"/>
                <a:gd name="connsiteY64" fmla="*/ 421734 h 1538510"/>
                <a:gd name="connsiteX65" fmla="*/ 932356 w 1495722"/>
                <a:gd name="connsiteY65" fmla="*/ 453277 h 1538510"/>
                <a:gd name="connsiteX66" fmla="*/ 969093 w 1495722"/>
                <a:gd name="connsiteY66" fmla="*/ 294086 h 1538510"/>
                <a:gd name="connsiteX67" fmla="*/ 974886 w 1495722"/>
                <a:gd name="connsiteY67" fmla="*/ 290693 h 1538510"/>
                <a:gd name="connsiteX68" fmla="*/ 979081 w 1495722"/>
                <a:gd name="connsiteY68" fmla="*/ 288414 h 1538510"/>
                <a:gd name="connsiteX69" fmla="*/ 981077 w 1495722"/>
                <a:gd name="connsiteY69" fmla="*/ 287339 h 1538510"/>
                <a:gd name="connsiteX70" fmla="*/ 984866 w 1495722"/>
                <a:gd name="connsiteY70" fmla="*/ 285324 h 1538510"/>
                <a:gd name="connsiteX71" fmla="*/ 987534 w 1495722"/>
                <a:gd name="connsiteY71" fmla="*/ 283929 h 1538510"/>
                <a:gd name="connsiteX72" fmla="*/ 990047 w 1495722"/>
                <a:gd name="connsiteY72" fmla="*/ 282634 h 1538510"/>
                <a:gd name="connsiteX73" fmla="*/ 991640 w 1495722"/>
                <a:gd name="connsiteY73" fmla="*/ 281827 h 1538510"/>
                <a:gd name="connsiteX74" fmla="*/ 993165 w 1495722"/>
                <a:gd name="connsiteY74" fmla="*/ 281062 h 1538510"/>
                <a:gd name="connsiteX75" fmla="*/ 994622 w 1495722"/>
                <a:gd name="connsiteY75" fmla="*/ 280342 h 1538510"/>
                <a:gd name="connsiteX76" fmla="*/ 996012 w 1495722"/>
                <a:gd name="connsiteY76" fmla="*/ 279667 h 1538510"/>
                <a:gd name="connsiteX77" fmla="*/ 997969 w 1495722"/>
                <a:gd name="connsiteY77" fmla="*/ 278736 h 1538510"/>
                <a:gd name="connsiteX78" fmla="*/ 999191 w 1495722"/>
                <a:gd name="connsiteY78" fmla="*/ 278171 h 1538510"/>
                <a:gd name="connsiteX79" fmla="*/ 1288284 w 1495722"/>
                <a:gd name="connsiteY79" fmla="*/ 203472 h 1538510"/>
                <a:gd name="connsiteX80" fmla="*/ 1253096 w 1495722"/>
                <a:gd name="connsiteY80" fmla="*/ 168362 h 1538510"/>
                <a:gd name="connsiteX81" fmla="*/ 1252869 w 1495722"/>
                <a:gd name="connsiteY81" fmla="*/ 0 h 1538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495722" h="1538510">
                  <a:moveTo>
                    <a:pt x="61" y="313462"/>
                  </a:moveTo>
                  <a:cubicBezTo>
                    <a:pt x="2145" y="249901"/>
                    <a:pt x="55338" y="200064"/>
                    <a:pt x="118871" y="202148"/>
                  </a:cubicBezTo>
                  <a:lnTo>
                    <a:pt x="172267" y="203826"/>
                  </a:lnTo>
                  <a:lnTo>
                    <a:pt x="173128" y="203839"/>
                  </a:lnTo>
                  <a:cubicBezTo>
                    <a:pt x="323666" y="219084"/>
                    <a:pt x="459390" y="264938"/>
                    <a:pt x="564719" y="338456"/>
                  </a:cubicBezTo>
                  <a:cubicBezTo>
                    <a:pt x="696741" y="430604"/>
                    <a:pt x="775406" y="561862"/>
                    <a:pt x="786890" y="719363"/>
                  </a:cubicBezTo>
                  <a:lnTo>
                    <a:pt x="788352" y="719366"/>
                  </a:lnTo>
                  <a:lnTo>
                    <a:pt x="788352" y="778892"/>
                  </a:lnTo>
                  <a:lnTo>
                    <a:pt x="788371" y="782847"/>
                  </a:lnTo>
                  <a:cubicBezTo>
                    <a:pt x="789507" y="913167"/>
                    <a:pt x="846938" y="1019569"/>
                    <a:pt x="952560" y="1096674"/>
                  </a:cubicBezTo>
                  <a:cubicBezTo>
                    <a:pt x="1041070" y="1161287"/>
                    <a:pt x="1160690" y="1202777"/>
                    <a:pt x="1296457" y="1216547"/>
                  </a:cubicBezTo>
                  <a:lnTo>
                    <a:pt x="1252882" y="1172847"/>
                  </a:lnTo>
                  <a:cubicBezTo>
                    <a:pt x="1206931" y="1126767"/>
                    <a:pt x="1206557" y="1052427"/>
                    <a:pt x="1251697" y="1005888"/>
                  </a:cubicBezTo>
                  <a:lnTo>
                    <a:pt x="1253079" y="1004486"/>
                  </a:lnTo>
                  <a:lnTo>
                    <a:pt x="1477424" y="1229458"/>
                  </a:lnTo>
                  <a:cubicBezTo>
                    <a:pt x="1500593" y="1252692"/>
                    <a:pt x="1500593" y="1290305"/>
                    <a:pt x="1477424" y="1313540"/>
                  </a:cubicBezTo>
                  <a:lnTo>
                    <a:pt x="1253077" y="1538511"/>
                  </a:lnTo>
                  <a:cubicBezTo>
                    <a:pt x="1206551" y="1492073"/>
                    <a:pt x="1206464" y="1416695"/>
                    <a:pt x="1252880" y="1370149"/>
                  </a:cubicBezTo>
                  <a:lnTo>
                    <a:pt x="1287622" y="1335310"/>
                  </a:lnTo>
                  <a:cubicBezTo>
                    <a:pt x="1130575" y="1319856"/>
                    <a:pt x="989754" y="1271202"/>
                    <a:pt x="882417" y="1192844"/>
                  </a:cubicBezTo>
                  <a:cubicBezTo>
                    <a:pt x="756676" y="1101051"/>
                    <a:pt x="681983" y="972625"/>
                    <a:pt x="670819" y="819481"/>
                  </a:cubicBezTo>
                  <a:lnTo>
                    <a:pt x="669355" y="819481"/>
                  </a:lnTo>
                  <a:lnTo>
                    <a:pt x="669355" y="759954"/>
                  </a:lnTo>
                  <a:lnTo>
                    <a:pt x="669336" y="755892"/>
                  </a:lnTo>
                  <a:cubicBezTo>
                    <a:pt x="668136" y="622163"/>
                    <a:pt x="607613" y="513554"/>
                    <a:pt x="496630" y="436091"/>
                  </a:cubicBezTo>
                  <a:cubicBezTo>
                    <a:pt x="387898" y="360198"/>
                    <a:pt x="235121" y="318083"/>
                    <a:pt x="64668" y="317248"/>
                  </a:cubicBezTo>
                  <a:lnTo>
                    <a:pt x="59496" y="317235"/>
                  </a:lnTo>
                  <a:lnTo>
                    <a:pt x="0" y="317235"/>
                  </a:lnTo>
                  <a:lnTo>
                    <a:pt x="0" y="315977"/>
                  </a:lnTo>
                  <a:cubicBezTo>
                    <a:pt x="17" y="315138"/>
                    <a:pt x="33" y="314299"/>
                    <a:pt x="61" y="313460"/>
                  </a:cubicBezTo>
                  <a:close/>
                  <a:moveTo>
                    <a:pt x="586314" y="1187544"/>
                  </a:moveTo>
                  <a:lnTo>
                    <a:pt x="587337" y="1189167"/>
                  </a:lnTo>
                  <a:lnTo>
                    <a:pt x="536799" y="1220580"/>
                  </a:lnTo>
                  <a:cubicBezTo>
                    <a:pt x="517090" y="1232829"/>
                    <a:pt x="496429" y="1244211"/>
                    <a:pt x="474886" y="1254699"/>
                  </a:cubicBezTo>
                  <a:cubicBezTo>
                    <a:pt x="379599" y="1301091"/>
                    <a:pt x="268002" y="1329560"/>
                    <a:pt x="148090" y="1338886"/>
                  </a:cubicBezTo>
                  <a:lnTo>
                    <a:pt x="144592" y="1339152"/>
                  </a:lnTo>
                  <a:lnTo>
                    <a:pt x="140691" y="1339431"/>
                  </a:lnTo>
                  <a:lnTo>
                    <a:pt x="138899" y="1339509"/>
                  </a:lnTo>
                  <a:lnTo>
                    <a:pt x="133248" y="1339678"/>
                  </a:lnTo>
                  <a:lnTo>
                    <a:pt x="119621" y="1340006"/>
                  </a:lnTo>
                  <a:cubicBezTo>
                    <a:pt x="55154" y="1341438"/>
                    <a:pt x="1732" y="1290316"/>
                    <a:pt x="301" y="1225821"/>
                  </a:cubicBezTo>
                  <a:lnTo>
                    <a:pt x="279" y="1224524"/>
                  </a:lnTo>
                  <a:lnTo>
                    <a:pt x="272" y="1223226"/>
                  </a:lnTo>
                  <a:lnTo>
                    <a:pt x="59771" y="1223226"/>
                  </a:lnTo>
                  <a:cubicBezTo>
                    <a:pt x="194442" y="1223226"/>
                    <a:pt x="319015" y="1197486"/>
                    <a:pt x="419770" y="1149122"/>
                  </a:cubicBezTo>
                  <a:lnTo>
                    <a:pt x="423295" y="1147417"/>
                  </a:lnTo>
                  <a:lnTo>
                    <a:pt x="424328" y="1146896"/>
                  </a:lnTo>
                  <a:lnTo>
                    <a:pt x="425466" y="1146311"/>
                  </a:lnTo>
                  <a:lnTo>
                    <a:pt x="426709" y="1145660"/>
                  </a:lnTo>
                  <a:cubicBezTo>
                    <a:pt x="482237" y="1116308"/>
                    <a:pt x="550737" y="1133977"/>
                    <a:pt x="585276" y="1185959"/>
                  </a:cubicBezTo>
                  <a:lnTo>
                    <a:pt x="586312" y="1187544"/>
                  </a:lnTo>
                  <a:close/>
                  <a:moveTo>
                    <a:pt x="565234" y="710662"/>
                  </a:moveTo>
                  <a:cubicBezTo>
                    <a:pt x="565234" y="776410"/>
                    <a:pt x="511958" y="829711"/>
                    <a:pt x="446237" y="829711"/>
                  </a:cubicBezTo>
                  <a:lnTo>
                    <a:pt x="0" y="829711"/>
                  </a:lnTo>
                  <a:cubicBezTo>
                    <a:pt x="0" y="763961"/>
                    <a:pt x="53277" y="710660"/>
                    <a:pt x="118997" y="710660"/>
                  </a:cubicBezTo>
                  <a:lnTo>
                    <a:pt x="565234" y="710660"/>
                  </a:lnTo>
                  <a:close/>
                  <a:moveTo>
                    <a:pt x="1252867" y="0"/>
                  </a:moveTo>
                  <a:lnTo>
                    <a:pt x="1478239" y="224864"/>
                  </a:lnTo>
                  <a:cubicBezTo>
                    <a:pt x="1501274" y="247847"/>
                    <a:pt x="1501553" y="285015"/>
                    <a:pt x="1479043" y="308344"/>
                  </a:cubicBezTo>
                  <a:lnTo>
                    <a:pt x="1478239" y="309159"/>
                  </a:lnTo>
                  <a:lnTo>
                    <a:pt x="1252867" y="534025"/>
                  </a:lnTo>
                  <a:cubicBezTo>
                    <a:pt x="1206458" y="487470"/>
                    <a:pt x="1206561" y="412090"/>
                    <a:pt x="1253094" y="365663"/>
                  </a:cubicBezTo>
                  <a:lnTo>
                    <a:pt x="1296565" y="322287"/>
                  </a:lnTo>
                  <a:cubicBezTo>
                    <a:pt x="1177316" y="334372"/>
                    <a:pt x="1070283" y="367862"/>
                    <a:pt x="985884" y="419829"/>
                  </a:cubicBezTo>
                  <a:lnTo>
                    <a:pt x="982814" y="421734"/>
                  </a:lnTo>
                  <a:lnTo>
                    <a:pt x="932356" y="453277"/>
                  </a:lnTo>
                  <a:cubicBezTo>
                    <a:pt x="898561" y="399168"/>
                    <a:pt x="915008" y="327894"/>
                    <a:pt x="969093" y="294086"/>
                  </a:cubicBezTo>
                  <a:cubicBezTo>
                    <a:pt x="970990" y="292899"/>
                    <a:pt x="972923" y="291768"/>
                    <a:pt x="974886" y="290693"/>
                  </a:cubicBezTo>
                  <a:lnTo>
                    <a:pt x="979081" y="288414"/>
                  </a:lnTo>
                  <a:lnTo>
                    <a:pt x="981077" y="287339"/>
                  </a:lnTo>
                  <a:lnTo>
                    <a:pt x="984866" y="285324"/>
                  </a:lnTo>
                  <a:lnTo>
                    <a:pt x="987534" y="283929"/>
                  </a:lnTo>
                  <a:lnTo>
                    <a:pt x="990047" y="282634"/>
                  </a:lnTo>
                  <a:lnTo>
                    <a:pt x="991640" y="281827"/>
                  </a:lnTo>
                  <a:lnTo>
                    <a:pt x="993165" y="281062"/>
                  </a:lnTo>
                  <a:lnTo>
                    <a:pt x="994622" y="280342"/>
                  </a:lnTo>
                  <a:lnTo>
                    <a:pt x="996012" y="279667"/>
                  </a:lnTo>
                  <a:lnTo>
                    <a:pt x="997969" y="278736"/>
                  </a:lnTo>
                  <a:lnTo>
                    <a:pt x="999191" y="278171"/>
                  </a:lnTo>
                  <a:cubicBezTo>
                    <a:pt x="1084855" y="239001"/>
                    <a:pt x="1182994" y="213771"/>
                    <a:pt x="1288284" y="203472"/>
                  </a:cubicBezTo>
                  <a:lnTo>
                    <a:pt x="1253096" y="168362"/>
                  </a:lnTo>
                  <a:cubicBezTo>
                    <a:pt x="1206563" y="121933"/>
                    <a:pt x="1206460" y="46555"/>
                    <a:pt x="1252869" y="0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6795843" y="6041578"/>
              <a:ext cx="44581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说明：在此处添加说明</a:t>
              </a:r>
              <a:endPara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60088" cy="4969043"/>
            <a:chOff x="660400" y="1266657"/>
            <a:chExt cx="10860088" cy="4969043"/>
          </a:xfrm>
        </p:grpSpPr>
        <p:grpSp>
          <p:nvGrpSpPr>
            <p:cNvPr id="9" name="组合 8"/>
            <p:cNvGrpSpPr/>
            <p:nvPr/>
          </p:nvGrpSpPr>
          <p:grpSpPr>
            <a:xfrm>
              <a:off x="669924" y="1922042"/>
              <a:ext cx="10850564" cy="4313658"/>
              <a:chOff x="669924" y="1922042"/>
              <a:chExt cx="10850564" cy="4313658"/>
            </a:xfrm>
          </p:grpSpPr>
          <p:sp>
            <p:nvSpPr>
              <p:cNvPr id="4" name="îŝlíḓè"/>
              <p:cNvSpPr/>
              <p:nvPr/>
            </p:nvSpPr>
            <p:spPr>
              <a:xfrm>
                <a:off x="669924" y="1922042"/>
                <a:ext cx="5392896" cy="540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marL="0" indent="0" algn="ctr">
                  <a:defRPr/>
                </a:pPr>
                <a:r>
                  <a:rPr lang="en-US" altLang="zh-CN" sz="1400" b="1" dirty="0"/>
                  <a:t>Text here-14pt</a:t>
                </a:r>
                <a:endParaRPr lang="zh-CN" altLang="en-US" sz="1400" b="1" dirty="0"/>
              </a:p>
            </p:txBody>
          </p:sp>
          <p:sp>
            <p:nvSpPr>
              <p:cNvPr id="5" name="íṡḷíḓé"/>
              <p:cNvSpPr/>
              <p:nvPr/>
            </p:nvSpPr>
            <p:spPr>
              <a:xfrm>
                <a:off x="669924" y="2462042"/>
                <a:ext cx="5392896" cy="377365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80000" tIns="180000" rIns="180000" bIns="180000" rtlCol="0" anchor="t">
                <a:normAutofit/>
              </a:bodyPr>
              <a:lstStyle/>
              <a:p>
                <a:pPr marL="172720" indent="-171450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Unified fonts make reading more fluent.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2720" indent="-171450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Theme color makes PPT more convenient to change.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2720" indent="-171450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2720" indent="-171450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Adjust the spacing to adapt to Chinese typesetting, use the reference line in PPT……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iṧḻídè"/>
              <p:cNvSpPr/>
              <p:nvPr/>
            </p:nvSpPr>
            <p:spPr>
              <a:xfrm>
                <a:off x="6127592" y="1922042"/>
                <a:ext cx="5392896" cy="54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marL="0" indent="0" algn="ctr">
                  <a:defRPr/>
                </a:pPr>
                <a:r>
                  <a:rPr lang="en-US" altLang="zh-CN" sz="1400" b="1" dirty="0"/>
                  <a:t>Text here-14pt</a:t>
                </a:r>
                <a:endParaRPr lang="zh-CN" altLang="en-US" sz="1400" b="1" dirty="0"/>
              </a:p>
            </p:txBody>
          </p:sp>
          <p:sp>
            <p:nvSpPr>
              <p:cNvPr id="7" name="íşḻíde"/>
              <p:cNvSpPr/>
              <p:nvPr/>
            </p:nvSpPr>
            <p:spPr>
              <a:xfrm>
                <a:off x="6127592" y="2462042"/>
                <a:ext cx="5392896" cy="377365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80000" tIns="180000" rIns="180000" bIns="180000" rtlCol="0" anchor="t">
                <a:normAutofit/>
              </a:bodyPr>
              <a:lstStyle/>
              <a:p>
                <a:pPr marL="172720" indent="-171450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Unified fonts make reading more fluent.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2720" indent="-171450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Theme color makes PPT more convenient to change.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2720" indent="-171450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2720" indent="-171450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Adjust the spacing to adapt to Chinese typesetting, use the reference line in PPT……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05889" y="1266657"/>
            <a:ext cx="10913011" cy="5029991"/>
            <a:chOff x="605889" y="1266657"/>
            <a:chExt cx="10913011" cy="5029991"/>
          </a:xfrm>
        </p:grpSpPr>
        <p:grpSp>
          <p:nvGrpSpPr>
            <p:cNvPr id="7" name="组合 6"/>
            <p:cNvGrpSpPr/>
            <p:nvPr/>
          </p:nvGrpSpPr>
          <p:grpSpPr>
            <a:xfrm>
              <a:off x="605889" y="1670321"/>
              <a:ext cx="10913011" cy="4626327"/>
              <a:chOff x="605889" y="1670321"/>
              <a:chExt cx="10913011" cy="4626327"/>
            </a:xfrm>
          </p:grpSpPr>
          <p:sp>
            <p:nvSpPr>
              <p:cNvPr id="4" name="文本框 3"/>
              <p:cNvSpPr txBox="1"/>
              <p:nvPr/>
            </p:nvSpPr>
            <p:spPr>
              <a:xfrm>
                <a:off x="660400" y="1670321"/>
                <a:ext cx="10858500" cy="294824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L="172720" marR="0" lvl="0" indent="-172720" fontAlgn="auto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Copy paste  fonts. </a:t>
                </a:r>
                <a:r>
                  <a:rPr lang="en-US" altLang="zh-CN" sz="12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Choose</a:t>
                </a:r>
                <a:r>
                  <a:rPr lang="zh-CN" altLang="en-US" sz="12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（重点加粗）</a:t>
                </a: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charset="-122"/>
                  </a:rPr>
                  <a:t> 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the only option to retain text. -12pt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605889" y="6041578"/>
                <a:ext cx="10913011" cy="255070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800" b="0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rPr>
                  <a:t>数据来源：在此处添加数据来源</a:t>
                </a:r>
                <a:endParaRPr kumimoji="0" lang="zh-CN" altLang="en-US" sz="8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999168" y="2223226"/>
                <a:ext cx="10332675" cy="3830655"/>
                <a:chOff x="600762" y="1680692"/>
                <a:chExt cx="11828222" cy="4385102"/>
              </a:xfrm>
            </p:grpSpPr>
            <p:grpSp>
              <p:nvGrpSpPr>
                <p:cNvPr id="29" name="išľiḑê"/>
                <p:cNvGrpSpPr/>
                <p:nvPr/>
              </p:nvGrpSpPr>
              <p:grpSpPr>
                <a:xfrm>
                  <a:off x="1114201" y="1680692"/>
                  <a:ext cx="11314783" cy="4009875"/>
                  <a:chOff x="792812" y="1932829"/>
                  <a:chExt cx="9009168" cy="2657002"/>
                </a:xfrm>
              </p:grpSpPr>
              <p:cxnSp>
                <p:nvCxnSpPr>
                  <p:cNvPr id="36" name="íSḷïdè"/>
                  <p:cNvCxnSpPr/>
                  <p:nvPr/>
                </p:nvCxnSpPr>
                <p:spPr>
                  <a:xfrm>
                    <a:off x="792812" y="4589831"/>
                    <a:ext cx="9009168" cy="0"/>
                  </a:xfrm>
                  <a:prstGeom prst="line">
                    <a:avLst/>
                  </a:prstGeom>
                  <a:ln w="25400">
                    <a:solidFill>
                      <a:schemeClr val="accent1"/>
                    </a:solidFill>
                    <a:headEnd type="none" w="med" len="lg"/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iṩḻiḋe"/>
                  <p:cNvCxnSpPr/>
                  <p:nvPr/>
                </p:nvCxnSpPr>
                <p:spPr>
                  <a:xfrm flipV="1">
                    <a:off x="802796" y="1932829"/>
                    <a:ext cx="0" cy="2657002"/>
                  </a:xfrm>
                  <a:prstGeom prst="line">
                    <a:avLst/>
                  </a:prstGeom>
                  <a:ln w="25400">
                    <a:solidFill>
                      <a:schemeClr val="accent1"/>
                    </a:solidFill>
                    <a:headEnd type="none" w="med" len="lg"/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0" name="圆角矩形 3"/>
                <p:cNvSpPr/>
                <p:nvPr/>
              </p:nvSpPr>
              <p:spPr>
                <a:xfrm>
                  <a:off x="4556277" y="5783616"/>
                  <a:ext cx="2573576" cy="247264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b="1" dirty="0"/>
                    <a:t>text here</a:t>
                  </a:r>
                  <a:endParaRPr lang="zh-CN" altLang="en-US" sz="1200" b="1" dirty="0"/>
                </a:p>
              </p:txBody>
            </p:sp>
            <p:sp>
              <p:nvSpPr>
                <p:cNvPr id="31" name="圆角矩形 65"/>
                <p:cNvSpPr/>
                <p:nvPr/>
              </p:nvSpPr>
              <p:spPr>
                <a:xfrm>
                  <a:off x="758989" y="2753811"/>
                  <a:ext cx="247264" cy="207958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/>
                  <a:r>
                    <a:rPr lang="en-US" altLang="zh-CN" sz="1200" b="1" dirty="0"/>
                    <a:t>text</a:t>
                  </a:r>
                  <a:endParaRPr lang="zh-CN" altLang="en-US" sz="1200" b="1" dirty="0"/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>
                  <a:off x="1137645" y="5748702"/>
                  <a:ext cx="523347" cy="317092"/>
                </a:xfrm>
                <a:prstGeom prst="rect">
                  <a:avLst/>
                </a:prstGeom>
                <a:noFill/>
              </p:spPr>
              <p:txBody>
                <a:bodyPr wrap="none" rtlCol="0">
                  <a:normAutofit/>
                </a:bodyPr>
                <a:lstStyle/>
                <a:p>
                  <a:r>
                    <a:rPr lang="en-US" altLang="zh-CN" sz="1200" b="1" dirty="0">
                      <a:solidFill>
                        <a:schemeClr val="accent1"/>
                      </a:solidFill>
                    </a:rPr>
                    <a:t>text</a:t>
                  </a:r>
                  <a:endParaRPr lang="zh-CN" altLang="en-US" sz="1200" b="1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33" name="文本框 32"/>
                <p:cNvSpPr txBox="1"/>
                <p:nvPr/>
              </p:nvSpPr>
              <p:spPr>
                <a:xfrm>
                  <a:off x="9926045" y="5748702"/>
                  <a:ext cx="523347" cy="317092"/>
                </a:xfrm>
                <a:prstGeom prst="rect">
                  <a:avLst/>
                </a:prstGeom>
                <a:noFill/>
              </p:spPr>
              <p:txBody>
                <a:bodyPr wrap="none" rtlCol="0">
                  <a:normAutofit/>
                </a:bodyPr>
                <a:lstStyle/>
                <a:p>
                  <a:r>
                    <a:rPr lang="en-US" altLang="zh-CN" sz="1200" b="1" dirty="0">
                      <a:solidFill>
                        <a:schemeClr val="accent1"/>
                      </a:solidFill>
                    </a:rPr>
                    <a:t>text</a:t>
                  </a:r>
                  <a:endParaRPr lang="zh-CN" altLang="en-US" sz="1200" b="1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34" name="文本框 33"/>
                <p:cNvSpPr txBox="1"/>
                <p:nvPr/>
              </p:nvSpPr>
              <p:spPr>
                <a:xfrm>
                  <a:off x="600762" y="5187090"/>
                  <a:ext cx="523347" cy="317092"/>
                </a:xfrm>
                <a:prstGeom prst="rect">
                  <a:avLst/>
                </a:prstGeom>
                <a:noFill/>
              </p:spPr>
              <p:txBody>
                <a:bodyPr wrap="none" rtlCol="0">
                  <a:normAutofit/>
                </a:bodyPr>
                <a:lstStyle/>
                <a:p>
                  <a:r>
                    <a:rPr lang="en-US" altLang="zh-CN" sz="1200" b="1" dirty="0">
                      <a:solidFill>
                        <a:schemeClr val="accent1"/>
                      </a:solidFill>
                    </a:rPr>
                    <a:t>text</a:t>
                  </a:r>
                  <a:endParaRPr lang="zh-CN" altLang="en-US" sz="1200" b="1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600762" y="2047787"/>
                  <a:ext cx="523347" cy="317092"/>
                </a:xfrm>
                <a:prstGeom prst="rect">
                  <a:avLst/>
                </a:prstGeom>
                <a:noFill/>
              </p:spPr>
              <p:txBody>
                <a:bodyPr wrap="none" rtlCol="0">
                  <a:normAutofit/>
                </a:bodyPr>
                <a:lstStyle/>
                <a:p>
                  <a:r>
                    <a:rPr lang="en-US" altLang="zh-CN" sz="1200" b="1" dirty="0">
                      <a:solidFill>
                        <a:schemeClr val="accent1"/>
                      </a:solidFill>
                    </a:rPr>
                    <a:t>text</a:t>
                  </a:r>
                  <a:endParaRPr lang="zh-CN" altLang="en-US" sz="1200" b="1" dirty="0">
                    <a:solidFill>
                      <a:schemeClr val="accent1"/>
                    </a:solidFill>
                  </a:endParaRPr>
                </a:p>
              </p:txBody>
            </p:sp>
          </p:grpSp>
          <p:grpSp>
            <p:nvGrpSpPr>
              <p:cNvPr id="127" name="组合 126"/>
              <p:cNvGrpSpPr/>
              <p:nvPr/>
            </p:nvGrpSpPr>
            <p:grpSpPr>
              <a:xfrm>
                <a:off x="1625600" y="3276600"/>
                <a:ext cx="2909827" cy="1044000"/>
                <a:chOff x="6601254" y="2040258"/>
                <a:chExt cx="2909827" cy="1044000"/>
              </a:xfrm>
            </p:grpSpPr>
            <p:sp>
              <p:nvSpPr>
                <p:cNvPr id="128" name="文本框 127"/>
                <p:cNvSpPr txBox="1"/>
                <p:nvPr/>
              </p:nvSpPr>
              <p:spPr>
                <a:xfrm>
                  <a:off x="6601254" y="2040258"/>
                  <a:ext cx="2909827" cy="1044000"/>
                </a:xfrm>
                <a:prstGeom prst="roundRect">
                  <a:avLst>
                    <a:gd name="adj" fmla="val 9855"/>
                  </a:avLst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 lIns="91440" tIns="45720" rIns="91440" bIns="45720" anchor="t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i="1" u="sng"/>
                  </a:lvl1pPr>
                </a:lstStyle>
                <a:p>
                  <a:endParaRPr lang="en-US" altLang="zh-CN" sz="1200" b="1" i="0" u="none" dirty="0">
                    <a:solidFill>
                      <a:schemeClr val="accen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9" name="矩形: 圆顶角 128"/>
                <p:cNvSpPr/>
                <p:nvPr/>
              </p:nvSpPr>
              <p:spPr>
                <a:xfrm>
                  <a:off x="7170371" y="2076258"/>
                  <a:ext cx="2303022" cy="288000"/>
                </a:xfrm>
                <a:prstGeom prst="round2SameRect">
                  <a:avLst>
                    <a:gd name="adj1" fmla="val 26915"/>
                    <a:gd name="adj2" fmla="val 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pSp>
              <p:nvGrpSpPr>
                <p:cNvPr id="130" name="组合 129"/>
                <p:cNvGrpSpPr/>
                <p:nvPr/>
              </p:nvGrpSpPr>
              <p:grpSpPr>
                <a:xfrm>
                  <a:off x="7550227" y="2081759"/>
                  <a:ext cx="1948353" cy="761117"/>
                  <a:chOff x="4364455" y="2204253"/>
                  <a:chExt cx="1948353" cy="761117"/>
                </a:xfrm>
              </p:grpSpPr>
              <p:sp>
                <p:nvSpPr>
                  <p:cNvPr id="134" name="矩形 133"/>
                  <p:cNvSpPr/>
                  <p:nvPr/>
                </p:nvSpPr>
                <p:spPr>
                  <a:xfrm>
                    <a:off x="4364455" y="2488316"/>
                    <a:ext cx="1948353" cy="477054"/>
                  </a:xfrm>
                  <a:prstGeom prst="rect">
                    <a:avLst/>
                  </a:prstGeom>
                </p:spPr>
                <p:txBody>
                  <a:bodyPr wrap="square">
                    <a:normAutofit/>
                  </a:bodyPr>
                  <a:lstStyle/>
                  <a:p>
                    <a:pPr marL="84455" indent="-84455">
                      <a:spcAft>
                        <a:spcPts val="600"/>
                      </a:spcAft>
                      <a:buSzPct val="100000"/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zh-CN" sz="1000" dirty="0">
                        <a:latin typeface="Arial" panose="020B0604020202020204" pitchFamily="34" charset="0"/>
                        <a:ea typeface="微软雅黑" panose="020B0503020204020204" charset="-122"/>
                        <a:sym typeface="+mn-lt"/>
                      </a:rPr>
                      <a:t>Supporting text here.</a:t>
                    </a:r>
                    <a:endParaRPr lang="en-US" altLang="zh-CN" sz="1000" dirty="0">
                      <a:latin typeface="Arial" panose="020B0604020202020204" pitchFamily="34" charset="0"/>
                      <a:ea typeface="微软雅黑" panose="020B0503020204020204" charset="-122"/>
                      <a:sym typeface="+mn-lt"/>
                    </a:endParaRPr>
                  </a:p>
                  <a:p>
                    <a:pPr marL="84455" indent="-84455">
                      <a:spcAft>
                        <a:spcPts val="600"/>
                      </a:spcAft>
                      <a:buSzPct val="100000"/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zh-CN" sz="1000" dirty="0">
                        <a:latin typeface="Arial" panose="020B0604020202020204" pitchFamily="34" charset="0"/>
                        <a:ea typeface="微软雅黑" panose="020B0503020204020204" charset="-122"/>
                        <a:sym typeface="+mn-lt"/>
                      </a:rPr>
                      <a:t>……</a:t>
                    </a:r>
                    <a:endParaRPr lang="en-US" altLang="zh-CN" sz="1000" dirty="0">
                      <a:latin typeface="Arial" panose="020B0604020202020204" pitchFamily="34" charset="0"/>
                      <a:ea typeface="微软雅黑" panose="020B0503020204020204" charset="-122"/>
                      <a:sym typeface="+mn-lt"/>
                    </a:endParaRPr>
                  </a:p>
                </p:txBody>
              </p:sp>
              <p:sp>
                <p:nvSpPr>
                  <p:cNvPr id="141" name="文本框 140"/>
                  <p:cNvSpPr txBox="1"/>
                  <p:nvPr/>
                </p:nvSpPr>
                <p:spPr>
                  <a:xfrm>
                    <a:off x="4364455" y="2204253"/>
                    <a:ext cx="176984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normAutofit/>
                  </a:bodyPr>
                  <a:lstStyle/>
                  <a:p>
                    <a:r>
                      <a:rPr lang="en-US" altLang="zh-CN" sz="1200" b="1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N</a:t>
                    </a:r>
                    <a:r>
                      <a:rPr lang="en-US" altLang="zh-CN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ame</a:t>
                    </a:r>
                    <a:r>
                      <a:rPr lang="zh-CN" altLang="en-US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 </a:t>
                    </a:r>
                    <a:r>
                      <a:rPr lang="en-US" altLang="zh-CN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| Text here-12pt</a:t>
                    </a:r>
                    <a:endParaRPr lang="en-US" altLang="zh-CN" sz="1200" b="1" i="0" u="none" dirty="0">
                      <a:solidFill>
                        <a:schemeClr val="bg1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131" name="任意多边形: 形状 130"/>
                <p:cNvSpPr/>
                <p:nvPr/>
              </p:nvSpPr>
              <p:spPr>
                <a:xfrm>
                  <a:off x="6636764" y="2076258"/>
                  <a:ext cx="943411" cy="972000"/>
                </a:xfrm>
                <a:custGeom>
                  <a:avLst/>
                  <a:gdLst>
                    <a:gd name="connsiteX0" fmla="*/ 81539 w 943411"/>
                    <a:gd name="connsiteY0" fmla="*/ 0 h 972000"/>
                    <a:gd name="connsiteX1" fmla="*/ 861872 w 943411"/>
                    <a:gd name="connsiteY1" fmla="*/ 0 h 972000"/>
                    <a:gd name="connsiteX2" fmla="*/ 943411 w 943411"/>
                    <a:gd name="connsiteY2" fmla="*/ 81539 h 972000"/>
                    <a:gd name="connsiteX3" fmla="*/ 943411 w 943411"/>
                    <a:gd name="connsiteY3" fmla="*/ 890461 h 972000"/>
                    <a:gd name="connsiteX4" fmla="*/ 861872 w 943411"/>
                    <a:gd name="connsiteY4" fmla="*/ 972000 h 972000"/>
                    <a:gd name="connsiteX5" fmla="*/ 81539 w 943411"/>
                    <a:gd name="connsiteY5" fmla="*/ 972000 h 972000"/>
                    <a:gd name="connsiteX6" fmla="*/ 0 w 943411"/>
                    <a:gd name="connsiteY6" fmla="*/ 890461 h 972000"/>
                    <a:gd name="connsiteX7" fmla="*/ 0 w 943411"/>
                    <a:gd name="connsiteY7" fmla="*/ 81539 h 972000"/>
                    <a:gd name="connsiteX8" fmla="*/ 81539 w 943411"/>
                    <a:gd name="connsiteY8" fmla="*/ 0 h 972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43411" h="972000">
                      <a:moveTo>
                        <a:pt x="81539" y="0"/>
                      </a:moveTo>
                      <a:lnTo>
                        <a:pt x="861872" y="0"/>
                      </a:lnTo>
                      <a:cubicBezTo>
                        <a:pt x="906905" y="0"/>
                        <a:pt x="943411" y="36506"/>
                        <a:pt x="943411" y="81539"/>
                      </a:cubicBezTo>
                      <a:lnTo>
                        <a:pt x="943411" y="890461"/>
                      </a:lnTo>
                      <a:cubicBezTo>
                        <a:pt x="943411" y="935494"/>
                        <a:pt x="906905" y="972000"/>
                        <a:pt x="861872" y="972000"/>
                      </a:cubicBezTo>
                      <a:lnTo>
                        <a:pt x="81539" y="972000"/>
                      </a:lnTo>
                      <a:cubicBezTo>
                        <a:pt x="36506" y="972000"/>
                        <a:pt x="0" y="935494"/>
                        <a:pt x="0" y="890461"/>
                      </a:cubicBezTo>
                      <a:lnTo>
                        <a:pt x="0" y="81539"/>
                      </a:lnTo>
                      <a:cubicBezTo>
                        <a:pt x="0" y="36506"/>
                        <a:pt x="36506" y="0"/>
                        <a:pt x="81539" y="0"/>
                      </a:cubicBezTo>
                      <a:close/>
                    </a:path>
                  </a:pathLst>
                </a:cu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  <a:headEnd/>
                      <a:tailEnd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10" name="组合 109"/>
              <p:cNvGrpSpPr/>
              <p:nvPr/>
            </p:nvGrpSpPr>
            <p:grpSpPr>
              <a:xfrm>
                <a:off x="2857500" y="2032000"/>
                <a:ext cx="2909827" cy="1044000"/>
                <a:chOff x="6601254" y="2040258"/>
                <a:chExt cx="2909827" cy="1044000"/>
              </a:xfrm>
            </p:grpSpPr>
            <p:sp>
              <p:nvSpPr>
                <p:cNvPr id="114" name="文本框 113"/>
                <p:cNvSpPr txBox="1"/>
                <p:nvPr/>
              </p:nvSpPr>
              <p:spPr>
                <a:xfrm>
                  <a:off x="6601254" y="2040258"/>
                  <a:ext cx="2909827" cy="1044000"/>
                </a:xfrm>
                <a:prstGeom prst="roundRect">
                  <a:avLst>
                    <a:gd name="adj" fmla="val 9855"/>
                  </a:avLst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 lIns="91440" tIns="45720" rIns="91440" bIns="45720" anchor="t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i="1" u="sng"/>
                  </a:lvl1pPr>
                </a:lstStyle>
                <a:p>
                  <a:endParaRPr lang="en-US" altLang="zh-CN" sz="1200" b="1" i="0" u="none" dirty="0">
                    <a:solidFill>
                      <a:schemeClr val="accen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7" name="矩形: 圆顶角 116"/>
                <p:cNvSpPr/>
                <p:nvPr/>
              </p:nvSpPr>
              <p:spPr>
                <a:xfrm>
                  <a:off x="7170371" y="2076258"/>
                  <a:ext cx="2303022" cy="288000"/>
                </a:xfrm>
                <a:prstGeom prst="round2SameRect">
                  <a:avLst>
                    <a:gd name="adj1" fmla="val 26915"/>
                    <a:gd name="adj2" fmla="val 0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21" name="组合 120"/>
                <p:cNvGrpSpPr/>
                <p:nvPr/>
              </p:nvGrpSpPr>
              <p:grpSpPr>
                <a:xfrm>
                  <a:off x="7550227" y="2081759"/>
                  <a:ext cx="1948353" cy="761117"/>
                  <a:chOff x="4364455" y="2204253"/>
                  <a:chExt cx="1948353" cy="761117"/>
                </a:xfrm>
              </p:grpSpPr>
              <p:sp>
                <p:nvSpPr>
                  <p:cNvPr id="125" name="矩形 124"/>
                  <p:cNvSpPr/>
                  <p:nvPr/>
                </p:nvSpPr>
                <p:spPr>
                  <a:xfrm>
                    <a:off x="4364455" y="2488316"/>
                    <a:ext cx="1948353" cy="477054"/>
                  </a:xfrm>
                  <a:prstGeom prst="rect">
                    <a:avLst/>
                  </a:prstGeom>
                </p:spPr>
                <p:txBody>
                  <a:bodyPr wrap="square">
                    <a:normAutofit/>
                  </a:bodyPr>
                  <a:lstStyle/>
                  <a:p>
                    <a:pPr marL="84455" indent="-84455">
                      <a:spcAft>
                        <a:spcPts val="600"/>
                      </a:spcAft>
                      <a:buSzPct val="100000"/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zh-CN" sz="1000" dirty="0">
                        <a:latin typeface="Arial" panose="020B0604020202020204" pitchFamily="34" charset="0"/>
                        <a:ea typeface="微软雅黑" panose="020B0503020204020204" charset="-122"/>
                        <a:sym typeface="+mn-lt"/>
                      </a:rPr>
                      <a:t>Supporting text here.</a:t>
                    </a:r>
                    <a:endParaRPr lang="en-US" altLang="zh-CN" sz="1000" dirty="0">
                      <a:latin typeface="Arial" panose="020B0604020202020204" pitchFamily="34" charset="0"/>
                      <a:ea typeface="微软雅黑" panose="020B0503020204020204" charset="-122"/>
                      <a:sym typeface="+mn-lt"/>
                    </a:endParaRPr>
                  </a:p>
                  <a:p>
                    <a:pPr marL="84455" indent="-84455">
                      <a:spcAft>
                        <a:spcPts val="600"/>
                      </a:spcAft>
                      <a:buSzPct val="100000"/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zh-CN" sz="1000" dirty="0">
                        <a:latin typeface="Arial" panose="020B0604020202020204" pitchFamily="34" charset="0"/>
                        <a:ea typeface="微软雅黑" panose="020B0503020204020204" charset="-122"/>
                        <a:sym typeface="+mn-lt"/>
                      </a:rPr>
                      <a:t>……</a:t>
                    </a:r>
                    <a:endParaRPr lang="en-US" altLang="zh-CN" sz="1000" dirty="0">
                      <a:latin typeface="Arial" panose="020B0604020202020204" pitchFamily="34" charset="0"/>
                      <a:ea typeface="微软雅黑" panose="020B0503020204020204" charset="-122"/>
                      <a:sym typeface="+mn-lt"/>
                    </a:endParaRPr>
                  </a:p>
                </p:txBody>
              </p:sp>
              <p:sp>
                <p:nvSpPr>
                  <p:cNvPr id="126" name="文本框 125"/>
                  <p:cNvSpPr txBox="1"/>
                  <p:nvPr/>
                </p:nvSpPr>
                <p:spPr>
                  <a:xfrm>
                    <a:off x="4364455" y="2204253"/>
                    <a:ext cx="176984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normAutofit/>
                  </a:bodyPr>
                  <a:lstStyle/>
                  <a:p>
                    <a:r>
                      <a:rPr lang="en-US" altLang="zh-CN" sz="1200" b="1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N</a:t>
                    </a:r>
                    <a:r>
                      <a:rPr lang="en-US" altLang="zh-CN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ame</a:t>
                    </a:r>
                    <a:r>
                      <a:rPr lang="zh-CN" altLang="en-US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 </a:t>
                    </a:r>
                    <a:r>
                      <a:rPr lang="en-US" altLang="zh-CN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| Text here-12pt</a:t>
                    </a:r>
                    <a:endParaRPr lang="en-US" altLang="zh-CN" sz="1200" b="1" i="0" u="none" dirty="0">
                      <a:solidFill>
                        <a:schemeClr val="bg1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124" name="任意多边形: 形状 123"/>
                <p:cNvSpPr/>
                <p:nvPr/>
              </p:nvSpPr>
              <p:spPr>
                <a:xfrm>
                  <a:off x="6636764" y="2076258"/>
                  <a:ext cx="943411" cy="972000"/>
                </a:xfrm>
                <a:custGeom>
                  <a:avLst/>
                  <a:gdLst>
                    <a:gd name="connsiteX0" fmla="*/ 81539 w 943411"/>
                    <a:gd name="connsiteY0" fmla="*/ 0 h 972000"/>
                    <a:gd name="connsiteX1" fmla="*/ 861872 w 943411"/>
                    <a:gd name="connsiteY1" fmla="*/ 0 h 972000"/>
                    <a:gd name="connsiteX2" fmla="*/ 943411 w 943411"/>
                    <a:gd name="connsiteY2" fmla="*/ 81539 h 972000"/>
                    <a:gd name="connsiteX3" fmla="*/ 943411 w 943411"/>
                    <a:gd name="connsiteY3" fmla="*/ 890461 h 972000"/>
                    <a:gd name="connsiteX4" fmla="*/ 861872 w 943411"/>
                    <a:gd name="connsiteY4" fmla="*/ 972000 h 972000"/>
                    <a:gd name="connsiteX5" fmla="*/ 81539 w 943411"/>
                    <a:gd name="connsiteY5" fmla="*/ 972000 h 972000"/>
                    <a:gd name="connsiteX6" fmla="*/ 0 w 943411"/>
                    <a:gd name="connsiteY6" fmla="*/ 890461 h 972000"/>
                    <a:gd name="connsiteX7" fmla="*/ 0 w 943411"/>
                    <a:gd name="connsiteY7" fmla="*/ 81539 h 972000"/>
                    <a:gd name="connsiteX8" fmla="*/ 81539 w 943411"/>
                    <a:gd name="connsiteY8" fmla="*/ 0 h 972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43411" h="972000">
                      <a:moveTo>
                        <a:pt x="81539" y="0"/>
                      </a:moveTo>
                      <a:lnTo>
                        <a:pt x="861872" y="0"/>
                      </a:lnTo>
                      <a:cubicBezTo>
                        <a:pt x="906905" y="0"/>
                        <a:pt x="943411" y="36506"/>
                        <a:pt x="943411" y="81539"/>
                      </a:cubicBezTo>
                      <a:lnTo>
                        <a:pt x="943411" y="890461"/>
                      </a:lnTo>
                      <a:cubicBezTo>
                        <a:pt x="943411" y="935494"/>
                        <a:pt x="906905" y="972000"/>
                        <a:pt x="861872" y="972000"/>
                      </a:cubicBezTo>
                      <a:lnTo>
                        <a:pt x="81539" y="972000"/>
                      </a:lnTo>
                      <a:cubicBezTo>
                        <a:pt x="36506" y="972000"/>
                        <a:pt x="0" y="935494"/>
                        <a:pt x="0" y="890461"/>
                      </a:cubicBezTo>
                      <a:lnTo>
                        <a:pt x="0" y="81539"/>
                      </a:lnTo>
                      <a:cubicBezTo>
                        <a:pt x="0" y="36506"/>
                        <a:pt x="36506" y="0"/>
                        <a:pt x="81539" y="0"/>
                      </a:cubicBezTo>
                      <a:close/>
                    </a:path>
                  </a:pathLst>
                </a:cu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  <a:headEnd/>
                      <a:tailEnd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56" name="组合 155"/>
              <p:cNvGrpSpPr/>
              <p:nvPr/>
            </p:nvGrpSpPr>
            <p:grpSpPr>
              <a:xfrm>
                <a:off x="1625600" y="4521200"/>
                <a:ext cx="2909827" cy="1044000"/>
                <a:chOff x="6601254" y="2040258"/>
                <a:chExt cx="2909827" cy="1044000"/>
              </a:xfrm>
            </p:grpSpPr>
            <p:sp>
              <p:nvSpPr>
                <p:cNvPr id="157" name="文本框 156"/>
                <p:cNvSpPr txBox="1"/>
                <p:nvPr/>
              </p:nvSpPr>
              <p:spPr>
                <a:xfrm>
                  <a:off x="6601254" y="2040258"/>
                  <a:ext cx="2909827" cy="1044000"/>
                </a:xfrm>
                <a:prstGeom prst="roundRect">
                  <a:avLst>
                    <a:gd name="adj" fmla="val 9855"/>
                  </a:avLst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 lIns="91440" tIns="45720" rIns="91440" bIns="45720" anchor="t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i="1" u="sng"/>
                  </a:lvl1pPr>
                </a:lstStyle>
                <a:p>
                  <a:endParaRPr lang="en-US" altLang="zh-CN" sz="1200" b="1" i="0" u="none" dirty="0">
                    <a:solidFill>
                      <a:schemeClr val="accen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58" name="矩形: 圆顶角 157"/>
                <p:cNvSpPr/>
                <p:nvPr/>
              </p:nvSpPr>
              <p:spPr>
                <a:xfrm>
                  <a:off x="7170371" y="2076258"/>
                  <a:ext cx="2303022" cy="288000"/>
                </a:xfrm>
                <a:prstGeom prst="round2SameRect">
                  <a:avLst>
                    <a:gd name="adj1" fmla="val 26915"/>
                    <a:gd name="adj2" fmla="val 0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59" name="组合 158"/>
                <p:cNvGrpSpPr/>
                <p:nvPr/>
              </p:nvGrpSpPr>
              <p:grpSpPr>
                <a:xfrm>
                  <a:off x="7550227" y="2081759"/>
                  <a:ext cx="1948353" cy="761117"/>
                  <a:chOff x="4364455" y="2204253"/>
                  <a:chExt cx="1948353" cy="761117"/>
                </a:xfrm>
              </p:grpSpPr>
              <p:sp>
                <p:nvSpPr>
                  <p:cNvPr id="161" name="矩形 160"/>
                  <p:cNvSpPr/>
                  <p:nvPr/>
                </p:nvSpPr>
                <p:spPr>
                  <a:xfrm>
                    <a:off x="4364455" y="2488316"/>
                    <a:ext cx="1948353" cy="477054"/>
                  </a:xfrm>
                  <a:prstGeom prst="rect">
                    <a:avLst/>
                  </a:prstGeom>
                </p:spPr>
                <p:txBody>
                  <a:bodyPr wrap="square">
                    <a:normAutofit/>
                  </a:bodyPr>
                  <a:lstStyle/>
                  <a:p>
                    <a:pPr marL="84455" indent="-84455">
                      <a:spcAft>
                        <a:spcPts val="600"/>
                      </a:spcAft>
                      <a:buSzPct val="100000"/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zh-CN" sz="1000" dirty="0">
                        <a:latin typeface="Arial" panose="020B0604020202020204" pitchFamily="34" charset="0"/>
                        <a:ea typeface="微软雅黑" panose="020B0503020204020204" charset="-122"/>
                        <a:sym typeface="+mn-lt"/>
                      </a:rPr>
                      <a:t>Supporting text here.</a:t>
                    </a:r>
                    <a:endParaRPr lang="en-US" altLang="zh-CN" sz="1000" dirty="0">
                      <a:latin typeface="Arial" panose="020B0604020202020204" pitchFamily="34" charset="0"/>
                      <a:ea typeface="微软雅黑" panose="020B0503020204020204" charset="-122"/>
                      <a:sym typeface="+mn-lt"/>
                    </a:endParaRPr>
                  </a:p>
                  <a:p>
                    <a:pPr marL="84455" indent="-84455">
                      <a:spcAft>
                        <a:spcPts val="600"/>
                      </a:spcAft>
                      <a:buSzPct val="100000"/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zh-CN" sz="1000" dirty="0">
                        <a:latin typeface="Arial" panose="020B0604020202020204" pitchFamily="34" charset="0"/>
                        <a:ea typeface="微软雅黑" panose="020B0503020204020204" charset="-122"/>
                        <a:sym typeface="+mn-lt"/>
                      </a:rPr>
                      <a:t>……</a:t>
                    </a:r>
                    <a:endParaRPr lang="en-US" altLang="zh-CN" sz="1000" dirty="0">
                      <a:latin typeface="Arial" panose="020B0604020202020204" pitchFamily="34" charset="0"/>
                      <a:ea typeface="微软雅黑" panose="020B0503020204020204" charset="-122"/>
                      <a:sym typeface="+mn-lt"/>
                    </a:endParaRPr>
                  </a:p>
                </p:txBody>
              </p:sp>
              <p:sp>
                <p:nvSpPr>
                  <p:cNvPr id="162" name="文本框 161"/>
                  <p:cNvSpPr txBox="1"/>
                  <p:nvPr/>
                </p:nvSpPr>
                <p:spPr>
                  <a:xfrm>
                    <a:off x="4364455" y="2204253"/>
                    <a:ext cx="176984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normAutofit/>
                  </a:bodyPr>
                  <a:lstStyle/>
                  <a:p>
                    <a:r>
                      <a:rPr lang="en-US" altLang="zh-CN" sz="1200" b="1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N</a:t>
                    </a:r>
                    <a:r>
                      <a:rPr lang="en-US" altLang="zh-CN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ame</a:t>
                    </a:r>
                    <a:r>
                      <a:rPr lang="zh-CN" altLang="en-US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 </a:t>
                    </a:r>
                    <a:r>
                      <a:rPr lang="en-US" altLang="zh-CN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| Text here-12pt</a:t>
                    </a:r>
                    <a:endParaRPr lang="en-US" altLang="zh-CN" sz="1200" b="1" i="0" u="none" dirty="0">
                      <a:solidFill>
                        <a:schemeClr val="bg1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160" name="任意多边形: 形状 159"/>
                <p:cNvSpPr/>
                <p:nvPr/>
              </p:nvSpPr>
              <p:spPr>
                <a:xfrm>
                  <a:off x="6636764" y="2076258"/>
                  <a:ext cx="943411" cy="972000"/>
                </a:xfrm>
                <a:custGeom>
                  <a:avLst/>
                  <a:gdLst>
                    <a:gd name="connsiteX0" fmla="*/ 81539 w 943411"/>
                    <a:gd name="connsiteY0" fmla="*/ 0 h 972000"/>
                    <a:gd name="connsiteX1" fmla="*/ 861872 w 943411"/>
                    <a:gd name="connsiteY1" fmla="*/ 0 h 972000"/>
                    <a:gd name="connsiteX2" fmla="*/ 943411 w 943411"/>
                    <a:gd name="connsiteY2" fmla="*/ 81539 h 972000"/>
                    <a:gd name="connsiteX3" fmla="*/ 943411 w 943411"/>
                    <a:gd name="connsiteY3" fmla="*/ 890461 h 972000"/>
                    <a:gd name="connsiteX4" fmla="*/ 861872 w 943411"/>
                    <a:gd name="connsiteY4" fmla="*/ 972000 h 972000"/>
                    <a:gd name="connsiteX5" fmla="*/ 81539 w 943411"/>
                    <a:gd name="connsiteY5" fmla="*/ 972000 h 972000"/>
                    <a:gd name="connsiteX6" fmla="*/ 0 w 943411"/>
                    <a:gd name="connsiteY6" fmla="*/ 890461 h 972000"/>
                    <a:gd name="connsiteX7" fmla="*/ 0 w 943411"/>
                    <a:gd name="connsiteY7" fmla="*/ 81539 h 972000"/>
                    <a:gd name="connsiteX8" fmla="*/ 81539 w 943411"/>
                    <a:gd name="connsiteY8" fmla="*/ 0 h 972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43411" h="972000">
                      <a:moveTo>
                        <a:pt x="81539" y="0"/>
                      </a:moveTo>
                      <a:lnTo>
                        <a:pt x="861872" y="0"/>
                      </a:lnTo>
                      <a:cubicBezTo>
                        <a:pt x="906905" y="0"/>
                        <a:pt x="943411" y="36506"/>
                        <a:pt x="943411" y="81539"/>
                      </a:cubicBezTo>
                      <a:lnTo>
                        <a:pt x="943411" y="890461"/>
                      </a:lnTo>
                      <a:cubicBezTo>
                        <a:pt x="943411" y="935494"/>
                        <a:pt x="906905" y="972000"/>
                        <a:pt x="861872" y="972000"/>
                      </a:cubicBezTo>
                      <a:lnTo>
                        <a:pt x="81539" y="972000"/>
                      </a:lnTo>
                      <a:cubicBezTo>
                        <a:pt x="36506" y="972000"/>
                        <a:pt x="0" y="935494"/>
                        <a:pt x="0" y="890461"/>
                      </a:cubicBezTo>
                      <a:lnTo>
                        <a:pt x="0" y="81539"/>
                      </a:lnTo>
                      <a:cubicBezTo>
                        <a:pt x="0" y="36506"/>
                        <a:pt x="36506" y="0"/>
                        <a:pt x="81539" y="0"/>
                      </a:cubicBezTo>
                      <a:close/>
                    </a:path>
                  </a:pathLst>
                </a:cu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  <a:headEnd/>
                      <a:tailEnd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42" name="组合 141"/>
              <p:cNvGrpSpPr/>
              <p:nvPr/>
            </p:nvGrpSpPr>
            <p:grpSpPr>
              <a:xfrm>
                <a:off x="4927600" y="3276600"/>
                <a:ext cx="2909827" cy="1044000"/>
                <a:chOff x="6601254" y="2040258"/>
                <a:chExt cx="2909827" cy="1044000"/>
              </a:xfrm>
            </p:grpSpPr>
            <p:sp>
              <p:nvSpPr>
                <p:cNvPr id="143" name="文本框 142"/>
                <p:cNvSpPr txBox="1"/>
                <p:nvPr/>
              </p:nvSpPr>
              <p:spPr>
                <a:xfrm>
                  <a:off x="6601254" y="2040258"/>
                  <a:ext cx="2909827" cy="1044000"/>
                </a:xfrm>
                <a:prstGeom prst="roundRect">
                  <a:avLst>
                    <a:gd name="adj" fmla="val 9855"/>
                  </a:avLst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 lIns="91440" tIns="45720" rIns="91440" bIns="45720" anchor="t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i="1" u="sng"/>
                  </a:lvl1pPr>
                </a:lstStyle>
                <a:p>
                  <a:endParaRPr lang="en-US" altLang="zh-CN" sz="1200" b="1" i="0" u="none" dirty="0">
                    <a:solidFill>
                      <a:schemeClr val="accen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44" name="矩形: 圆顶角 143"/>
                <p:cNvSpPr/>
                <p:nvPr/>
              </p:nvSpPr>
              <p:spPr>
                <a:xfrm>
                  <a:off x="7170371" y="2076258"/>
                  <a:ext cx="2303022" cy="288000"/>
                </a:xfrm>
                <a:prstGeom prst="round2SameRect">
                  <a:avLst>
                    <a:gd name="adj1" fmla="val 26915"/>
                    <a:gd name="adj2" fmla="val 0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45" name="组合 144"/>
                <p:cNvGrpSpPr/>
                <p:nvPr/>
              </p:nvGrpSpPr>
              <p:grpSpPr>
                <a:xfrm>
                  <a:off x="7550227" y="2081759"/>
                  <a:ext cx="1948353" cy="761117"/>
                  <a:chOff x="4364455" y="2204253"/>
                  <a:chExt cx="1948353" cy="761117"/>
                </a:xfrm>
              </p:grpSpPr>
              <p:sp>
                <p:nvSpPr>
                  <p:cNvPr id="147" name="矩形 146"/>
                  <p:cNvSpPr/>
                  <p:nvPr/>
                </p:nvSpPr>
                <p:spPr>
                  <a:xfrm>
                    <a:off x="4364455" y="2488316"/>
                    <a:ext cx="1948353" cy="477054"/>
                  </a:xfrm>
                  <a:prstGeom prst="rect">
                    <a:avLst/>
                  </a:prstGeom>
                </p:spPr>
                <p:txBody>
                  <a:bodyPr wrap="square">
                    <a:normAutofit/>
                  </a:bodyPr>
                  <a:lstStyle/>
                  <a:p>
                    <a:pPr marL="84455" indent="-84455">
                      <a:spcAft>
                        <a:spcPts val="600"/>
                      </a:spcAft>
                      <a:buSzPct val="100000"/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zh-CN" sz="1000" dirty="0">
                        <a:latin typeface="Arial" panose="020B0604020202020204" pitchFamily="34" charset="0"/>
                        <a:ea typeface="微软雅黑" panose="020B0503020204020204" charset="-122"/>
                        <a:sym typeface="+mn-lt"/>
                      </a:rPr>
                      <a:t>Supporting text here.</a:t>
                    </a:r>
                    <a:endParaRPr lang="en-US" altLang="zh-CN" sz="1000" dirty="0">
                      <a:latin typeface="Arial" panose="020B0604020202020204" pitchFamily="34" charset="0"/>
                      <a:ea typeface="微软雅黑" panose="020B0503020204020204" charset="-122"/>
                      <a:sym typeface="+mn-lt"/>
                    </a:endParaRPr>
                  </a:p>
                  <a:p>
                    <a:pPr marL="84455" indent="-84455">
                      <a:spcAft>
                        <a:spcPts val="600"/>
                      </a:spcAft>
                      <a:buSzPct val="100000"/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zh-CN" sz="1000" dirty="0">
                        <a:latin typeface="Arial" panose="020B0604020202020204" pitchFamily="34" charset="0"/>
                        <a:ea typeface="微软雅黑" panose="020B0503020204020204" charset="-122"/>
                        <a:sym typeface="+mn-lt"/>
                      </a:rPr>
                      <a:t>……</a:t>
                    </a:r>
                    <a:endParaRPr lang="en-US" altLang="zh-CN" sz="1000" dirty="0">
                      <a:latin typeface="Arial" panose="020B0604020202020204" pitchFamily="34" charset="0"/>
                      <a:ea typeface="微软雅黑" panose="020B0503020204020204" charset="-122"/>
                      <a:sym typeface="+mn-lt"/>
                    </a:endParaRPr>
                  </a:p>
                </p:txBody>
              </p:sp>
              <p:sp>
                <p:nvSpPr>
                  <p:cNvPr id="148" name="文本框 147"/>
                  <p:cNvSpPr txBox="1"/>
                  <p:nvPr/>
                </p:nvSpPr>
                <p:spPr>
                  <a:xfrm>
                    <a:off x="4364455" y="2204253"/>
                    <a:ext cx="176984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normAutofit/>
                  </a:bodyPr>
                  <a:lstStyle/>
                  <a:p>
                    <a:r>
                      <a:rPr lang="en-US" altLang="zh-CN" sz="1200" b="1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N</a:t>
                    </a:r>
                    <a:r>
                      <a:rPr lang="en-US" altLang="zh-CN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ame</a:t>
                    </a:r>
                    <a:r>
                      <a:rPr lang="zh-CN" altLang="en-US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 </a:t>
                    </a:r>
                    <a:r>
                      <a:rPr lang="en-US" altLang="zh-CN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| Text here-12pt</a:t>
                    </a:r>
                    <a:endParaRPr lang="en-US" altLang="zh-CN" sz="1200" b="1" i="0" u="none" dirty="0">
                      <a:solidFill>
                        <a:schemeClr val="bg1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146" name="任意多边形: 形状 145"/>
                <p:cNvSpPr/>
                <p:nvPr/>
              </p:nvSpPr>
              <p:spPr>
                <a:xfrm>
                  <a:off x="6636764" y="2076258"/>
                  <a:ext cx="943411" cy="972000"/>
                </a:xfrm>
                <a:custGeom>
                  <a:avLst/>
                  <a:gdLst>
                    <a:gd name="connsiteX0" fmla="*/ 81539 w 943411"/>
                    <a:gd name="connsiteY0" fmla="*/ 0 h 972000"/>
                    <a:gd name="connsiteX1" fmla="*/ 861872 w 943411"/>
                    <a:gd name="connsiteY1" fmla="*/ 0 h 972000"/>
                    <a:gd name="connsiteX2" fmla="*/ 943411 w 943411"/>
                    <a:gd name="connsiteY2" fmla="*/ 81539 h 972000"/>
                    <a:gd name="connsiteX3" fmla="*/ 943411 w 943411"/>
                    <a:gd name="connsiteY3" fmla="*/ 890461 h 972000"/>
                    <a:gd name="connsiteX4" fmla="*/ 861872 w 943411"/>
                    <a:gd name="connsiteY4" fmla="*/ 972000 h 972000"/>
                    <a:gd name="connsiteX5" fmla="*/ 81539 w 943411"/>
                    <a:gd name="connsiteY5" fmla="*/ 972000 h 972000"/>
                    <a:gd name="connsiteX6" fmla="*/ 0 w 943411"/>
                    <a:gd name="connsiteY6" fmla="*/ 890461 h 972000"/>
                    <a:gd name="connsiteX7" fmla="*/ 0 w 943411"/>
                    <a:gd name="connsiteY7" fmla="*/ 81539 h 972000"/>
                    <a:gd name="connsiteX8" fmla="*/ 81539 w 943411"/>
                    <a:gd name="connsiteY8" fmla="*/ 0 h 972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43411" h="972000">
                      <a:moveTo>
                        <a:pt x="81539" y="0"/>
                      </a:moveTo>
                      <a:lnTo>
                        <a:pt x="861872" y="0"/>
                      </a:lnTo>
                      <a:cubicBezTo>
                        <a:pt x="906905" y="0"/>
                        <a:pt x="943411" y="36506"/>
                        <a:pt x="943411" y="81539"/>
                      </a:cubicBezTo>
                      <a:lnTo>
                        <a:pt x="943411" y="890461"/>
                      </a:lnTo>
                      <a:cubicBezTo>
                        <a:pt x="943411" y="935494"/>
                        <a:pt x="906905" y="972000"/>
                        <a:pt x="861872" y="972000"/>
                      </a:cubicBezTo>
                      <a:lnTo>
                        <a:pt x="81539" y="972000"/>
                      </a:lnTo>
                      <a:cubicBezTo>
                        <a:pt x="36506" y="972000"/>
                        <a:pt x="0" y="935494"/>
                        <a:pt x="0" y="890461"/>
                      </a:cubicBezTo>
                      <a:lnTo>
                        <a:pt x="0" y="81539"/>
                      </a:lnTo>
                      <a:cubicBezTo>
                        <a:pt x="0" y="36506"/>
                        <a:pt x="36506" y="0"/>
                        <a:pt x="81539" y="0"/>
                      </a:cubicBezTo>
                      <a:close/>
                    </a:path>
                  </a:pathLst>
                </a:cu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  <a:headEnd/>
                      <a:tailEnd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63" name="组合 162"/>
              <p:cNvGrpSpPr/>
              <p:nvPr/>
            </p:nvGrpSpPr>
            <p:grpSpPr>
              <a:xfrm>
                <a:off x="4927600" y="4521200"/>
                <a:ext cx="2909827" cy="1044000"/>
                <a:chOff x="6601254" y="2040258"/>
                <a:chExt cx="2909827" cy="1044000"/>
              </a:xfrm>
            </p:grpSpPr>
            <p:sp>
              <p:nvSpPr>
                <p:cNvPr id="164" name="文本框 163"/>
                <p:cNvSpPr txBox="1"/>
                <p:nvPr/>
              </p:nvSpPr>
              <p:spPr>
                <a:xfrm>
                  <a:off x="6601254" y="2040258"/>
                  <a:ext cx="2909827" cy="1044000"/>
                </a:xfrm>
                <a:prstGeom prst="roundRect">
                  <a:avLst>
                    <a:gd name="adj" fmla="val 9855"/>
                  </a:avLst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 lIns="91440" tIns="45720" rIns="91440" bIns="45720" anchor="t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i="1" u="sng"/>
                  </a:lvl1pPr>
                </a:lstStyle>
                <a:p>
                  <a:endParaRPr lang="en-US" altLang="zh-CN" sz="1200" b="1" i="0" u="none" dirty="0">
                    <a:solidFill>
                      <a:schemeClr val="accen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65" name="矩形: 圆顶角 164"/>
                <p:cNvSpPr/>
                <p:nvPr/>
              </p:nvSpPr>
              <p:spPr>
                <a:xfrm>
                  <a:off x="7170371" y="2076258"/>
                  <a:ext cx="2303022" cy="288000"/>
                </a:xfrm>
                <a:prstGeom prst="round2SameRect">
                  <a:avLst>
                    <a:gd name="adj1" fmla="val 26915"/>
                    <a:gd name="adj2" fmla="val 0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66" name="组合 165"/>
                <p:cNvGrpSpPr/>
                <p:nvPr/>
              </p:nvGrpSpPr>
              <p:grpSpPr>
                <a:xfrm>
                  <a:off x="7550227" y="2081759"/>
                  <a:ext cx="1948353" cy="761117"/>
                  <a:chOff x="4364455" y="2204253"/>
                  <a:chExt cx="1948353" cy="761117"/>
                </a:xfrm>
              </p:grpSpPr>
              <p:sp>
                <p:nvSpPr>
                  <p:cNvPr id="168" name="矩形 167"/>
                  <p:cNvSpPr/>
                  <p:nvPr/>
                </p:nvSpPr>
                <p:spPr>
                  <a:xfrm>
                    <a:off x="4364455" y="2488316"/>
                    <a:ext cx="1948353" cy="477054"/>
                  </a:xfrm>
                  <a:prstGeom prst="rect">
                    <a:avLst/>
                  </a:prstGeom>
                </p:spPr>
                <p:txBody>
                  <a:bodyPr wrap="square">
                    <a:normAutofit/>
                  </a:bodyPr>
                  <a:lstStyle/>
                  <a:p>
                    <a:pPr marL="84455" indent="-84455">
                      <a:spcAft>
                        <a:spcPts val="600"/>
                      </a:spcAft>
                      <a:buSzPct val="100000"/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zh-CN" sz="1000" dirty="0">
                        <a:latin typeface="Arial" panose="020B0604020202020204" pitchFamily="34" charset="0"/>
                        <a:ea typeface="微软雅黑" panose="020B0503020204020204" charset="-122"/>
                        <a:sym typeface="+mn-lt"/>
                      </a:rPr>
                      <a:t>Supporting text here.</a:t>
                    </a:r>
                    <a:endParaRPr lang="en-US" altLang="zh-CN" sz="1000" dirty="0">
                      <a:latin typeface="Arial" panose="020B0604020202020204" pitchFamily="34" charset="0"/>
                      <a:ea typeface="微软雅黑" panose="020B0503020204020204" charset="-122"/>
                      <a:sym typeface="+mn-lt"/>
                    </a:endParaRPr>
                  </a:p>
                  <a:p>
                    <a:pPr marL="84455" indent="-84455">
                      <a:spcAft>
                        <a:spcPts val="600"/>
                      </a:spcAft>
                      <a:buSzPct val="100000"/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zh-CN" sz="1000" dirty="0">
                        <a:latin typeface="Arial" panose="020B0604020202020204" pitchFamily="34" charset="0"/>
                        <a:ea typeface="微软雅黑" panose="020B0503020204020204" charset="-122"/>
                        <a:sym typeface="+mn-lt"/>
                      </a:rPr>
                      <a:t>……</a:t>
                    </a:r>
                    <a:endParaRPr lang="en-US" altLang="zh-CN" sz="1000" dirty="0">
                      <a:latin typeface="Arial" panose="020B0604020202020204" pitchFamily="34" charset="0"/>
                      <a:ea typeface="微软雅黑" panose="020B0503020204020204" charset="-122"/>
                      <a:sym typeface="+mn-lt"/>
                    </a:endParaRPr>
                  </a:p>
                </p:txBody>
              </p:sp>
              <p:sp>
                <p:nvSpPr>
                  <p:cNvPr id="169" name="文本框 168"/>
                  <p:cNvSpPr txBox="1"/>
                  <p:nvPr/>
                </p:nvSpPr>
                <p:spPr>
                  <a:xfrm>
                    <a:off x="4364455" y="2204253"/>
                    <a:ext cx="176984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normAutofit/>
                  </a:bodyPr>
                  <a:lstStyle/>
                  <a:p>
                    <a:r>
                      <a:rPr lang="en-US" altLang="zh-CN" sz="1200" b="1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N</a:t>
                    </a:r>
                    <a:r>
                      <a:rPr lang="en-US" altLang="zh-CN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ame</a:t>
                    </a:r>
                    <a:r>
                      <a:rPr lang="zh-CN" altLang="en-US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 </a:t>
                    </a:r>
                    <a:r>
                      <a:rPr lang="en-US" altLang="zh-CN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| Text here-12pt</a:t>
                    </a:r>
                    <a:endParaRPr lang="en-US" altLang="zh-CN" sz="1200" b="1" i="0" u="none" dirty="0">
                      <a:solidFill>
                        <a:schemeClr val="bg1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167" name="任意多边形: 形状 166"/>
                <p:cNvSpPr/>
                <p:nvPr/>
              </p:nvSpPr>
              <p:spPr>
                <a:xfrm>
                  <a:off x="6636764" y="2076258"/>
                  <a:ext cx="943411" cy="972000"/>
                </a:xfrm>
                <a:custGeom>
                  <a:avLst/>
                  <a:gdLst>
                    <a:gd name="connsiteX0" fmla="*/ 81539 w 943411"/>
                    <a:gd name="connsiteY0" fmla="*/ 0 h 972000"/>
                    <a:gd name="connsiteX1" fmla="*/ 861872 w 943411"/>
                    <a:gd name="connsiteY1" fmla="*/ 0 h 972000"/>
                    <a:gd name="connsiteX2" fmla="*/ 943411 w 943411"/>
                    <a:gd name="connsiteY2" fmla="*/ 81539 h 972000"/>
                    <a:gd name="connsiteX3" fmla="*/ 943411 w 943411"/>
                    <a:gd name="connsiteY3" fmla="*/ 890461 h 972000"/>
                    <a:gd name="connsiteX4" fmla="*/ 861872 w 943411"/>
                    <a:gd name="connsiteY4" fmla="*/ 972000 h 972000"/>
                    <a:gd name="connsiteX5" fmla="*/ 81539 w 943411"/>
                    <a:gd name="connsiteY5" fmla="*/ 972000 h 972000"/>
                    <a:gd name="connsiteX6" fmla="*/ 0 w 943411"/>
                    <a:gd name="connsiteY6" fmla="*/ 890461 h 972000"/>
                    <a:gd name="connsiteX7" fmla="*/ 0 w 943411"/>
                    <a:gd name="connsiteY7" fmla="*/ 81539 h 972000"/>
                    <a:gd name="connsiteX8" fmla="*/ 81539 w 943411"/>
                    <a:gd name="connsiteY8" fmla="*/ 0 h 972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43411" h="972000">
                      <a:moveTo>
                        <a:pt x="81539" y="0"/>
                      </a:moveTo>
                      <a:lnTo>
                        <a:pt x="861872" y="0"/>
                      </a:lnTo>
                      <a:cubicBezTo>
                        <a:pt x="906905" y="0"/>
                        <a:pt x="943411" y="36506"/>
                        <a:pt x="943411" y="81539"/>
                      </a:cubicBezTo>
                      <a:lnTo>
                        <a:pt x="943411" y="890461"/>
                      </a:lnTo>
                      <a:cubicBezTo>
                        <a:pt x="943411" y="935494"/>
                        <a:pt x="906905" y="972000"/>
                        <a:pt x="861872" y="972000"/>
                      </a:cubicBezTo>
                      <a:lnTo>
                        <a:pt x="81539" y="972000"/>
                      </a:lnTo>
                      <a:cubicBezTo>
                        <a:pt x="36506" y="972000"/>
                        <a:pt x="0" y="935494"/>
                        <a:pt x="0" y="890461"/>
                      </a:cubicBezTo>
                      <a:lnTo>
                        <a:pt x="0" y="81539"/>
                      </a:lnTo>
                      <a:cubicBezTo>
                        <a:pt x="0" y="36506"/>
                        <a:pt x="36506" y="0"/>
                        <a:pt x="81539" y="0"/>
                      </a:cubicBezTo>
                      <a:close/>
                    </a:path>
                  </a:pathLst>
                </a:cu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  <a:headEnd/>
                      <a:tailEnd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>
                <a:off x="6601254" y="2040258"/>
                <a:ext cx="2909827" cy="1044000"/>
                <a:chOff x="6601254" y="2040258"/>
                <a:chExt cx="2909827" cy="1044000"/>
              </a:xfrm>
            </p:grpSpPr>
            <p:sp>
              <p:nvSpPr>
                <p:cNvPr id="111" name="文本框 110"/>
                <p:cNvSpPr txBox="1"/>
                <p:nvPr/>
              </p:nvSpPr>
              <p:spPr>
                <a:xfrm>
                  <a:off x="6601254" y="2040258"/>
                  <a:ext cx="2909827" cy="1044000"/>
                </a:xfrm>
                <a:prstGeom prst="roundRect">
                  <a:avLst>
                    <a:gd name="adj" fmla="val 9855"/>
                  </a:avLst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 lIns="91440" tIns="45720" rIns="91440" bIns="45720" anchor="t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i="1" u="sng"/>
                  </a:lvl1pPr>
                </a:lstStyle>
                <a:p>
                  <a:endParaRPr lang="en-US" altLang="zh-CN" sz="1200" b="1" i="0" u="none" dirty="0">
                    <a:solidFill>
                      <a:schemeClr val="accen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2" name="矩形: 圆顶角 111"/>
                <p:cNvSpPr/>
                <p:nvPr/>
              </p:nvSpPr>
              <p:spPr>
                <a:xfrm>
                  <a:off x="7170371" y="2076258"/>
                  <a:ext cx="2303022" cy="288000"/>
                </a:xfrm>
                <a:prstGeom prst="round2SameRect">
                  <a:avLst>
                    <a:gd name="adj1" fmla="val 26915"/>
                    <a:gd name="adj2" fmla="val 0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13" name="组合 112"/>
                <p:cNvGrpSpPr/>
                <p:nvPr/>
              </p:nvGrpSpPr>
              <p:grpSpPr>
                <a:xfrm>
                  <a:off x="7550227" y="2081759"/>
                  <a:ext cx="1948353" cy="761117"/>
                  <a:chOff x="4364455" y="2204253"/>
                  <a:chExt cx="1948353" cy="761117"/>
                </a:xfrm>
              </p:grpSpPr>
              <p:sp>
                <p:nvSpPr>
                  <p:cNvPr id="115" name="矩形 114"/>
                  <p:cNvSpPr/>
                  <p:nvPr/>
                </p:nvSpPr>
                <p:spPr>
                  <a:xfrm>
                    <a:off x="4364455" y="2488316"/>
                    <a:ext cx="1948353" cy="477054"/>
                  </a:xfrm>
                  <a:prstGeom prst="rect">
                    <a:avLst/>
                  </a:prstGeom>
                </p:spPr>
                <p:txBody>
                  <a:bodyPr wrap="square">
                    <a:normAutofit/>
                  </a:bodyPr>
                  <a:lstStyle/>
                  <a:p>
                    <a:pPr marL="84455" indent="-84455">
                      <a:spcAft>
                        <a:spcPts val="600"/>
                      </a:spcAft>
                      <a:buSzPct val="100000"/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zh-CN" sz="1000" dirty="0">
                        <a:latin typeface="Arial" panose="020B0604020202020204" pitchFamily="34" charset="0"/>
                        <a:ea typeface="微软雅黑" panose="020B0503020204020204" charset="-122"/>
                        <a:sym typeface="+mn-lt"/>
                      </a:rPr>
                      <a:t>Supporting text here.</a:t>
                    </a:r>
                    <a:endParaRPr lang="en-US" altLang="zh-CN" sz="1000" dirty="0">
                      <a:latin typeface="Arial" panose="020B0604020202020204" pitchFamily="34" charset="0"/>
                      <a:ea typeface="微软雅黑" panose="020B0503020204020204" charset="-122"/>
                      <a:sym typeface="+mn-lt"/>
                    </a:endParaRPr>
                  </a:p>
                  <a:p>
                    <a:pPr marL="84455" indent="-84455">
                      <a:spcAft>
                        <a:spcPts val="600"/>
                      </a:spcAft>
                      <a:buSzPct val="100000"/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zh-CN" sz="1000" dirty="0">
                        <a:latin typeface="Arial" panose="020B0604020202020204" pitchFamily="34" charset="0"/>
                        <a:ea typeface="微软雅黑" panose="020B0503020204020204" charset="-122"/>
                        <a:sym typeface="+mn-lt"/>
                      </a:rPr>
                      <a:t>……</a:t>
                    </a:r>
                    <a:endParaRPr lang="en-US" altLang="zh-CN" sz="1000" dirty="0">
                      <a:latin typeface="Arial" panose="020B0604020202020204" pitchFamily="34" charset="0"/>
                      <a:ea typeface="微软雅黑" panose="020B0503020204020204" charset="-122"/>
                      <a:sym typeface="+mn-lt"/>
                    </a:endParaRPr>
                  </a:p>
                </p:txBody>
              </p:sp>
              <p:sp>
                <p:nvSpPr>
                  <p:cNvPr id="116" name="文本框 115"/>
                  <p:cNvSpPr txBox="1"/>
                  <p:nvPr/>
                </p:nvSpPr>
                <p:spPr>
                  <a:xfrm>
                    <a:off x="4364455" y="2204253"/>
                    <a:ext cx="176984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normAutofit/>
                  </a:bodyPr>
                  <a:lstStyle/>
                  <a:p>
                    <a:r>
                      <a:rPr lang="en-US" altLang="zh-CN" sz="1200" b="1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N</a:t>
                    </a:r>
                    <a:r>
                      <a:rPr lang="en-US" altLang="zh-CN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ame</a:t>
                    </a:r>
                    <a:r>
                      <a:rPr lang="zh-CN" altLang="en-US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 </a:t>
                    </a:r>
                    <a:r>
                      <a:rPr lang="en-US" altLang="zh-CN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| Text here-12pt</a:t>
                    </a:r>
                    <a:endParaRPr lang="en-US" altLang="zh-CN" sz="1200" b="1" i="0" u="none" dirty="0">
                      <a:solidFill>
                        <a:schemeClr val="bg1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138" name="任意多边形: 形状 137"/>
                <p:cNvSpPr/>
                <p:nvPr/>
              </p:nvSpPr>
              <p:spPr>
                <a:xfrm>
                  <a:off x="6636764" y="2076258"/>
                  <a:ext cx="943411" cy="972000"/>
                </a:xfrm>
                <a:custGeom>
                  <a:avLst/>
                  <a:gdLst>
                    <a:gd name="connsiteX0" fmla="*/ 81539 w 943411"/>
                    <a:gd name="connsiteY0" fmla="*/ 0 h 972000"/>
                    <a:gd name="connsiteX1" fmla="*/ 861872 w 943411"/>
                    <a:gd name="connsiteY1" fmla="*/ 0 h 972000"/>
                    <a:gd name="connsiteX2" fmla="*/ 943411 w 943411"/>
                    <a:gd name="connsiteY2" fmla="*/ 81539 h 972000"/>
                    <a:gd name="connsiteX3" fmla="*/ 943411 w 943411"/>
                    <a:gd name="connsiteY3" fmla="*/ 890461 h 972000"/>
                    <a:gd name="connsiteX4" fmla="*/ 861872 w 943411"/>
                    <a:gd name="connsiteY4" fmla="*/ 972000 h 972000"/>
                    <a:gd name="connsiteX5" fmla="*/ 81539 w 943411"/>
                    <a:gd name="connsiteY5" fmla="*/ 972000 h 972000"/>
                    <a:gd name="connsiteX6" fmla="*/ 0 w 943411"/>
                    <a:gd name="connsiteY6" fmla="*/ 890461 h 972000"/>
                    <a:gd name="connsiteX7" fmla="*/ 0 w 943411"/>
                    <a:gd name="connsiteY7" fmla="*/ 81539 h 972000"/>
                    <a:gd name="connsiteX8" fmla="*/ 81539 w 943411"/>
                    <a:gd name="connsiteY8" fmla="*/ 0 h 972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43411" h="972000">
                      <a:moveTo>
                        <a:pt x="81539" y="0"/>
                      </a:moveTo>
                      <a:lnTo>
                        <a:pt x="861872" y="0"/>
                      </a:lnTo>
                      <a:cubicBezTo>
                        <a:pt x="906905" y="0"/>
                        <a:pt x="943411" y="36506"/>
                        <a:pt x="943411" y="81539"/>
                      </a:cubicBezTo>
                      <a:lnTo>
                        <a:pt x="943411" y="890461"/>
                      </a:lnTo>
                      <a:cubicBezTo>
                        <a:pt x="943411" y="935494"/>
                        <a:pt x="906905" y="972000"/>
                        <a:pt x="861872" y="972000"/>
                      </a:cubicBezTo>
                      <a:lnTo>
                        <a:pt x="81539" y="972000"/>
                      </a:lnTo>
                      <a:cubicBezTo>
                        <a:pt x="36506" y="972000"/>
                        <a:pt x="0" y="935494"/>
                        <a:pt x="0" y="890461"/>
                      </a:cubicBezTo>
                      <a:lnTo>
                        <a:pt x="0" y="81539"/>
                      </a:lnTo>
                      <a:cubicBezTo>
                        <a:pt x="0" y="36506"/>
                        <a:pt x="36506" y="0"/>
                        <a:pt x="81539" y="0"/>
                      </a:cubicBezTo>
                      <a:close/>
                    </a:path>
                  </a:pathLst>
                </a:cu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  <a:headEnd/>
                      <a:tailEnd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70" name="组合 169"/>
              <p:cNvGrpSpPr/>
              <p:nvPr/>
            </p:nvGrpSpPr>
            <p:grpSpPr>
              <a:xfrm>
                <a:off x="8229600" y="4521200"/>
                <a:ext cx="2909827" cy="1044000"/>
                <a:chOff x="6601254" y="2040258"/>
                <a:chExt cx="2909827" cy="1044000"/>
              </a:xfrm>
            </p:grpSpPr>
            <p:sp>
              <p:nvSpPr>
                <p:cNvPr id="171" name="文本框 170"/>
                <p:cNvSpPr txBox="1"/>
                <p:nvPr/>
              </p:nvSpPr>
              <p:spPr>
                <a:xfrm>
                  <a:off x="6601254" y="2040258"/>
                  <a:ext cx="2909827" cy="1044000"/>
                </a:xfrm>
                <a:prstGeom prst="roundRect">
                  <a:avLst>
                    <a:gd name="adj" fmla="val 9855"/>
                  </a:avLst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 lIns="91440" tIns="45720" rIns="91440" bIns="45720" anchor="t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i="1" u="sng"/>
                  </a:lvl1pPr>
                </a:lstStyle>
                <a:p>
                  <a:endParaRPr lang="en-US" altLang="zh-CN" sz="1200" b="1" i="0" u="none" dirty="0">
                    <a:solidFill>
                      <a:schemeClr val="accen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72" name="矩形: 圆顶角 171"/>
                <p:cNvSpPr/>
                <p:nvPr/>
              </p:nvSpPr>
              <p:spPr>
                <a:xfrm>
                  <a:off x="7170371" y="2076258"/>
                  <a:ext cx="2303022" cy="288000"/>
                </a:xfrm>
                <a:prstGeom prst="round2SameRect">
                  <a:avLst>
                    <a:gd name="adj1" fmla="val 26915"/>
                    <a:gd name="adj2" fmla="val 0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73" name="组合 172"/>
                <p:cNvGrpSpPr/>
                <p:nvPr/>
              </p:nvGrpSpPr>
              <p:grpSpPr>
                <a:xfrm>
                  <a:off x="7550227" y="2081759"/>
                  <a:ext cx="1948353" cy="761117"/>
                  <a:chOff x="4364455" y="2204253"/>
                  <a:chExt cx="1948353" cy="761117"/>
                </a:xfrm>
              </p:grpSpPr>
              <p:sp>
                <p:nvSpPr>
                  <p:cNvPr id="175" name="矩形 174"/>
                  <p:cNvSpPr/>
                  <p:nvPr/>
                </p:nvSpPr>
                <p:spPr>
                  <a:xfrm>
                    <a:off x="4364455" y="2488316"/>
                    <a:ext cx="1948353" cy="477054"/>
                  </a:xfrm>
                  <a:prstGeom prst="rect">
                    <a:avLst/>
                  </a:prstGeom>
                </p:spPr>
                <p:txBody>
                  <a:bodyPr wrap="square">
                    <a:normAutofit/>
                  </a:bodyPr>
                  <a:lstStyle/>
                  <a:p>
                    <a:pPr marL="84455" indent="-84455">
                      <a:spcAft>
                        <a:spcPts val="600"/>
                      </a:spcAft>
                      <a:buSzPct val="100000"/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zh-CN" sz="1000" dirty="0">
                        <a:latin typeface="Arial" panose="020B0604020202020204" pitchFamily="34" charset="0"/>
                        <a:ea typeface="微软雅黑" panose="020B0503020204020204" charset="-122"/>
                        <a:sym typeface="+mn-lt"/>
                      </a:rPr>
                      <a:t>Supporting text here.</a:t>
                    </a:r>
                    <a:endParaRPr lang="en-US" altLang="zh-CN" sz="1000" dirty="0">
                      <a:latin typeface="Arial" panose="020B0604020202020204" pitchFamily="34" charset="0"/>
                      <a:ea typeface="微软雅黑" panose="020B0503020204020204" charset="-122"/>
                      <a:sym typeface="+mn-lt"/>
                    </a:endParaRPr>
                  </a:p>
                  <a:p>
                    <a:pPr marL="84455" indent="-84455">
                      <a:spcAft>
                        <a:spcPts val="600"/>
                      </a:spcAft>
                      <a:buSzPct val="100000"/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zh-CN" sz="1000" dirty="0">
                        <a:latin typeface="Arial" panose="020B0604020202020204" pitchFamily="34" charset="0"/>
                        <a:ea typeface="微软雅黑" panose="020B0503020204020204" charset="-122"/>
                        <a:sym typeface="+mn-lt"/>
                      </a:rPr>
                      <a:t>……</a:t>
                    </a:r>
                    <a:endParaRPr lang="en-US" altLang="zh-CN" sz="1000" dirty="0">
                      <a:latin typeface="Arial" panose="020B0604020202020204" pitchFamily="34" charset="0"/>
                      <a:ea typeface="微软雅黑" panose="020B0503020204020204" charset="-122"/>
                      <a:sym typeface="+mn-lt"/>
                    </a:endParaRPr>
                  </a:p>
                </p:txBody>
              </p:sp>
              <p:sp>
                <p:nvSpPr>
                  <p:cNvPr id="176" name="文本框 175"/>
                  <p:cNvSpPr txBox="1"/>
                  <p:nvPr/>
                </p:nvSpPr>
                <p:spPr>
                  <a:xfrm>
                    <a:off x="4364455" y="2204253"/>
                    <a:ext cx="176984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normAutofit/>
                  </a:bodyPr>
                  <a:lstStyle/>
                  <a:p>
                    <a:r>
                      <a:rPr lang="en-US" altLang="zh-CN" sz="1200" b="1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N</a:t>
                    </a:r>
                    <a:r>
                      <a:rPr lang="en-US" altLang="zh-CN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ame</a:t>
                    </a:r>
                    <a:r>
                      <a:rPr lang="zh-CN" altLang="en-US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 </a:t>
                    </a:r>
                    <a:r>
                      <a:rPr lang="en-US" altLang="zh-CN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| Text here-12pt</a:t>
                    </a:r>
                    <a:endParaRPr lang="en-US" altLang="zh-CN" sz="1200" b="1" i="0" u="none" dirty="0">
                      <a:solidFill>
                        <a:schemeClr val="bg1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174" name="任意多边形: 形状 173"/>
                <p:cNvSpPr/>
                <p:nvPr/>
              </p:nvSpPr>
              <p:spPr>
                <a:xfrm>
                  <a:off x="6636764" y="2076258"/>
                  <a:ext cx="943411" cy="972000"/>
                </a:xfrm>
                <a:custGeom>
                  <a:avLst/>
                  <a:gdLst>
                    <a:gd name="connsiteX0" fmla="*/ 81539 w 943411"/>
                    <a:gd name="connsiteY0" fmla="*/ 0 h 972000"/>
                    <a:gd name="connsiteX1" fmla="*/ 861872 w 943411"/>
                    <a:gd name="connsiteY1" fmla="*/ 0 h 972000"/>
                    <a:gd name="connsiteX2" fmla="*/ 943411 w 943411"/>
                    <a:gd name="connsiteY2" fmla="*/ 81539 h 972000"/>
                    <a:gd name="connsiteX3" fmla="*/ 943411 w 943411"/>
                    <a:gd name="connsiteY3" fmla="*/ 890461 h 972000"/>
                    <a:gd name="connsiteX4" fmla="*/ 861872 w 943411"/>
                    <a:gd name="connsiteY4" fmla="*/ 972000 h 972000"/>
                    <a:gd name="connsiteX5" fmla="*/ 81539 w 943411"/>
                    <a:gd name="connsiteY5" fmla="*/ 972000 h 972000"/>
                    <a:gd name="connsiteX6" fmla="*/ 0 w 943411"/>
                    <a:gd name="connsiteY6" fmla="*/ 890461 h 972000"/>
                    <a:gd name="connsiteX7" fmla="*/ 0 w 943411"/>
                    <a:gd name="connsiteY7" fmla="*/ 81539 h 972000"/>
                    <a:gd name="connsiteX8" fmla="*/ 81539 w 943411"/>
                    <a:gd name="connsiteY8" fmla="*/ 0 h 972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43411" h="972000">
                      <a:moveTo>
                        <a:pt x="81539" y="0"/>
                      </a:moveTo>
                      <a:lnTo>
                        <a:pt x="861872" y="0"/>
                      </a:lnTo>
                      <a:cubicBezTo>
                        <a:pt x="906905" y="0"/>
                        <a:pt x="943411" y="36506"/>
                        <a:pt x="943411" y="81539"/>
                      </a:cubicBezTo>
                      <a:lnTo>
                        <a:pt x="943411" y="890461"/>
                      </a:lnTo>
                      <a:cubicBezTo>
                        <a:pt x="943411" y="935494"/>
                        <a:pt x="906905" y="972000"/>
                        <a:pt x="861872" y="972000"/>
                      </a:cubicBezTo>
                      <a:lnTo>
                        <a:pt x="81539" y="972000"/>
                      </a:lnTo>
                      <a:cubicBezTo>
                        <a:pt x="36506" y="972000"/>
                        <a:pt x="0" y="935494"/>
                        <a:pt x="0" y="890461"/>
                      </a:cubicBezTo>
                      <a:lnTo>
                        <a:pt x="0" y="81539"/>
                      </a:lnTo>
                      <a:cubicBezTo>
                        <a:pt x="0" y="36506"/>
                        <a:pt x="36506" y="0"/>
                        <a:pt x="81539" y="0"/>
                      </a:cubicBezTo>
                      <a:close/>
                    </a:path>
                  </a:pathLst>
                </a:cu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  <a:headEnd/>
                      <a:tailEnd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49" name="组合 148"/>
              <p:cNvGrpSpPr/>
              <p:nvPr/>
            </p:nvGrpSpPr>
            <p:grpSpPr>
              <a:xfrm>
                <a:off x="8229600" y="3276600"/>
                <a:ext cx="2909827" cy="1044000"/>
                <a:chOff x="6601254" y="2040258"/>
                <a:chExt cx="2909827" cy="1044000"/>
              </a:xfrm>
            </p:grpSpPr>
            <p:sp>
              <p:nvSpPr>
                <p:cNvPr id="150" name="文本框 149"/>
                <p:cNvSpPr txBox="1"/>
                <p:nvPr/>
              </p:nvSpPr>
              <p:spPr>
                <a:xfrm>
                  <a:off x="6601254" y="2040258"/>
                  <a:ext cx="2909827" cy="1044000"/>
                </a:xfrm>
                <a:prstGeom prst="roundRect">
                  <a:avLst>
                    <a:gd name="adj" fmla="val 9855"/>
                  </a:avLst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 lIns="91440" tIns="45720" rIns="91440" bIns="45720" anchor="t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i="1" u="sng"/>
                  </a:lvl1pPr>
                </a:lstStyle>
                <a:p>
                  <a:endParaRPr lang="en-US" altLang="zh-CN" sz="1200" b="1" i="0" u="none" dirty="0">
                    <a:solidFill>
                      <a:schemeClr val="accen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51" name="矩形: 圆顶角 150"/>
                <p:cNvSpPr/>
                <p:nvPr/>
              </p:nvSpPr>
              <p:spPr>
                <a:xfrm>
                  <a:off x="7170371" y="2076258"/>
                  <a:ext cx="2303022" cy="288000"/>
                </a:xfrm>
                <a:prstGeom prst="round2SameRect">
                  <a:avLst>
                    <a:gd name="adj1" fmla="val 26915"/>
                    <a:gd name="adj2" fmla="val 0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52" name="组合 151"/>
                <p:cNvGrpSpPr/>
                <p:nvPr/>
              </p:nvGrpSpPr>
              <p:grpSpPr>
                <a:xfrm>
                  <a:off x="7550227" y="2081759"/>
                  <a:ext cx="1948353" cy="761117"/>
                  <a:chOff x="4364455" y="2204253"/>
                  <a:chExt cx="1948353" cy="761117"/>
                </a:xfrm>
              </p:grpSpPr>
              <p:sp>
                <p:nvSpPr>
                  <p:cNvPr id="154" name="矩形 153"/>
                  <p:cNvSpPr/>
                  <p:nvPr/>
                </p:nvSpPr>
                <p:spPr>
                  <a:xfrm>
                    <a:off x="4364455" y="2488316"/>
                    <a:ext cx="1948353" cy="477054"/>
                  </a:xfrm>
                  <a:prstGeom prst="rect">
                    <a:avLst/>
                  </a:prstGeom>
                </p:spPr>
                <p:txBody>
                  <a:bodyPr wrap="square">
                    <a:normAutofit/>
                  </a:bodyPr>
                  <a:lstStyle/>
                  <a:p>
                    <a:pPr marL="84455" indent="-84455">
                      <a:spcAft>
                        <a:spcPts val="600"/>
                      </a:spcAft>
                      <a:buSzPct val="100000"/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zh-CN" sz="1000" dirty="0">
                        <a:latin typeface="Arial" panose="020B0604020202020204" pitchFamily="34" charset="0"/>
                        <a:ea typeface="微软雅黑" panose="020B0503020204020204" charset="-122"/>
                        <a:sym typeface="+mn-lt"/>
                      </a:rPr>
                      <a:t>Supporting text here.</a:t>
                    </a:r>
                    <a:endParaRPr lang="en-US" altLang="zh-CN" sz="1000" dirty="0">
                      <a:latin typeface="Arial" panose="020B0604020202020204" pitchFamily="34" charset="0"/>
                      <a:ea typeface="微软雅黑" panose="020B0503020204020204" charset="-122"/>
                      <a:sym typeface="+mn-lt"/>
                    </a:endParaRPr>
                  </a:p>
                  <a:p>
                    <a:pPr marL="84455" indent="-84455">
                      <a:spcAft>
                        <a:spcPts val="600"/>
                      </a:spcAft>
                      <a:buSzPct val="100000"/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zh-CN" sz="1000" dirty="0">
                        <a:latin typeface="Arial" panose="020B0604020202020204" pitchFamily="34" charset="0"/>
                        <a:ea typeface="微软雅黑" panose="020B0503020204020204" charset="-122"/>
                        <a:sym typeface="+mn-lt"/>
                      </a:rPr>
                      <a:t>……</a:t>
                    </a:r>
                    <a:endParaRPr lang="en-US" altLang="zh-CN" sz="1000" dirty="0">
                      <a:latin typeface="Arial" panose="020B0604020202020204" pitchFamily="34" charset="0"/>
                      <a:ea typeface="微软雅黑" panose="020B0503020204020204" charset="-122"/>
                      <a:sym typeface="+mn-lt"/>
                    </a:endParaRPr>
                  </a:p>
                </p:txBody>
              </p:sp>
              <p:sp>
                <p:nvSpPr>
                  <p:cNvPr id="155" name="文本框 154"/>
                  <p:cNvSpPr txBox="1"/>
                  <p:nvPr/>
                </p:nvSpPr>
                <p:spPr>
                  <a:xfrm>
                    <a:off x="4364455" y="2204253"/>
                    <a:ext cx="176984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normAutofit/>
                  </a:bodyPr>
                  <a:lstStyle/>
                  <a:p>
                    <a:r>
                      <a:rPr lang="en-US" altLang="zh-CN" sz="1200" b="1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N</a:t>
                    </a:r>
                    <a:r>
                      <a:rPr lang="en-US" altLang="zh-CN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ame</a:t>
                    </a:r>
                    <a:r>
                      <a:rPr lang="zh-CN" altLang="en-US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 </a:t>
                    </a:r>
                    <a:r>
                      <a:rPr lang="en-US" altLang="zh-CN" sz="1200" b="1" i="0" u="none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| Text here-12pt</a:t>
                    </a:r>
                    <a:endParaRPr lang="en-US" altLang="zh-CN" sz="1200" b="1" i="0" u="none" dirty="0">
                      <a:solidFill>
                        <a:schemeClr val="bg1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153" name="任意多边形: 形状 152"/>
                <p:cNvSpPr/>
                <p:nvPr/>
              </p:nvSpPr>
              <p:spPr>
                <a:xfrm>
                  <a:off x="6636764" y="2076258"/>
                  <a:ext cx="943411" cy="972000"/>
                </a:xfrm>
                <a:custGeom>
                  <a:avLst/>
                  <a:gdLst>
                    <a:gd name="connsiteX0" fmla="*/ 81539 w 943411"/>
                    <a:gd name="connsiteY0" fmla="*/ 0 h 972000"/>
                    <a:gd name="connsiteX1" fmla="*/ 861872 w 943411"/>
                    <a:gd name="connsiteY1" fmla="*/ 0 h 972000"/>
                    <a:gd name="connsiteX2" fmla="*/ 943411 w 943411"/>
                    <a:gd name="connsiteY2" fmla="*/ 81539 h 972000"/>
                    <a:gd name="connsiteX3" fmla="*/ 943411 w 943411"/>
                    <a:gd name="connsiteY3" fmla="*/ 890461 h 972000"/>
                    <a:gd name="connsiteX4" fmla="*/ 861872 w 943411"/>
                    <a:gd name="connsiteY4" fmla="*/ 972000 h 972000"/>
                    <a:gd name="connsiteX5" fmla="*/ 81539 w 943411"/>
                    <a:gd name="connsiteY5" fmla="*/ 972000 h 972000"/>
                    <a:gd name="connsiteX6" fmla="*/ 0 w 943411"/>
                    <a:gd name="connsiteY6" fmla="*/ 890461 h 972000"/>
                    <a:gd name="connsiteX7" fmla="*/ 0 w 943411"/>
                    <a:gd name="connsiteY7" fmla="*/ 81539 h 972000"/>
                    <a:gd name="connsiteX8" fmla="*/ 81539 w 943411"/>
                    <a:gd name="connsiteY8" fmla="*/ 0 h 972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43411" h="972000">
                      <a:moveTo>
                        <a:pt x="81539" y="0"/>
                      </a:moveTo>
                      <a:lnTo>
                        <a:pt x="861872" y="0"/>
                      </a:lnTo>
                      <a:cubicBezTo>
                        <a:pt x="906905" y="0"/>
                        <a:pt x="943411" y="36506"/>
                        <a:pt x="943411" y="81539"/>
                      </a:cubicBezTo>
                      <a:lnTo>
                        <a:pt x="943411" y="890461"/>
                      </a:lnTo>
                      <a:cubicBezTo>
                        <a:pt x="943411" y="935494"/>
                        <a:pt x="906905" y="972000"/>
                        <a:pt x="861872" y="972000"/>
                      </a:cubicBezTo>
                      <a:lnTo>
                        <a:pt x="81539" y="972000"/>
                      </a:lnTo>
                      <a:cubicBezTo>
                        <a:pt x="36506" y="972000"/>
                        <a:pt x="0" y="935494"/>
                        <a:pt x="0" y="890461"/>
                      </a:cubicBezTo>
                      <a:lnTo>
                        <a:pt x="0" y="81539"/>
                      </a:lnTo>
                      <a:cubicBezTo>
                        <a:pt x="0" y="36506"/>
                        <a:pt x="36506" y="0"/>
                        <a:pt x="81539" y="0"/>
                      </a:cubicBezTo>
                      <a:close/>
                    </a:path>
                  </a:pathLst>
                </a:cu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  <a:headEnd/>
                      <a:tailEnd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74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2964" y="1282454"/>
            <a:ext cx="10855936" cy="4851646"/>
            <a:chOff x="662964" y="1282454"/>
            <a:chExt cx="10855936" cy="4851646"/>
          </a:xfrm>
        </p:grpSpPr>
        <p:grpSp>
          <p:nvGrpSpPr>
            <p:cNvPr id="6" name="组合 5"/>
            <p:cNvGrpSpPr/>
            <p:nvPr/>
          </p:nvGrpSpPr>
          <p:grpSpPr>
            <a:xfrm>
              <a:off x="1870900" y="1282454"/>
              <a:ext cx="9648000" cy="4851646"/>
              <a:chOff x="1870900" y="1282454"/>
              <a:chExt cx="9648000" cy="4851646"/>
            </a:xfrm>
          </p:grpSpPr>
          <p:sp>
            <p:nvSpPr>
              <p:cNvPr id="31" name="矩形 30"/>
              <p:cNvSpPr/>
              <p:nvPr/>
            </p:nvSpPr>
            <p:spPr>
              <a:xfrm>
                <a:off x="1870900" y="1282454"/>
                <a:ext cx="9648000" cy="111599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360000" tIns="90000" rIns="360000" bIns="90000" numCol="1" spcCol="0" rtlCol="0" fromWordArt="0" anchor="t" anchorCtr="0" forceAA="0" compatLnSpc="1">
                <a:normAutofit/>
              </a:bodyPr>
              <a:lstStyle/>
              <a:p>
                <a:pPr marL="172720" indent="-172720">
                  <a:lnSpc>
                    <a:spcPct val="120000"/>
                  </a:lnSpc>
                  <a:spcAft>
                    <a:spcPts val="600"/>
                  </a:spcAft>
                  <a:buSzPct val="25000"/>
                  <a:defRPr/>
                </a:pPr>
                <a:r>
                  <a:rPr lang="en-US" altLang="zh-CN" sz="1400" b="1" dirty="0">
                    <a:solidFill>
                      <a:schemeClr val="accent1"/>
                    </a:solidFill>
                    <a:latin typeface="+mj-lt"/>
                    <a:ea typeface="Open Sans" panose="020B0606030504020204" pitchFamily="34" charset="0"/>
                    <a:cs typeface="Segoe UI" panose="020B0502040204020203" pitchFamily="34" charset="0"/>
                  </a:rPr>
                  <a:t>Text Here-14pt</a:t>
                </a:r>
                <a:endParaRPr lang="en-US" altLang="zh-CN" sz="1400" b="1" dirty="0">
                  <a:solidFill>
                    <a:schemeClr val="accent1"/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endParaRPr>
              </a:p>
              <a:p>
                <a:pPr marL="172720" marR="0" lvl="0" indent="-172720" fontAlgn="auto">
                  <a:lnSpc>
                    <a:spcPct val="120000"/>
                  </a:lnSpc>
                  <a:spcAft>
                    <a:spcPts val="6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Unified fonts make reading more </a:t>
                </a:r>
                <a:r>
                  <a:rPr lang="en-US" altLang="zh-CN" sz="1200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fluent.Copy</a:t>
                </a:r>
                <a:r>
                  <a: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 paste fonts. Choose the only </a:t>
                </a:r>
                <a:r>
                  <a:rPr lang="en-US" altLang="zh-CN" sz="1200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optio</a:t>
                </a:r>
                <a:r>
                  <a: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 to retain text.-12pt</a:t>
                </a:r>
                <a:endPara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marL="172720" indent="-172720">
                  <a:lnSpc>
                    <a:spcPct val="120000"/>
                  </a:lnSpc>
                  <a:spcAft>
                    <a:spcPts val="600"/>
                  </a:spcAft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Copy paste  fonts. Choose the only option to retain text. </a:t>
                </a:r>
                <a:endPara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1870900" y="2527671"/>
                <a:ext cx="9648000" cy="111599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360000" tIns="90000" rIns="360000" bIns="90000" numCol="1" spcCol="0" rtlCol="0" fromWordArt="0" anchor="t" anchorCtr="0" forceAA="0" compatLnSpc="1">
                <a:normAutofit/>
              </a:bodyPr>
              <a:lstStyle/>
              <a:p>
                <a:pPr marL="172720" indent="-172720">
                  <a:lnSpc>
                    <a:spcPct val="120000"/>
                  </a:lnSpc>
                  <a:spcAft>
                    <a:spcPts val="600"/>
                  </a:spcAft>
                  <a:buSzPct val="25000"/>
                </a:pPr>
                <a:r>
                  <a:rPr lang="en-US" altLang="zh-CN" sz="1400" b="1" dirty="0">
                    <a:solidFill>
                      <a:schemeClr val="accent1"/>
                    </a:solidFill>
                    <a:latin typeface="+mj-lt"/>
                    <a:ea typeface="Open Sans" panose="020B0606030504020204" pitchFamily="34" charset="0"/>
                    <a:cs typeface="Segoe UI" panose="020B0502040204020203" pitchFamily="34" charset="0"/>
                  </a:rPr>
                  <a:t>Text Here-14pt</a:t>
                </a:r>
                <a:endParaRPr lang="en-US" altLang="zh-CN" sz="1400" b="1" dirty="0">
                  <a:solidFill>
                    <a:schemeClr val="accent1"/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endParaRPr>
              </a:p>
              <a:p>
                <a:pPr marL="172720" indent="-172720">
                  <a:lnSpc>
                    <a:spcPct val="120000"/>
                  </a:lnSpc>
                  <a:spcAft>
                    <a:spcPts val="600"/>
                  </a:spcAft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Unified fonts make reading more </a:t>
                </a:r>
                <a:r>
                  <a:rPr lang="en-US" altLang="zh-CN" sz="1200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fluent.Copy</a:t>
                </a:r>
                <a:r>
                  <a: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 paste fonts. Choose the only </a:t>
                </a:r>
                <a:r>
                  <a:rPr lang="en-US" altLang="zh-CN" sz="1200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optio</a:t>
                </a:r>
                <a:r>
                  <a: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 to retain text.-12pt</a:t>
                </a:r>
                <a:endPara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marL="172720" indent="-172720">
                  <a:lnSpc>
                    <a:spcPct val="120000"/>
                  </a:lnSpc>
                  <a:spcAft>
                    <a:spcPts val="600"/>
                  </a:spcAft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Copy paste  fonts. Choose the only option to retain text. </a:t>
                </a:r>
                <a:endPara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1870900" y="3772886"/>
                <a:ext cx="9648000" cy="111599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360000" tIns="90000" rIns="360000" bIns="90000" numCol="1" spcCol="0" rtlCol="0" fromWordArt="0" anchor="t" anchorCtr="0" forceAA="0" compatLnSpc="1">
                <a:normAutofit/>
              </a:bodyPr>
              <a:lstStyle/>
              <a:p>
                <a:pPr marL="172720" indent="-172720">
                  <a:lnSpc>
                    <a:spcPct val="120000"/>
                  </a:lnSpc>
                  <a:spcAft>
                    <a:spcPts val="600"/>
                  </a:spcAft>
                  <a:buSzPct val="25000"/>
                </a:pPr>
                <a:r>
                  <a:rPr lang="en-US" altLang="zh-CN" sz="1400" b="1" dirty="0">
                    <a:solidFill>
                      <a:schemeClr val="accent1"/>
                    </a:solidFill>
                    <a:latin typeface="+mj-lt"/>
                    <a:ea typeface="Open Sans" panose="020B0606030504020204" pitchFamily="34" charset="0"/>
                    <a:cs typeface="Segoe UI" panose="020B0502040204020203" pitchFamily="34" charset="0"/>
                  </a:rPr>
                  <a:t>Text Here-14pt</a:t>
                </a:r>
                <a:endParaRPr lang="en-US" altLang="zh-CN" sz="1400" b="1" dirty="0">
                  <a:solidFill>
                    <a:schemeClr val="accent1"/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endParaRPr>
              </a:p>
              <a:p>
                <a:pPr marL="172720" indent="-172720">
                  <a:lnSpc>
                    <a:spcPct val="120000"/>
                  </a:lnSpc>
                  <a:spcAft>
                    <a:spcPts val="600"/>
                  </a:spcAft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Unified fonts make reading more </a:t>
                </a:r>
                <a:r>
                  <a:rPr lang="en-US" altLang="zh-CN" sz="1200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fluent.Copy</a:t>
                </a:r>
                <a:r>
                  <a: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 paste fonts. Choose the only </a:t>
                </a:r>
                <a:r>
                  <a:rPr lang="en-US" altLang="zh-CN" sz="1200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optio</a:t>
                </a:r>
                <a:r>
                  <a: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 to retain text.-12pt</a:t>
                </a:r>
                <a:endPara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marL="172720" indent="-172720">
                  <a:lnSpc>
                    <a:spcPct val="120000"/>
                  </a:lnSpc>
                  <a:spcAft>
                    <a:spcPts val="600"/>
                  </a:spcAft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Copy paste  fonts. Choose the only option to retain text. </a:t>
                </a:r>
                <a:endPara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1870900" y="5018101"/>
                <a:ext cx="9648000" cy="111599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360000" tIns="90000" rIns="360000" bIns="90000" numCol="1" spcCol="0" rtlCol="0" fromWordArt="0" anchor="t" anchorCtr="0" forceAA="0" compatLnSpc="1">
                <a:normAutofit/>
              </a:bodyPr>
              <a:lstStyle/>
              <a:p>
                <a:pPr marL="172720" indent="-172720">
                  <a:lnSpc>
                    <a:spcPct val="120000"/>
                  </a:lnSpc>
                  <a:spcAft>
                    <a:spcPts val="600"/>
                  </a:spcAft>
                  <a:buSzPct val="25000"/>
                </a:pPr>
                <a:r>
                  <a:rPr lang="en-US" altLang="zh-CN" sz="1400" b="1" dirty="0">
                    <a:solidFill>
                      <a:schemeClr val="accent1"/>
                    </a:solidFill>
                    <a:latin typeface="+mj-lt"/>
                    <a:ea typeface="Open Sans" panose="020B0606030504020204" pitchFamily="34" charset="0"/>
                    <a:cs typeface="Segoe UI" panose="020B0502040204020203" pitchFamily="34" charset="0"/>
                  </a:rPr>
                  <a:t>Text Here-14pt</a:t>
                </a:r>
                <a:endParaRPr lang="en-US" altLang="zh-CN" sz="1400" b="1" dirty="0">
                  <a:solidFill>
                    <a:schemeClr val="accent1"/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endParaRPr>
              </a:p>
              <a:p>
                <a:pPr marL="172720" indent="-172720">
                  <a:lnSpc>
                    <a:spcPct val="120000"/>
                  </a:lnSpc>
                  <a:spcAft>
                    <a:spcPts val="600"/>
                  </a:spcAft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Unified fonts make reading more </a:t>
                </a:r>
                <a:r>
                  <a:rPr lang="en-US" altLang="zh-CN" sz="1200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fluent.Copy</a:t>
                </a:r>
                <a:r>
                  <a: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 paste fonts. Choose the only </a:t>
                </a:r>
                <a:r>
                  <a:rPr lang="en-US" altLang="zh-CN" sz="1200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optio</a:t>
                </a:r>
                <a:r>
                  <a: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 to retain text.-12pt</a:t>
                </a:r>
                <a:endPara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marL="172720" indent="-172720">
                  <a:lnSpc>
                    <a:spcPct val="120000"/>
                  </a:lnSpc>
                  <a:spcAft>
                    <a:spcPts val="600"/>
                  </a:spcAft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Copy paste  fonts. Choose the only option to retain text. </a:t>
                </a:r>
                <a:endPara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662964" y="1282455"/>
              <a:ext cx="1080000" cy="4851645"/>
              <a:chOff x="662964" y="1282455"/>
              <a:chExt cx="1080000" cy="4851645"/>
            </a:xfrm>
          </p:grpSpPr>
          <p:sp>
            <p:nvSpPr>
              <p:cNvPr id="12" name="圆角矩形 2"/>
              <p:cNvSpPr/>
              <p:nvPr/>
            </p:nvSpPr>
            <p:spPr>
              <a:xfrm>
                <a:off x="662964" y="1282455"/>
                <a:ext cx="1080000" cy="1116000"/>
              </a:xfrm>
              <a:prstGeom prst="roundRect">
                <a:avLst>
                  <a:gd name="adj" fmla="val 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任意多边形 45"/>
              <p:cNvSpPr/>
              <p:nvPr/>
            </p:nvSpPr>
            <p:spPr>
              <a:xfrm>
                <a:off x="1039497" y="1684421"/>
                <a:ext cx="312068" cy="312068"/>
              </a:xfrm>
              <a:custGeom>
                <a:avLst/>
                <a:gdLst>
                  <a:gd name="T0" fmla="*/ 10800 w 12800"/>
                  <a:gd name="T1" fmla="*/ 8800 h 12800"/>
                  <a:gd name="T2" fmla="*/ 9760 w 12800"/>
                  <a:gd name="T3" fmla="*/ 9120 h 12800"/>
                  <a:gd name="T4" fmla="*/ 9040 w 12800"/>
                  <a:gd name="T5" fmla="*/ 8400 h 12800"/>
                  <a:gd name="T6" fmla="*/ 9680 w 12800"/>
                  <a:gd name="T7" fmla="*/ 6480 h 12800"/>
                  <a:gd name="T8" fmla="*/ 9040 w 12800"/>
                  <a:gd name="T9" fmla="*/ 4560 h 12800"/>
                  <a:gd name="T10" fmla="*/ 9760 w 12800"/>
                  <a:gd name="T11" fmla="*/ 3840 h 12800"/>
                  <a:gd name="T12" fmla="*/ 10800 w 12800"/>
                  <a:gd name="T13" fmla="*/ 4000 h 12800"/>
                  <a:gd name="T14" fmla="*/ 12800 w 12800"/>
                  <a:gd name="T15" fmla="*/ 2000 h 12800"/>
                  <a:gd name="T16" fmla="*/ 10800 w 12800"/>
                  <a:gd name="T17" fmla="*/ 0 h 12800"/>
                  <a:gd name="T18" fmla="*/ 8800 w 12800"/>
                  <a:gd name="T19" fmla="*/ 2000 h 12800"/>
                  <a:gd name="T20" fmla="*/ 9200 w 12800"/>
                  <a:gd name="T21" fmla="*/ 3200 h 12800"/>
                  <a:gd name="T22" fmla="*/ 8480 w 12800"/>
                  <a:gd name="T23" fmla="*/ 3920 h 12800"/>
                  <a:gd name="T24" fmla="*/ 6400 w 12800"/>
                  <a:gd name="T25" fmla="*/ 3120 h 12800"/>
                  <a:gd name="T26" fmla="*/ 4320 w 12800"/>
                  <a:gd name="T27" fmla="*/ 3920 h 12800"/>
                  <a:gd name="T28" fmla="*/ 3600 w 12800"/>
                  <a:gd name="T29" fmla="*/ 3200 h 12800"/>
                  <a:gd name="T30" fmla="*/ 4000 w 12800"/>
                  <a:gd name="T31" fmla="*/ 2000 h 12800"/>
                  <a:gd name="T32" fmla="*/ 2000 w 12800"/>
                  <a:gd name="T33" fmla="*/ 0 h 12800"/>
                  <a:gd name="T34" fmla="*/ 0 w 12800"/>
                  <a:gd name="T35" fmla="*/ 2000 h 12800"/>
                  <a:gd name="T36" fmla="*/ 2000 w 12800"/>
                  <a:gd name="T37" fmla="*/ 4000 h 12800"/>
                  <a:gd name="T38" fmla="*/ 3040 w 12800"/>
                  <a:gd name="T39" fmla="*/ 3760 h 12800"/>
                  <a:gd name="T40" fmla="*/ 3760 w 12800"/>
                  <a:gd name="T41" fmla="*/ 4480 h 12800"/>
                  <a:gd name="T42" fmla="*/ 3120 w 12800"/>
                  <a:gd name="T43" fmla="*/ 6400 h 12800"/>
                  <a:gd name="T44" fmla="*/ 3760 w 12800"/>
                  <a:gd name="T45" fmla="*/ 8320 h 12800"/>
                  <a:gd name="T46" fmla="*/ 3040 w 12800"/>
                  <a:gd name="T47" fmla="*/ 9040 h 12800"/>
                  <a:gd name="T48" fmla="*/ 2000 w 12800"/>
                  <a:gd name="T49" fmla="*/ 8800 h 12800"/>
                  <a:gd name="T50" fmla="*/ 0 w 12800"/>
                  <a:gd name="T51" fmla="*/ 10800 h 12800"/>
                  <a:gd name="T52" fmla="*/ 2000 w 12800"/>
                  <a:gd name="T53" fmla="*/ 12800 h 12800"/>
                  <a:gd name="T54" fmla="*/ 4000 w 12800"/>
                  <a:gd name="T55" fmla="*/ 10800 h 12800"/>
                  <a:gd name="T56" fmla="*/ 3600 w 12800"/>
                  <a:gd name="T57" fmla="*/ 9600 h 12800"/>
                  <a:gd name="T58" fmla="*/ 4320 w 12800"/>
                  <a:gd name="T59" fmla="*/ 8880 h 12800"/>
                  <a:gd name="T60" fmla="*/ 6400 w 12800"/>
                  <a:gd name="T61" fmla="*/ 9680 h 12800"/>
                  <a:gd name="T62" fmla="*/ 8480 w 12800"/>
                  <a:gd name="T63" fmla="*/ 8880 h 12800"/>
                  <a:gd name="T64" fmla="*/ 9200 w 12800"/>
                  <a:gd name="T65" fmla="*/ 9600 h 12800"/>
                  <a:gd name="T66" fmla="*/ 8800 w 12800"/>
                  <a:gd name="T67" fmla="*/ 10800 h 12800"/>
                  <a:gd name="T68" fmla="*/ 10800 w 12800"/>
                  <a:gd name="T69" fmla="*/ 12800 h 12800"/>
                  <a:gd name="T70" fmla="*/ 12800 w 12800"/>
                  <a:gd name="T71" fmla="*/ 10800 h 12800"/>
                  <a:gd name="T72" fmla="*/ 10800 w 12800"/>
                  <a:gd name="T73" fmla="*/ 8800 h 12800"/>
                  <a:gd name="T74" fmla="*/ 10800 w 12800"/>
                  <a:gd name="T75" fmla="*/ 720 h 12800"/>
                  <a:gd name="T76" fmla="*/ 12080 w 12800"/>
                  <a:gd name="T77" fmla="*/ 2000 h 12800"/>
                  <a:gd name="T78" fmla="*/ 10800 w 12800"/>
                  <a:gd name="T79" fmla="*/ 3280 h 12800"/>
                  <a:gd name="T80" fmla="*/ 9520 w 12800"/>
                  <a:gd name="T81" fmla="*/ 2000 h 12800"/>
                  <a:gd name="T82" fmla="*/ 10800 w 12800"/>
                  <a:gd name="T83" fmla="*/ 720 h 12800"/>
                  <a:gd name="T84" fmla="*/ 2000 w 12800"/>
                  <a:gd name="T85" fmla="*/ 3280 h 12800"/>
                  <a:gd name="T86" fmla="*/ 720 w 12800"/>
                  <a:gd name="T87" fmla="*/ 2000 h 12800"/>
                  <a:gd name="T88" fmla="*/ 2000 w 12800"/>
                  <a:gd name="T89" fmla="*/ 720 h 12800"/>
                  <a:gd name="T90" fmla="*/ 3280 w 12800"/>
                  <a:gd name="T91" fmla="*/ 2000 h 12800"/>
                  <a:gd name="T92" fmla="*/ 2000 w 12800"/>
                  <a:gd name="T93" fmla="*/ 3280 h 12800"/>
                  <a:gd name="T94" fmla="*/ 2000 w 12800"/>
                  <a:gd name="T95" fmla="*/ 12080 h 12800"/>
                  <a:gd name="T96" fmla="*/ 720 w 12800"/>
                  <a:gd name="T97" fmla="*/ 10800 h 12800"/>
                  <a:gd name="T98" fmla="*/ 2000 w 12800"/>
                  <a:gd name="T99" fmla="*/ 9520 h 12800"/>
                  <a:gd name="T100" fmla="*/ 3280 w 12800"/>
                  <a:gd name="T101" fmla="*/ 10800 h 12800"/>
                  <a:gd name="T102" fmla="*/ 2000 w 12800"/>
                  <a:gd name="T103" fmla="*/ 12080 h 12800"/>
                  <a:gd name="T104" fmla="*/ 6400 w 12800"/>
                  <a:gd name="T105" fmla="*/ 8720 h 12800"/>
                  <a:gd name="T106" fmla="*/ 4080 w 12800"/>
                  <a:gd name="T107" fmla="*/ 6400 h 12800"/>
                  <a:gd name="T108" fmla="*/ 6400 w 12800"/>
                  <a:gd name="T109" fmla="*/ 4080 h 12800"/>
                  <a:gd name="T110" fmla="*/ 8720 w 12800"/>
                  <a:gd name="T111" fmla="*/ 6400 h 12800"/>
                  <a:gd name="T112" fmla="*/ 6400 w 12800"/>
                  <a:gd name="T113" fmla="*/ 8720 h 12800"/>
                  <a:gd name="T114" fmla="*/ 10800 w 12800"/>
                  <a:gd name="T115" fmla="*/ 12080 h 12800"/>
                  <a:gd name="T116" fmla="*/ 9520 w 12800"/>
                  <a:gd name="T117" fmla="*/ 10800 h 12800"/>
                  <a:gd name="T118" fmla="*/ 10800 w 12800"/>
                  <a:gd name="T119" fmla="*/ 9520 h 12800"/>
                  <a:gd name="T120" fmla="*/ 12080 w 12800"/>
                  <a:gd name="T121" fmla="*/ 10800 h 12800"/>
                  <a:gd name="T122" fmla="*/ 10800 w 12800"/>
                  <a:gd name="T123" fmla="*/ 12080 h 1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800" h="12800">
                    <a:moveTo>
                      <a:pt x="10800" y="8800"/>
                    </a:moveTo>
                    <a:cubicBezTo>
                      <a:pt x="10400" y="8800"/>
                      <a:pt x="10080" y="8880"/>
                      <a:pt x="9760" y="9120"/>
                    </a:cubicBezTo>
                    <a:lnTo>
                      <a:pt x="9040" y="8400"/>
                    </a:lnTo>
                    <a:cubicBezTo>
                      <a:pt x="9440" y="7840"/>
                      <a:pt x="9680" y="7200"/>
                      <a:pt x="9680" y="6480"/>
                    </a:cubicBezTo>
                    <a:cubicBezTo>
                      <a:pt x="9680" y="5760"/>
                      <a:pt x="9440" y="5120"/>
                      <a:pt x="9040" y="4560"/>
                    </a:cubicBezTo>
                    <a:lnTo>
                      <a:pt x="9760" y="3840"/>
                    </a:lnTo>
                    <a:cubicBezTo>
                      <a:pt x="10080" y="3920"/>
                      <a:pt x="10400" y="4000"/>
                      <a:pt x="10800" y="4000"/>
                    </a:cubicBezTo>
                    <a:cubicBezTo>
                      <a:pt x="11920" y="4000"/>
                      <a:pt x="12800" y="3120"/>
                      <a:pt x="12800" y="2000"/>
                    </a:cubicBezTo>
                    <a:cubicBezTo>
                      <a:pt x="12800" y="880"/>
                      <a:pt x="11920" y="0"/>
                      <a:pt x="10800" y="0"/>
                    </a:cubicBezTo>
                    <a:cubicBezTo>
                      <a:pt x="9680" y="0"/>
                      <a:pt x="8800" y="880"/>
                      <a:pt x="8800" y="2000"/>
                    </a:cubicBezTo>
                    <a:cubicBezTo>
                      <a:pt x="8800" y="2480"/>
                      <a:pt x="8960" y="2880"/>
                      <a:pt x="9200" y="3200"/>
                    </a:cubicBezTo>
                    <a:lnTo>
                      <a:pt x="8480" y="3920"/>
                    </a:lnTo>
                    <a:cubicBezTo>
                      <a:pt x="7920" y="3440"/>
                      <a:pt x="7200" y="3120"/>
                      <a:pt x="6400" y="3120"/>
                    </a:cubicBezTo>
                    <a:cubicBezTo>
                      <a:pt x="5600" y="3120"/>
                      <a:pt x="4880" y="3440"/>
                      <a:pt x="4320" y="3920"/>
                    </a:cubicBezTo>
                    <a:lnTo>
                      <a:pt x="3600" y="3200"/>
                    </a:lnTo>
                    <a:cubicBezTo>
                      <a:pt x="3840" y="2880"/>
                      <a:pt x="4000" y="2480"/>
                      <a:pt x="4000" y="2000"/>
                    </a:cubicBezTo>
                    <a:cubicBezTo>
                      <a:pt x="4000" y="880"/>
                      <a:pt x="3120" y="0"/>
                      <a:pt x="2000" y="0"/>
                    </a:cubicBezTo>
                    <a:cubicBezTo>
                      <a:pt x="880" y="0"/>
                      <a:pt x="0" y="880"/>
                      <a:pt x="0" y="2000"/>
                    </a:cubicBezTo>
                    <a:cubicBezTo>
                      <a:pt x="0" y="3120"/>
                      <a:pt x="880" y="4000"/>
                      <a:pt x="2000" y="4000"/>
                    </a:cubicBezTo>
                    <a:cubicBezTo>
                      <a:pt x="2400" y="4000"/>
                      <a:pt x="2720" y="3920"/>
                      <a:pt x="3040" y="3760"/>
                    </a:cubicBezTo>
                    <a:lnTo>
                      <a:pt x="3760" y="4480"/>
                    </a:lnTo>
                    <a:cubicBezTo>
                      <a:pt x="3360" y="5040"/>
                      <a:pt x="3120" y="5680"/>
                      <a:pt x="3120" y="6400"/>
                    </a:cubicBezTo>
                    <a:cubicBezTo>
                      <a:pt x="3120" y="7120"/>
                      <a:pt x="3360" y="7760"/>
                      <a:pt x="3760" y="8320"/>
                    </a:cubicBezTo>
                    <a:lnTo>
                      <a:pt x="3040" y="9040"/>
                    </a:lnTo>
                    <a:cubicBezTo>
                      <a:pt x="2720" y="8880"/>
                      <a:pt x="2400" y="8800"/>
                      <a:pt x="2000" y="8800"/>
                    </a:cubicBezTo>
                    <a:cubicBezTo>
                      <a:pt x="880" y="8800"/>
                      <a:pt x="0" y="9680"/>
                      <a:pt x="0" y="10800"/>
                    </a:cubicBezTo>
                    <a:cubicBezTo>
                      <a:pt x="0" y="11920"/>
                      <a:pt x="880" y="12800"/>
                      <a:pt x="2000" y="12800"/>
                    </a:cubicBezTo>
                    <a:cubicBezTo>
                      <a:pt x="3120" y="12800"/>
                      <a:pt x="4000" y="11920"/>
                      <a:pt x="4000" y="10800"/>
                    </a:cubicBezTo>
                    <a:cubicBezTo>
                      <a:pt x="4000" y="10320"/>
                      <a:pt x="3840" y="9920"/>
                      <a:pt x="3600" y="9600"/>
                    </a:cubicBezTo>
                    <a:lnTo>
                      <a:pt x="4320" y="8880"/>
                    </a:lnTo>
                    <a:cubicBezTo>
                      <a:pt x="4880" y="9360"/>
                      <a:pt x="5600" y="9680"/>
                      <a:pt x="6400" y="9680"/>
                    </a:cubicBezTo>
                    <a:cubicBezTo>
                      <a:pt x="7200" y="9680"/>
                      <a:pt x="7920" y="9360"/>
                      <a:pt x="8480" y="8880"/>
                    </a:cubicBezTo>
                    <a:lnTo>
                      <a:pt x="9200" y="9600"/>
                    </a:lnTo>
                    <a:cubicBezTo>
                      <a:pt x="8960" y="9920"/>
                      <a:pt x="8800" y="10320"/>
                      <a:pt x="8800" y="10800"/>
                    </a:cubicBezTo>
                    <a:cubicBezTo>
                      <a:pt x="8800" y="11920"/>
                      <a:pt x="9680" y="12800"/>
                      <a:pt x="10800" y="12800"/>
                    </a:cubicBezTo>
                    <a:cubicBezTo>
                      <a:pt x="11920" y="12800"/>
                      <a:pt x="12800" y="11920"/>
                      <a:pt x="12800" y="10800"/>
                    </a:cubicBezTo>
                    <a:cubicBezTo>
                      <a:pt x="12800" y="9680"/>
                      <a:pt x="11920" y="8800"/>
                      <a:pt x="10800" y="8800"/>
                    </a:cubicBezTo>
                    <a:close/>
                    <a:moveTo>
                      <a:pt x="10800" y="720"/>
                    </a:moveTo>
                    <a:cubicBezTo>
                      <a:pt x="11520" y="720"/>
                      <a:pt x="12080" y="1280"/>
                      <a:pt x="12080" y="2000"/>
                    </a:cubicBezTo>
                    <a:cubicBezTo>
                      <a:pt x="12080" y="2720"/>
                      <a:pt x="11520" y="3280"/>
                      <a:pt x="10800" y="3280"/>
                    </a:cubicBezTo>
                    <a:cubicBezTo>
                      <a:pt x="10080" y="3280"/>
                      <a:pt x="9520" y="2720"/>
                      <a:pt x="9520" y="2000"/>
                    </a:cubicBezTo>
                    <a:cubicBezTo>
                      <a:pt x="9520" y="1280"/>
                      <a:pt x="10080" y="720"/>
                      <a:pt x="10800" y="720"/>
                    </a:cubicBezTo>
                    <a:close/>
                    <a:moveTo>
                      <a:pt x="2000" y="3280"/>
                    </a:moveTo>
                    <a:cubicBezTo>
                      <a:pt x="1280" y="3280"/>
                      <a:pt x="720" y="2720"/>
                      <a:pt x="720" y="2000"/>
                    </a:cubicBezTo>
                    <a:cubicBezTo>
                      <a:pt x="720" y="1280"/>
                      <a:pt x="1280" y="720"/>
                      <a:pt x="2000" y="720"/>
                    </a:cubicBezTo>
                    <a:cubicBezTo>
                      <a:pt x="2720" y="720"/>
                      <a:pt x="3280" y="1280"/>
                      <a:pt x="3280" y="2000"/>
                    </a:cubicBezTo>
                    <a:cubicBezTo>
                      <a:pt x="3280" y="2720"/>
                      <a:pt x="2720" y="3280"/>
                      <a:pt x="2000" y="3280"/>
                    </a:cubicBezTo>
                    <a:close/>
                    <a:moveTo>
                      <a:pt x="2000" y="12080"/>
                    </a:moveTo>
                    <a:cubicBezTo>
                      <a:pt x="1280" y="12080"/>
                      <a:pt x="720" y="11520"/>
                      <a:pt x="720" y="10800"/>
                    </a:cubicBezTo>
                    <a:cubicBezTo>
                      <a:pt x="720" y="10080"/>
                      <a:pt x="1280" y="9520"/>
                      <a:pt x="2000" y="9520"/>
                    </a:cubicBezTo>
                    <a:cubicBezTo>
                      <a:pt x="2720" y="9520"/>
                      <a:pt x="3280" y="10080"/>
                      <a:pt x="3280" y="10800"/>
                    </a:cubicBezTo>
                    <a:cubicBezTo>
                      <a:pt x="3280" y="11520"/>
                      <a:pt x="2720" y="12080"/>
                      <a:pt x="2000" y="12080"/>
                    </a:cubicBezTo>
                    <a:close/>
                    <a:moveTo>
                      <a:pt x="6400" y="8720"/>
                    </a:moveTo>
                    <a:cubicBezTo>
                      <a:pt x="5120" y="8720"/>
                      <a:pt x="4080" y="7680"/>
                      <a:pt x="4080" y="6400"/>
                    </a:cubicBezTo>
                    <a:cubicBezTo>
                      <a:pt x="4080" y="5120"/>
                      <a:pt x="5120" y="4080"/>
                      <a:pt x="6400" y="4080"/>
                    </a:cubicBezTo>
                    <a:cubicBezTo>
                      <a:pt x="7680" y="4080"/>
                      <a:pt x="8720" y="5120"/>
                      <a:pt x="8720" y="6400"/>
                    </a:cubicBezTo>
                    <a:cubicBezTo>
                      <a:pt x="8720" y="7680"/>
                      <a:pt x="7680" y="8720"/>
                      <a:pt x="6400" y="8720"/>
                    </a:cubicBezTo>
                    <a:close/>
                    <a:moveTo>
                      <a:pt x="10800" y="12080"/>
                    </a:moveTo>
                    <a:cubicBezTo>
                      <a:pt x="10080" y="12080"/>
                      <a:pt x="9520" y="11520"/>
                      <a:pt x="9520" y="10800"/>
                    </a:cubicBezTo>
                    <a:cubicBezTo>
                      <a:pt x="9520" y="10080"/>
                      <a:pt x="10080" y="9520"/>
                      <a:pt x="10800" y="9520"/>
                    </a:cubicBezTo>
                    <a:cubicBezTo>
                      <a:pt x="11520" y="9520"/>
                      <a:pt x="12080" y="10080"/>
                      <a:pt x="12080" y="10800"/>
                    </a:cubicBezTo>
                    <a:cubicBezTo>
                      <a:pt x="12080" y="11520"/>
                      <a:pt x="11520" y="12080"/>
                      <a:pt x="10800" y="120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圆角矩形 2"/>
              <p:cNvSpPr/>
              <p:nvPr/>
            </p:nvSpPr>
            <p:spPr>
              <a:xfrm>
                <a:off x="662964" y="2527670"/>
                <a:ext cx="1080000" cy="1116000"/>
              </a:xfrm>
              <a:prstGeom prst="roundRect">
                <a:avLst>
                  <a:gd name="adj" fmla="val 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圆角矩形 2"/>
              <p:cNvSpPr/>
              <p:nvPr/>
            </p:nvSpPr>
            <p:spPr>
              <a:xfrm>
                <a:off x="662964" y="3772885"/>
                <a:ext cx="1080000" cy="1116000"/>
              </a:xfrm>
              <a:prstGeom prst="roundRect">
                <a:avLst>
                  <a:gd name="adj" fmla="val 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2"/>
              <p:cNvSpPr/>
              <p:nvPr/>
            </p:nvSpPr>
            <p:spPr>
              <a:xfrm>
                <a:off x="662964" y="5018100"/>
                <a:ext cx="1080000" cy="1116000"/>
              </a:xfrm>
              <a:prstGeom prst="roundRect">
                <a:avLst>
                  <a:gd name="adj" fmla="val 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任意多边形 33"/>
              <p:cNvSpPr/>
              <p:nvPr/>
            </p:nvSpPr>
            <p:spPr>
              <a:xfrm>
                <a:off x="1064847" y="2929636"/>
                <a:ext cx="261369" cy="312068"/>
              </a:xfrm>
              <a:custGeom>
                <a:avLst/>
                <a:gdLst>
                  <a:gd name="T0" fmla="*/ 5359 w 10719"/>
                  <a:gd name="T1" fmla="*/ 12797 h 12797"/>
                  <a:gd name="T2" fmla="*/ 0 w 10719"/>
                  <a:gd name="T3" fmla="*/ 7234 h 12797"/>
                  <a:gd name="T4" fmla="*/ 0 w 10719"/>
                  <a:gd name="T5" fmla="*/ 1859 h 12797"/>
                  <a:gd name="T6" fmla="*/ 531 w 10719"/>
                  <a:gd name="T7" fmla="*/ 1844 h 12797"/>
                  <a:gd name="T8" fmla="*/ 2969 w 10719"/>
                  <a:gd name="T9" fmla="*/ 1328 h 12797"/>
                  <a:gd name="T10" fmla="*/ 5047 w 10719"/>
                  <a:gd name="T11" fmla="*/ 234 h 12797"/>
                  <a:gd name="T12" fmla="*/ 5359 w 10719"/>
                  <a:gd name="T13" fmla="*/ 0 h 12797"/>
                  <a:gd name="T14" fmla="*/ 5672 w 10719"/>
                  <a:gd name="T15" fmla="*/ 234 h 12797"/>
                  <a:gd name="T16" fmla="*/ 7750 w 10719"/>
                  <a:gd name="T17" fmla="*/ 1328 h 12797"/>
                  <a:gd name="T18" fmla="*/ 10187 w 10719"/>
                  <a:gd name="T19" fmla="*/ 1844 h 12797"/>
                  <a:gd name="T20" fmla="*/ 10719 w 10719"/>
                  <a:gd name="T21" fmla="*/ 1859 h 12797"/>
                  <a:gd name="T22" fmla="*/ 10719 w 10719"/>
                  <a:gd name="T23" fmla="*/ 7234 h 12797"/>
                  <a:gd name="T24" fmla="*/ 5359 w 10719"/>
                  <a:gd name="T25" fmla="*/ 12797 h 12797"/>
                  <a:gd name="T26" fmla="*/ 891 w 10719"/>
                  <a:gd name="T27" fmla="*/ 2750 h 12797"/>
                  <a:gd name="T28" fmla="*/ 891 w 10719"/>
                  <a:gd name="T29" fmla="*/ 7281 h 12797"/>
                  <a:gd name="T30" fmla="*/ 5344 w 10719"/>
                  <a:gd name="T31" fmla="*/ 11953 h 12797"/>
                  <a:gd name="T32" fmla="*/ 9797 w 10719"/>
                  <a:gd name="T33" fmla="*/ 7281 h 12797"/>
                  <a:gd name="T34" fmla="*/ 9797 w 10719"/>
                  <a:gd name="T35" fmla="*/ 2750 h 12797"/>
                  <a:gd name="T36" fmla="*/ 7406 w 10719"/>
                  <a:gd name="T37" fmla="*/ 2156 h 12797"/>
                  <a:gd name="T38" fmla="*/ 5359 w 10719"/>
                  <a:gd name="T39" fmla="*/ 1094 h 12797"/>
                  <a:gd name="T40" fmla="*/ 3281 w 10719"/>
                  <a:gd name="T41" fmla="*/ 2156 h 12797"/>
                  <a:gd name="T42" fmla="*/ 891 w 10719"/>
                  <a:gd name="T43" fmla="*/ 2750 h 12797"/>
                  <a:gd name="T44" fmla="*/ 5062 w 10719"/>
                  <a:gd name="T45" fmla="*/ 9266 h 12797"/>
                  <a:gd name="T46" fmla="*/ 2781 w 10719"/>
                  <a:gd name="T47" fmla="*/ 7328 h 12797"/>
                  <a:gd name="T48" fmla="*/ 3484 w 10719"/>
                  <a:gd name="T49" fmla="*/ 6500 h 12797"/>
                  <a:gd name="T50" fmla="*/ 4953 w 10719"/>
                  <a:gd name="T51" fmla="*/ 7734 h 12797"/>
                  <a:gd name="T52" fmla="*/ 7734 w 10719"/>
                  <a:gd name="T53" fmla="*/ 4547 h 12797"/>
                  <a:gd name="T54" fmla="*/ 8547 w 10719"/>
                  <a:gd name="T55" fmla="*/ 5250 h 12797"/>
                  <a:gd name="T56" fmla="*/ 5062 w 10719"/>
                  <a:gd name="T57" fmla="*/ 9266 h 12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0719" h="12797">
                    <a:moveTo>
                      <a:pt x="5359" y="12797"/>
                    </a:moveTo>
                    <a:cubicBezTo>
                      <a:pt x="3484" y="12797"/>
                      <a:pt x="0" y="9938"/>
                      <a:pt x="0" y="7234"/>
                    </a:cubicBezTo>
                    <a:lnTo>
                      <a:pt x="0" y="1859"/>
                    </a:lnTo>
                    <a:lnTo>
                      <a:pt x="531" y="1844"/>
                    </a:lnTo>
                    <a:cubicBezTo>
                      <a:pt x="547" y="1844"/>
                      <a:pt x="1734" y="1813"/>
                      <a:pt x="2969" y="1328"/>
                    </a:cubicBezTo>
                    <a:cubicBezTo>
                      <a:pt x="4234" y="813"/>
                      <a:pt x="5047" y="234"/>
                      <a:pt x="5047" y="234"/>
                    </a:cubicBezTo>
                    <a:lnTo>
                      <a:pt x="5359" y="0"/>
                    </a:lnTo>
                    <a:lnTo>
                      <a:pt x="5672" y="234"/>
                    </a:lnTo>
                    <a:cubicBezTo>
                      <a:pt x="5672" y="234"/>
                      <a:pt x="6500" y="828"/>
                      <a:pt x="7750" y="1328"/>
                    </a:cubicBezTo>
                    <a:cubicBezTo>
                      <a:pt x="8984" y="1828"/>
                      <a:pt x="10172" y="1844"/>
                      <a:pt x="10187" y="1844"/>
                    </a:cubicBezTo>
                    <a:lnTo>
                      <a:pt x="10719" y="1859"/>
                    </a:lnTo>
                    <a:lnTo>
                      <a:pt x="10719" y="7234"/>
                    </a:lnTo>
                    <a:cubicBezTo>
                      <a:pt x="10719" y="9938"/>
                      <a:pt x="7234" y="12797"/>
                      <a:pt x="5359" y="12797"/>
                    </a:cubicBezTo>
                    <a:close/>
                    <a:moveTo>
                      <a:pt x="891" y="2750"/>
                    </a:moveTo>
                    <a:lnTo>
                      <a:pt x="891" y="7281"/>
                    </a:lnTo>
                    <a:cubicBezTo>
                      <a:pt x="891" y="9453"/>
                      <a:pt x="4062" y="11953"/>
                      <a:pt x="5344" y="11953"/>
                    </a:cubicBezTo>
                    <a:cubicBezTo>
                      <a:pt x="6641" y="11953"/>
                      <a:pt x="9797" y="9469"/>
                      <a:pt x="9797" y="7281"/>
                    </a:cubicBezTo>
                    <a:lnTo>
                      <a:pt x="9797" y="2750"/>
                    </a:lnTo>
                    <a:cubicBezTo>
                      <a:pt x="9250" y="2688"/>
                      <a:pt x="8344" y="2547"/>
                      <a:pt x="7406" y="2156"/>
                    </a:cubicBezTo>
                    <a:cubicBezTo>
                      <a:pt x="6469" y="1766"/>
                      <a:pt x="5750" y="1344"/>
                      <a:pt x="5359" y="1094"/>
                    </a:cubicBezTo>
                    <a:cubicBezTo>
                      <a:pt x="4969" y="1344"/>
                      <a:pt x="4234" y="1766"/>
                      <a:pt x="3281" y="2156"/>
                    </a:cubicBezTo>
                    <a:cubicBezTo>
                      <a:pt x="2344" y="2531"/>
                      <a:pt x="1453" y="2688"/>
                      <a:pt x="891" y="2750"/>
                    </a:cubicBezTo>
                    <a:close/>
                    <a:moveTo>
                      <a:pt x="5062" y="9266"/>
                    </a:moveTo>
                    <a:lnTo>
                      <a:pt x="2781" y="7328"/>
                    </a:lnTo>
                    <a:lnTo>
                      <a:pt x="3484" y="6500"/>
                    </a:lnTo>
                    <a:lnTo>
                      <a:pt x="4953" y="7734"/>
                    </a:lnTo>
                    <a:lnTo>
                      <a:pt x="7734" y="4547"/>
                    </a:lnTo>
                    <a:lnTo>
                      <a:pt x="8547" y="5250"/>
                    </a:lnTo>
                    <a:lnTo>
                      <a:pt x="5062" y="9266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任意多边形 34"/>
              <p:cNvSpPr/>
              <p:nvPr/>
            </p:nvSpPr>
            <p:spPr>
              <a:xfrm>
                <a:off x="1039497" y="4174851"/>
                <a:ext cx="312068" cy="312068"/>
              </a:xfrm>
              <a:custGeom>
                <a:avLst/>
                <a:gdLst>
                  <a:gd name="T0" fmla="*/ 6240 w 12480"/>
                  <a:gd name="T1" fmla="*/ 0 h 12480"/>
                  <a:gd name="T2" fmla="*/ 0 w 12480"/>
                  <a:gd name="T3" fmla="*/ 6240 h 12480"/>
                  <a:gd name="T4" fmla="*/ 6240 w 12480"/>
                  <a:gd name="T5" fmla="*/ 12480 h 12480"/>
                  <a:gd name="T6" fmla="*/ 12480 w 12480"/>
                  <a:gd name="T7" fmla="*/ 6240 h 12480"/>
                  <a:gd name="T8" fmla="*/ 6240 w 12480"/>
                  <a:gd name="T9" fmla="*/ 0 h 12480"/>
                  <a:gd name="T10" fmla="*/ 11600 w 12480"/>
                  <a:gd name="T11" fmla="*/ 5360 h 12480"/>
                  <a:gd name="T12" fmla="*/ 6800 w 12480"/>
                  <a:gd name="T13" fmla="*/ 6000 h 12480"/>
                  <a:gd name="T14" fmla="*/ 9920 w 12480"/>
                  <a:gd name="T15" fmla="*/ 2320 h 12480"/>
                  <a:gd name="T16" fmla="*/ 11600 w 12480"/>
                  <a:gd name="T17" fmla="*/ 5360 h 12480"/>
                  <a:gd name="T18" fmla="*/ 9360 w 12480"/>
                  <a:gd name="T19" fmla="*/ 1840 h 12480"/>
                  <a:gd name="T20" fmla="*/ 6160 w 12480"/>
                  <a:gd name="T21" fmla="*/ 5600 h 12480"/>
                  <a:gd name="T22" fmla="*/ 3040 w 12480"/>
                  <a:gd name="T23" fmla="*/ 1840 h 12480"/>
                  <a:gd name="T24" fmla="*/ 6240 w 12480"/>
                  <a:gd name="T25" fmla="*/ 800 h 12480"/>
                  <a:gd name="T26" fmla="*/ 9360 w 12480"/>
                  <a:gd name="T27" fmla="*/ 1840 h 12480"/>
                  <a:gd name="T28" fmla="*/ 6240 w 12480"/>
                  <a:gd name="T29" fmla="*/ 11680 h 12480"/>
                  <a:gd name="T30" fmla="*/ 800 w 12480"/>
                  <a:gd name="T31" fmla="*/ 6240 h 12480"/>
                  <a:gd name="T32" fmla="*/ 2400 w 12480"/>
                  <a:gd name="T33" fmla="*/ 2400 h 12480"/>
                  <a:gd name="T34" fmla="*/ 6240 w 12480"/>
                  <a:gd name="T35" fmla="*/ 6960 h 12480"/>
                  <a:gd name="T36" fmla="*/ 6240 w 12480"/>
                  <a:gd name="T37" fmla="*/ 6960 h 12480"/>
                  <a:gd name="T38" fmla="*/ 6240 w 12480"/>
                  <a:gd name="T39" fmla="*/ 6960 h 12480"/>
                  <a:gd name="T40" fmla="*/ 6240 w 12480"/>
                  <a:gd name="T41" fmla="*/ 6960 h 12480"/>
                  <a:gd name="T42" fmla="*/ 6240 w 12480"/>
                  <a:gd name="T43" fmla="*/ 6960 h 12480"/>
                  <a:gd name="T44" fmla="*/ 11680 w 12480"/>
                  <a:gd name="T45" fmla="*/ 6160 h 12480"/>
                  <a:gd name="T46" fmla="*/ 11680 w 12480"/>
                  <a:gd name="T47" fmla="*/ 6240 h 12480"/>
                  <a:gd name="T48" fmla="*/ 6240 w 12480"/>
                  <a:gd name="T49" fmla="*/ 11680 h 12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480" h="12480">
                    <a:moveTo>
                      <a:pt x="6240" y="0"/>
                    </a:moveTo>
                    <a:cubicBezTo>
                      <a:pt x="2800" y="0"/>
                      <a:pt x="0" y="2800"/>
                      <a:pt x="0" y="6240"/>
                    </a:cubicBezTo>
                    <a:cubicBezTo>
                      <a:pt x="0" y="9680"/>
                      <a:pt x="2800" y="12480"/>
                      <a:pt x="6240" y="12480"/>
                    </a:cubicBezTo>
                    <a:cubicBezTo>
                      <a:pt x="9680" y="12480"/>
                      <a:pt x="12480" y="9680"/>
                      <a:pt x="12480" y="6240"/>
                    </a:cubicBezTo>
                    <a:cubicBezTo>
                      <a:pt x="12480" y="2800"/>
                      <a:pt x="9680" y="0"/>
                      <a:pt x="6240" y="0"/>
                    </a:cubicBezTo>
                    <a:close/>
                    <a:moveTo>
                      <a:pt x="11600" y="5360"/>
                    </a:moveTo>
                    <a:lnTo>
                      <a:pt x="6800" y="6000"/>
                    </a:lnTo>
                    <a:lnTo>
                      <a:pt x="9920" y="2320"/>
                    </a:lnTo>
                    <a:cubicBezTo>
                      <a:pt x="10800" y="3120"/>
                      <a:pt x="11360" y="4160"/>
                      <a:pt x="11600" y="5360"/>
                    </a:cubicBezTo>
                    <a:close/>
                    <a:moveTo>
                      <a:pt x="9360" y="1840"/>
                    </a:moveTo>
                    <a:lnTo>
                      <a:pt x="6160" y="5600"/>
                    </a:lnTo>
                    <a:lnTo>
                      <a:pt x="3040" y="1840"/>
                    </a:lnTo>
                    <a:cubicBezTo>
                      <a:pt x="3920" y="1200"/>
                      <a:pt x="5040" y="800"/>
                      <a:pt x="6240" y="800"/>
                    </a:cubicBezTo>
                    <a:cubicBezTo>
                      <a:pt x="7360" y="800"/>
                      <a:pt x="8480" y="1200"/>
                      <a:pt x="9360" y="1840"/>
                    </a:cubicBezTo>
                    <a:close/>
                    <a:moveTo>
                      <a:pt x="6240" y="11680"/>
                    </a:moveTo>
                    <a:cubicBezTo>
                      <a:pt x="3280" y="11680"/>
                      <a:pt x="800" y="9280"/>
                      <a:pt x="800" y="6240"/>
                    </a:cubicBezTo>
                    <a:cubicBezTo>
                      <a:pt x="800" y="4720"/>
                      <a:pt x="1440" y="3360"/>
                      <a:pt x="2400" y="2400"/>
                    </a:cubicBezTo>
                    <a:lnTo>
                      <a:pt x="6240" y="6960"/>
                    </a:lnTo>
                    <a:lnTo>
                      <a:pt x="6240" y="6960"/>
                    </a:lnTo>
                    <a:lnTo>
                      <a:pt x="6240" y="6960"/>
                    </a:lnTo>
                    <a:lnTo>
                      <a:pt x="6240" y="6960"/>
                    </a:lnTo>
                    <a:lnTo>
                      <a:pt x="6240" y="6960"/>
                    </a:lnTo>
                    <a:lnTo>
                      <a:pt x="11680" y="6160"/>
                    </a:lnTo>
                    <a:lnTo>
                      <a:pt x="11680" y="6240"/>
                    </a:lnTo>
                    <a:cubicBezTo>
                      <a:pt x="11680" y="9200"/>
                      <a:pt x="9200" y="11680"/>
                      <a:pt x="6240" y="116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任意多边形 35"/>
              <p:cNvSpPr/>
              <p:nvPr/>
            </p:nvSpPr>
            <p:spPr>
              <a:xfrm>
                <a:off x="1059005" y="5420066"/>
                <a:ext cx="273052" cy="312068"/>
              </a:xfrm>
              <a:custGeom>
                <a:avLst/>
                <a:gdLst>
                  <a:gd name="T0" fmla="*/ 10861 w 10861"/>
                  <a:gd name="T1" fmla="*/ 9309 h 12412"/>
                  <a:gd name="T2" fmla="*/ 10085 w 10861"/>
                  <a:gd name="T3" fmla="*/ 0 h 12412"/>
                  <a:gd name="T4" fmla="*/ 853 w 10861"/>
                  <a:gd name="T5" fmla="*/ 0 h 12412"/>
                  <a:gd name="T6" fmla="*/ 0 w 10861"/>
                  <a:gd name="T7" fmla="*/ 9387 h 12412"/>
                  <a:gd name="T8" fmla="*/ 0 w 10861"/>
                  <a:gd name="T9" fmla="*/ 12412 h 12412"/>
                  <a:gd name="T10" fmla="*/ 10861 w 10861"/>
                  <a:gd name="T11" fmla="*/ 12412 h 12412"/>
                  <a:gd name="T12" fmla="*/ 10861 w 10861"/>
                  <a:gd name="T13" fmla="*/ 9309 h 12412"/>
                  <a:gd name="T14" fmla="*/ 9309 w 10861"/>
                  <a:gd name="T15" fmla="*/ 776 h 12412"/>
                  <a:gd name="T16" fmla="*/ 10085 w 10861"/>
                  <a:gd name="T17" fmla="*/ 9309 h 12412"/>
                  <a:gd name="T18" fmla="*/ 853 w 10861"/>
                  <a:gd name="T19" fmla="*/ 9309 h 12412"/>
                  <a:gd name="T20" fmla="*/ 1629 w 10861"/>
                  <a:gd name="T21" fmla="*/ 776 h 12412"/>
                  <a:gd name="T22" fmla="*/ 9309 w 10861"/>
                  <a:gd name="T23" fmla="*/ 776 h 12412"/>
                  <a:gd name="T24" fmla="*/ 776 w 10861"/>
                  <a:gd name="T25" fmla="*/ 11636 h 12412"/>
                  <a:gd name="T26" fmla="*/ 776 w 10861"/>
                  <a:gd name="T27" fmla="*/ 10085 h 12412"/>
                  <a:gd name="T28" fmla="*/ 10085 w 10861"/>
                  <a:gd name="T29" fmla="*/ 10085 h 12412"/>
                  <a:gd name="T30" fmla="*/ 10085 w 10861"/>
                  <a:gd name="T31" fmla="*/ 11636 h 12412"/>
                  <a:gd name="T32" fmla="*/ 776 w 10861"/>
                  <a:gd name="T33" fmla="*/ 11636 h 12412"/>
                  <a:gd name="T34" fmla="*/ 6827 w 10861"/>
                  <a:gd name="T35" fmla="*/ 4422 h 12412"/>
                  <a:gd name="T36" fmla="*/ 6904 w 10861"/>
                  <a:gd name="T37" fmla="*/ 4034 h 12412"/>
                  <a:gd name="T38" fmla="*/ 5741 w 10861"/>
                  <a:gd name="T39" fmla="*/ 2948 h 12412"/>
                  <a:gd name="T40" fmla="*/ 4732 w 10861"/>
                  <a:gd name="T41" fmla="*/ 3491 h 12412"/>
                  <a:gd name="T42" fmla="*/ 4500 w 10861"/>
                  <a:gd name="T43" fmla="*/ 3413 h 12412"/>
                  <a:gd name="T44" fmla="*/ 3879 w 10861"/>
                  <a:gd name="T45" fmla="*/ 3956 h 12412"/>
                  <a:gd name="T46" fmla="*/ 3026 w 10861"/>
                  <a:gd name="T47" fmla="*/ 5042 h 12412"/>
                  <a:gd name="T48" fmla="*/ 4112 w 10861"/>
                  <a:gd name="T49" fmla="*/ 6128 h 12412"/>
                  <a:gd name="T50" fmla="*/ 4267 w 10861"/>
                  <a:gd name="T51" fmla="*/ 6128 h 12412"/>
                  <a:gd name="T52" fmla="*/ 6672 w 10861"/>
                  <a:gd name="T53" fmla="*/ 6128 h 12412"/>
                  <a:gd name="T54" fmla="*/ 7525 w 10861"/>
                  <a:gd name="T55" fmla="*/ 5275 h 12412"/>
                  <a:gd name="T56" fmla="*/ 6827 w 10861"/>
                  <a:gd name="T57" fmla="*/ 4422 h 12412"/>
                  <a:gd name="T58" fmla="*/ 6284 w 10861"/>
                  <a:gd name="T59" fmla="*/ 5663 h 12412"/>
                  <a:gd name="T60" fmla="*/ 4500 w 10861"/>
                  <a:gd name="T61" fmla="*/ 5663 h 12412"/>
                  <a:gd name="T62" fmla="*/ 4422 w 10861"/>
                  <a:gd name="T63" fmla="*/ 5663 h 12412"/>
                  <a:gd name="T64" fmla="*/ 3646 w 10861"/>
                  <a:gd name="T65" fmla="*/ 5042 h 12412"/>
                  <a:gd name="T66" fmla="*/ 4422 w 10861"/>
                  <a:gd name="T67" fmla="*/ 4344 h 12412"/>
                  <a:gd name="T68" fmla="*/ 4732 w 10861"/>
                  <a:gd name="T69" fmla="*/ 3801 h 12412"/>
                  <a:gd name="T70" fmla="*/ 5120 w 10861"/>
                  <a:gd name="T71" fmla="*/ 3879 h 12412"/>
                  <a:gd name="T72" fmla="*/ 5663 w 10861"/>
                  <a:gd name="T73" fmla="*/ 3491 h 12412"/>
                  <a:gd name="T74" fmla="*/ 6361 w 10861"/>
                  <a:gd name="T75" fmla="*/ 4267 h 12412"/>
                  <a:gd name="T76" fmla="*/ 6284 w 10861"/>
                  <a:gd name="T77" fmla="*/ 4654 h 12412"/>
                  <a:gd name="T78" fmla="*/ 6982 w 10861"/>
                  <a:gd name="T79" fmla="*/ 5275 h 12412"/>
                  <a:gd name="T80" fmla="*/ 6284 w 10861"/>
                  <a:gd name="T81" fmla="*/ 5663 h 12412"/>
                  <a:gd name="T82" fmla="*/ 8611 w 10861"/>
                  <a:gd name="T83" fmla="*/ 10007 h 12412"/>
                  <a:gd name="T84" fmla="*/ 9387 w 10861"/>
                  <a:gd name="T85" fmla="*/ 10007 h 12412"/>
                  <a:gd name="T86" fmla="*/ 9387 w 10861"/>
                  <a:gd name="T87" fmla="*/ 10783 h 12412"/>
                  <a:gd name="T88" fmla="*/ 8611 w 10861"/>
                  <a:gd name="T89" fmla="*/ 10783 h 12412"/>
                  <a:gd name="T90" fmla="*/ 8611 w 10861"/>
                  <a:gd name="T91" fmla="*/ 10007 h 12412"/>
                  <a:gd name="T92" fmla="*/ 7292 w 10861"/>
                  <a:gd name="T93" fmla="*/ 10007 h 12412"/>
                  <a:gd name="T94" fmla="*/ 8068 w 10861"/>
                  <a:gd name="T95" fmla="*/ 10007 h 12412"/>
                  <a:gd name="T96" fmla="*/ 8068 w 10861"/>
                  <a:gd name="T97" fmla="*/ 10783 h 12412"/>
                  <a:gd name="T98" fmla="*/ 7292 w 10861"/>
                  <a:gd name="T99" fmla="*/ 10783 h 12412"/>
                  <a:gd name="T100" fmla="*/ 7292 w 10861"/>
                  <a:gd name="T101" fmla="*/ 10007 h 12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0861" h="12412">
                    <a:moveTo>
                      <a:pt x="10861" y="9309"/>
                    </a:moveTo>
                    <a:lnTo>
                      <a:pt x="10085" y="0"/>
                    </a:lnTo>
                    <a:lnTo>
                      <a:pt x="853" y="0"/>
                    </a:lnTo>
                    <a:lnTo>
                      <a:pt x="0" y="9387"/>
                    </a:lnTo>
                    <a:lnTo>
                      <a:pt x="0" y="12412"/>
                    </a:lnTo>
                    <a:lnTo>
                      <a:pt x="10861" y="12412"/>
                    </a:lnTo>
                    <a:lnTo>
                      <a:pt x="10861" y="9309"/>
                    </a:lnTo>
                    <a:close/>
                    <a:moveTo>
                      <a:pt x="9309" y="776"/>
                    </a:moveTo>
                    <a:lnTo>
                      <a:pt x="10085" y="9309"/>
                    </a:lnTo>
                    <a:lnTo>
                      <a:pt x="853" y="9309"/>
                    </a:lnTo>
                    <a:lnTo>
                      <a:pt x="1629" y="776"/>
                    </a:lnTo>
                    <a:lnTo>
                      <a:pt x="9309" y="776"/>
                    </a:lnTo>
                    <a:close/>
                    <a:moveTo>
                      <a:pt x="776" y="11636"/>
                    </a:moveTo>
                    <a:lnTo>
                      <a:pt x="776" y="10085"/>
                    </a:lnTo>
                    <a:lnTo>
                      <a:pt x="10085" y="10085"/>
                    </a:lnTo>
                    <a:lnTo>
                      <a:pt x="10085" y="11636"/>
                    </a:lnTo>
                    <a:lnTo>
                      <a:pt x="776" y="11636"/>
                    </a:lnTo>
                    <a:close/>
                    <a:moveTo>
                      <a:pt x="6827" y="4422"/>
                    </a:moveTo>
                    <a:cubicBezTo>
                      <a:pt x="6904" y="4267"/>
                      <a:pt x="6904" y="4111"/>
                      <a:pt x="6904" y="4034"/>
                    </a:cubicBezTo>
                    <a:cubicBezTo>
                      <a:pt x="6904" y="3413"/>
                      <a:pt x="6361" y="2948"/>
                      <a:pt x="5741" y="2948"/>
                    </a:cubicBezTo>
                    <a:cubicBezTo>
                      <a:pt x="5353" y="2948"/>
                      <a:pt x="4965" y="3180"/>
                      <a:pt x="4732" y="3491"/>
                    </a:cubicBezTo>
                    <a:cubicBezTo>
                      <a:pt x="4655" y="3413"/>
                      <a:pt x="4577" y="3413"/>
                      <a:pt x="4500" y="3413"/>
                    </a:cubicBezTo>
                    <a:cubicBezTo>
                      <a:pt x="4112" y="3413"/>
                      <a:pt x="3879" y="3646"/>
                      <a:pt x="3879" y="3956"/>
                    </a:cubicBezTo>
                    <a:cubicBezTo>
                      <a:pt x="3336" y="4111"/>
                      <a:pt x="3026" y="4577"/>
                      <a:pt x="3026" y="5042"/>
                    </a:cubicBezTo>
                    <a:cubicBezTo>
                      <a:pt x="3026" y="5663"/>
                      <a:pt x="3491" y="6128"/>
                      <a:pt x="4112" y="6128"/>
                    </a:cubicBezTo>
                    <a:lnTo>
                      <a:pt x="4267" y="6128"/>
                    </a:lnTo>
                    <a:lnTo>
                      <a:pt x="6672" y="6128"/>
                    </a:lnTo>
                    <a:cubicBezTo>
                      <a:pt x="7137" y="6128"/>
                      <a:pt x="7525" y="5740"/>
                      <a:pt x="7525" y="5275"/>
                    </a:cubicBezTo>
                    <a:cubicBezTo>
                      <a:pt x="7525" y="4887"/>
                      <a:pt x="7215" y="4577"/>
                      <a:pt x="6827" y="4422"/>
                    </a:cubicBezTo>
                    <a:close/>
                    <a:moveTo>
                      <a:pt x="6284" y="5663"/>
                    </a:moveTo>
                    <a:lnTo>
                      <a:pt x="4500" y="5663"/>
                    </a:lnTo>
                    <a:lnTo>
                      <a:pt x="4422" y="5663"/>
                    </a:lnTo>
                    <a:cubicBezTo>
                      <a:pt x="3956" y="5663"/>
                      <a:pt x="3646" y="5508"/>
                      <a:pt x="3646" y="5042"/>
                    </a:cubicBezTo>
                    <a:cubicBezTo>
                      <a:pt x="3646" y="4732"/>
                      <a:pt x="4034" y="4499"/>
                      <a:pt x="4422" y="4344"/>
                    </a:cubicBezTo>
                    <a:cubicBezTo>
                      <a:pt x="4422" y="4111"/>
                      <a:pt x="4422" y="3879"/>
                      <a:pt x="4732" y="3801"/>
                    </a:cubicBezTo>
                    <a:cubicBezTo>
                      <a:pt x="4732" y="3801"/>
                      <a:pt x="4965" y="3724"/>
                      <a:pt x="5120" y="3879"/>
                    </a:cubicBezTo>
                    <a:cubicBezTo>
                      <a:pt x="5120" y="3724"/>
                      <a:pt x="5430" y="3491"/>
                      <a:pt x="5663" y="3491"/>
                    </a:cubicBezTo>
                    <a:cubicBezTo>
                      <a:pt x="6129" y="3491"/>
                      <a:pt x="6361" y="3801"/>
                      <a:pt x="6361" y="4267"/>
                    </a:cubicBezTo>
                    <a:cubicBezTo>
                      <a:pt x="6361" y="4344"/>
                      <a:pt x="6361" y="4499"/>
                      <a:pt x="6284" y="4654"/>
                    </a:cubicBezTo>
                    <a:cubicBezTo>
                      <a:pt x="6594" y="4732"/>
                      <a:pt x="6982" y="4965"/>
                      <a:pt x="6982" y="5275"/>
                    </a:cubicBezTo>
                    <a:cubicBezTo>
                      <a:pt x="6904" y="5585"/>
                      <a:pt x="6594" y="5663"/>
                      <a:pt x="6284" y="5663"/>
                    </a:cubicBezTo>
                    <a:close/>
                    <a:moveTo>
                      <a:pt x="8611" y="10007"/>
                    </a:moveTo>
                    <a:lnTo>
                      <a:pt x="9387" y="10007"/>
                    </a:lnTo>
                    <a:lnTo>
                      <a:pt x="9387" y="10783"/>
                    </a:lnTo>
                    <a:lnTo>
                      <a:pt x="8611" y="10783"/>
                    </a:lnTo>
                    <a:lnTo>
                      <a:pt x="8611" y="10007"/>
                    </a:lnTo>
                    <a:close/>
                    <a:moveTo>
                      <a:pt x="7292" y="10007"/>
                    </a:moveTo>
                    <a:lnTo>
                      <a:pt x="8068" y="10007"/>
                    </a:lnTo>
                    <a:lnTo>
                      <a:pt x="8068" y="10783"/>
                    </a:lnTo>
                    <a:lnTo>
                      <a:pt x="7292" y="10783"/>
                    </a:lnTo>
                    <a:lnTo>
                      <a:pt x="7292" y="10007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60400" y="1371600"/>
            <a:ext cx="10858500" cy="4860000"/>
            <a:chOff x="660400" y="1371600"/>
            <a:chExt cx="10858500" cy="4860000"/>
          </a:xfrm>
        </p:grpSpPr>
        <p:cxnSp>
          <p:nvCxnSpPr>
            <p:cNvPr id="44" name="直接连接符 43"/>
            <p:cNvCxnSpPr/>
            <p:nvPr/>
          </p:nvCxnSpPr>
          <p:spPr>
            <a:xfrm>
              <a:off x="6895485" y="1371600"/>
              <a:ext cx="0" cy="4860000"/>
            </a:xfrm>
            <a:prstGeom prst="line">
              <a:avLst/>
            </a:prstGeom>
            <a:ln w="127000" cap="rnd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矩形 7"/>
            <p:cNvSpPr/>
            <p:nvPr/>
          </p:nvSpPr>
          <p:spPr>
            <a:xfrm>
              <a:off x="660400" y="1371600"/>
              <a:ext cx="5283195" cy="486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800099" y="1747887"/>
              <a:ext cx="4876801" cy="4001640"/>
              <a:chOff x="756618" y="1601719"/>
              <a:chExt cx="3247864" cy="2794054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756618" y="3148515"/>
                <a:ext cx="3247864" cy="1247258"/>
              </a:xfrm>
              <a:prstGeom prst="rect">
                <a:avLst/>
              </a:prstGeom>
            </p:spPr>
            <p:txBody>
              <a:bodyPr wrap="square">
                <a:normAutofit/>
              </a:bodyPr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Theme color makes PPT more convenient to change.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Supporting text here.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Copy paste  fonts. Choose the only option to retain text. 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Theme color makes PPT more convenient to change.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Supporting text here.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Copy paste  fonts. Choose the only option to retain text. 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1990227" y="2260927"/>
                <a:ext cx="2014255" cy="251789"/>
              </a:xfrm>
              <a:prstGeom prst="rect">
                <a:avLst/>
              </a:prstGeom>
            </p:spPr>
            <p:txBody>
              <a:bodyPr wrap="square">
                <a:norm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altLang="zh-CN" sz="1600" b="1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Text Here-16pt</a:t>
                </a:r>
                <a:endParaRPr lang="en-US" altLang="zh-CN" sz="16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1990227" y="2548918"/>
                <a:ext cx="2014255" cy="205004"/>
              </a:xfrm>
              <a:prstGeom prst="rect">
                <a:avLst/>
              </a:prstGeom>
            </p:spPr>
            <p:txBody>
              <a:bodyPr wrap="square">
                <a:norm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altLang="zh-CN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Supporting text here-12pt</a:t>
                </a:r>
                <a:endParaRPr lang="en-US" altLang="zh-CN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矩形 20"/>
              <p:cNvSpPr>
                <a:spLocks noChangeAspect="1"/>
              </p:cNvSpPr>
              <p:nvPr/>
            </p:nvSpPr>
            <p:spPr>
              <a:xfrm>
                <a:off x="822166" y="1601719"/>
                <a:ext cx="1053319" cy="1382490"/>
              </a:xfrm>
              <a:prstGeom prst="rect">
                <a:avLst/>
              </a:prstGeom>
              <a:pattFill prst="pct5">
                <a:fgClr>
                  <a:srgbClr val="E4E6EA"/>
                </a:fgClr>
                <a:bgClr>
                  <a:srgbClr val="ADB5BF"/>
                </a:bgClr>
              </a:patt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6625485" y="1926002"/>
              <a:ext cx="540000" cy="540000"/>
              <a:chOff x="7139835" y="1977316"/>
              <a:chExt cx="540000" cy="540000"/>
            </a:xfrm>
          </p:grpSpPr>
          <p:sp>
            <p:nvSpPr>
              <p:cNvPr id="45" name="椭圆 44"/>
              <p:cNvSpPr>
                <a:spLocks noChangeAspect="1"/>
              </p:cNvSpPr>
              <p:nvPr/>
            </p:nvSpPr>
            <p:spPr>
              <a:xfrm>
                <a:off x="7139835" y="1977316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7189262" y="20626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accent1"/>
                    </a:solidFill>
                  </a:rPr>
                  <a:t>01</a:t>
                </a:r>
                <a:endParaRPr lang="zh-CN" altLang="en-US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6625485" y="3531600"/>
              <a:ext cx="540000" cy="540000"/>
              <a:chOff x="7139835" y="1977316"/>
              <a:chExt cx="540000" cy="540000"/>
            </a:xfrm>
          </p:grpSpPr>
          <p:sp>
            <p:nvSpPr>
              <p:cNvPr id="60" name="椭圆 59"/>
              <p:cNvSpPr>
                <a:spLocks noChangeAspect="1"/>
              </p:cNvSpPr>
              <p:nvPr/>
            </p:nvSpPr>
            <p:spPr>
              <a:xfrm>
                <a:off x="7139835" y="1977316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7189262" y="20626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accent1"/>
                    </a:solidFill>
                  </a:rPr>
                  <a:t>02</a:t>
                </a:r>
                <a:endParaRPr lang="zh-CN" altLang="en-US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6625485" y="5137198"/>
              <a:ext cx="540000" cy="540000"/>
              <a:chOff x="7139835" y="1977316"/>
              <a:chExt cx="540000" cy="540000"/>
            </a:xfrm>
          </p:grpSpPr>
          <p:sp>
            <p:nvSpPr>
              <p:cNvPr id="63" name="椭圆 62"/>
              <p:cNvSpPr>
                <a:spLocks noChangeAspect="1"/>
              </p:cNvSpPr>
              <p:nvPr/>
            </p:nvSpPr>
            <p:spPr>
              <a:xfrm>
                <a:off x="7139835" y="1977316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7189262" y="206265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accent1"/>
                    </a:solidFill>
                  </a:rPr>
                  <a:t>03</a:t>
                </a:r>
                <a:endParaRPr lang="zh-CN" altLang="en-US" b="1" dirty="0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81" name="任意多边形: 形状 80"/>
            <p:cNvSpPr/>
            <p:nvPr/>
          </p:nvSpPr>
          <p:spPr>
            <a:xfrm>
              <a:off x="7336631" y="1542541"/>
              <a:ext cx="4182269" cy="1306922"/>
            </a:xfrm>
            <a:custGeom>
              <a:avLst/>
              <a:gdLst>
                <a:gd name="connsiteX0" fmla="*/ 284701 w 4182269"/>
                <a:gd name="connsiteY0" fmla="*/ 0 h 1306922"/>
                <a:gd name="connsiteX1" fmla="*/ 4040886 w 4182269"/>
                <a:gd name="connsiteY1" fmla="*/ 0 h 1306922"/>
                <a:gd name="connsiteX2" fmla="*/ 4182269 w 4182269"/>
                <a:gd name="connsiteY2" fmla="*/ 141383 h 1306922"/>
                <a:gd name="connsiteX3" fmla="*/ 4182269 w 4182269"/>
                <a:gd name="connsiteY3" fmla="*/ 1165539 h 1306922"/>
                <a:gd name="connsiteX4" fmla="*/ 4040886 w 4182269"/>
                <a:gd name="connsiteY4" fmla="*/ 1306922 h 1306922"/>
                <a:gd name="connsiteX5" fmla="*/ 284701 w 4182269"/>
                <a:gd name="connsiteY5" fmla="*/ 1306922 h 1306922"/>
                <a:gd name="connsiteX6" fmla="*/ 143318 w 4182269"/>
                <a:gd name="connsiteY6" fmla="*/ 1165539 h 1306922"/>
                <a:gd name="connsiteX7" fmla="*/ 143318 w 4182269"/>
                <a:gd name="connsiteY7" fmla="*/ 782300 h 1306922"/>
                <a:gd name="connsiteX8" fmla="*/ 0 w 4182269"/>
                <a:gd name="connsiteY8" fmla="*/ 653463 h 1306922"/>
                <a:gd name="connsiteX9" fmla="*/ 143318 w 4182269"/>
                <a:gd name="connsiteY9" fmla="*/ 524626 h 1306922"/>
                <a:gd name="connsiteX10" fmla="*/ 143318 w 4182269"/>
                <a:gd name="connsiteY10" fmla="*/ 141383 h 1306922"/>
                <a:gd name="connsiteX11" fmla="*/ 284701 w 4182269"/>
                <a:gd name="connsiteY11" fmla="*/ 0 h 1306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82269" h="1306922">
                  <a:moveTo>
                    <a:pt x="284701" y="0"/>
                  </a:moveTo>
                  <a:lnTo>
                    <a:pt x="4040886" y="0"/>
                  </a:lnTo>
                  <a:cubicBezTo>
                    <a:pt x="4118970" y="0"/>
                    <a:pt x="4182269" y="63299"/>
                    <a:pt x="4182269" y="141383"/>
                  </a:cubicBezTo>
                  <a:lnTo>
                    <a:pt x="4182269" y="1165539"/>
                  </a:lnTo>
                  <a:cubicBezTo>
                    <a:pt x="4182269" y="1243623"/>
                    <a:pt x="4118970" y="1306922"/>
                    <a:pt x="4040886" y="1306922"/>
                  </a:cubicBezTo>
                  <a:lnTo>
                    <a:pt x="284701" y="1306922"/>
                  </a:lnTo>
                  <a:cubicBezTo>
                    <a:pt x="206617" y="1306922"/>
                    <a:pt x="143318" y="1243623"/>
                    <a:pt x="143318" y="1165539"/>
                  </a:cubicBezTo>
                  <a:lnTo>
                    <a:pt x="143318" y="782300"/>
                  </a:lnTo>
                  <a:lnTo>
                    <a:pt x="0" y="653463"/>
                  </a:lnTo>
                  <a:lnTo>
                    <a:pt x="143318" y="524626"/>
                  </a:lnTo>
                  <a:lnTo>
                    <a:pt x="143318" y="141383"/>
                  </a:lnTo>
                  <a:cubicBezTo>
                    <a:pt x="143318" y="63299"/>
                    <a:pt x="206617" y="0"/>
                    <a:pt x="284701" y="0"/>
                  </a:cubicBezTo>
                  <a:close/>
                </a:path>
              </a:pathLst>
            </a:custGeom>
            <a:noFill/>
            <a:ln w="12700" cap="rnd">
              <a:solidFill>
                <a:schemeClr val="bg1">
                  <a:lumMod val="85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>
                <a:lnSpc>
                  <a:spcPct val="120000"/>
                </a:lnSpc>
              </a:pPr>
              <a:endPara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67" name="TextBox 44"/>
            <p:cNvSpPr txBox="1"/>
            <p:nvPr/>
          </p:nvSpPr>
          <p:spPr>
            <a:xfrm flipH="1">
              <a:off x="7699000" y="1711398"/>
              <a:ext cx="3642098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r>
                <a:rPr lang="en-US" sz="1400" b="1" dirty="0"/>
                <a:t>Text here-14pt</a:t>
              </a:r>
              <a:endParaRPr lang="en-US" sz="1400" b="1" dirty="0"/>
            </a:p>
          </p:txBody>
        </p:sp>
        <p:sp>
          <p:nvSpPr>
            <p:cNvPr id="68" name="TextBox 45"/>
            <p:cNvSpPr txBox="1"/>
            <p:nvPr/>
          </p:nvSpPr>
          <p:spPr>
            <a:xfrm flipH="1">
              <a:off x="7699000" y="2016655"/>
              <a:ext cx="3642100" cy="72141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Theme color makes PPT more convenient to change.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Supporting text here.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3" name="TextBox 44"/>
            <p:cNvSpPr txBox="1"/>
            <p:nvPr/>
          </p:nvSpPr>
          <p:spPr>
            <a:xfrm flipH="1">
              <a:off x="7699000" y="3316996"/>
              <a:ext cx="3642098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r>
                <a:rPr lang="en-US" sz="1400" b="1" dirty="0"/>
                <a:t>Text here-14pt</a:t>
              </a:r>
              <a:endParaRPr lang="en-US" sz="1400" b="1" dirty="0"/>
            </a:p>
          </p:txBody>
        </p:sp>
        <p:sp>
          <p:nvSpPr>
            <p:cNvPr id="74" name="TextBox 45"/>
            <p:cNvSpPr txBox="1"/>
            <p:nvPr/>
          </p:nvSpPr>
          <p:spPr>
            <a:xfrm flipH="1">
              <a:off x="7699000" y="3622253"/>
              <a:ext cx="3642100" cy="72141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Theme color makes PPT more convenient to change.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Supporting text here.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8" name="TextBox 44"/>
            <p:cNvSpPr txBox="1"/>
            <p:nvPr/>
          </p:nvSpPr>
          <p:spPr>
            <a:xfrm flipH="1">
              <a:off x="7699000" y="4922594"/>
              <a:ext cx="3642098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r>
                <a:rPr lang="en-US" sz="1400" b="1" dirty="0"/>
                <a:t>Text here-14pt</a:t>
              </a:r>
              <a:endParaRPr lang="en-US" sz="1400" b="1" dirty="0"/>
            </a:p>
          </p:txBody>
        </p:sp>
        <p:sp>
          <p:nvSpPr>
            <p:cNvPr id="79" name="TextBox 45"/>
            <p:cNvSpPr txBox="1"/>
            <p:nvPr/>
          </p:nvSpPr>
          <p:spPr>
            <a:xfrm flipH="1">
              <a:off x="7699000" y="5227851"/>
              <a:ext cx="3642100" cy="72141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Theme color makes PPT more convenient to change.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Supporting text here.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7336631" y="3148139"/>
              <a:ext cx="4182269" cy="1306922"/>
            </a:xfrm>
            <a:custGeom>
              <a:avLst/>
              <a:gdLst>
                <a:gd name="connsiteX0" fmla="*/ 284701 w 4182269"/>
                <a:gd name="connsiteY0" fmla="*/ 0 h 1306922"/>
                <a:gd name="connsiteX1" fmla="*/ 4040886 w 4182269"/>
                <a:gd name="connsiteY1" fmla="*/ 0 h 1306922"/>
                <a:gd name="connsiteX2" fmla="*/ 4182269 w 4182269"/>
                <a:gd name="connsiteY2" fmla="*/ 141383 h 1306922"/>
                <a:gd name="connsiteX3" fmla="*/ 4182269 w 4182269"/>
                <a:gd name="connsiteY3" fmla="*/ 1165539 h 1306922"/>
                <a:gd name="connsiteX4" fmla="*/ 4040886 w 4182269"/>
                <a:gd name="connsiteY4" fmla="*/ 1306922 h 1306922"/>
                <a:gd name="connsiteX5" fmla="*/ 284701 w 4182269"/>
                <a:gd name="connsiteY5" fmla="*/ 1306922 h 1306922"/>
                <a:gd name="connsiteX6" fmla="*/ 143318 w 4182269"/>
                <a:gd name="connsiteY6" fmla="*/ 1165539 h 1306922"/>
                <a:gd name="connsiteX7" fmla="*/ 143318 w 4182269"/>
                <a:gd name="connsiteY7" fmla="*/ 782300 h 1306922"/>
                <a:gd name="connsiteX8" fmla="*/ 0 w 4182269"/>
                <a:gd name="connsiteY8" fmla="*/ 653463 h 1306922"/>
                <a:gd name="connsiteX9" fmla="*/ 143318 w 4182269"/>
                <a:gd name="connsiteY9" fmla="*/ 524626 h 1306922"/>
                <a:gd name="connsiteX10" fmla="*/ 143318 w 4182269"/>
                <a:gd name="connsiteY10" fmla="*/ 141383 h 1306922"/>
                <a:gd name="connsiteX11" fmla="*/ 284701 w 4182269"/>
                <a:gd name="connsiteY11" fmla="*/ 0 h 1306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82269" h="1306922">
                  <a:moveTo>
                    <a:pt x="284701" y="0"/>
                  </a:moveTo>
                  <a:lnTo>
                    <a:pt x="4040886" y="0"/>
                  </a:lnTo>
                  <a:cubicBezTo>
                    <a:pt x="4118970" y="0"/>
                    <a:pt x="4182269" y="63299"/>
                    <a:pt x="4182269" y="141383"/>
                  </a:cubicBezTo>
                  <a:lnTo>
                    <a:pt x="4182269" y="1165539"/>
                  </a:lnTo>
                  <a:cubicBezTo>
                    <a:pt x="4182269" y="1243623"/>
                    <a:pt x="4118970" y="1306922"/>
                    <a:pt x="4040886" y="1306922"/>
                  </a:cubicBezTo>
                  <a:lnTo>
                    <a:pt x="284701" y="1306922"/>
                  </a:lnTo>
                  <a:cubicBezTo>
                    <a:pt x="206617" y="1306922"/>
                    <a:pt x="143318" y="1243623"/>
                    <a:pt x="143318" y="1165539"/>
                  </a:cubicBezTo>
                  <a:lnTo>
                    <a:pt x="143318" y="782300"/>
                  </a:lnTo>
                  <a:lnTo>
                    <a:pt x="0" y="653463"/>
                  </a:lnTo>
                  <a:lnTo>
                    <a:pt x="143318" y="524626"/>
                  </a:lnTo>
                  <a:lnTo>
                    <a:pt x="143318" y="141383"/>
                  </a:lnTo>
                  <a:cubicBezTo>
                    <a:pt x="143318" y="63299"/>
                    <a:pt x="206617" y="0"/>
                    <a:pt x="284701" y="0"/>
                  </a:cubicBezTo>
                  <a:close/>
                </a:path>
              </a:pathLst>
            </a:custGeom>
            <a:noFill/>
            <a:ln w="12700" cap="rnd">
              <a:solidFill>
                <a:schemeClr val="bg1">
                  <a:lumMod val="85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>
                <a:lnSpc>
                  <a:spcPct val="120000"/>
                </a:lnSpc>
              </a:pPr>
              <a:endPara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7336631" y="4753737"/>
              <a:ext cx="4182269" cy="1306922"/>
            </a:xfrm>
            <a:custGeom>
              <a:avLst/>
              <a:gdLst>
                <a:gd name="connsiteX0" fmla="*/ 284701 w 4182269"/>
                <a:gd name="connsiteY0" fmla="*/ 0 h 1306922"/>
                <a:gd name="connsiteX1" fmla="*/ 4040886 w 4182269"/>
                <a:gd name="connsiteY1" fmla="*/ 0 h 1306922"/>
                <a:gd name="connsiteX2" fmla="*/ 4182269 w 4182269"/>
                <a:gd name="connsiteY2" fmla="*/ 141383 h 1306922"/>
                <a:gd name="connsiteX3" fmla="*/ 4182269 w 4182269"/>
                <a:gd name="connsiteY3" fmla="*/ 1165539 h 1306922"/>
                <a:gd name="connsiteX4" fmla="*/ 4040886 w 4182269"/>
                <a:gd name="connsiteY4" fmla="*/ 1306922 h 1306922"/>
                <a:gd name="connsiteX5" fmla="*/ 284701 w 4182269"/>
                <a:gd name="connsiteY5" fmla="*/ 1306922 h 1306922"/>
                <a:gd name="connsiteX6" fmla="*/ 143318 w 4182269"/>
                <a:gd name="connsiteY6" fmla="*/ 1165539 h 1306922"/>
                <a:gd name="connsiteX7" fmla="*/ 143318 w 4182269"/>
                <a:gd name="connsiteY7" fmla="*/ 782300 h 1306922"/>
                <a:gd name="connsiteX8" fmla="*/ 0 w 4182269"/>
                <a:gd name="connsiteY8" fmla="*/ 653463 h 1306922"/>
                <a:gd name="connsiteX9" fmla="*/ 143318 w 4182269"/>
                <a:gd name="connsiteY9" fmla="*/ 524626 h 1306922"/>
                <a:gd name="connsiteX10" fmla="*/ 143318 w 4182269"/>
                <a:gd name="connsiteY10" fmla="*/ 141383 h 1306922"/>
                <a:gd name="connsiteX11" fmla="*/ 284701 w 4182269"/>
                <a:gd name="connsiteY11" fmla="*/ 0 h 1306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82269" h="1306922">
                  <a:moveTo>
                    <a:pt x="284701" y="0"/>
                  </a:moveTo>
                  <a:lnTo>
                    <a:pt x="4040886" y="0"/>
                  </a:lnTo>
                  <a:cubicBezTo>
                    <a:pt x="4118970" y="0"/>
                    <a:pt x="4182269" y="63299"/>
                    <a:pt x="4182269" y="141383"/>
                  </a:cubicBezTo>
                  <a:lnTo>
                    <a:pt x="4182269" y="1165539"/>
                  </a:lnTo>
                  <a:cubicBezTo>
                    <a:pt x="4182269" y="1243623"/>
                    <a:pt x="4118970" y="1306922"/>
                    <a:pt x="4040886" y="1306922"/>
                  </a:cubicBezTo>
                  <a:lnTo>
                    <a:pt x="284701" y="1306922"/>
                  </a:lnTo>
                  <a:cubicBezTo>
                    <a:pt x="206617" y="1306922"/>
                    <a:pt x="143318" y="1243623"/>
                    <a:pt x="143318" y="1165539"/>
                  </a:cubicBezTo>
                  <a:lnTo>
                    <a:pt x="143318" y="782300"/>
                  </a:lnTo>
                  <a:lnTo>
                    <a:pt x="0" y="653463"/>
                  </a:lnTo>
                  <a:lnTo>
                    <a:pt x="143318" y="524626"/>
                  </a:lnTo>
                  <a:lnTo>
                    <a:pt x="143318" y="141383"/>
                  </a:lnTo>
                  <a:cubicBezTo>
                    <a:pt x="143318" y="63299"/>
                    <a:pt x="206617" y="0"/>
                    <a:pt x="284701" y="0"/>
                  </a:cubicBezTo>
                  <a:close/>
                </a:path>
              </a:pathLst>
            </a:custGeom>
            <a:noFill/>
            <a:ln w="12700" cap="rnd">
              <a:solidFill>
                <a:schemeClr val="bg1">
                  <a:lumMod val="85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>
                <a:lnSpc>
                  <a:spcPct val="120000"/>
                </a:lnSpc>
              </a:pPr>
              <a:endPara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58500" cy="4840842"/>
            <a:chOff x="660400" y="1266657"/>
            <a:chExt cx="10858500" cy="4840842"/>
          </a:xfrm>
        </p:grpSpPr>
        <p:grpSp>
          <p:nvGrpSpPr>
            <p:cNvPr id="4" name="组合 3"/>
            <p:cNvGrpSpPr/>
            <p:nvPr/>
          </p:nvGrpSpPr>
          <p:grpSpPr>
            <a:xfrm>
              <a:off x="660400" y="1670321"/>
              <a:ext cx="10858500" cy="4437178"/>
              <a:chOff x="660400" y="1670321"/>
              <a:chExt cx="10858500" cy="4437178"/>
            </a:xfrm>
          </p:grpSpPr>
          <p:sp>
            <p:nvSpPr>
              <p:cNvPr id="5" name="Freeform: Shape 142"/>
              <p:cNvSpPr/>
              <p:nvPr/>
            </p:nvSpPr>
            <p:spPr>
              <a:xfrm>
                <a:off x="3790409" y="2941027"/>
                <a:ext cx="1248489" cy="975946"/>
              </a:xfrm>
              <a:custGeom>
                <a:avLst/>
                <a:gdLst>
                  <a:gd name="connsiteX0" fmla="*/ 0 w 984200"/>
                  <a:gd name="connsiteY0" fmla="*/ 0 h 769351"/>
                  <a:gd name="connsiteX1" fmla="*/ 376008 w 984200"/>
                  <a:gd name="connsiteY1" fmla="*/ 247951 h 769351"/>
                  <a:gd name="connsiteX2" fmla="*/ 492100 w 984200"/>
                  <a:gd name="connsiteY2" fmla="*/ 259008 h 769351"/>
                  <a:gd name="connsiteX3" fmla="*/ 608192 w 984200"/>
                  <a:gd name="connsiteY3" fmla="*/ 247951 h 769351"/>
                  <a:gd name="connsiteX4" fmla="*/ 984200 w 984200"/>
                  <a:gd name="connsiteY4" fmla="*/ 0 h 769351"/>
                  <a:gd name="connsiteX5" fmla="*/ 984200 w 984200"/>
                  <a:gd name="connsiteY5" fmla="*/ 375986 h 769351"/>
                  <a:gd name="connsiteX6" fmla="*/ 984200 w 984200"/>
                  <a:gd name="connsiteY6" fmla="*/ 393365 h 769351"/>
                  <a:gd name="connsiteX7" fmla="*/ 984200 w 984200"/>
                  <a:gd name="connsiteY7" fmla="*/ 769351 h 769351"/>
                  <a:gd name="connsiteX8" fmla="*/ 608192 w 984200"/>
                  <a:gd name="connsiteY8" fmla="*/ 521400 h 769351"/>
                  <a:gd name="connsiteX9" fmla="*/ 492100 w 984200"/>
                  <a:gd name="connsiteY9" fmla="*/ 510343 h 769351"/>
                  <a:gd name="connsiteX10" fmla="*/ 376008 w 984200"/>
                  <a:gd name="connsiteY10" fmla="*/ 521400 h 769351"/>
                  <a:gd name="connsiteX11" fmla="*/ 0 w 984200"/>
                  <a:gd name="connsiteY11" fmla="*/ 769351 h 769351"/>
                  <a:gd name="connsiteX12" fmla="*/ 0 w 984200"/>
                  <a:gd name="connsiteY12" fmla="*/ 393365 h 769351"/>
                  <a:gd name="connsiteX13" fmla="*/ 0 w 984200"/>
                  <a:gd name="connsiteY13" fmla="*/ 375986 h 769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84200" h="769351">
                    <a:moveTo>
                      <a:pt x="0" y="0"/>
                    </a:moveTo>
                    <a:cubicBezTo>
                      <a:pt x="0" y="0"/>
                      <a:pt x="122161" y="198361"/>
                      <a:pt x="376008" y="247951"/>
                    </a:cubicBezTo>
                    <a:lnTo>
                      <a:pt x="492100" y="259008"/>
                    </a:lnTo>
                    <a:lnTo>
                      <a:pt x="608192" y="247951"/>
                    </a:lnTo>
                    <a:cubicBezTo>
                      <a:pt x="862038" y="198361"/>
                      <a:pt x="984200" y="0"/>
                      <a:pt x="984200" y="0"/>
                    </a:cubicBezTo>
                    <a:lnTo>
                      <a:pt x="984200" y="375986"/>
                    </a:lnTo>
                    <a:lnTo>
                      <a:pt x="984200" y="393365"/>
                    </a:lnTo>
                    <a:lnTo>
                      <a:pt x="984200" y="769351"/>
                    </a:lnTo>
                    <a:cubicBezTo>
                      <a:pt x="984200" y="769351"/>
                      <a:pt x="862038" y="570990"/>
                      <a:pt x="608192" y="521400"/>
                    </a:cubicBezTo>
                    <a:lnTo>
                      <a:pt x="492100" y="510343"/>
                    </a:lnTo>
                    <a:lnTo>
                      <a:pt x="376008" y="521400"/>
                    </a:lnTo>
                    <a:cubicBezTo>
                      <a:pt x="122161" y="570990"/>
                      <a:pt x="0" y="769351"/>
                      <a:pt x="0" y="769351"/>
                    </a:cubicBezTo>
                    <a:lnTo>
                      <a:pt x="0" y="393365"/>
                    </a:lnTo>
                    <a:lnTo>
                      <a:pt x="0" y="37598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" name="Freeform: Shape 143"/>
              <p:cNvSpPr/>
              <p:nvPr/>
            </p:nvSpPr>
            <p:spPr>
              <a:xfrm>
                <a:off x="7161122" y="2941027"/>
                <a:ext cx="1242477" cy="975946"/>
              </a:xfrm>
              <a:custGeom>
                <a:avLst/>
                <a:gdLst>
                  <a:gd name="connsiteX0" fmla="*/ 0 w 979461"/>
                  <a:gd name="connsiteY0" fmla="*/ 0 h 769351"/>
                  <a:gd name="connsiteX1" fmla="*/ 376461 w 979461"/>
                  <a:gd name="connsiteY1" fmla="*/ 247951 h 769351"/>
                  <a:gd name="connsiteX2" fmla="*/ 489736 w 979461"/>
                  <a:gd name="connsiteY2" fmla="*/ 258782 h 769351"/>
                  <a:gd name="connsiteX3" fmla="*/ 603453 w 979461"/>
                  <a:gd name="connsiteY3" fmla="*/ 247951 h 769351"/>
                  <a:gd name="connsiteX4" fmla="*/ 979461 w 979461"/>
                  <a:gd name="connsiteY4" fmla="*/ 0 h 769351"/>
                  <a:gd name="connsiteX5" fmla="*/ 979461 w 979461"/>
                  <a:gd name="connsiteY5" fmla="*/ 375986 h 769351"/>
                  <a:gd name="connsiteX6" fmla="*/ 979461 w 979461"/>
                  <a:gd name="connsiteY6" fmla="*/ 393365 h 769351"/>
                  <a:gd name="connsiteX7" fmla="*/ 979461 w 979461"/>
                  <a:gd name="connsiteY7" fmla="*/ 769351 h 769351"/>
                  <a:gd name="connsiteX8" fmla="*/ 602999 w 979461"/>
                  <a:gd name="connsiteY8" fmla="*/ 521400 h 769351"/>
                  <a:gd name="connsiteX9" fmla="*/ 489724 w 979461"/>
                  <a:gd name="connsiteY9" fmla="*/ 510569 h 769351"/>
                  <a:gd name="connsiteX10" fmla="*/ 376007 w 979461"/>
                  <a:gd name="connsiteY10" fmla="*/ 521400 h 769351"/>
                  <a:gd name="connsiteX11" fmla="*/ 0 w 979461"/>
                  <a:gd name="connsiteY11" fmla="*/ 769351 h 769351"/>
                  <a:gd name="connsiteX12" fmla="*/ 0 w 979461"/>
                  <a:gd name="connsiteY12" fmla="*/ 393365 h 769351"/>
                  <a:gd name="connsiteX13" fmla="*/ 0 w 979461"/>
                  <a:gd name="connsiteY13" fmla="*/ 375986 h 769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79461" h="769351">
                    <a:moveTo>
                      <a:pt x="0" y="0"/>
                    </a:moveTo>
                    <a:cubicBezTo>
                      <a:pt x="0" y="0"/>
                      <a:pt x="123370" y="198361"/>
                      <a:pt x="376461" y="247951"/>
                    </a:cubicBezTo>
                    <a:lnTo>
                      <a:pt x="489736" y="258782"/>
                    </a:lnTo>
                    <a:lnTo>
                      <a:pt x="603453" y="247951"/>
                    </a:lnTo>
                    <a:cubicBezTo>
                      <a:pt x="857299" y="198361"/>
                      <a:pt x="979461" y="0"/>
                      <a:pt x="979461" y="0"/>
                    </a:cubicBezTo>
                    <a:lnTo>
                      <a:pt x="979461" y="375986"/>
                    </a:lnTo>
                    <a:lnTo>
                      <a:pt x="979461" y="393365"/>
                    </a:lnTo>
                    <a:lnTo>
                      <a:pt x="979461" y="769351"/>
                    </a:lnTo>
                    <a:cubicBezTo>
                      <a:pt x="979461" y="769351"/>
                      <a:pt x="856090" y="570990"/>
                      <a:pt x="602999" y="521400"/>
                    </a:cubicBezTo>
                    <a:lnTo>
                      <a:pt x="489724" y="510569"/>
                    </a:lnTo>
                    <a:lnTo>
                      <a:pt x="376007" y="521400"/>
                    </a:lnTo>
                    <a:cubicBezTo>
                      <a:pt x="122161" y="570990"/>
                      <a:pt x="0" y="769351"/>
                      <a:pt x="0" y="769351"/>
                    </a:cubicBezTo>
                    <a:lnTo>
                      <a:pt x="0" y="393365"/>
                    </a:lnTo>
                    <a:lnTo>
                      <a:pt x="0" y="37598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8" name="Freeform: Shape 136"/>
              <p:cNvSpPr/>
              <p:nvPr/>
            </p:nvSpPr>
            <p:spPr>
              <a:xfrm>
                <a:off x="1563974" y="2263678"/>
                <a:ext cx="2332648" cy="2332650"/>
              </a:xfrm>
              <a:custGeom>
                <a:avLst/>
                <a:gdLst>
                  <a:gd name="connsiteX0" fmla="*/ 1108710 w 1108710"/>
                  <a:gd name="connsiteY0" fmla="*/ 554355 h 1108710"/>
                  <a:gd name="connsiteX1" fmla="*/ 554355 w 1108710"/>
                  <a:gd name="connsiteY1" fmla="*/ 1108710 h 1108710"/>
                  <a:gd name="connsiteX2" fmla="*/ 0 w 1108710"/>
                  <a:gd name="connsiteY2" fmla="*/ 554355 h 1108710"/>
                  <a:gd name="connsiteX3" fmla="*/ 554355 w 1108710"/>
                  <a:gd name="connsiteY3" fmla="*/ 0 h 1108710"/>
                  <a:gd name="connsiteX4" fmla="*/ 1108710 w 1108710"/>
                  <a:gd name="connsiteY4" fmla="*/ 554355 h 1108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08710" h="1108710">
                    <a:moveTo>
                      <a:pt x="1108710" y="554355"/>
                    </a:moveTo>
                    <a:cubicBezTo>
                      <a:pt x="1108710" y="860517"/>
                      <a:pt x="860517" y="1108710"/>
                      <a:pt x="554355" y="1108710"/>
                    </a:cubicBezTo>
                    <a:cubicBezTo>
                      <a:pt x="248193" y="1108710"/>
                      <a:pt x="0" y="860517"/>
                      <a:pt x="0" y="554355"/>
                    </a:cubicBezTo>
                    <a:cubicBezTo>
                      <a:pt x="0" y="248193"/>
                      <a:pt x="248193" y="0"/>
                      <a:pt x="554355" y="0"/>
                    </a:cubicBezTo>
                    <a:cubicBezTo>
                      <a:pt x="860517" y="0"/>
                      <a:pt x="1108710" y="248193"/>
                      <a:pt x="1108710" y="55435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9" name="Freeform: Shape 137"/>
              <p:cNvSpPr/>
              <p:nvPr/>
            </p:nvSpPr>
            <p:spPr>
              <a:xfrm>
                <a:off x="1744796" y="2444500"/>
                <a:ext cx="1971002" cy="1971007"/>
              </a:xfrm>
              <a:custGeom>
                <a:avLst/>
                <a:gdLst>
                  <a:gd name="connsiteX0" fmla="*/ 853440 w 853440"/>
                  <a:gd name="connsiteY0" fmla="*/ 426720 h 853440"/>
                  <a:gd name="connsiteX1" fmla="*/ 426720 w 853440"/>
                  <a:gd name="connsiteY1" fmla="*/ 853440 h 853440"/>
                  <a:gd name="connsiteX2" fmla="*/ 0 w 853440"/>
                  <a:gd name="connsiteY2" fmla="*/ 426720 h 853440"/>
                  <a:gd name="connsiteX3" fmla="*/ 426720 w 853440"/>
                  <a:gd name="connsiteY3" fmla="*/ 0 h 853440"/>
                  <a:gd name="connsiteX4" fmla="*/ 853440 w 853440"/>
                  <a:gd name="connsiteY4" fmla="*/ 426720 h 853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3440" h="853440">
                    <a:moveTo>
                      <a:pt x="853440" y="426720"/>
                    </a:moveTo>
                    <a:cubicBezTo>
                      <a:pt x="853440" y="662391"/>
                      <a:pt x="662391" y="853440"/>
                      <a:pt x="426720" y="853440"/>
                    </a:cubicBezTo>
                    <a:cubicBezTo>
                      <a:pt x="191049" y="853440"/>
                      <a:pt x="0" y="662391"/>
                      <a:pt x="0" y="426720"/>
                    </a:cubicBezTo>
                    <a:cubicBezTo>
                      <a:pt x="0" y="191049"/>
                      <a:pt x="191049" y="0"/>
                      <a:pt x="426720" y="0"/>
                    </a:cubicBezTo>
                    <a:cubicBezTo>
                      <a:pt x="662391" y="0"/>
                      <a:pt x="853440" y="191049"/>
                      <a:pt x="853440" y="42672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0" name="Freeform: Shape 138"/>
              <p:cNvSpPr/>
              <p:nvPr/>
            </p:nvSpPr>
            <p:spPr>
              <a:xfrm>
                <a:off x="1949189" y="2654906"/>
                <a:ext cx="1566226" cy="1566229"/>
              </a:xfrm>
              <a:custGeom>
                <a:avLst/>
                <a:gdLst>
                  <a:gd name="connsiteX0" fmla="*/ 622935 w 622935"/>
                  <a:gd name="connsiteY0" fmla="*/ 311468 h 622935"/>
                  <a:gd name="connsiteX1" fmla="*/ 311468 w 622935"/>
                  <a:gd name="connsiteY1" fmla="*/ 622935 h 622935"/>
                  <a:gd name="connsiteX2" fmla="*/ 0 w 622935"/>
                  <a:gd name="connsiteY2" fmla="*/ 311468 h 622935"/>
                  <a:gd name="connsiteX3" fmla="*/ 311468 w 622935"/>
                  <a:gd name="connsiteY3" fmla="*/ 0 h 622935"/>
                  <a:gd name="connsiteX4" fmla="*/ 622935 w 622935"/>
                  <a:gd name="connsiteY4" fmla="*/ 311468 h 622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2935" h="622935">
                    <a:moveTo>
                      <a:pt x="622935" y="311468"/>
                    </a:moveTo>
                    <a:cubicBezTo>
                      <a:pt x="622935" y="483486"/>
                      <a:pt x="483486" y="622935"/>
                      <a:pt x="311468" y="622935"/>
                    </a:cubicBezTo>
                    <a:cubicBezTo>
                      <a:pt x="139449" y="622935"/>
                      <a:pt x="0" y="483486"/>
                      <a:pt x="0" y="311468"/>
                    </a:cubicBezTo>
                    <a:cubicBezTo>
                      <a:pt x="0" y="139449"/>
                      <a:pt x="139449" y="0"/>
                      <a:pt x="311468" y="0"/>
                    </a:cubicBezTo>
                    <a:cubicBezTo>
                      <a:pt x="483486" y="0"/>
                      <a:pt x="622935" y="139449"/>
                      <a:pt x="622935" y="311468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1" name="TextBox 181"/>
              <p:cNvSpPr txBox="1"/>
              <p:nvPr/>
            </p:nvSpPr>
            <p:spPr>
              <a:xfrm>
                <a:off x="1949191" y="3109982"/>
                <a:ext cx="1566224" cy="65607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Text Here-16pt</a:t>
                </a:r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3" name="Freeform: Shape 126"/>
              <p:cNvSpPr/>
              <p:nvPr/>
            </p:nvSpPr>
            <p:spPr>
              <a:xfrm>
                <a:off x="4932684" y="2261674"/>
                <a:ext cx="2332648" cy="2332650"/>
              </a:xfrm>
              <a:custGeom>
                <a:avLst/>
                <a:gdLst>
                  <a:gd name="connsiteX0" fmla="*/ 1108710 w 1108710"/>
                  <a:gd name="connsiteY0" fmla="*/ 554355 h 1108710"/>
                  <a:gd name="connsiteX1" fmla="*/ 554355 w 1108710"/>
                  <a:gd name="connsiteY1" fmla="*/ 1108710 h 1108710"/>
                  <a:gd name="connsiteX2" fmla="*/ 0 w 1108710"/>
                  <a:gd name="connsiteY2" fmla="*/ 554355 h 1108710"/>
                  <a:gd name="connsiteX3" fmla="*/ 554355 w 1108710"/>
                  <a:gd name="connsiteY3" fmla="*/ 0 h 1108710"/>
                  <a:gd name="connsiteX4" fmla="*/ 1108710 w 1108710"/>
                  <a:gd name="connsiteY4" fmla="*/ 554355 h 1108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08710" h="1108710">
                    <a:moveTo>
                      <a:pt x="1108710" y="554355"/>
                    </a:moveTo>
                    <a:cubicBezTo>
                      <a:pt x="1108710" y="860517"/>
                      <a:pt x="860517" y="1108710"/>
                      <a:pt x="554355" y="1108710"/>
                    </a:cubicBezTo>
                    <a:cubicBezTo>
                      <a:pt x="248193" y="1108710"/>
                      <a:pt x="0" y="860517"/>
                      <a:pt x="0" y="554355"/>
                    </a:cubicBezTo>
                    <a:cubicBezTo>
                      <a:pt x="0" y="248193"/>
                      <a:pt x="248193" y="0"/>
                      <a:pt x="554355" y="0"/>
                    </a:cubicBezTo>
                    <a:cubicBezTo>
                      <a:pt x="860517" y="0"/>
                      <a:pt x="1108710" y="248193"/>
                      <a:pt x="1108710" y="55435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27"/>
              <p:cNvSpPr/>
              <p:nvPr/>
            </p:nvSpPr>
            <p:spPr>
              <a:xfrm>
                <a:off x="5113506" y="2442496"/>
                <a:ext cx="1971000" cy="1971007"/>
              </a:xfrm>
              <a:custGeom>
                <a:avLst/>
                <a:gdLst>
                  <a:gd name="connsiteX0" fmla="*/ 853440 w 853439"/>
                  <a:gd name="connsiteY0" fmla="*/ 426720 h 853439"/>
                  <a:gd name="connsiteX1" fmla="*/ 426720 w 853439"/>
                  <a:gd name="connsiteY1" fmla="*/ 853440 h 853439"/>
                  <a:gd name="connsiteX2" fmla="*/ 0 w 853439"/>
                  <a:gd name="connsiteY2" fmla="*/ 426720 h 853439"/>
                  <a:gd name="connsiteX3" fmla="*/ 426720 w 853439"/>
                  <a:gd name="connsiteY3" fmla="*/ 0 h 853439"/>
                  <a:gd name="connsiteX4" fmla="*/ 853440 w 853439"/>
                  <a:gd name="connsiteY4" fmla="*/ 426720 h 853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3439" h="853439">
                    <a:moveTo>
                      <a:pt x="853440" y="426720"/>
                    </a:moveTo>
                    <a:cubicBezTo>
                      <a:pt x="853440" y="662391"/>
                      <a:pt x="662391" y="853440"/>
                      <a:pt x="426720" y="853440"/>
                    </a:cubicBezTo>
                    <a:cubicBezTo>
                      <a:pt x="191049" y="853440"/>
                      <a:pt x="0" y="662391"/>
                      <a:pt x="0" y="426720"/>
                    </a:cubicBezTo>
                    <a:cubicBezTo>
                      <a:pt x="0" y="191049"/>
                      <a:pt x="191049" y="0"/>
                      <a:pt x="426720" y="0"/>
                    </a:cubicBezTo>
                    <a:cubicBezTo>
                      <a:pt x="662391" y="0"/>
                      <a:pt x="853440" y="191049"/>
                      <a:pt x="853440" y="4267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85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28"/>
              <p:cNvSpPr/>
              <p:nvPr/>
            </p:nvSpPr>
            <p:spPr>
              <a:xfrm>
                <a:off x="5317898" y="2650898"/>
                <a:ext cx="1566223" cy="1566229"/>
              </a:xfrm>
              <a:custGeom>
                <a:avLst/>
                <a:gdLst>
                  <a:gd name="connsiteX0" fmla="*/ 622935 w 622934"/>
                  <a:gd name="connsiteY0" fmla="*/ 311467 h 622935"/>
                  <a:gd name="connsiteX1" fmla="*/ 311468 w 622934"/>
                  <a:gd name="connsiteY1" fmla="*/ 622935 h 622935"/>
                  <a:gd name="connsiteX2" fmla="*/ 0 w 622934"/>
                  <a:gd name="connsiteY2" fmla="*/ 311467 h 622935"/>
                  <a:gd name="connsiteX3" fmla="*/ 311468 w 622934"/>
                  <a:gd name="connsiteY3" fmla="*/ 0 h 622935"/>
                  <a:gd name="connsiteX4" fmla="*/ 622935 w 622934"/>
                  <a:gd name="connsiteY4" fmla="*/ 311467 h 622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2934" h="622935">
                    <a:moveTo>
                      <a:pt x="622935" y="311467"/>
                    </a:moveTo>
                    <a:cubicBezTo>
                      <a:pt x="622935" y="483486"/>
                      <a:pt x="483486" y="622935"/>
                      <a:pt x="311468" y="622935"/>
                    </a:cubicBezTo>
                    <a:cubicBezTo>
                      <a:pt x="139449" y="622935"/>
                      <a:pt x="0" y="483486"/>
                      <a:pt x="0" y="311467"/>
                    </a:cubicBezTo>
                    <a:cubicBezTo>
                      <a:pt x="0" y="139449"/>
                      <a:pt x="139449" y="0"/>
                      <a:pt x="311468" y="0"/>
                    </a:cubicBezTo>
                    <a:cubicBezTo>
                      <a:pt x="483486" y="0"/>
                      <a:pt x="622935" y="139449"/>
                      <a:pt x="622935" y="31146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" name="TextBox 182"/>
              <p:cNvSpPr txBox="1"/>
              <p:nvPr/>
            </p:nvSpPr>
            <p:spPr>
              <a:xfrm>
                <a:off x="5317898" y="3109982"/>
                <a:ext cx="1566224" cy="65607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1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Text Here-16pt</a:t>
                </a:r>
                <a:endParaRPr lang="en-US" sz="16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Freeform: Shape 131"/>
              <p:cNvSpPr/>
              <p:nvPr/>
            </p:nvSpPr>
            <p:spPr>
              <a:xfrm>
                <a:off x="8295382" y="2261674"/>
                <a:ext cx="2332644" cy="2332650"/>
              </a:xfrm>
              <a:custGeom>
                <a:avLst/>
                <a:gdLst>
                  <a:gd name="connsiteX0" fmla="*/ 1108710 w 1108709"/>
                  <a:gd name="connsiteY0" fmla="*/ 554355 h 1108710"/>
                  <a:gd name="connsiteX1" fmla="*/ 554355 w 1108709"/>
                  <a:gd name="connsiteY1" fmla="*/ 1108710 h 1108710"/>
                  <a:gd name="connsiteX2" fmla="*/ 0 w 1108709"/>
                  <a:gd name="connsiteY2" fmla="*/ 554355 h 1108710"/>
                  <a:gd name="connsiteX3" fmla="*/ 554355 w 1108709"/>
                  <a:gd name="connsiteY3" fmla="*/ 0 h 1108710"/>
                  <a:gd name="connsiteX4" fmla="*/ 1108710 w 1108709"/>
                  <a:gd name="connsiteY4" fmla="*/ 554355 h 1108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08709" h="1108710">
                    <a:moveTo>
                      <a:pt x="1108710" y="554355"/>
                    </a:moveTo>
                    <a:cubicBezTo>
                      <a:pt x="1108710" y="860517"/>
                      <a:pt x="860517" y="1108710"/>
                      <a:pt x="554355" y="1108710"/>
                    </a:cubicBezTo>
                    <a:cubicBezTo>
                      <a:pt x="248193" y="1108710"/>
                      <a:pt x="0" y="860517"/>
                      <a:pt x="0" y="554355"/>
                    </a:cubicBezTo>
                    <a:cubicBezTo>
                      <a:pt x="0" y="248193"/>
                      <a:pt x="248193" y="0"/>
                      <a:pt x="554355" y="0"/>
                    </a:cubicBezTo>
                    <a:cubicBezTo>
                      <a:pt x="860517" y="0"/>
                      <a:pt x="1108710" y="248193"/>
                      <a:pt x="1108710" y="55435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132"/>
              <p:cNvSpPr/>
              <p:nvPr/>
            </p:nvSpPr>
            <p:spPr>
              <a:xfrm>
                <a:off x="8476204" y="2442496"/>
                <a:ext cx="1971002" cy="1971007"/>
              </a:xfrm>
              <a:custGeom>
                <a:avLst/>
                <a:gdLst>
                  <a:gd name="connsiteX0" fmla="*/ 853440 w 853440"/>
                  <a:gd name="connsiteY0" fmla="*/ 426720 h 853439"/>
                  <a:gd name="connsiteX1" fmla="*/ 426720 w 853440"/>
                  <a:gd name="connsiteY1" fmla="*/ 853440 h 853439"/>
                  <a:gd name="connsiteX2" fmla="*/ 0 w 853440"/>
                  <a:gd name="connsiteY2" fmla="*/ 426720 h 853439"/>
                  <a:gd name="connsiteX3" fmla="*/ 426720 w 853440"/>
                  <a:gd name="connsiteY3" fmla="*/ 0 h 853439"/>
                  <a:gd name="connsiteX4" fmla="*/ 853440 w 853440"/>
                  <a:gd name="connsiteY4" fmla="*/ 426720 h 853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3440" h="853439">
                    <a:moveTo>
                      <a:pt x="853440" y="426720"/>
                    </a:moveTo>
                    <a:cubicBezTo>
                      <a:pt x="853440" y="662391"/>
                      <a:pt x="662391" y="853440"/>
                      <a:pt x="426720" y="853440"/>
                    </a:cubicBezTo>
                    <a:cubicBezTo>
                      <a:pt x="191049" y="853440"/>
                      <a:pt x="0" y="662391"/>
                      <a:pt x="0" y="426720"/>
                    </a:cubicBezTo>
                    <a:cubicBezTo>
                      <a:pt x="0" y="191049"/>
                      <a:pt x="191049" y="0"/>
                      <a:pt x="426720" y="0"/>
                    </a:cubicBezTo>
                    <a:cubicBezTo>
                      <a:pt x="662391" y="0"/>
                      <a:pt x="853440" y="191049"/>
                      <a:pt x="853440" y="42672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285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33"/>
              <p:cNvSpPr/>
              <p:nvPr/>
            </p:nvSpPr>
            <p:spPr>
              <a:xfrm>
                <a:off x="8682601" y="2650898"/>
                <a:ext cx="1566221" cy="1566229"/>
              </a:xfrm>
              <a:custGeom>
                <a:avLst/>
                <a:gdLst>
                  <a:gd name="connsiteX0" fmla="*/ 622935 w 622934"/>
                  <a:gd name="connsiteY0" fmla="*/ 311467 h 622935"/>
                  <a:gd name="connsiteX1" fmla="*/ 311467 w 622934"/>
                  <a:gd name="connsiteY1" fmla="*/ 622935 h 622935"/>
                  <a:gd name="connsiteX2" fmla="*/ 0 w 622934"/>
                  <a:gd name="connsiteY2" fmla="*/ 311467 h 622935"/>
                  <a:gd name="connsiteX3" fmla="*/ 311467 w 622934"/>
                  <a:gd name="connsiteY3" fmla="*/ 0 h 622935"/>
                  <a:gd name="connsiteX4" fmla="*/ 622935 w 622934"/>
                  <a:gd name="connsiteY4" fmla="*/ 311467 h 622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2934" h="622935">
                    <a:moveTo>
                      <a:pt x="622935" y="311467"/>
                    </a:moveTo>
                    <a:cubicBezTo>
                      <a:pt x="622935" y="483486"/>
                      <a:pt x="483486" y="622935"/>
                      <a:pt x="311467" y="622935"/>
                    </a:cubicBezTo>
                    <a:cubicBezTo>
                      <a:pt x="139449" y="622935"/>
                      <a:pt x="0" y="483486"/>
                      <a:pt x="0" y="311467"/>
                    </a:cubicBezTo>
                    <a:cubicBezTo>
                      <a:pt x="0" y="139449"/>
                      <a:pt x="139449" y="0"/>
                      <a:pt x="311467" y="0"/>
                    </a:cubicBezTo>
                    <a:cubicBezTo>
                      <a:pt x="483486" y="0"/>
                      <a:pt x="622935" y="139449"/>
                      <a:pt x="622935" y="31146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" name="TextBox 183"/>
              <p:cNvSpPr txBox="1"/>
              <p:nvPr/>
            </p:nvSpPr>
            <p:spPr>
              <a:xfrm>
                <a:off x="8688613" y="3109982"/>
                <a:ext cx="1554198" cy="65607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1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Text Here-16pt</a:t>
                </a:r>
                <a:endParaRPr lang="en-US" sz="16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TextBox 185"/>
              <p:cNvSpPr txBox="1"/>
              <p:nvPr/>
            </p:nvSpPr>
            <p:spPr>
              <a:xfrm>
                <a:off x="4717496" y="5072151"/>
                <a:ext cx="2757008" cy="1035348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SzPct val="25000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Copy paste fonts. Choose the only option to retain text.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SzPct val="25000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Theme color makes PPT more Convenient to change.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24" name="TextBox 186"/>
              <p:cNvSpPr txBox="1"/>
              <p:nvPr/>
            </p:nvSpPr>
            <p:spPr>
              <a:xfrm>
                <a:off x="4717494" y="4745074"/>
                <a:ext cx="2757010" cy="32707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Text Here-14pt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6" name="TextBox 188"/>
              <p:cNvSpPr txBox="1"/>
              <p:nvPr/>
            </p:nvSpPr>
            <p:spPr>
              <a:xfrm>
                <a:off x="8188970" y="5072151"/>
                <a:ext cx="2566769" cy="1035348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SzPct val="25000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Copy paste fonts. Choose the only option to retain text.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27" name="TextBox 189"/>
              <p:cNvSpPr txBox="1"/>
              <p:nvPr/>
            </p:nvSpPr>
            <p:spPr>
              <a:xfrm>
                <a:off x="8188969" y="4745074"/>
                <a:ext cx="2566770" cy="32707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Text Here-14pt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9" name="TextBox 191"/>
              <p:cNvSpPr txBox="1"/>
              <p:nvPr/>
            </p:nvSpPr>
            <p:spPr>
              <a:xfrm>
                <a:off x="1428695" y="5072151"/>
                <a:ext cx="2566769" cy="1035348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SzPct val="25000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Copy paste fonts. Choose the only option to retain text.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SzPct val="25000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Theme color makes PPT more Convenient to change.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30" name="TextBox 192"/>
              <p:cNvSpPr txBox="1"/>
              <p:nvPr/>
            </p:nvSpPr>
            <p:spPr>
              <a:xfrm>
                <a:off x="1421130" y="4745074"/>
                <a:ext cx="2581898" cy="32707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Text Here-14pt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660400" y="1670321"/>
                <a:ext cx="10858500" cy="29360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R="0" lvl="0" indent="0" fontAlgn="auto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Pct val="25000"/>
                  <a:buFontTx/>
                  <a:buNone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Theme color makes PPT more convenient to change. Adjust the spacing to adapt to Chinese typesetting, use the reference line in PPT . 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  <p:sp>
          <p:nvSpPr>
            <p:cNvPr id="28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60088" cy="4970631"/>
            <a:chOff x="660400" y="1266657"/>
            <a:chExt cx="10860088" cy="4970631"/>
          </a:xfrm>
        </p:grpSpPr>
        <p:grpSp>
          <p:nvGrpSpPr>
            <p:cNvPr id="3" name="组合 2"/>
            <p:cNvGrpSpPr/>
            <p:nvPr/>
          </p:nvGrpSpPr>
          <p:grpSpPr>
            <a:xfrm>
              <a:off x="669923" y="1803413"/>
              <a:ext cx="10850565" cy="4433875"/>
              <a:chOff x="669923" y="1803413"/>
              <a:chExt cx="10850565" cy="4433875"/>
            </a:xfrm>
          </p:grpSpPr>
          <p:grpSp>
            <p:nvGrpSpPr>
              <p:cNvPr id="11" name="组合 10"/>
              <p:cNvGrpSpPr/>
              <p:nvPr/>
            </p:nvGrpSpPr>
            <p:grpSpPr>
              <a:xfrm flipH="1">
                <a:off x="669923" y="3910627"/>
                <a:ext cx="10848976" cy="2326661"/>
                <a:chOff x="734957" y="1783739"/>
                <a:chExt cx="7760373" cy="2424803"/>
              </a:xfrm>
            </p:grpSpPr>
            <p:sp>
              <p:nvSpPr>
                <p:cNvPr id="12" name="文本框 11"/>
                <p:cNvSpPr txBox="1"/>
                <p:nvPr/>
              </p:nvSpPr>
              <p:spPr>
                <a:xfrm>
                  <a:off x="734958" y="2024949"/>
                  <a:ext cx="7760372" cy="2183593"/>
                </a:xfrm>
                <a:prstGeom prst="rect">
                  <a:avLst/>
                </a:prstGeom>
                <a:noFill/>
                <a:ln w="3175">
                  <a:solidFill>
                    <a:schemeClr val="accent1"/>
                  </a:solidFill>
                </a:ln>
              </p:spPr>
              <p:txBody>
                <a:bodyPr wrap="square" lIns="91440" tIns="45720" rIns="91440" bIns="45720" rtlCol="0" anchor="ctr">
                  <a:noAutofit/>
                </a:bodyPr>
                <a:lstStyle>
                  <a:defPPr>
                    <a:defRPr lang="en-US"/>
                  </a:defPPr>
                  <a:lvl1pPr>
                    <a:defRPr sz="18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defRPr>
                  </a:lvl1pPr>
                  <a:lvl2pPr marL="609600" algn="l" defTabSz="609600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2pPr>
                  <a:lvl3pPr marL="1219200" algn="l" defTabSz="609600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3pPr>
                  <a:lvl4pPr marL="1828800" algn="l" defTabSz="609600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4pPr>
                  <a:lvl5pPr marL="2438400" algn="l" defTabSz="609600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5pPr>
                  <a:lvl6pPr marL="3048000" algn="l" defTabSz="609600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6pPr>
                  <a:lvl7pPr marL="3657600" algn="l" defTabSz="609600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7pPr>
                  <a:lvl8pPr marL="4267200" algn="l" defTabSz="609600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8pPr>
                  <a:lvl9pPr marL="4876800" algn="l" defTabSz="609600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五边形 6"/>
                <p:cNvSpPr/>
                <p:nvPr>
                  <p:custDataLst>
                    <p:tags r:id="rId2"/>
                  </p:custDataLst>
                </p:nvPr>
              </p:nvSpPr>
              <p:spPr bwMode="auto">
                <a:xfrm>
                  <a:off x="734957" y="1783739"/>
                  <a:ext cx="2725575" cy="480237"/>
                </a:xfrm>
                <a:prstGeom prst="homePlate">
                  <a:avLst/>
                </a:prstGeom>
                <a:solidFill>
                  <a:schemeClr val="accent1"/>
                </a:solidFill>
                <a:ln w="3175" algn="ctr">
                  <a:solidFill>
                    <a:schemeClr val="accent1"/>
                  </a:solidFill>
                  <a:round/>
                </a:ln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lvl="0" algn="r" defTabSz="914400">
                    <a:defRPr/>
                  </a:pPr>
                  <a:r>
                    <a:rPr lang="en-US" altLang="zh-CN" sz="1400" b="1" kern="0" dirty="0">
                      <a:solidFill>
                        <a:schemeClr val="bg1"/>
                      </a:solidFill>
                    </a:rPr>
                    <a:t>Text Here-14pt</a:t>
                  </a:r>
                  <a:endParaRPr kumimoji="0" lang="zh-CN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7" name="文本框 6"/>
              <p:cNvSpPr txBox="1"/>
              <p:nvPr/>
            </p:nvSpPr>
            <p:spPr>
              <a:xfrm>
                <a:off x="671513" y="2033605"/>
                <a:ext cx="10848975" cy="1691536"/>
              </a:xfrm>
              <a:prstGeom prst="rect">
                <a:avLst/>
              </a:prstGeom>
              <a:noFill/>
              <a:ln w="3175">
                <a:solidFill>
                  <a:schemeClr val="accent1"/>
                </a:solidFill>
              </a:ln>
            </p:spPr>
            <p:txBody>
              <a:bodyPr wrap="square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>
                  <a:defRPr sz="18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  <a:lvl2pPr marL="6096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2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8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4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80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6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2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8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altLang="zh-CN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矩形 7"/>
              <p:cNvSpPr/>
              <p:nvPr/>
            </p:nvSpPr>
            <p:spPr bwMode="gray">
              <a:xfrm>
                <a:off x="817424" y="2283796"/>
                <a:ext cx="4773752" cy="122557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rmAutofit/>
              </a:bodyPr>
              <a:lstStyle/>
              <a:p>
                <a:pPr marL="285750" indent="-2857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Theme color makes PPT more convenient to change.</a:t>
                </a:r>
                <a:endParaRPr lang="en-US" sz="12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Supporting text here.</a:t>
                </a:r>
                <a:endParaRPr lang="en-US" sz="12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Copy paste  fonts. Choose the only option to retain text.</a:t>
                </a:r>
                <a:endParaRPr lang="en-US" sz="12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Supporting text here.</a:t>
                </a:r>
                <a:r>
                  <a:rPr lang="en-US" sz="1200" dirty="0">
                    <a:solidFill>
                      <a:schemeClr val="tx1"/>
                    </a:solidFill>
                  </a:rPr>
                  <a:t> 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五边形 6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669925" y="1803413"/>
                <a:ext cx="3810345" cy="460386"/>
              </a:xfrm>
              <a:prstGeom prst="homePlate">
                <a:avLst/>
              </a:prstGeom>
              <a:solidFill>
                <a:schemeClr val="accent1"/>
              </a:solidFill>
              <a:ln w="3175" algn="ctr">
                <a:solidFill>
                  <a:schemeClr val="accent1"/>
                </a:solidFill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lvl="0" defTabSz="914400">
                  <a:defRPr/>
                </a:pPr>
                <a:r>
                  <a:rPr lang="en-US" altLang="zh-CN" sz="1400" b="1" kern="0" dirty="0">
                    <a:solidFill>
                      <a:schemeClr val="bg1"/>
                    </a:solidFill>
                  </a:rPr>
                  <a:t>Text Here-14pt</a:t>
                </a:r>
                <a:endPara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endParaRPr>
              </a:p>
            </p:txBody>
          </p:sp>
          <p:cxnSp>
            <p:nvCxnSpPr>
              <p:cNvPr id="18" name="直接连接符 17"/>
              <p:cNvCxnSpPr/>
              <p:nvPr/>
            </p:nvCxnSpPr>
            <p:spPr>
              <a:xfrm>
                <a:off x="5972175" y="2249373"/>
                <a:ext cx="0" cy="1260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矩形 18"/>
              <p:cNvSpPr/>
              <p:nvPr/>
            </p:nvSpPr>
            <p:spPr bwMode="gray">
              <a:xfrm>
                <a:off x="817423" y="4931023"/>
                <a:ext cx="3172863" cy="120307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rmAutofit/>
              </a:bodyPr>
              <a:lstStyle/>
              <a:p>
                <a:pPr marL="285750" indent="-2857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Theme color makes PPT</a:t>
                </a:r>
                <a:endParaRPr lang="en-US" sz="12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Supporting text here.</a:t>
                </a:r>
                <a:endParaRPr lang="en-US" sz="12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Copy paste  fonts. Choose the only option to retain text.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 bwMode="gray">
              <a:xfrm>
                <a:off x="4509568" y="4931023"/>
                <a:ext cx="3172863" cy="120307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rmAutofit/>
              </a:bodyPr>
              <a:lstStyle/>
              <a:p>
                <a:pPr marL="285750" indent="-2857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Theme color makes PPT</a:t>
                </a:r>
                <a:endParaRPr lang="en-US" sz="12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Supporting text here.</a:t>
                </a:r>
                <a:endParaRPr lang="en-US" sz="12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Copy paste  fonts. Choose the only option to retain text.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矩形 25"/>
              <p:cNvSpPr/>
              <p:nvPr/>
            </p:nvSpPr>
            <p:spPr bwMode="gray">
              <a:xfrm>
                <a:off x="8201713" y="4931023"/>
                <a:ext cx="3172863" cy="120307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rmAutofit/>
              </a:bodyPr>
              <a:lstStyle/>
              <a:p>
                <a:pPr marL="285750" indent="-2857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Theme color makes PPT</a:t>
                </a:r>
                <a:endParaRPr lang="en-US" sz="12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Supporting text here.</a:t>
                </a:r>
                <a:endParaRPr lang="en-US" sz="12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Copy paste  fonts. Choose the only option to retain text.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7" name="直接连接符 26"/>
              <p:cNvCxnSpPr/>
              <p:nvPr/>
            </p:nvCxnSpPr>
            <p:spPr>
              <a:xfrm>
                <a:off x="4129986" y="4627085"/>
                <a:ext cx="0" cy="1440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>
                <a:off x="7811917" y="4627085"/>
                <a:ext cx="0" cy="1440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文本框 28"/>
              <p:cNvSpPr txBox="1"/>
              <p:nvPr/>
            </p:nvSpPr>
            <p:spPr>
              <a:xfrm>
                <a:off x="816384" y="4602874"/>
                <a:ext cx="3172862" cy="276999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r>
                  <a:rPr lang="en-US" altLang="zh-CN" sz="1200" b="1" dirty="0"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Here-12pt</a:t>
                </a:r>
                <a:endParaRPr lang="en-US" altLang="zh-CN" sz="1200" b="1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4509568" y="4602874"/>
                <a:ext cx="3161608" cy="276999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r>
                  <a:rPr lang="en-US" altLang="zh-CN" sz="1200" b="1" dirty="0"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Here-12pt</a:t>
                </a:r>
                <a:endParaRPr lang="en-US" altLang="zh-CN" sz="1200" b="1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8201713" y="4602874"/>
                <a:ext cx="3172861" cy="276999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r>
                  <a:rPr lang="en-US" altLang="zh-CN" sz="1200" b="1" dirty="0"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Text Here-12pt</a:t>
                </a:r>
                <a:endParaRPr lang="en-US" altLang="zh-CN" sz="1200" b="1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graphicFrame>
            <p:nvGraphicFramePr>
              <p:cNvPr id="22" name="Chart 12"/>
              <p:cNvGraphicFramePr/>
              <p:nvPr/>
            </p:nvGraphicFramePr>
            <p:xfrm>
              <a:off x="6353174" y="2111296"/>
              <a:ext cx="5021399" cy="1536155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"/>
              </a:graphicData>
            </a:graphic>
          </p:graphicFrame>
        </p:grpSp>
        <p:sp>
          <p:nvSpPr>
            <p:cNvPr id="23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58500" cy="4869097"/>
            <a:chOff x="660400" y="1266657"/>
            <a:chExt cx="10858500" cy="4869097"/>
          </a:xfrm>
        </p:grpSpPr>
        <p:grpSp>
          <p:nvGrpSpPr>
            <p:cNvPr id="24" name="组合 23"/>
            <p:cNvGrpSpPr/>
            <p:nvPr/>
          </p:nvGrpSpPr>
          <p:grpSpPr>
            <a:xfrm>
              <a:off x="660400" y="1670321"/>
              <a:ext cx="10858500" cy="4465433"/>
              <a:chOff x="660400" y="1670321"/>
              <a:chExt cx="10858500" cy="4465433"/>
            </a:xfrm>
          </p:grpSpPr>
          <p:sp>
            <p:nvSpPr>
              <p:cNvPr id="86" name="文本框 85"/>
              <p:cNvSpPr txBox="1"/>
              <p:nvPr/>
            </p:nvSpPr>
            <p:spPr>
              <a:xfrm>
                <a:off x="660400" y="1670321"/>
                <a:ext cx="10858500" cy="29360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R="0" lvl="0" indent="0" fontAlgn="auto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Pct val="25000"/>
                  <a:buFontTx/>
                  <a:buNone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Theme color makes PPT more convenient to change. Adjust the spacing to adapt to Chinese typesetting, use the reference line in PPT . 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7" name="矩形: 圆角 66"/>
              <p:cNvSpPr/>
              <p:nvPr/>
            </p:nvSpPr>
            <p:spPr>
              <a:xfrm>
                <a:off x="4510355" y="2262560"/>
                <a:ext cx="3171290" cy="428874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lnSpcReduction="10000"/>
              </a:bodyPr>
              <a:lstStyle/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defRPr sz="1800">
                    <a:solidFill>
                      <a:srgbClr val="000000"/>
                    </a:solidFill>
                  </a:defRPr>
                </a:pPr>
                <a:r>
                  <a:rPr lang="en-US" altLang="zh-CN" sz="1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text here-14pt</a:t>
                </a:r>
                <a:endParaRPr lang="zh-CN" altLang="en-US" sz="14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88" name="Google Shape;495;p34"/>
              <p:cNvCxnSpPr/>
              <p:nvPr/>
            </p:nvCxnSpPr>
            <p:spPr>
              <a:xfrm flipV="1">
                <a:off x="6096000" y="2691434"/>
                <a:ext cx="0" cy="216000"/>
              </a:xfrm>
              <a:prstGeom prst="straightConnector1">
                <a:avLst/>
              </a:prstGeom>
              <a:noFill/>
              <a:ln w="6350" cap="flat" cmpd="sng">
                <a:solidFill>
                  <a:schemeClr val="accent1"/>
                </a:solidFill>
                <a:prstDash val="solid"/>
                <a:miter lim="400000"/>
                <a:headEnd type="oval" w="sm" len="sm"/>
                <a:tailEnd type="oval" w="sm" len="sm"/>
              </a:ln>
            </p:spPr>
          </p:cxnSp>
          <p:cxnSp>
            <p:nvCxnSpPr>
              <p:cNvPr id="89" name="连接符: 肘形 88"/>
              <p:cNvCxnSpPr/>
              <p:nvPr/>
            </p:nvCxnSpPr>
            <p:spPr>
              <a:xfrm rot="16200000" flipV="1">
                <a:off x="6061984" y="2209777"/>
                <a:ext cx="26550" cy="1872000"/>
              </a:xfrm>
              <a:prstGeom prst="bentConnector3">
                <a:avLst>
                  <a:gd name="adj1" fmla="val 968211"/>
                </a:avLst>
              </a:prstGeom>
              <a:noFill/>
              <a:ln w="6350" cap="flat" cmpd="sng">
                <a:solidFill>
                  <a:schemeClr val="accent1"/>
                </a:solidFill>
                <a:prstDash val="solid"/>
                <a:miter lim="400000"/>
                <a:headEnd type="oval" w="sm" len="sm"/>
                <a:tailEnd type="oval" w="sm" len="sm"/>
              </a:ln>
            </p:spPr>
          </p:cxnSp>
          <p:cxnSp>
            <p:nvCxnSpPr>
              <p:cNvPr id="96" name="连接符: 肘形 95"/>
              <p:cNvCxnSpPr/>
              <p:nvPr/>
            </p:nvCxnSpPr>
            <p:spPr>
              <a:xfrm rot="16200000" flipV="1">
                <a:off x="6082725" y="445777"/>
                <a:ext cx="26550" cy="5400000"/>
              </a:xfrm>
              <a:prstGeom prst="bentConnector3">
                <a:avLst>
                  <a:gd name="adj1" fmla="val 968211"/>
                </a:avLst>
              </a:prstGeom>
              <a:noFill/>
              <a:ln w="6350" cap="flat" cmpd="sng">
                <a:solidFill>
                  <a:schemeClr val="accent1"/>
                </a:solidFill>
                <a:prstDash val="solid"/>
                <a:miter lim="400000"/>
                <a:headEnd type="oval" w="sm" len="sm"/>
                <a:tailEnd type="oval" w="sm" len="sm"/>
              </a:ln>
            </p:spPr>
          </p:cxnSp>
          <p:cxnSp>
            <p:nvCxnSpPr>
              <p:cNvPr id="97" name="连接符: 肘形 96"/>
              <p:cNvCxnSpPr/>
              <p:nvPr/>
            </p:nvCxnSpPr>
            <p:spPr>
              <a:xfrm rot="16200000" flipV="1">
                <a:off x="6082726" y="-1444223"/>
                <a:ext cx="26550" cy="9180000"/>
              </a:xfrm>
              <a:prstGeom prst="bentConnector3">
                <a:avLst>
                  <a:gd name="adj1" fmla="val 968211"/>
                </a:avLst>
              </a:prstGeom>
              <a:noFill/>
              <a:ln w="6350" cap="flat" cmpd="sng">
                <a:solidFill>
                  <a:schemeClr val="accent1"/>
                </a:solidFill>
                <a:prstDash val="solid"/>
                <a:miter lim="400000"/>
                <a:headEnd type="oval" w="sm" len="sm"/>
                <a:tailEnd type="oval" w="sm" len="sm"/>
              </a:ln>
            </p:spPr>
          </p:cxnSp>
          <p:grpSp>
            <p:nvGrpSpPr>
              <p:cNvPr id="23" name="组合 22"/>
              <p:cNvGrpSpPr/>
              <p:nvPr/>
            </p:nvGrpSpPr>
            <p:grpSpPr>
              <a:xfrm>
                <a:off x="673099" y="3132502"/>
                <a:ext cx="10845800" cy="3003252"/>
                <a:chOff x="673099" y="3132502"/>
                <a:chExt cx="10845800" cy="3003252"/>
              </a:xfrm>
            </p:grpSpPr>
            <p:grpSp>
              <p:nvGrpSpPr>
                <p:cNvPr id="12" name="组合 11"/>
                <p:cNvGrpSpPr/>
                <p:nvPr/>
              </p:nvGrpSpPr>
              <p:grpSpPr>
                <a:xfrm>
                  <a:off x="673099" y="3132502"/>
                  <a:ext cx="1693223" cy="2296003"/>
                  <a:chOff x="673099" y="3132502"/>
                  <a:chExt cx="1693223" cy="2296003"/>
                </a:xfrm>
              </p:grpSpPr>
              <p:grpSp>
                <p:nvGrpSpPr>
                  <p:cNvPr id="68" name="组合 67"/>
                  <p:cNvGrpSpPr/>
                  <p:nvPr/>
                </p:nvGrpSpPr>
                <p:grpSpPr>
                  <a:xfrm>
                    <a:off x="673099" y="3132502"/>
                    <a:ext cx="1693223" cy="423727"/>
                    <a:chOff x="729280" y="2628757"/>
                    <a:chExt cx="1678521" cy="525923"/>
                  </a:xfrm>
                </p:grpSpPr>
                <p:sp>
                  <p:nvSpPr>
                    <p:cNvPr id="84" name="矩形: 圆角 83"/>
                    <p:cNvSpPr/>
                    <p:nvPr/>
                  </p:nvSpPr>
                  <p:spPr>
                    <a:xfrm>
                      <a:off x="729280" y="2673440"/>
                      <a:ext cx="1678521" cy="481240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  <a:ln w="635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600"/>
                        </a:spcAf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CN" sz="1200" b="1" dirty="0">
                          <a:solidFill>
                            <a:schemeClr val="accent1"/>
                          </a:solidFill>
                          <a:cs typeface="+mn-ea"/>
                          <a:sym typeface="+mn-lt"/>
                        </a:rPr>
                        <a:t>…text</a:t>
                      </a:r>
                      <a:endParaRPr lang="zh-CN" altLang="en-US" sz="1200" b="1" dirty="0">
                        <a:solidFill>
                          <a:schemeClr val="accent1"/>
                        </a:solidFill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85" name="矩形 84"/>
                    <p:cNvSpPr/>
                    <p:nvPr/>
                  </p:nvSpPr>
                  <p:spPr>
                    <a:xfrm>
                      <a:off x="730492" y="2628757"/>
                      <a:ext cx="1677309" cy="4468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635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600"/>
                        </a:spcAft>
                      </a:pPr>
                      <a:endParaRPr lang="zh-CN" altLang="en-US" sz="1400" b="1">
                        <a:solidFill>
                          <a:schemeClr val="accent1"/>
                        </a:solidFill>
                        <a:cs typeface="+mn-ea"/>
                        <a:sym typeface="+mn-lt"/>
                      </a:endParaRPr>
                    </a:p>
                  </p:txBody>
                </p:sp>
              </p:grpSp>
              <p:sp>
                <p:nvSpPr>
                  <p:cNvPr id="61" name="矩形: 圆角 60"/>
                  <p:cNvSpPr/>
                  <p:nvPr/>
                </p:nvSpPr>
                <p:spPr>
                  <a:xfrm>
                    <a:off x="1138097" y="3748790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" name="矩形: 圆角 61"/>
                  <p:cNvSpPr/>
                  <p:nvPr/>
                </p:nvSpPr>
                <p:spPr>
                  <a:xfrm>
                    <a:off x="1138097" y="4102414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" name="矩形: 圆角 62"/>
                  <p:cNvSpPr/>
                  <p:nvPr/>
                </p:nvSpPr>
                <p:spPr>
                  <a:xfrm>
                    <a:off x="1138097" y="4456039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" name="矩形: 圆角 63"/>
                  <p:cNvSpPr/>
                  <p:nvPr/>
                </p:nvSpPr>
                <p:spPr>
                  <a:xfrm>
                    <a:off x="1138097" y="4809663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" name="矩形: 圆角 64"/>
                  <p:cNvSpPr/>
                  <p:nvPr/>
                </p:nvSpPr>
                <p:spPr>
                  <a:xfrm>
                    <a:off x="1138097" y="5163287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……11pt</a:t>
                    </a:r>
                    <a:endParaRPr lang="zh-CN" altLang="en-US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grpSp>
                <p:nvGrpSpPr>
                  <p:cNvPr id="11" name="组合 10"/>
                  <p:cNvGrpSpPr/>
                  <p:nvPr/>
                </p:nvGrpSpPr>
                <p:grpSpPr>
                  <a:xfrm>
                    <a:off x="1003622" y="3562805"/>
                    <a:ext cx="144000" cy="1733090"/>
                    <a:chOff x="1003622" y="3562805"/>
                    <a:chExt cx="144000" cy="1733090"/>
                  </a:xfrm>
                </p:grpSpPr>
                <p:cxnSp>
                  <p:nvCxnSpPr>
                    <p:cNvPr id="20" name="连接符: 肘形 19"/>
                    <p:cNvCxnSpPr/>
                    <p:nvPr/>
                  </p:nvCxnSpPr>
                  <p:spPr>
                    <a:xfrm rot="10800000" flipV="1">
                      <a:off x="1132541" y="3881398"/>
                      <a:ext cx="12700" cy="1414497"/>
                    </a:xfrm>
                    <a:prstGeom prst="bentConnector3">
                      <a:avLst>
                        <a:gd name="adj1" fmla="val 1125000"/>
                      </a:avLst>
                    </a:prstGeom>
                    <a:noFill/>
                    <a:ln w="6350" cap="flat" cmpd="sng">
                      <a:solidFill>
                        <a:schemeClr val="accent4"/>
                      </a:solidFill>
                      <a:prstDash val="solid"/>
                      <a:miter lim="400000"/>
                      <a:headEnd type="oval" w="sm" len="sm"/>
                      <a:tailEnd type="oval" w="sm" len="sm"/>
                    </a:ln>
                  </p:spPr>
                </p:cxnSp>
                <p:cxnSp>
                  <p:nvCxnSpPr>
                    <p:cNvPr id="21" name="连接符: 肘形 20"/>
                    <p:cNvCxnSpPr/>
                    <p:nvPr/>
                  </p:nvCxnSpPr>
                  <p:spPr>
                    <a:xfrm rot="10800000" flipV="1">
                      <a:off x="1132541" y="4235023"/>
                      <a:ext cx="10800" cy="707249"/>
                    </a:xfrm>
                    <a:prstGeom prst="bentConnector3">
                      <a:avLst>
                        <a:gd name="adj1" fmla="val 1310870"/>
                      </a:avLst>
                    </a:prstGeom>
                    <a:noFill/>
                    <a:ln w="6350" cap="flat" cmpd="sng">
                      <a:solidFill>
                        <a:schemeClr val="accent4"/>
                      </a:solidFill>
                      <a:prstDash val="solid"/>
                      <a:miter lim="400000"/>
                      <a:headEnd type="oval" w="sm" len="sm"/>
                      <a:tailEnd type="oval" w="sm" len="sm"/>
                    </a:ln>
                  </p:spPr>
                </p:cxnSp>
                <p:cxnSp>
                  <p:nvCxnSpPr>
                    <p:cNvPr id="22" name="连接符: 肘形 21"/>
                    <p:cNvCxnSpPr/>
                    <p:nvPr/>
                  </p:nvCxnSpPr>
                  <p:spPr>
                    <a:xfrm rot="10800000">
                      <a:off x="1003622" y="3562805"/>
                      <a:ext cx="144000" cy="1027562"/>
                    </a:xfrm>
                    <a:prstGeom prst="bentConnector2">
                      <a:avLst/>
                    </a:prstGeom>
                    <a:noFill/>
                    <a:ln w="6350" cap="flat" cmpd="sng">
                      <a:solidFill>
                        <a:schemeClr val="accent4"/>
                      </a:solidFill>
                      <a:prstDash val="solid"/>
                      <a:miter lim="400000"/>
                      <a:headEnd type="oval" w="sm" len="sm"/>
                      <a:tailEnd type="oval" w="sm" len="sm"/>
                    </a:ln>
                  </p:spPr>
                </p:cxnSp>
              </p:grpSp>
            </p:grpSp>
            <p:grpSp>
              <p:nvGrpSpPr>
                <p:cNvPr id="10" name="组合 9"/>
                <p:cNvGrpSpPr/>
                <p:nvPr/>
              </p:nvGrpSpPr>
              <p:grpSpPr>
                <a:xfrm>
                  <a:off x="2503615" y="3132502"/>
                  <a:ext cx="1693223" cy="1942379"/>
                  <a:chOff x="2503615" y="3132502"/>
                  <a:chExt cx="1693223" cy="1942379"/>
                </a:xfrm>
              </p:grpSpPr>
              <p:grpSp>
                <p:nvGrpSpPr>
                  <p:cNvPr id="69" name="组合 68"/>
                  <p:cNvGrpSpPr/>
                  <p:nvPr/>
                </p:nvGrpSpPr>
                <p:grpSpPr>
                  <a:xfrm>
                    <a:off x="2503615" y="3132502"/>
                    <a:ext cx="1693223" cy="423727"/>
                    <a:chOff x="2505938" y="3267074"/>
                    <a:chExt cx="1686868" cy="525923"/>
                  </a:xfrm>
                </p:grpSpPr>
                <p:sp>
                  <p:nvSpPr>
                    <p:cNvPr id="82" name="矩形: 圆角 81"/>
                    <p:cNvSpPr/>
                    <p:nvPr/>
                  </p:nvSpPr>
                  <p:spPr>
                    <a:xfrm>
                      <a:off x="2505938" y="3311757"/>
                      <a:ext cx="1686868" cy="481240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  <a:ln w="635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600"/>
                        </a:spcAft>
                      </a:pPr>
                      <a:r>
                        <a:rPr lang="en-US" altLang="zh-CN" sz="1200" b="1" dirty="0">
                          <a:solidFill>
                            <a:schemeClr val="accent1"/>
                          </a:solidFill>
                          <a:cs typeface="+mn-ea"/>
                          <a:sym typeface="+mn-lt"/>
                        </a:rPr>
                        <a:t>…text</a:t>
                      </a:r>
                      <a:endParaRPr lang="zh-CN" altLang="en-US" sz="1200" b="1" dirty="0">
                        <a:solidFill>
                          <a:schemeClr val="accent1"/>
                        </a:solidFill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83" name="矩形 82"/>
                    <p:cNvSpPr/>
                    <p:nvPr/>
                  </p:nvSpPr>
                  <p:spPr>
                    <a:xfrm>
                      <a:off x="2505938" y="3267074"/>
                      <a:ext cx="1685649" cy="4468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635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600"/>
                        </a:spcAft>
                      </a:pPr>
                      <a:endParaRPr lang="zh-CN" altLang="en-US" sz="1400" b="1">
                        <a:solidFill>
                          <a:schemeClr val="accent1"/>
                        </a:solidFill>
                        <a:cs typeface="+mn-ea"/>
                        <a:sym typeface="+mn-lt"/>
                      </a:endParaRPr>
                    </a:p>
                  </p:txBody>
                </p:sp>
              </p:grpSp>
              <p:sp>
                <p:nvSpPr>
                  <p:cNvPr id="57" name="矩形: 圆角 56"/>
                  <p:cNvSpPr/>
                  <p:nvPr/>
                </p:nvSpPr>
                <p:spPr>
                  <a:xfrm>
                    <a:off x="2968613" y="3748790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" name="矩形: 圆角 57"/>
                  <p:cNvSpPr/>
                  <p:nvPr/>
                </p:nvSpPr>
                <p:spPr>
                  <a:xfrm>
                    <a:off x="2968613" y="4102414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" name="矩形: 圆角 58"/>
                  <p:cNvSpPr/>
                  <p:nvPr/>
                </p:nvSpPr>
                <p:spPr>
                  <a:xfrm>
                    <a:off x="2968613" y="4456039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" name="矩形: 圆角 59"/>
                  <p:cNvSpPr/>
                  <p:nvPr/>
                </p:nvSpPr>
                <p:spPr>
                  <a:xfrm>
                    <a:off x="2968613" y="4809663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……11pt</a:t>
                    </a:r>
                    <a:endParaRPr lang="zh-CN" altLang="en-US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grpSp>
                <p:nvGrpSpPr>
                  <p:cNvPr id="90" name="组合 89"/>
                  <p:cNvGrpSpPr/>
                  <p:nvPr/>
                </p:nvGrpSpPr>
                <p:grpSpPr>
                  <a:xfrm>
                    <a:off x="2822304" y="3562805"/>
                    <a:ext cx="142550" cy="1379467"/>
                    <a:chOff x="1002691" y="3562805"/>
                    <a:chExt cx="142550" cy="1379467"/>
                  </a:xfrm>
                </p:grpSpPr>
                <p:cxnSp>
                  <p:nvCxnSpPr>
                    <p:cNvPr id="91" name="连接符: 肘形 90"/>
                    <p:cNvCxnSpPr/>
                    <p:nvPr/>
                  </p:nvCxnSpPr>
                  <p:spPr>
                    <a:xfrm rot="10800000" flipV="1">
                      <a:off x="1132541" y="3880272"/>
                      <a:ext cx="12700" cy="1062000"/>
                    </a:xfrm>
                    <a:prstGeom prst="bentConnector3">
                      <a:avLst>
                        <a:gd name="adj1" fmla="val 1125000"/>
                      </a:avLst>
                    </a:prstGeom>
                    <a:noFill/>
                    <a:ln w="6350" cap="flat" cmpd="sng">
                      <a:solidFill>
                        <a:schemeClr val="accent4"/>
                      </a:solidFill>
                      <a:prstDash val="solid"/>
                      <a:miter lim="400000"/>
                      <a:headEnd type="oval" w="sm" len="sm"/>
                      <a:tailEnd type="oval" w="sm" len="sm"/>
                    </a:ln>
                  </p:spPr>
                </p:cxnSp>
                <p:cxnSp>
                  <p:nvCxnSpPr>
                    <p:cNvPr id="92" name="连接符: 肘形 91"/>
                    <p:cNvCxnSpPr/>
                    <p:nvPr/>
                  </p:nvCxnSpPr>
                  <p:spPr>
                    <a:xfrm rot="10800000" flipV="1">
                      <a:off x="1132541" y="4230008"/>
                      <a:ext cx="10800" cy="360000"/>
                    </a:xfrm>
                    <a:prstGeom prst="bentConnector3">
                      <a:avLst>
                        <a:gd name="adj1" fmla="val 1310870"/>
                      </a:avLst>
                    </a:prstGeom>
                    <a:noFill/>
                    <a:ln w="6350" cap="flat" cmpd="sng">
                      <a:solidFill>
                        <a:schemeClr val="accent4"/>
                      </a:solidFill>
                      <a:prstDash val="solid"/>
                      <a:miter lim="400000"/>
                      <a:headEnd type="oval" w="sm" len="sm"/>
                      <a:tailEnd type="oval" w="sm" len="sm"/>
                    </a:ln>
                  </p:spPr>
                </p:cxnSp>
                <p:cxnSp>
                  <p:nvCxnSpPr>
                    <p:cNvPr id="93" name="连接符: 肘形 92"/>
                    <p:cNvCxnSpPr/>
                    <p:nvPr/>
                  </p:nvCxnSpPr>
                  <p:spPr>
                    <a:xfrm rot="10800000">
                      <a:off x="1002691" y="3562805"/>
                      <a:ext cx="0" cy="1027562"/>
                    </a:xfrm>
                    <a:prstGeom prst="bentConnector2">
                      <a:avLst/>
                    </a:prstGeom>
                    <a:noFill/>
                    <a:ln w="6350" cap="flat" cmpd="sng">
                      <a:solidFill>
                        <a:schemeClr val="accent4"/>
                      </a:solidFill>
                      <a:prstDash val="solid"/>
                      <a:miter lim="400000"/>
                      <a:headEnd type="none" w="sm" len="sm"/>
                      <a:tailEnd type="oval" w="sm" len="sm"/>
                    </a:ln>
                  </p:spPr>
                </p:cxnSp>
              </p:grpSp>
            </p:grpSp>
            <p:grpSp>
              <p:nvGrpSpPr>
                <p:cNvPr id="9" name="组合 8"/>
                <p:cNvGrpSpPr/>
                <p:nvPr/>
              </p:nvGrpSpPr>
              <p:grpSpPr>
                <a:xfrm>
                  <a:off x="4334131" y="3132502"/>
                  <a:ext cx="1693223" cy="3003252"/>
                  <a:chOff x="4334131" y="3132502"/>
                  <a:chExt cx="1693223" cy="3003252"/>
                </a:xfrm>
              </p:grpSpPr>
              <p:grpSp>
                <p:nvGrpSpPr>
                  <p:cNvPr id="70" name="组合 69"/>
                  <p:cNvGrpSpPr/>
                  <p:nvPr/>
                </p:nvGrpSpPr>
                <p:grpSpPr>
                  <a:xfrm>
                    <a:off x="4334131" y="3132502"/>
                    <a:ext cx="1693223" cy="423727"/>
                    <a:chOff x="2505938" y="3267074"/>
                    <a:chExt cx="1686868" cy="525923"/>
                  </a:xfrm>
                </p:grpSpPr>
                <p:sp>
                  <p:nvSpPr>
                    <p:cNvPr id="80" name="矩形: 圆角 79"/>
                    <p:cNvSpPr/>
                    <p:nvPr/>
                  </p:nvSpPr>
                  <p:spPr>
                    <a:xfrm>
                      <a:off x="2505938" y="3311757"/>
                      <a:ext cx="1686868" cy="481240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  <a:ln w="635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600"/>
                        </a:spcAft>
                      </a:pPr>
                      <a:r>
                        <a:rPr lang="en-US" altLang="zh-CN" sz="1200" b="1">
                          <a:solidFill>
                            <a:schemeClr val="accent1"/>
                          </a:solidFill>
                          <a:cs typeface="+mn-ea"/>
                          <a:sym typeface="+mn-lt"/>
                        </a:rPr>
                        <a:t>…text</a:t>
                      </a:r>
                      <a:endParaRPr lang="zh-CN" altLang="en-US" sz="1200" b="1" dirty="0">
                        <a:solidFill>
                          <a:schemeClr val="accent1"/>
                        </a:solidFill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81" name="矩形 80"/>
                    <p:cNvSpPr/>
                    <p:nvPr/>
                  </p:nvSpPr>
                  <p:spPr>
                    <a:xfrm>
                      <a:off x="2507157" y="3267074"/>
                      <a:ext cx="1685649" cy="4468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635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600"/>
                        </a:spcAft>
                      </a:pPr>
                      <a:endParaRPr lang="zh-CN" altLang="en-US" sz="1400" b="1">
                        <a:solidFill>
                          <a:schemeClr val="accent1"/>
                        </a:solidFill>
                        <a:cs typeface="+mn-ea"/>
                        <a:sym typeface="+mn-lt"/>
                      </a:endParaRPr>
                    </a:p>
                  </p:txBody>
                </p:sp>
              </p:grpSp>
              <p:sp>
                <p:nvSpPr>
                  <p:cNvPr id="50" name="矩形: 圆角 49"/>
                  <p:cNvSpPr/>
                  <p:nvPr/>
                </p:nvSpPr>
                <p:spPr>
                  <a:xfrm>
                    <a:off x="4799129" y="3748790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" name="矩形: 圆角 50"/>
                  <p:cNvSpPr/>
                  <p:nvPr/>
                </p:nvSpPr>
                <p:spPr>
                  <a:xfrm>
                    <a:off x="4799129" y="4102414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" name="矩形: 圆角 51"/>
                  <p:cNvSpPr/>
                  <p:nvPr/>
                </p:nvSpPr>
                <p:spPr>
                  <a:xfrm>
                    <a:off x="4799129" y="4456039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" name="矩形: 圆角 52"/>
                  <p:cNvSpPr/>
                  <p:nvPr/>
                </p:nvSpPr>
                <p:spPr>
                  <a:xfrm>
                    <a:off x="4799129" y="4809663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" name="矩形: 圆角 53"/>
                  <p:cNvSpPr/>
                  <p:nvPr/>
                </p:nvSpPr>
                <p:spPr>
                  <a:xfrm>
                    <a:off x="4799129" y="5163288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" name="矩形: 圆角 54"/>
                  <p:cNvSpPr/>
                  <p:nvPr/>
                </p:nvSpPr>
                <p:spPr>
                  <a:xfrm>
                    <a:off x="4799129" y="5516912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" name="矩形: 圆角 55"/>
                  <p:cNvSpPr/>
                  <p:nvPr/>
                </p:nvSpPr>
                <p:spPr>
                  <a:xfrm>
                    <a:off x="4799129" y="5870536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……11pt</a:t>
                    </a:r>
                    <a:endParaRPr lang="zh-CN" altLang="en-US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grpSp>
                <p:nvGrpSpPr>
                  <p:cNvPr id="13" name="组合 12"/>
                  <p:cNvGrpSpPr/>
                  <p:nvPr/>
                </p:nvGrpSpPr>
                <p:grpSpPr>
                  <a:xfrm>
                    <a:off x="4665789" y="3555101"/>
                    <a:ext cx="144000" cy="2448044"/>
                    <a:chOff x="4665789" y="3555101"/>
                    <a:chExt cx="144000" cy="2448044"/>
                  </a:xfrm>
                </p:grpSpPr>
                <p:cxnSp>
                  <p:nvCxnSpPr>
                    <p:cNvPr id="95" name="连接符: 肘形 94"/>
                    <p:cNvCxnSpPr/>
                    <p:nvPr/>
                  </p:nvCxnSpPr>
                  <p:spPr>
                    <a:xfrm rot="10800000" flipV="1">
                      <a:off x="4794708" y="3879145"/>
                      <a:ext cx="12700" cy="2124000"/>
                    </a:xfrm>
                    <a:prstGeom prst="bentConnector3">
                      <a:avLst>
                        <a:gd name="adj1" fmla="val 1125000"/>
                      </a:avLst>
                    </a:prstGeom>
                    <a:noFill/>
                    <a:ln w="6350" cap="flat" cmpd="sng">
                      <a:solidFill>
                        <a:schemeClr val="accent4"/>
                      </a:solidFill>
                      <a:prstDash val="solid"/>
                      <a:miter lim="400000"/>
                      <a:headEnd type="oval" w="sm" len="sm"/>
                      <a:tailEnd type="oval" w="sm" len="sm"/>
                    </a:ln>
                  </p:spPr>
                </p:cxnSp>
                <p:cxnSp>
                  <p:nvCxnSpPr>
                    <p:cNvPr id="98" name="连接符: 肘形 97"/>
                    <p:cNvCxnSpPr/>
                    <p:nvPr/>
                  </p:nvCxnSpPr>
                  <p:spPr>
                    <a:xfrm rot="10800000" flipV="1">
                      <a:off x="4794708" y="4245522"/>
                      <a:ext cx="10800" cy="1404000"/>
                    </a:xfrm>
                    <a:prstGeom prst="bentConnector3">
                      <a:avLst>
                        <a:gd name="adj1" fmla="val 1310870"/>
                      </a:avLst>
                    </a:prstGeom>
                    <a:noFill/>
                    <a:ln w="6350" cap="flat" cmpd="sng">
                      <a:solidFill>
                        <a:schemeClr val="accent4"/>
                      </a:solidFill>
                      <a:prstDash val="solid"/>
                      <a:miter lim="400000"/>
                      <a:headEnd type="oval" w="sm" len="sm"/>
                      <a:tailEnd type="oval" w="sm" len="sm"/>
                    </a:ln>
                  </p:spPr>
                </p:cxnSp>
                <p:cxnSp>
                  <p:nvCxnSpPr>
                    <p:cNvPr id="99" name="连接符: 肘形 98"/>
                    <p:cNvCxnSpPr/>
                    <p:nvPr/>
                  </p:nvCxnSpPr>
                  <p:spPr>
                    <a:xfrm rot="10800000">
                      <a:off x="4665789" y="3555101"/>
                      <a:ext cx="144000" cy="1386000"/>
                    </a:xfrm>
                    <a:prstGeom prst="bentConnector2">
                      <a:avLst/>
                    </a:prstGeom>
                    <a:noFill/>
                    <a:ln w="6350" cap="flat" cmpd="sng">
                      <a:solidFill>
                        <a:schemeClr val="accent4"/>
                      </a:solidFill>
                      <a:prstDash val="solid"/>
                      <a:miter lim="400000"/>
                      <a:headEnd type="oval" w="sm" len="sm"/>
                      <a:tailEnd type="oval" w="sm" len="sm"/>
                    </a:ln>
                  </p:spPr>
                </p:cxnSp>
                <p:cxnSp>
                  <p:nvCxnSpPr>
                    <p:cNvPr id="100" name="连接符: 肘形 99"/>
                    <p:cNvCxnSpPr/>
                    <p:nvPr/>
                  </p:nvCxnSpPr>
                  <p:spPr>
                    <a:xfrm rot="10800000" flipV="1">
                      <a:off x="4794708" y="4575895"/>
                      <a:ext cx="10800" cy="720000"/>
                    </a:xfrm>
                    <a:prstGeom prst="bentConnector3">
                      <a:avLst>
                        <a:gd name="adj1" fmla="val 1310870"/>
                      </a:avLst>
                    </a:prstGeom>
                    <a:noFill/>
                    <a:ln w="6350" cap="flat" cmpd="sng">
                      <a:solidFill>
                        <a:schemeClr val="accent4"/>
                      </a:solidFill>
                      <a:prstDash val="solid"/>
                      <a:miter lim="400000"/>
                      <a:headEnd type="oval" w="sm" len="sm"/>
                      <a:tailEnd type="oval" w="sm" len="sm"/>
                    </a:ln>
                  </p:spPr>
                </p:cxnSp>
              </p:grpSp>
            </p:grpSp>
            <p:grpSp>
              <p:nvGrpSpPr>
                <p:cNvPr id="8" name="组合 7"/>
                <p:cNvGrpSpPr/>
                <p:nvPr/>
              </p:nvGrpSpPr>
              <p:grpSpPr>
                <a:xfrm>
                  <a:off x="6164647" y="3132502"/>
                  <a:ext cx="1693223" cy="1588755"/>
                  <a:chOff x="6164647" y="3132502"/>
                  <a:chExt cx="1693223" cy="1588755"/>
                </a:xfrm>
              </p:grpSpPr>
              <p:grpSp>
                <p:nvGrpSpPr>
                  <p:cNvPr id="71" name="组合 70"/>
                  <p:cNvGrpSpPr/>
                  <p:nvPr/>
                </p:nvGrpSpPr>
                <p:grpSpPr>
                  <a:xfrm>
                    <a:off x="6164647" y="3132502"/>
                    <a:ext cx="1693223" cy="423727"/>
                    <a:chOff x="2505938" y="3267074"/>
                    <a:chExt cx="1686868" cy="525923"/>
                  </a:xfrm>
                </p:grpSpPr>
                <p:sp>
                  <p:nvSpPr>
                    <p:cNvPr id="78" name="矩形: 圆角 77"/>
                    <p:cNvSpPr/>
                    <p:nvPr/>
                  </p:nvSpPr>
                  <p:spPr>
                    <a:xfrm>
                      <a:off x="2505938" y="3311757"/>
                      <a:ext cx="1686868" cy="481240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  <a:ln w="635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>
                      <a:norm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600"/>
                        </a:spcAft>
                      </a:pPr>
                      <a:r>
                        <a:rPr lang="en-US" altLang="zh-CN" sz="1200" b="1" dirty="0">
                          <a:solidFill>
                            <a:schemeClr val="accent1"/>
                          </a:solidFill>
                          <a:cs typeface="+mn-ea"/>
                          <a:sym typeface="+mn-lt"/>
                        </a:rPr>
                        <a:t>…text</a:t>
                      </a:r>
                      <a:endParaRPr lang="zh-CN" altLang="en-US" sz="1200" b="1" dirty="0">
                        <a:solidFill>
                          <a:schemeClr val="accent1"/>
                        </a:solidFill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79" name="矩形 78"/>
                    <p:cNvSpPr/>
                    <p:nvPr/>
                  </p:nvSpPr>
                  <p:spPr>
                    <a:xfrm>
                      <a:off x="2507157" y="3267074"/>
                      <a:ext cx="1685649" cy="4468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635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600"/>
                        </a:spcAft>
                      </a:pPr>
                      <a:endParaRPr lang="zh-CN" altLang="en-US" sz="1400" b="1">
                        <a:solidFill>
                          <a:schemeClr val="accent1"/>
                        </a:solidFill>
                        <a:cs typeface="+mn-ea"/>
                        <a:sym typeface="+mn-lt"/>
                      </a:endParaRPr>
                    </a:p>
                  </p:txBody>
                </p:sp>
              </p:grpSp>
              <p:sp>
                <p:nvSpPr>
                  <p:cNvPr id="47" name="矩形: 圆角 46"/>
                  <p:cNvSpPr/>
                  <p:nvPr/>
                </p:nvSpPr>
                <p:spPr>
                  <a:xfrm>
                    <a:off x="6618984" y="3748790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" name="矩形: 圆角 47"/>
                  <p:cNvSpPr/>
                  <p:nvPr/>
                </p:nvSpPr>
                <p:spPr>
                  <a:xfrm>
                    <a:off x="6618984" y="4102415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" name="矩形: 圆角 48"/>
                  <p:cNvSpPr/>
                  <p:nvPr/>
                </p:nvSpPr>
                <p:spPr>
                  <a:xfrm>
                    <a:off x="6618984" y="4456039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……11pt</a:t>
                    </a:r>
                    <a:endParaRPr lang="zh-CN" altLang="en-US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104" name="连接符: 肘形 103"/>
                  <p:cNvCxnSpPr/>
                  <p:nvPr/>
                </p:nvCxnSpPr>
                <p:spPr>
                  <a:xfrm rot="10800000" flipV="1">
                    <a:off x="6608594" y="3883118"/>
                    <a:ext cx="10800" cy="707249"/>
                  </a:xfrm>
                  <a:prstGeom prst="bentConnector3">
                    <a:avLst>
                      <a:gd name="adj1" fmla="val 1310870"/>
                    </a:avLst>
                  </a:prstGeom>
                  <a:noFill/>
                  <a:ln w="6350" cap="flat" cmpd="sng">
                    <a:solidFill>
                      <a:schemeClr val="accent4"/>
                    </a:solidFill>
                    <a:prstDash val="solid"/>
                    <a:miter lim="400000"/>
                    <a:headEnd type="oval" w="sm" len="sm"/>
                    <a:tailEnd type="oval" w="sm" len="sm"/>
                  </a:ln>
                </p:spPr>
              </p:cxnSp>
              <p:cxnSp>
                <p:nvCxnSpPr>
                  <p:cNvPr id="105" name="连接符: 肘形 104"/>
                  <p:cNvCxnSpPr/>
                  <p:nvPr/>
                </p:nvCxnSpPr>
                <p:spPr>
                  <a:xfrm rot="10800000">
                    <a:off x="6479675" y="3550201"/>
                    <a:ext cx="144000" cy="684000"/>
                  </a:xfrm>
                  <a:prstGeom prst="bentConnector2">
                    <a:avLst/>
                  </a:prstGeom>
                  <a:noFill/>
                  <a:ln w="6350" cap="flat" cmpd="sng">
                    <a:solidFill>
                      <a:schemeClr val="accent4"/>
                    </a:solidFill>
                    <a:prstDash val="solid"/>
                    <a:miter lim="400000"/>
                    <a:headEnd type="oval" w="sm" len="sm"/>
                    <a:tailEnd type="oval" w="sm" len="sm"/>
                  </a:ln>
                </p:spPr>
              </p:cxnSp>
            </p:grpSp>
            <p:grpSp>
              <p:nvGrpSpPr>
                <p:cNvPr id="7" name="组合 6"/>
                <p:cNvGrpSpPr/>
                <p:nvPr/>
              </p:nvGrpSpPr>
              <p:grpSpPr>
                <a:xfrm>
                  <a:off x="7995162" y="3132502"/>
                  <a:ext cx="1693223" cy="1942379"/>
                  <a:chOff x="7995162" y="3132502"/>
                  <a:chExt cx="1693223" cy="1942379"/>
                </a:xfrm>
              </p:grpSpPr>
              <p:grpSp>
                <p:nvGrpSpPr>
                  <p:cNvPr id="72" name="组合 71"/>
                  <p:cNvGrpSpPr/>
                  <p:nvPr/>
                </p:nvGrpSpPr>
                <p:grpSpPr>
                  <a:xfrm>
                    <a:off x="7995162" y="3132502"/>
                    <a:ext cx="1693223" cy="423727"/>
                    <a:chOff x="2505938" y="3267074"/>
                    <a:chExt cx="1686868" cy="525923"/>
                  </a:xfrm>
                </p:grpSpPr>
                <p:sp>
                  <p:nvSpPr>
                    <p:cNvPr id="76" name="矩形: 圆角 75"/>
                    <p:cNvSpPr/>
                    <p:nvPr/>
                  </p:nvSpPr>
                  <p:spPr>
                    <a:xfrm>
                      <a:off x="2505938" y="3311757"/>
                      <a:ext cx="1686868" cy="481240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  <a:ln w="635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600"/>
                        </a:spcAft>
                      </a:pPr>
                      <a:r>
                        <a:rPr lang="en-US" altLang="zh-CN" sz="1200" b="1" dirty="0">
                          <a:solidFill>
                            <a:schemeClr val="accent1"/>
                          </a:solidFill>
                          <a:cs typeface="+mn-ea"/>
                          <a:sym typeface="+mn-lt"/>
                        </a:rPr>
                        <a:t>…text</a:t>
                      </a:r>
                      <a:endParaRPr lang="zh-CN" altLang="en-US" sz="1200" b="1" dirty="0">
                        <a:solidFill>
                          <a:schemeClr val="accent1"/>
                        </a:solidFill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77" name="矩形 76"/>
                    <p:cNvSpPr/>
                    <p:nvPr/>
                  </p:nvSpPr>
                  <p:spPr>
                    <a:xfrm>
                      <a:off x="2505938" y="3267074"/>
                      <a:ext cx="1685649" cy="4468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635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600"/>
                        </a:spcAft>
                      </a:pPr>
                      <a:endParaRPr lang="zh-CN" altLang="en-US" sz="1400" b="1">
                        <a:solidFill>
                          <a:schemeClr val="accent1"/>
                        </a:solidFill>
                        <a:cs typeface="+mn-ea"/>
                        <a:sym typeface="+mn-lt"/>
                      </a:endParaRPr>
                    </a:p>
                  </p:txBody>
                </p:sp>
              </p:grpSp>
              <p:sp>
                <p:nvSpPr>
                  <p:cNvPr id="43" name="矩形: 圆角 42"/>
                  <p:cNvSpPr/>
                  <p:nvPr/>
                </p:nvSpPr>
                <p:spPr>
                  <a:xfrm>
                    <a:off x="8460160" y="3748790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" name="矩形: 圆角 43"/>
                  <p:cNvSpPr/>
                  <p:nvPr/>
                </p:nvSpPr>
                <p:spPr>
                  <a:xfrm>
                    <a:off x="8460160" y="4102414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" name="矩形: 圆角 44"/>
                  <p:cNvSpPr/>
                  <p:nvPr/>
                </p:nvSpPr>
                <p:spPr>
                  <a:xfrm>
                    <a:off x="8460160" y="4456039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" name="矩形: 圆角 45"/>
                  <p:cNvSpPr/>
                  <p:nvPr/>
                </p:nvSpPr>
                <p:spPr>
                  <a:xfrm>
                    <a:off x="8460160" y="4809663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……11pt</a:t>
                    </a:r>
                    <a:endParaRPr lang="zh-CN" altLang="en-US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grpSp>
                <p:nvGrpSpPr>
                  <p:cNvPr id="106" name="组合 105"/>
                  <p:cNvGrpSpPr/>
                  <p:nvPr/>
                </p:nvGrpSpPr>
                <p:grpSpPr>
                  <a:xfrm>
                    <a:off x="8313798" y="3562805"/>
                    <a:ext cx="142550" cy="1379467"/>
                    <a:chOff x="1002691" y="3562805"/>
                    <a:chExt cx="142550" cy="1379467"/>
                  </a:xfrm>
                </p:grpSpPr>
                <p:cxnSp>
                  <p:nvCxnSpPr>
                    <p:cNvPr id="107" name="连接符: 肘形 106"/>
                    <p:cNvCxnSpPr/>
                    <p:nvPr/>
                  </p:nvCxnSpPr>
                  <p:spPr>
                    <a:xfrm rot="10800000" flipV="1">
                      <a:off x="1132541" y="3880272"/>
                      <a:ext cx="12700" cy="1062000"/>
                    </a:xfrm>
                    <a:prstGeom prst="bentConnector3">
                      <a:avLst>
                        <a:gd name="adj1" fmla="val 1125000"/>
                      </a:avLst>
                    </a:prstGeom>
                    <a:noFill/>
                    <a:ln w="6350" cap="flat" cmpd="sng">
                      <a:solidFill>
                        <a:schemeClr val="accent4"/>
                      </a:solidFill>
                      <a:prstDash val="solid"/>
                      <a:miter lim="400000"/>
                      <a:headEnd type="oval" w="sm" len="sm"/>
                      <a:tailEnd type="oval" w="sm" len="sm"/>
                    </a:ln>
                  </p:spPr>
                </p:cxnSp>
                <p:cxnSp>
                  <p:nvCxnSpPr>
                    <p:cNvPr id="108" name="连接符: 肘形 107"/>
                    <p:cNvCxnSpPr/>
                    <p:nvPr/>
                  </p:nvCxnSpPr>
                  <p:spPr>
                    <a:xfrm rot="10800000" flipV="1">
                      <a:off x="1132541" y="4230008"/>
                      <a:ext cx="10800" cy="360000"/>
                    </a:xfrm>
                    <a:prstGeom prst="bentConnector3">
                      <a:avLst>
                        <a:gd name="adj1" fmla="val 1310870"/>
                      </a:avLst>
                    </a:prstGeom>
                    <a:noFill/>
                    <a:ln w="6350" cap="flat" cmpd="sng">
                      <a:solidFill>
                        <a:schemeClr val="accent4"/>
                      </a:solidFill>
                      <a:prstDash val="solid"/>
                      <a:miter lim="400000"/>
                      <a:headEnd type="oval" w="sm" len="sm"/>
                      <a:tailEnd type="oval" w="sm" len="sm"/>
                    </a:ln>
                  </p:spPr>
                </p:cxnSp>
                <p:cxnSp>
                  <p:nvCxnSpPr>
                    <p:cNvPr id="109" name="连接符: 肘形 108"/>
                    <p:cNvCxnSpPr/>
                    <p:nvPr/>
                  </p:nvCxnSpPr>
                  <p:spPr>
                    <a:xfrm rot="10800000">
                      <a:off x="1002691" y="3562805"/>
                      <a:ext cx="0" cy="1027562"/>
                    </a:xfrm>
                    <a:prstGeom prst="bentConnector2">
                      <a:avLst/>
                    </a:prstGeom>
                    <a:noFill/>
                    <a:ln w="6350" cap="flat" cmpd="sng">
                      <a:solidFill>
                        <a:schemeClr val="accent4"/>
                      </a:solidFill>
                      <a:prstDash val="solid"/>
                      <a:miter lim="400000"/>
                      <a:headEnd type="none" w="sm" len="sm"/>
                      <a:tailEnd type="oval" w="sm" len="sm"/>
                    </a:ln>
                  </p:spPr>
                </p:cxnSp>
              </p:grpSp>
            </p:grpSp>
            <p:grpSp>
              <p:nvGrpSpPr>
                <p:cNvPr id="6" name="组合 5"/>
                <p:cNvGrpSpPr/>
                <p:nvPr/>
              </p:nvGrpSpPr>
              <p:grpSpPr>
                <a:xfrm>
                  <a:off x="9825676" y="3132502"/>
                  <a:ext cx="1693223" cy="2296003"/>
                  <a:chOff x="9825676" y="3132502"/>
                  <a:chExt cx="1693223" cy="2296003"/>
                </a:xfrm>
              </p:grpSpPr>
              <p:grpSp>
                <p:nvGrpSpPr>
                  <p:cNvPr id="73" name="组合 72"/>
                  <p:cNvGrpSpPr/>
                  <p:nvPr/>
                </p:nvGrpSpPr>
                <p:grpSpPr>
                  <a:xfrm>
                    <a:off x="9825676" y="3132502"/>
                    <a:ext cx="1693223" cy="423727"/>
                    <a:chOff x="2505938" y="3267074"/>
                    <a:chExt cx="1686868" cy="525923"/>
                  </a:xfrm>
                </p:grpSpPr>
                <p:sp>
                  <p:nvSpPr>
                    <p:cNvPr id="74" name="矩形: 圆角 73"/>
                    <p:cNvSpPr/>
                    <p:nvPr/>
                  </p:nvSpPr>
                  <p:spPr>
                    <a:xfrm>
                      <a:off x="2505938" y="3311757"/>
                      <a:ext cx="1686868" cy="481240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  <a:ln w="635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>
                      <a:norm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600"/>
                        </a:spcAft>
                      </a:pPr>
                      <a:r>
                        <a:rPr lang="en-US" altLang="zh-CN" sz="1200" b="1">
                          <a:solidFill>
                            <a:schemeClr val="accent1"/>
                          </a:solidFill>
                          <a:cs typeface="+mn-ea"/>
                          <a:sym typeface="+mn-lt"/>
                        </a:rPr>
                        <a:t>…</a:t>
                      </a:r>
                      <a:r>
                        <a:rPr lang="en-US" altLang="zh-CN" sz="1200" b="1" dirty="0">
                          <a:solidFill>
                            <a:schemeClr val="accent1"/>
                          </a:solidFill>
                          <a:cs typeface="+mn-ea"/>
                          <a:sym typeface="+mn-lt"/>
                        </a:rPr>
                        <a:t>text-12pt</a:t>
                      </a:r>
                      <a:endParaRPr lang="zh-CN" altLang="en-US" sz="1200" b="1" dirty="0">
                        <a:solidFill>
                          <a:schemeClr val="accent1"/>
                        </a:solidFill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75" name="矩形 74"/>
                    <p:cNvSpPr/>
                    <p:nvPr/>
                  </p:nvSpPr>
                  <p:spPr>
                    <a:xfrm>
                      <a:off x="2507157" y="3267074"/>
                      <a:ext cx="1685649" cy="4468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635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600"/>
                        </a:spcAft>
                      </a:pPr>
                      <a:endParaRPr lang="zh-CN" altLang="en-US" sz="1400" b="1">
                        <a:solidFill>
                          <a:schemeClr val="accent1"/>
                        </a:solidFill>
                        <a:cs typeface="+mn-ea"/>
                        <a:sym typeface="+mn-lt"/>
                      </a:endParaRPr>
                    </a:p>
                  </p:txBody>
                </p:sp>
              </p:grpSp>
              <p:sp>
                <p:nvSpPr>
                  <p:cNvPr id="38" name="矩形: 圆角 37"/>
                  <p:cNvSpPr/>
                  <p:nvPr/>
                </p:nvSpPr>
                <p:spPr>
                  <a:xfrm>
                    <a:off x="10290674" y="3748790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" name="矩形: 圆角 38"/>
                  <p:cNvSpPr/>
                  <p:nvPr/>
                </p:nvSpPr>
                <p:spPr>
                  <a:xfrm>
                    <a:off x="10290674" y="4102414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" name="矩形: 圆角 39"/>
                  <p:cNvSpPr/>
                  <p:nvPr/>
                </p:nvSpPr>
                <p:spPr>
                  <a:xfrm>
                    <a:off x="10290674" y="4456039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" name="矩形: 圆角 40"/>
                  <p:cNvSpPr/>
                  <p:nvPr/>
                </p:nvSpPr>
                <p:spPr>
                  <a:xfrm>
                    <a:off x="10290674" y="4809663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Text Here</a:t>
                    </a:r>
                    <a:endParaRPr lang="en-US" altLang="zh-CN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" name="矩形: 圆角 41"/>
                  <p:cNvSpPr/>
                  <p:nvPr/>
                </p:nvSpPr>
                <p:spPr>
                  <a:xfrm>
                    <a:off x="10290674" y="5163287"/>
                    <a:ext cx="1228225" cy="26521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lnSpcReduction="10000"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1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……11pt</a:t>
                    </a:r>
                    <a:endParaRPr lang="zh-CN" altLang="en-US" sz="1100" dirty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grpSp>
                <p:nvGrpSpPr>
                  <p:cNvPr id="110" name="组合 109"/>
                  <p:cNvGrpSpPr/>
                  <p:nvPr/>
                </p:nvGrpSpPr>
                <p:grpSpPr>
                  <a:xfrm>
                    <a:off x="10147155" y="3562805"/>
                    <a:ext cx="144000" cy="1733090"/>
                    <a:chOff x="1003622" y="3562805"/>
                    <a:chExt cx="144000" cy="1733090"/>
                  </a:xfrm>
                </p:grpSpPr>
                <p:cxnSp>
                  <p:nvCxnSpPr>
                    <p:cNvPr id="111" name="连接符: 肘形 110"/>
                    <p:cNvCxnSpPr/>
                    <p:nvPr/>
                  </p:nvCxnSpPr>
                  <p:spPr>
                    <a:xfrm rot="10800000" flipV="1">
                      <a:off x="1132541" y="3881398"/>
                      <a:ext cx="12700" cy="1414497"/>
                    </a:xfrm>
                    <a:prstGeom prst="bentConnector3">
                      <a:avLst>
                        <a:gd name="adj1" fmla="val 1125000"/>
                      </a:avLst>
                    </a:prstGeom>
                    <a:noFill/>
                    <a:ln w="6350" cap="flat" cmpd="sng">
                      <a:solidFill>
                        <a:schemeClr val="accent4"/>
                      </a:solidFill>
                      <a:prstDash val="solid"/>
                      <a:miter lim="400000"/>
                      <a:headEnd type="oval" w="sm" len="sm"/>
                      <a:tailEnd type="oval" w="sm" len="sm"/>
                    </a:ln>
                  </p:spPr>
                </p:cxnSp>
                <p:cxnSp>
                  <p:nvCxnSpPr>
                    <p:cNvPr id="112" name="连接符: 肘形 111"/>
                    <p:cNvCxnSpPr/>
                    <p:nvPr/>
                  </p:nvCxnSpPr>
                  <p:spPr>
                    <a:xfrm rot="10800000" flipV="1">
                      <a:off x="1132541" y="4235023"/>
                      <a:ext cx="10800" cy="707249"/>
                    </a:xfrm>
                    <a:prstGeom prst="bentConnector3">
                      <a:avLst>
                        <a:gd name="adj1" fmla="val 1310870"/>
                      </a:avLst>
                    </a:prstGeom>
                    <a:noFill/>
                    <a:ln w="6350" cap="flat" cmpd="sng">
                      <a:solidFill>
                        <a:schemeClr val="accent4"/>
                      </a:solidFill>
                      <a:prstDash val="solid"/>
                      <a:miter lim="400000"/>
                      <a:headEnd type="oval" w="sm" len="sm"/>
                      <a:tailEnd type="oval" w="sm" len="sm"/>
                    </a:ln>
                  </p:spPr>
                </p:cxnSp>
                <p:cxnSp>
                  <p:nvCxnSpPr>
                    <p:cNvPr id="113" name="连接符: 肘形 112"/>
                    <p:cNvCxnSpPr/>
                    <p:nvPr/>
                  </p:nvCxnSpPr>
                  <p:spPr>
                    <a:xfrm rot="10800000">
                      <a:off x="1003622" y="3562805"/>
                      <a:ext cx="144000" cy="1027562"/>
                    </a:xfrm>
                    <a:prstGeom prst="bentConnector2">
                      <a:avLst/>
                    </a:prstGeom>
                    <a:noFill/>
                    <a:ln w="6350" cap="flat" cmpd="sng">
                      <a:solidFill>
                        <a:schemeClr val="accent4"/>
                      </a:solidFill>
                      <a:prstDash val="solid"/>
                      <a:miter lim="400000"/>
                      <a:headEnd type="oval" w="sm" len="sm"/>
                      <a:tailEnd type="oval" w="sm" len="sm"/>
                    </a:ln>
                  </p:spPr>
                </p:cxnSp>
              </p:grpSp>
            </p:grpSp>
          </p:grpSp>
        </p:grpSp>
        <p:sp>
          <p:nvSpPr>
            <p:cNvPr id="94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65377" cy="4867443"/>
            <a:chOff x="660400" y="1266657"/>
            <a:chExt cx="10865377" cy="4867443"/>
          </a:xfrm>
        </p:grpSpPr>
        <p:grpSp>
          <p:nvGrpSpPr>
            <p:cNvPr id="19" name="组合 18"/>
            <p:cNvGrpSpPr/>
            <p:nvPr/>
          </p:nvGrpSpPr>
          <p:grpSpPr>
            <a:xfrm>
              <a:off x="660400" y="1670321"/>
              <a:ext cx="10865377" cy="4463779"/>
              <a:chOff x="660400" y="1670321"/>
              <a:chExt cx="10865377" cy="4463779"/>
            </a:xfrm>
          </p:grpSpPr>
          <p:sp>
            <p:nvSpPr>
              <p:cNvPr id="4" name="îṥļíḓe"/>
              <p:cNvSpPr/>
              <p:nvPr/>
            </p:nvSpPr>
            <p:spPr>
              <a:xfrm>
                <a:off x="669925" y="2314460"/>
                <a:ext cx="10850563" cy="1176796"/>
              </a:xfrm>
              <a:prstGeom prst="rightArrow">
                <a:avLst>
                  <a:gd name="adj1" fmla="val 100000"/>
                  <a:gd name="adj2" fmla="val 7142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chemeClr val="tx1"/>
                    </a:solidFill>
                  </a:rPr>
                  <a:t>Unified fonts make reading more fluent.-16pt</a:t>
                </a:r>
                <a:endParaRPr lang="en-US" altLang="zh-CN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îṩlíḋé"/>
              <p:cNvSpPr/>
              <p:nvPr/>
            </p:nvSpPr>
            <p:spPr>
              <a:xfrm>
                <a:off x="672609" y="3664565"/>
                <a:ext cx="2206394" cy="6695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  <a:tabLst>
                    <a:tab pos="227965" algn="l"/>
                  </a:tabLst>
                  <a:defRPr/>
                </a:pPr>
                <a:r>
                  <a:rPr lang="en-US" altLang="zh-CN" sz="1400" b="1" dirty="0"/>
                  <a:t>Text here-14pt</a:t>
                </a:r>
                <a:endParaRPr lang="en-US" altLang="zh-CN" sz="1400" b="1" dirty="0"/>
              </a:p>
            </p:txBody>
          </p:sp>
          <p:sp>
            <p:nvSpPr>
              <p:cNvPr id="6" name="iṡḷîḑè"/>
              <p:cNvSpPr/>
              <p:nvPr/>
            </p:nvSpPr>
            <p:spPr>
              <a:xfrm>
                <a:off x="672609" y="4334100"/>
                <a:ext cx="2206394" cy="1800000"/>
              </a:xfrm>
              <a:prstGeom prst="snip2SameRect">
                <a:avLst>
                  <a:gd name="adj1" fmla="val 0"/>
                  <a:gd name="adj2" fmla="val 0"/>
                </a:avLst>
              </a:prstGeom>
              <a:noFill/>
              <a:ln w="3175">
                <a:gradFill flip="none" rotWithShape="1">
                  <a:gsLst>
                    <a:gs pos="0">
                      <a:schemeClr val="accent1">
                        <a:lumMod val="0"/>
                        <a:lumOff val="100000"/>
                        <a:alpha val="0"/>
                      </a:schemeClr>
                    </a:gs>
                    <a:gs pos="100000">
                      <a:schemeClr val="tx2">
                        <a:lumMod val="40000"/>
                        <a:lumOff val="60000"/>
                      </a:scheme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108000" rIns="91440" bIns="108000" rtlCol="0" anchor="t">
                <a:normAutofit/>
              </a:bodyPr>
              <a:lstStyle/>
              <a:p>
                <a:pPr marL="171450" indent="-171450">
                  <a:lnSpc>
                    <a:spcPct val="12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Supporting text here.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lnSpc>
                    <a:spcPct val="12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……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lnSpc>
                    <a:spcPct val="12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…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lnSpc>
                    <a:spcPct val="12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endParaRPr lang="en-US" altLang="zh-C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îṧliḋè"/>
              <p:cNvSpPr/>
              <p:nvPr/>
            </p:nvSpPr>
            <p:spPr>
              <a:xfrm>
                <a:off x="3554867" y="3664565"/>
                <a:ext cx="2206394" cy="6695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  <a:tabLst>
                    <a:tab pos="227965" algn="l"/>
                  </a:tabLst>
                  <a:defRPr/>
                </a:pPr>
                <a:r>
                  <a:rPr lang="en-US" altLang="zh-CN" sz="1400" b="1" dirty="0"/>
                  <a:t>Text here</a:t>
                </a:r>
                <a:endParaRPr lang="en-US" altLang="zh-CN" sz="1400" b="1" dirty="0"/>
              </a:p>
            </p:txBody>
          </p:sp>
          <p:sp>
            <p:nvSpPr>
              <p:cNvPr id="8" name="íṩlíḓê"/>
              <p:cNvSpPr/>
              <p:nvPr/>
            </p:nvSpPr>
            <p:spPr>
              <a:xfrm>
                <a:off x="3554867" y="4334100"/>
                <a:ext cx="2206394" cy="1800000"/>
              </a:xfrm>
              <a:prstGeom prst="snip2SameRect">
                <a:avLst>
                  <a:gd name="adj1" fmla="val 0"/>
                  <a:gd name="adj2" fmla="val 0"/>
                </a:avLst>
              </a:prstGeom>
              <a:noFill/>
              <a:ln w="3175">
                <a:gradFill flip="none" rotWithShape="1">
                  <a:gsLst>
                    <a:gs pos="0">
                      <a:schemeClr val="accent1">
                        <a:lumMod val="0"/>
                        <a:lumOff val="100000"/>
                        <a:alpha val="0"/>
                      </a:schemeClr>
                    </a:gs>
                    <a:gs pos="100000">
                      <a:schemeClr val="tx2">
                        <a:lumMod val="40000"/>
                        <a:lumOff val="60000"/>
                      </a:scheme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108000" rIns="91440" bIns="108000" rtlCol="0" anchor="t">
                <a:normAutofit/>
              </a:bodyPr>
              <a:lstStyle/>
              <a:p>
                <a:pPr marL="171450" indent="-171450">
                  <a:lnSpc>
                    <a:spcPct val="12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Supporting text here.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lnSpc>
                    <a:spcPct val="12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……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lnSpc>
                    <a:spcPct val="12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…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lnSpc>
                    <a:spcPct val="12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endParaRPr lang="en-US" altLang="zh-C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íşľiḍè"/>
              <p:cNvSpPr/>
              <p:nvPr/>
            </p:nvSpPr>
            <p:spPr>
              <a:xfrm>
                <a:off x="6437125" y="3664565"/>
                <a:ext cx="2206394" cy="6695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  <a:tabLst>
                    <a:tab pos="227965" algn="l"/>
                  </a:tabLst>
                  <a:defRPr/>
                </a:pPr>
                <a:r>
                  <a:rPr lang="en-US" altLang="zh-CN" sz="1400" b="1" dirty="0"/>
                  <a:t>Text here</a:t>
                </a:r>
                <a:endParaRPr lang="en-US" altLang="zh-CN" sz="1400" b="1" dirty="0"/>
              </a:p>
            </p:txBody>
          </p:sp>
          <p:sp>
            <p:nvSpPr>
              <p:cNvPr id="10" name="îšḻíďê"/>
              <p:cNvSpPr/>
              <p:nvPr/>
            </p:nvSpPr>
            <p:spPr>
              <a:xfrm>
                <a:off x="6437125" y="4334100"/>
                <a:ext cx="2206394" cy="1800000"/>
              </a:xfrm>
              <a:prstGeom prst="snip2SameRect">
                <a:avLst>
                  <a:gd name="adj1" fmla="val 0"/>
                  <a:gd name="adj2" fmla="val 0"/>
                </a:avLst>
              </a:prstGeom>
              <a:noFill/>
              <a:ln w="3175">
                <a:gradFill flip="none" rotWithShape="1">
                  <a:gsLst>
                    <a:gs pos="0">
                      <a:schemeClr val="accent1">
                        <a:lumMod val="0"/>
                        <a:lumOff val="100000"/>
                        <a:alpha val="0"/>
                      </a:schemeClr>
                    </a:gs>
                    <a:gs pos="100000">
                      <a:schemeClr val="tx2">
                        <a:lumMod val="40000"/>
                        <a:lumOff val="60000"/>
                      </a:scheme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108000" rIns="91440" bIns="108000" rtlCol="0" anchor="t">
                <a:normAutofit/>
              </a:bodyPr>
              <a:lstStyle/>
              <a:p>
                <a:pPr marL="171450" indent="-171450">
                  <a:lnSpc>
                    <a:spcPct val="12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Supporting text here.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lnSpc>
                    <a:spcPct val="12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……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lnSpc>
                    <a:spcPct val="12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…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lnSpc>
                    <a:spcPct val="12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endParaRPr lang="en-US" altLang="zh-C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ïṥlidè"/>
              <p:cNvSpPr/>
              <p:nvPr/>
            </p:nvSpPr>
            <p:spPr>
              <a:xfrm>
                <a:off x="9319383" y="3664565"/>
                <a:ext cx="2206394" cy="6695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  <a:tabLst>
                    <a:tab pos="227965" algn="l"/>
                  </a:tabLst>
                  <a:defRPr/>
                </a:pPr>
                <a:r>
                  <a:rPr lang="en-US" altLang="zh-CN" sz="1400" b="1" dirty="0"/>
                  <a:t>Text here</a:t>
                </a:r>
                <a:endParaRPr lang="en-US" altLang="zh-CN" sz="1400" b="1" dirty="0"/>
              </a:p>
            </p:txBody>
          </p:sp>
          <p:grpSp>
            <p:nvGrpSpPr>
              <p:cNvPr id="12" name="组合 11"/>
              <p:cNvGrpSpPr/>
              <p:nvPr/>
            </p:nvGrpSpPr>
            <p:grpSpPr>
              <a:xfrm>
                <a:off x="1502299" y="3216942"/>
                <a:ext cx="9193789" cy="548640"/>
                <a:chOff x="1502299" y="2197417"/>
                <a:chExt cx="9193789" cy="548640"/>
              </a:xfrm>
            </p:grpSpPr>
            <p:cxnSp>
              <p:nvCxnSpPr>
                <p:cNvPr id="13" name="直接箭头连接符 12"/>
                <p:cNvCxnSpPr>
                  <a:stCxn id="14" idx="6"/>
                  <a:endCxn id="17" idx="2"/>
                </p:cNvCxnSpPr>
                <p:nvPr/>
              </p:nvCxnSpPr>
              <p:spPr>
                <a:xfrm>
                  <a:off x="2049316" y="2471737"/>
                  <a:ext cx="8099755" cy="0"/>
                </a:xfrm>
                <a:prstGeom prst="straightConnector1">
                  <a:avLst/>
                </a:prstGeom>
                <a:ln w="57150">
                  <a:solidFill>
                    <a:schemeClr val="bg1">
                      <a:lumMod val="85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îṡ1íḓê"/>
                <p:cNvSpPr/>
                <p:nvPr/>
              </p:nvSpPr>
              <p:spPr>
                <a:xfrm>
                  <a:off x="1502299" y="2197417"/>
                  <a:ext cx="547017" cy="548640"/>
                </a:xfrm>
                <a:prstGeom prst="ellipse">
                  <a:avLst/>
                </a:prstGeom>
                <a:solidFill>
                  <a:schemeClr val="accent1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Autofit/>
                </a:bodyPr>
                <a:lstStyle/>
                <a:p>
                  <a:pPr algn="ctr"/>
                  <a:r>
                    <a:rPr lang="en-US" altLang="zh-CN" sz="1600" dirty="0"/>
                    <a:t>1</a:t>
                  </a:r>
                  <a:endParaRPr lang="zh-CN" altLang="en-US" sz="1600" dirty="0"/>
                </a:p>
              </p:txBody>
            </p:sp>
            <p:sp>
              <p:nvSpPr>
                <p:cNvPr id="15" name="íšļïḓè"/>
                <p:cNvSpPr/>
                <p:nvPr/>
              </p:nvSpPr>
              <p:spPr>
                <a:xfrm>
                  <a:off x="4384556" y="2197417"/>
                  <a:ext cx="547017" cy="548640"/>
                </a:xfrm>
                <a:prstGeom prst="ellipse">
                  <a:avLst/>
                </a:prstGeom>
                <a:solidFill>
                  <a:schemeClr val="accent2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Autofit/>
                </a:bodyPr>
                <a:lstStyle/>
                <a:p>
                  <a:pPr algn="ctr"/>
                  <a:r>
                    <a:rPr lang="en-US" altLang="zh-CN" sz="1600" dirty="0"/>
                    <a:t>2</a:t>
                  </a:r>
                  <a:endParaRPr lang="zh-CN" altLang="en-US" sz="1600" dirty="0"/>
                </a:p>
              </p:txBody>
            </p:sp>
            <p:sp>
              <p:nvSpPr>
                <p:cNvPr id="16" name="ïṩľídê"/>
                <p:cNvSpPr/>
                <p:nvPr/>
              </p:nvSpPr>
              <p:spPr>
                <a:xfrm>
                  <a:off x="7266814" y="2197417"/>
                  <a:ext cx="547017" cy="548640"/>
                </a:xfrm>
                <a:prstGeom prst="ellipse">
                  <a:avLst/>
                </a:prstGeom>
                <a:solidFill>
                  <a:schemeClr val="accent1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Autofit/>
                </a:bodyPr>
                <a:lstStyle/>
                <a:p>
                  <a:pPr algn="ctr"/>
                  <a:r>
                    <a:rPr lang="en-US" altLang="zh-CN" sz="1600" dirty="0"/>
                    <a:t>3</a:t>
                  </a:r>
                  <a:endParaRPr lang="zh-CN" altLang="en-US" sz="1600" dirty="0"/>
                </a:p>
              </p:txBody>
            </p:sp>
            <p:sp>
              <p:nvSpPr>
                <p:cNvPr id="17" name="ïŝļïďe"/>
                <p:cNvSpPr/>
                <p:nvPr/>
              </p:nvSpPr>
              <p:spPr>
                <a:xfrm>
                  <a:off x="10149071" y="2197417"/>
                  <a:ext cx="547017" cy="548640"/>
                </a:xfrm>
                <a:prstGeom prst="ellipse">
                  <a:avLst/>
                </a:prstGeom>
                <a:solidFill>
                  <a:schemeClr val="accent2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Autofit/>
                </a:bodyPr>
                <a:lstStyle/>
                <a:p>
                  <a:pPr algn="ctr"/>
                  <a:r>
                    <a:rPr lang="en-US" altLang="zh-CN" sz="1600" dirty="0"/>
                    <a:t>4</a:t>
                  </a:r>
                  <a:endParaRPr lang="zh-CN" altLang="en-US" sz="1600" dirty="0"/>
                </a:p>
              </p:txBody>
            </p:sp>
          </p:grpSp>
          <p:sp>
            <p:nvSpPr>
              <p:cNvPr id="18" name="îŝļïḋé"/>
              <p:cNvSpPr/>
              <p:nvPr/>
            </p:nvSpPr>
            <p:spPr>
              <a:xfrm>
                <a:off x="9319383" y="4334100"/>
                <a:ext cx="2206394" cy="1800000"/>
              </a:xfrm>
              <a:prstGeom prst="snip2SameRect">
                <a:avLst>
                  <a:gd name="adj1" fmla="val 0"/>
                  <a:gd name="adj2" fmla="val 0"/>
                </a:avLst>
              </a:prstGeom>
              <a:noFill/>
              <a:ln w="3175">
                <a:gradFill flip="none" rotWithShape="1">
                  <a:gsLst>
                    <a:gs pos="0">
                      <a:schemeClr val="accent1">
                        <a:lumMod val="0"/>
                        <a:lumOff val="100000"/>
                        <a:alpha val="0"/>
                      </a:schemeClr>
                    </a:gs>
                    <a:gs pos="100000">
                      <a:schemeClr val="tx2">
                        <a:lumMod val="40000"/>
                        <a:lumOff val="60000"/>
                      </a:scheme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108000" rIns="91440" bIns="108000" rtlCol="0" anchor="t">
                <a:normAutofit/>
              </a:bodyPr>
              <a:lstStyle/>
              <a:p>
                <a:pPr marL="171450" indent="-171450">
                  <a:lnSpc>
                    <a:spcPct val="12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Supporting text here.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lnSpc>
                    <a:spcPct val="12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……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lnSpc>
                    <a:spcPct val="12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…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lnSpc>
                    <a:spcPct val="12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endParaRPr lang="en-US" altLang="zh-C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660400" y="1670321"/>
                <a:ext cx="10858500" cy="29360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R="0" lvl="0" indent="0" fontAlgn="auto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Pct val="25000"/>
                  <a:buFontTx/>
                  <a:buNone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Theme color makes PPT more convenient to change. Adjust the spacing to adapt to Chinese typesetting, use the reference line in PPT . 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  <p:sp>
          <p:nvSpPr>
            <p:cNvPr id="24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69924" y="1619250"/>
            <a:ext cx="10852153" cy="4514850"/>
            <a:chOff x="669924" y="1619250"/>
            <a:chExt cx="10852153" cy="4514850"/>
          </a:xfrm>
        </p:grpSpPr>
        <p:sp>
          <p:nvSpPr>
            <p:cNvPr id="18" name="îşḻíďè"/>
            <p:cNvSpPr/>
            <p:nvPr/>
          </p:nvSpPr>
          <p:spPr>
            <a:xfrm>
              <a:off x="669925" y="1619250"/>
              <a:ext cx="10852152" cy="1304926"/>
            </a:xfrm>
            <a:prstGeom prst="trapezoid">
              <a:avLst>
                <a:gd name="adj" fmla="val 143229"/>
              </a:avLst>
            </a:prstGeom>
            <a:solidFill>
              <a:schemeClr val="bg1">
                <a:lumMod val="9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180000" anchor="b">
              <a:normAutofit/>
            </a:bodyPr>
            <a:lstStyle/>
            <a:p>
              <a:pPr lvl="0" algn="ctr" defTabSz="913765">
                <a:lnSpc>
                  <a:spcPct val="150000"/>
                </a:lnSpc>
                <a:buSzPct val="25000"/>
                <a:defRPr/>
              </a:pPr>
              <a:endParaRPr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924" y="2924176"/>
              <a:ext cx="10848975" cy="3209924"/>
            </a:xfrm>
            <a:prstGeom prst="rect">
              <a:avLst/>
            </a:prstGeom>
            <a:noFill/>
            <a:ln w="3175">
              <a:solidFill>
                <a:schemeClr val="accent1"/>
              </a:solidFill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022349" y="3222017"/>
              <a:ext cx="10144125" cy="2614242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Theme  color makes PPT more convenient to </a:t>
              </a:r>
              <a:r>
                <a:rPr kumimoji="0" lang="en-US" altLang="zh-CN" sz="12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change.Adjust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the spacing to adapt to Chinese typesetting, use the reference line in PPT . Copy paste  fonts. Choose the only option to retain text. 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Copy paste  fonts. Choose the only option to retain text. 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Theme  color makes PPT more convenient to </a:t>
              </a:r>
              <a:r>
                <a:rPr kumimoji="0" lang="en-US" altLang="zh-CN" sz="12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change.Adjust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the spacing to adapt to Chinese typesetting, use the reference line in PPT . Copy paste  fonts. Choose the only option to retain text. 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Theme color makes PPT more convenient to change.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Supporting text here.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Copy paste  fonts. Choose the only option to retain text. 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4692364" y="1994031"/>
              <a:ext cx="2807272" cy="494751"/>
              <a:chOff x="1407969" y="3407439"/>
              <a:chExt cx="2807272" cy="494751"/>
            </a:xfrm>
          </p:grpSpPr>
          <p:sp>
            <p:nvSpPr>
              <p:cNvPr id="9" name="文本框 8"/>
              <p:cNvSpPr txBox="1"/>
              <p:nvPr/>
            </p:nvSpPr>
            <p:spPr>
              <a:xfrm>
                <a:off x="1407969" y="3407439"/>
                <a:ext cx="832279" cy="4947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rPr>
                  <a:t>logo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3382962" y="3407439"/>
                <a:ext cx="832279" cy="4947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rPr>
                  <a:t>logo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grpSp>
            <p:nvGrpSpPr>
              <p:cNvPr id="16" name="组合 15"/>
              <p:cNvGrpSpPr/>
              <p:nvPr/>
            </p:nvGrpSpPr>
            <p:grpSpPr>
              <a:xfrm>
                <a:off x="2640155" y="3483364"/>
                <a:ext cx="342900" cy="342900"/>
                <a:chOff x="2685325" y="3509293"/>
                <a:chExt cx="342900" cy="342900"/>
              </a:xfrm>
            </p:grpSpPr>
            <p:cxnSp>
              <p:nvCxnSpPr>
                <p:cNvPr id="4" name="直接连接符 3"/>
                <p:cNvCxnSpPr/>
                <p:nvPr/>
              </p:nvCxnSpPr>
              <p:spPr>
                <a:xfrm>
                  <a:off x="2685325" y="3509293"/>
                  <a:ext cx="342900" cy="342900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 flipH="1">
                  <a:off x="2685325" y="3509293"/>
                  <a:ext cx="342900" cy="342900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58500" cy="4526970"/>
            <a:chOff x="660400" y="1266657"/>
            <a:chExt cx="10858500" cy="4526970"/>
          </a:xfrm>
        </p:grpSpPr>
        <p:grpSp>
          <p:nvGrpSpPr>
            <p:cNvPr id="6" name="组合 5"/>
            <p:cNvGrpSpPr/>
            <p:nvPr/>
          </p:nvGrpSpPr>
          <p:grpSpPr>
            <a:xfrm>
              <a:off x="660400" y="1893232"/>
              <a:ext cx="10858500" cy="3900395"/>
              <a:chOff x="660400" y="1893232"/>
              <a:chExt cx="10858500" cy="3900395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660400" y="1893232"/>
                <a:ext cx="5040000" cy="100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任意多边形 45"/>
              <p:cNvSpPr/>
              <p:nvPr/>
            </p:nvSpPr>
            <p:spPr>
              <a:xfrm>
                <a:off x="872334" y="2241198"/>
                <a:ext cx="312068" cy="312068"/>
              </a:xfrm>
              <a:custGeom>
                <a:avLst/>
                <a:gdLst>
                  <a:gd name="T0" fmla="*/ 10800 w 12800"/>
                  <a:gd name="T1" fmla="*/ 8800 h 12800"/>
                  <a:gd name="T2" fmla="*/ 9760 w 12800"/>
                  <a:gd name="T3" fmla="*/ 9120 h 12800"/>
                  <a:gd name="T4" fmla="*/ 9040 w 12800"/>
                  <a:gd name="T5" fmla="*/ 8400 h 12800"/>
                  <a:gd name="T6" fmla="*/ 9680 w 12800"/>
                  <a:gd name="T7" fmla="*/ 6480 h 12800"/>
                  <a:gd name="T8" fmla="*/ 9040 w 12800"/>
                  <a:gd name="T9" fmla="*/ 4560 h 12800"/>
                  <a:gd name="T10" fmla="*/ 9760 w 12800"/>
                  <a:gd name="T11" fmla="*/ 3840 h 12800"/>
                  <a:gd name="T12" fmla="*/ 10800 w 12800"/>
                  <a:gd name="T13" fmla="*/ 4000 h 12800"/>
                  <a:gd name="T14" fmla="*/ 12800 w 12800"/>
                  <a:gd name="T15" fmla="*/ 2000 h 12800"/>
                  <a:gd name="T16" fmla="*/ 10800 w 12800"/>
                  <a:gd name="T17" fmla="*/ 0 h 12800"/>
                  <a:gd name="T18" fmla="*/ 8800 w 12800"/>
                  <a:gd name="T19" fmla="*/ 2000 h 12800"/>
                  <a:gd name="T20" fmla="*/ 9200 w 12800"/>
                  <a:gd name="T21" fmla="*/ 3200 h 12800"/>
                  <a:gd name="T22" fmla="*/ 8480 w 12800"/>
                  <a:gd name="T23" fmla="*/ 3920 h 12800"/>
                  <a:gd name="T24" fmla="*/ 6400 w 12800"/>
                  <a:gd name="T25" fmla="*/ 3120 h 12800"/>
                  <a:gd name="T26" fmla="*/ 4320 w 12800"/>
                  <a:gd name="T27" fmla="*/ 3920 h 12800"/>
                  <a:gd name="T28" fmla="*/ 3600 w 12800"/>
                  <a:gd name="T29" fmla="*/ 3200 h 12800"/>
                  <a:gd name="T30" fmla="*/ 4000 w 12800"/>
                  <a:gd name="T31" fmla="*/ 2000 h 12800"/>
                  <a:gd name="T32" fmla="*/ 2000 w 12800"/>
                  <a:gd name="T33" fmla="*/ 0 h 12800"/>
                  <a:gd name="T34" fmla="*/ 0 w 12800"/>
                  <a:gd name="T35" fmla="*/ 2000 h 12800"/>
                  <a:gd name="T36" fmla="*/ 2000 w 12800"/>
                  <a:gd name="T37" fmla="*/ 4000 h 12800"/>
                  <a:gd name="T38" fmla="*/ 3040 w 12800"/>
                  <a:gd name="T39" fmla="*/ 3760 h 12800"/>
                  <a:gd name="T40" fmla="*/ 3760 w 12800"/>
                  <a:gd name="T41" fmla="*/ 4480 h 12800"/>
                  <a:gd name="T42" fmla="*/ 3120 w 12800"/>
                  <a:gd name="T43" fmla="*/ 6400 h 12800"/>
                  <a:gd name="T44" fmla="*/ 3760 w 12800"/>
                  <a:gd name="T45" fmla="*/ 8320 h 12800"/>
                  <a:gd name="T46" fmla="*/ 3040 w 12800"/>
                  <a:gd name="T47" fmla="*/ 9040 h 12800"/>
                  <a:gd name="T48" fmla="*/ 2000 w 12800"/>
                  <a:gd name="T49" fmla="*/ 8800 h 12800"/>
                  <a:gd name="T50" fmla="*/ 0 w 12800"/>
                  <a:gd name="T51" fmla="*/ 10800 h 12800"/>
                  <a:gd name="T52" fmla="*/ 2000 w 12800"/>
                  <a:gd name="T53" fmla="*/ 12800 h 12800"/>
                  <a:gd name="T54" fmla="*/ 4000 w 12800"/>
                  <a:gd name="T55" fmla="*/ 10800 h 12800"/>
                  <a:gd name="T56" fmla="*/ 3600 w 12800"/>
                  <a:gd name="T57" fmla="*/ 9600 h 12800"/>
                  <a:gd name="T58" fmla="*/ 4320 w 12800"/>
                  <a:gd name="T59" fmla="*/ 8880 h 12800"/>
                  <a:gd name="T60" fmla="*/ 6400 w 12800"/>
                  <a:gd name="T61" fmla="*/ 9680 h 12800"/>
                  <a:gd name="T62" fmla="*/ 8480 w 12800"/>
                  <a:gd name="T63" fmla="*/ 8880 h 12800"/>
                  <a:gd name="T64" fmla="*/ 9200 w 12800"/>
                  <a:gd name="T65" fmla="*/ 9600 h 12800"/>
                  <a:gd name="T66" fmla="*/ 8800 w 12800"/>
                  <a:gd name="T67" fmla="*/ 10800 h 12800"/>
                  <a:gd name="T68" fmla="*/ 10800 w 12800"/>
                  <a:gd name="T69" fmla="*/ 12800 h 12800"/>
                  <a:gd name="T70" fmla="*/ 12800 w 12800"/>
                  <a:gd name="T71" fmla="*/ 10800 h 12800"/>
                  <a:gd name="T72" fmla="*/ 10800 w 12800"/>
                  <a:gd name="T73" fmla="*/ 8800 h 12800"/>
                  <a:gd name="T74" fmla="*/ 10800 w 12800"/>
                  <a:gd name="T75" fmla="*/ 720 h 12800"/>
                  <a:gd name="T76" fmla="*/ 12080 w 12800"/>
                  <a:gd name="T77" fmla="*/ 2000 h 12800"/>
                  <a:gd name="T78" fmla="*/ 10800 w 12800"/>
                  <a:gd name="T79" fmla="*/ 3280 h 12800"/>
                  <a:gd name="T80" fmla="*/ 9520 w 12800"/>
                  <a:gd name="T81" fmla="*/ 2000 h 12800"/>
                  <a:gd name="T82" fmla="*/ 10800 w 12800"/>
                  <a:gd name="T83" fmla="*/ 720 h 12800"/>
                  <a:gd name="T84" fmla="*/ 2000 w 12800"/>
                  <a:gd name="T85" fmla="*/ 3280 h 12800"/>
                  <a:gd name="T86" fmla="*/ 720 w 12800"/>
                  <a:gd name="T87" fmla="*/ 2000 h 12800"/>
                  <a:gd name="T88" fmla="*/ 2000 w 12800"/>
                  <a:gd name="T89" fmla="*/ 720 h 12800"/>
                  <a:gd name="T90" fmla="*/ 3280 w 12800"/>
                  <a:gd name="T91" fmla="*/ 2000 h 12800"/>
                  <a:gd name="T92" fmla="*/ 2000 w 12800"/>
                  <a:gd name="T93" fmla="*/ 3280 h 12800"/>
                  <a:gd name="T94" fmla="*/ 2000 w 12800"/>
                  <a:gd name="T95" fmla="*/ 12080 h 12800"/>
                  <a:gd name="T96" fmla="*/ 720 w 12800"/>
                  <a:gd name="T97" fmla="*/ 10800 h 12800"/>
                  <a:gd name="T98" fmla="*/ 2000 w 12800"/>
                  <a:gd name="T99" fmla="*/ 9520 h 12800"/>
                  <a:gd name="T100" fmla="*/ 3280 w 12800"/>
                  <a:gd name="T101" fmla="*/ 10800 h 12800"/>
                  <a:gd name="T102" fmla="*/ 2000 w 12800"/>
                  <a:gd name="T103" fmla="*/ 12080 h 12800"/>
                  <a:gd name="T104" fmla="*/ 6400 w 12800"/>
                  <a:gd name="T105" fmla="*/ 8720 h 12800"/>
                  <a:gd name="T106" fmla="*/ 4080 w 12800"/>
                  <a:gd name="T107" fmla="*/ 6400 h 12800"/>
                  <a:gd name="T108" fmla="*/ 6400 w 12800"/>
                  <a:gd name="T109" fmla="*/ 4080 h 12800"/>
                  <a:gd name="T110" fmla="*/ 8720 w 12800"/>
                  <a:gd name="T111" fmla="*/ 6400 h 12800"/>
                  <a:gd name="T112" fmla="*/ 6400 w 12800"/>
                  <a:gd name="T113" fmla="*/ 8720 h 12800"/>
                  <a:gd name="T114" fmla="*/ 10800 w 12800"/>
                  <a:gd name="T115" fmla="*/ 12080 h 12800"/>
                  <a:gd name="T116" fmla="*/ 9520 w 12800"/>
                  <a:gd name="T117" fmla="*/ 10800 h 12800"/>
                  <a:gd name="T118" fmla="*/ 10800 w 12800"/>
                  <a:gd name="T119" fmla="*/ 9520 h 12800"/>
                  <a:gd name="T120" fmla="*/ 12080 w 12800"/>
                  <a:gd name="T121" fmla="*/ 10800 h 12800"/>
                  <a:gd name="T122" fmla="*/ 10800 w 12800"/>
                  <a:gd name="T123" fmla="*/ 12080 h 1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800" h="12800">
                    <a:moveTo>
                      <a:pt x="10800" y="8800"/>
                    </a:moveTo>
                    <a:cubicBezTo>
                      <a:pt x="10400" y="8800"/>
                      <a:pt x="10080" y="8880"/>
                      <a:pt x="9760" y="9120"/>
                    </a:cubicBezTo>
                    <a:lnTo>
                      <a:pt x="9040" y="8400"/>
                    </a:lnTo>
                    <a:cubicBezTo>
                      <a:pt x="9440" y="7840"/>
                      <a:pt x="9680" y="7200"/>
                      <a:pt x="9680" y="6480"/>
                    </a:cubicBezTo>
                    <a:cubicBezTo>
                      <a:pt x="9680" y="5760"/>
                      <a:pt x="9440" y="5120"/>
                      <a:pt x="9040" y="4560"/>
                    </a:cubicBezTo>
                    <a:lnTo>
                      <a:pt x="9760" y="3840"/>
                    </a:lnTo>
                    <a:cubicBezTo>
                      <a:pt x="10080" y="3920"/>
                      <a:pt x="10400" y="4000"/>
                      <a:pt x="10800" y="4000"/>
                    </a:cubicBezTo>
                    <a:cubicBezTo>
                      <a:pt x="11920" y="4000"/>
                      <a:pt x="12800" y="3120"/>
                      <a:pt x="12800" y="2000"/>
                    </a:cubicBezTo>
                    <a:cubicBezTo>
                      <a:pt x="12800" y="880"/>
                      <a:pt x="11920" y="0"/>
                      <a:pt x="10800" y="0"/>
                    </a:cubicBezTo>
                    <a:cubicBezTo>
                      <a:pt x="9680" y="0"/>
                      <a:pt x="8800" y="880"/>
                      <a:pt x="8800" y="2000"/>
                    </a:cubicBezTo>
                    <a:cubicBezTo>
                      <a:pt x="8800" y="2480"/>
                      <a:pt x="8960" y="2880"/>
                      <a:pt x="9200" y="3200"/>
                    </a:cubicBezTo>
                    <a:lnTo>
                      <a:pt x="8480" y="3920"/>
                    </a:lnTo>
                    <a:cubicBezTo>
                      <a:pt x="7920" y="3440"/>
                      <a:pt x="7200" y="3120"/>
                      <a:pt x="6400" y="3120"/>
                    </a:cubicBezTo>
                    <a:cubicBezTo>
                      <a:pt x="5600" y="3120"/>
                      <a:pt x="4880" y="3440"/>
                      <a:pt x="4320" y="3920"/>
                    </a:cubicBezTo>
                    <a:lnTo>
                      <a:pt x="3600" y="3200"/>
                    </a:lnTo>
                    <a:cubicBezTo>
                      <a:pt x="3840" y="2880"/>
                      <a:pt x="4000" y="2480"/>
                      <a:pt x="4000" y="2000"/>
                    </a:cubicBezTo>
                    <a:cubicBezTo>
                      <a:pt x="4000" y="880"/>
                      <a:pt x="3120" y="0"/>
                      <a:pt x="2000" y="0"/>
                    </a:cubicBezTo>
                    <a:cubicBezTo>
                      <a:pt x="880" y="0"/>
                      <a:pt x="0" y="880"/>
                      <a:pt x="0" y="2000"/>
                    </a:cubicBezTo>
                    <a:cubicBezTo>
                      <a:pt x="0" y="3120"/>
                      <a:pt x="880" y="4000"/>
                      <a:pt x="2000" y="4000"/>
                    </a:cubicBezTo>
                    <a:cubicBezTo>
                      <a:pt x="2400" y="4000"/>
                      <a:pt x="2720" y="3920"/>
                      <a:pt x="3040" y="3760"/>
                    </a:cubicBezTo>
                    <a:lnTo>
                      <a:pt x="3760" y="4480"/>
                    </a:lnTo>
                    <a:cubicBezTo>
                      <a:pt x="3360" y="5040"/>
                      <a:pt x="3120" y="5680"/>
                      <a:pt x="3120" y="6400"/>
                    </a:cubicBezTo>
                    <a:cubicBezTo>
                      <a:pt x="3120" y="7120"/>
                      <a:pt x="3360" y="7760"/>
                      <a:pt x="3760" y="8320"/>
                    </a:cubicBezTo>
                    <a:lnTo>
                      <a:pt x="3040" y="9040"/>
                    </a:lnTo>
                    <a:cubicBezTo>
                      <a:pt x="2720" y="8880"/>
                      <a:pt x="2400" y="8800"/>
                      <a:pt x="2000" y="8800"/>
                    </a:cubicBezTo>
                    <a:cubicBezTo>
                      <a:pt x="880" y="8800"/>
                      <a:pt x="0" y="9680"/>
                      <a:pt x="0" y="10800"/>
                    </a:cubicBezTo>
                    <a:cubicBezTo>
                      <a:pt x="0" y="11920"/>
                      <a:pt x="880" y="12800"/>
                      <a:pt x="2000" y="12800"/>
                    </a:cubicBezTo>
                    <a:cubicBezTo>
                      <a:pt x="3120" y="12800"/>
                      <a:pt x="4000" y="11920"/>
                      <a:pt x="4000" y="10800"/>
                    </a:cubicBezTo>
                    <a:cubicBezTo>
                      <a:pt x="4000" y="10320"/>
                      <a:pt x="3840" y="9920"/>
                      <a:pt x="3600" y="9600"/>
                    </a:cubicBezTo>
                    <a:lnTo>
                      <a:pt x="4320" y="8880"/>
                    </a:lnTo>
                    <a:cubicBezTo>
                      <a:pt x="4880" y="9360"/>
                      <a:pt x="5600" y="9680"/>
                      <a:pt x="6400" y="9680"/>
                    </a:cubicBezTo>
                    <a:cubicBezTo>
                      <a:pt x="7200" y="9680"/>
                      <a:pt x="7920" y="9360"/>
                      <a:pt x="8480" y="8880"/>
                    </a:cubicBezTo>
                    <a:lnTo>
                      <a:pt x="9200" y="9600"/>
                    </a:lnTo>
                    <a:cubicBezTo>
                      <a:pt x="8960" y="9920"/>
                      <a:pt x="8800" y="10320"/>
                      <a:pt x="8800" y="10800"/>
                    </a:cubicBezTo>
                    <a:cubicBezTo>
                      <a:pt x="8800" y="11920"/>
                      <a:pt x="9680" y="12800"/>
                      <a:pt x="10800" y="12800"/>
                    </a:cubicBezTo>
                    <a:cubicBezTo>
                      <a:pt x="11920" y="12800"/>
                      <a:pt x="12800" y="11920"/>
                      <a:pt x="12800" y="10800"/>
                    </a:cubicBezTo>
                    <a:cubicBezTo>
                      <a:pt x="12800" y="9680"/>
                      <a:pt x="11920" y="8800"/>
                      <a:pt x="10800" y="8800"/>
                    </a:cubicBezTo>
                    <a:close/>
                    <a:moveTo>
                      <a:pt x="10800" y="720"/>
                    </a:moveTo>
                    <a:cubicBezTo>
                      <a:pt x="11520" y="720"/>
                      <a:pt x="12080" y="1280"/>
                      <a:pt x="12080" y="2000"/>
                    </a:cubicBezTo>
                    <a:cubicBezTo>
                      <a:pt x="12080" y="2720"/>
                      <a:pt x="11520" y="3280"/>
                      <a:pt x="10800" y="3280"/>
                    </a:cubicBezTo>
                    <a:cubicBezTo>
                      <a:pt x="10080" y="3280"/>
                      <a:pt x="9520" y="2720"/>
                      <a:pt x="9520" y="2000"/>
                    </a:cubicBezTo>
                    <a:cubicBezTo>
                      <a:pt x="9520" y="1280"/>
                      <a:pt x="10080" y="720"/>
                      <a:pt x="10800" y="720"/>
                    </a:cubicBezTo>
                    <a:close/>
                    <a:moveTo>
                      <a:pt x="2000" y="3280"/>
                    </a:moveTo>
                    <a:cubicBezTo>
                      <a:pt x="1280" y="3280"/>
                      <a:pt x="720" y="2720"/>
                      <a:pt x="720" y="2000"/>
                    </a:cubicBezTo>
                    <a:cubicBezTo>
                      <a:pt x="720" y="1280"/>
                      <a:pt x="1280" y="720"/>
                      <a:pt x="2000" y="720"/>
                    </a:cubicBezTo>
                    <a:cubicBezTo>
                      <a:pt x="2720" y="720"/>
                      <a:pt x="3280" y="1280"/>
                      <a:pt x="3280" y="2000"/>
                    </a:cubicBezTo>
                    <a:cubicBezTo>
                      <a:pt x="3280" y="2720"/>
                      <a:pt x="2720" y="3280"/>
                      <a:pt x="2000" y="3280"/>
                    </a:cubicBezTo>
                    <a:close/>
                    <a:moveTo>
                      <a:pt x="2000" y="12080"/>
                    </a:moveTo>
                    <a:cubicBezTo>
                      <a:pt x="1280" y="12080"/>
                      <a:pt x="720" y="11520"/>
                      <a:pt x="720" y="10800"/>
                    </a:cubicBezTo>
                    <a:cubicBezTo>
                      <a:pt x="720" y="10080"/>
                      <a:pt x="1280" y="9520"/>
                      <a:pt x="2000" y="9520"/>
                    </a:cubicBezTo>
                    <a:cubicBezTo>
                      <a:pt x="2720" y="9520"/>
                      <a:pt x="3280" y="10080"/>
                      <a:pt x="3280" y="10800"/>
                    </a:cubicBezTo>
                    <a:cubicBezTo>
                      <a:pt x="3280" y="11520"/>
                      <a:pt x="2720" y="12080"/>
                      <a:pt x="2000" y="12080"/>
                    </a:cubicBezTo>
                    <a:close/>
                    <a:moveTo>
                      <a:pt x="6400" y="8720"/>
                    </a:moveTo>
                    <a:cubicBezTo>
                      <a:pt x="5120" y="8720"/>
                      <a:pt x="4080" y="7680"/>
                      <a:pt x="4080" y="6400"/>
                    </a:cubicBezTo>
                    <a:cubicBezTo>
                      <a:pt x="4080" y="5120"/>
                      <a:pt x="5120" y="4080"/>
                      <a:pt x="6400" y="4080"/>
                    </a:cubicBezTo>
                    <a:cubicBezTo>
                      <a:pt x="7680" y="4080"/>
                      <a:pt x="8720" y="5120"/>
                      <a:pt x="8720" y="6400"/>
                    </a:cubicBezTo>
                    <a:cubicBezTo>
                      <a:pt x="8720" y="7680"/>
                      <a:pt x="7680" y="8720"/>
                      <a:pt x="6400" y="8720"/>
                    </a:cubicBezTo>
                    <a:close/>
                    <a:moveTo>
                      <a:pt x="10800" y="12080"/>
                    </a:moveTo>
                    <a:cubicBezTo>
                      <a:pt x="10080" y="12080"/>
                      <a:pt x="9520" y="11520"/>
                      <a:pt x="9520" y="10800"/>
                    </a:cubicBezTo>
                    <a:cubicBezTo>
                      <a:pt x="9520" y="10080"/>
                      <a:pt x="10080" y="9520"/>
                      <a:pt x="10800" y="9520"/>
                    </a:cubicBezTo>
                    <a:cubicBezTo>
                      <a:pt x="11520" y="9520"/>
                      <a:pt x="12080" y="10080"/>
                      <a:pt x="12080" y="10800"/>
                    </a:cubicBezTo>
                    <a:cubicBezTo>
                      <a:pt x="12080" y="11520"/>
                      <a:pt x="11520" y="12080"/>
                      <a:pt x="10800" y="1208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直角三角形 23"/>
              <p:cNvSpPr/>
              <p:nvPr/>
            </p:nvSpPr>
            <p:spPr>
              <a:xfrm rot="18900000" flipH="1">
                <a:off x="1304573" y="2321585"/>
                <a:ext cx="151292" cy="151292"/>
              </a:xfrm>
              <a:prstGeom prst="rtTriangle">
                <a:avLst/>
              </a:prstGeom>
              <a:noFill/>
              <a:ln>
                <a:gradFill>
                  <a:gsLst>
                    <a:gs pos="60000">
                      <a:schemeClr val="accent3">
                        <a:alpha val="0"/>
                      </a:schemeClr>
                    </a:gs>
                    <a:gs pos="60000">
                      <a:schemeClr val="accent3"/>
                    </a:gs>
                  </a:gsLst>
                  <a:lin ang="81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660400" y="3339429"/>
                <a:ext cx="5040000" cy="100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直角三角形 80"/>
              <p:cNvSpPr/>
              <p:nvPr/>
            </p:nvSpPr>
            <p:spPr>
              <a:xfrm rot="18900000" flipH="1">
                <a:off x="1304573" y="3767783"/>
                <a:ext cx="151292" cy="151292"/>
              </a:xfrm>
              <a:prstGeom prst="rtTriangle">
                <a:avLst/>
              </a:prstGeom>
              <a:noFill/>
              <a:ln>
                <a:gradFill>
                  <a:gsLst>
                    <a:gs pos="60000">
                      <a:schemeClr val="accent3">
                        <a:alpha val="0"/>
                      </a:schemeClr>
                    </a:gs>
                    <a:gs pos="60000">
                      <a:schemeClr val="accent3"/>
                    </a:gs>
                  </a:gsLst>
                  <a:lin ang="81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660400" y="4785627"/>
                <a:ext cx="5040000" cy="100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直角三角形 87"/>
              <p:cNvSpPr/>
              <p:nvPr/>
            </p:nvSpPr>
            <p:spPr>
              <a:xfrm rot="18900000" flipH="1">
                <a:off x="1304573" y="5213981"/>
                <a:ext cx="151292" cy="151292"/>
              </a:xfrm>
              <a:prstGeom prst="rtTriangle">
                <a:avLst/>
              </a:prstGeom>
              <a:noFill/>
              <a:ln>
                <a:gradFill>
                  <a:gsLst>
                    <a:gs pos="60000">
                      <a:schemeClr val="accent3">
                        <a:alpha val="0"/>
                      </a:schemeClr>
                    </a:gs>
                    <a:gs pos="60000">
                      <a:schemeClr val="accent3"/>
                    </a:gs>
                  </a:gsLst>
                  <a:lin ang="81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6349249" y="1893232"/>
                <a:ext cx="5040000" cy="100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直角三角形 94"/>
              <p:cNvSpPr/>
              <p:nvPr/>
            </p:nvSpPr>
            <p:spPr>
              <a:xfrm rot="18900000" flipH="1">
                <a:off x="6959904" y="2321586"/>
                <a:ext cx="151292" cy="151292"/>
              </a:xfrm>
              <a:prstGeom prst="rtTriangle">
                <a:avLst/>
              </a:prstGeom>
              <a:noFill/>
              <a:ln>
                <a:gradFill>
                  <a:gsLst>
                    <a:gs pos="60000">
                      <a:schemeClr val="accent3">
                        <a:alpha val="0"/>
                      </a:schemeClr>
                    </a:gs>
                    <a:gs pos="60000">
                      <a:schemeClr val="accent3"/>
                    </a:gs>
                  </a:gsLst>
                  <a:lin ang="81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矩形 96"/>
              <p:cNvSpPr/>
              <p:nvPr/>
            </p:nvSpPr>
            <p:spPr>
              <a:xfrm>
                <a:off x="6349249" y="3339429"/>
                <a:ext cx="5040000" cy="100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直角三角形 101"/>
              <p:cNvSpPr/>
              <p:nvPr/>
            </p:nvSpPr>
            <p:spPr>
              <a:xfrm rot="18900000" flipH="1">
                <a:off x="6959904" y="3767783"/>
                <a:ext cx="151292" cy="151292"/>
              </a:xfrm>
              <a:prstGeom prst="rtTriangle">
                <a:avLst/>
              </a:prstGeom>
              <a:noFill/>
              <a:ln>
                <a:gradFill>
                  <a:gsLst>
                    <a:gs pos="60000">
                      <a:schemeClr val="accent3">
                        <a:alpha val="0"/>
                      </a:schemeClr>
                    </a:gs>
                    <a:gs pos="60000">
                      <a:schemeClr val="accent3"/>
                    </a:gs>
                  </a:gsLst>
                  <a:lin ang="81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6349249" y="4785627"/>
                <a:ext cx="5040000" cy="100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直角三角形 108"/>
              <p:cNvSpPr/>
              <p:nvPr/>
            </p:nvSpPr>
            <p:spPr>
              <a:xfrm rot="18900000" flipH="1">
                <a:off x="6959904" y="5213981"/>
                <a:ext cx="151292" cy="151292"/>
              </a:xfrm>
              <a:prstGeom prst="rtTriangle">
                <a:avLst/>
              </a:prstGeom>
              <a:noFill/>
              <a:ln>
                <a:gradFill>
                  <a:gsLst>
                    <a:gs pos="60000">
                      <a:schemeClr val="accent3">
                        <a:alpha val="0"/>
                      </a:schemeClr>
                    </a:gs>
                    <a:gs pos="60000">
                      <a:schemeClr val="accent3"/>
                    </a:gs>
                  </a:gsLst>
                  <a:lin ang="81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任意多边形 33"/>
              <p:cNvSpPr/>
              <p:nvPr/>
            </p:nvSpPr>
            <p:spPr>
              <a:xfrm>
                <a:off x="895273" y="3684516"/>
                <a:ext cx="266191" cy="317826"/>
              </a:xfrm>
              <a:custGeom>
                <a:avLst/>
                <a:gdLst>
                  <a:gd name="T0" fmla="*/ 5359 w 10719"/>
                  <a:gd name="T1" fmla="*/ 12797 h 12797"/>
                  <a:gd name="T2" fmla="*/ 0 w 10719"/>
                  <a:gd name="T3" fmla="*/ 7234 h 12797"/>
                  <a:gd name="T4" fmla="*/ 0 w 10719"/>
                  <a:gd name="T5" fmla="*/ 1859 h 12797"/>
                  <a:gd name="T6" fmla="*/ 531 w 10719"/>
                  <a:gd name="T7" fmla="*/ 1844 h 12797"/>
                  <a:gd name="T8" fmla="*/ 2969 w 10719"/>
                  <a:gd name="T9" fmla="*/ 1328 h 12797"/>
                  <a:gd name="T10" fmla="*/ 5047 w 10719"/>
                  <a:gd name="T11" fmla="*/ 234 h 12797"/>
                  <a:gd name="T12" fmla="*/ 5359 w 10719"/>
                  <a:gd name="T13" fmla="*/ 0 h 12797"/>
                  <a:gd name="T14" fmla="*/ 5672 w 10719"/>
                  <a:gd name="T15" fmla="*/ 234 h 12797"/>
                  <a:gd name="T16" fmla="*/ 7750 w 10719"/>
                  <a:gd name="T17" fmla="*/ 1328 h 12797"/>
                  <a:gd name="T18" fmla="*/ 10187 w 10719"/>
                  <a:gd name="T19" fmla="*/ 1844 h 12797"/>
                  <a:gd name="T20" fmla="*/ 10719 w 10719"/>
                  <a:gd name="T21" fmla="*/ 1859 h 12797"/>
                  <a:gd name="T22" fmla="*/ 10719 w 10719"/>
                  <a:gd name="T23" fmla="*/ 7234 h 12797"/>
                  <a:gd name="T24" fmla="*/ 5359 w 10719"/>
                  <a:gd name="T25" fmla="*/ 12797 h 12797"/>
                  <a:gd name="T26" fmla="*/ 891 w 10719"/>
                  <a:gd name="T27" fmla="*/ 2750 h 12797"/>
                  <a:gd name="T28" fmla="*/ 891 w 10719"/>
                  <a:gd name="T29" fmla="*/ 7281 h 12797"/>
                  <a:gd name="T30" fmla="*/ 5344 w 10719"/>
                  <a:gd name="T31" fmla="*/ 11953 h 12797"/>
                  <a:gd name="T32" fmla="*/ 9797 w 10719"/>
                  <a:gd name="T33" fmla="*/ 7281 h 12797"/>
                  <a:gd name="T34" fmla="*/ 9797 w 10719"/>
                  <a:gd name="T35" fmla="*/ 2750 h 12797"/>
                  <a:gd name="T36" fmla="*/ 7406 w 10719"/>
                  <a:gd name="T37" fmla="*/ 2156 h 12797"/>
                  <a:gd name="T38" fmla="*/ 5359 w 10719"/>
                  <a:gd name="T39" fmla="*/ 1094 h 12797"/>
                  <a:gd name="T40" fmla="*/ 3281 w 10719"/>
                  <a:gd name="T41" fmla="*/ 2156 h 12797"/>
                  <a:gd name="T42" fmla="*/ 891 w 10719"/>
                  <a:gd name="T43" fmla="*/ 2750 h 12797"/>
                  <a:gd name="T44" fmla="*/ 5062 w 10719"/>
                  <a:gd name="T45" fmla="*/ 9266 h 12797"/>
                  <a:gd name="T46" fmla="*/ 2781 w 10719"/>
                  <a:gd name="T47" fmla="*/ 7328 h 12797"/>
                  <a:gd name="T48" fmla="*/ 3484 w 10719"/>
                  <a:gd name="T49" fmla="*/ 6500 h 12797"/>
                  <a:gd name="T50" fmla="*/ 4953 w 10719"/>
                  <a:gd name="T51" fmla="*/ 7734 h 12797"/>
                  <a:gd name="T52" fmla="*/ 7734 w 10719"/>
                  <a:gd name="T53" fmla="*/ 4547 h 12797"/>
                  <a:gd name="T54" fmla="*/ 8547 w 10719"/>
                  <a:gd name="T55" fmla="*/ 5250 h 12797"/>
                  <a:gd name="T56" fmla="*/ 5062 w 10719"/>
                  <a:gd name="T57" fmla="*/ 9266 h 12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0719" h="12797">
                    <a:moveTo>
                      <a:pt x="5359" y="12797"/>
                    </a:moveTo>
                    <a:cubicBezTo>
                      <a:pt x="3484" y="12797"/>
                      <a:pt x="0" y="9938"/>
                      <a:pt x="0" y="7234"/>
                    </a:cubicBezTo>
                    <a:lnTo>
                      <a:pt x="0" y="1859"/>
                    </a:lnTo>
                    <a:lnTo>
                      <a:pt x="531" y="1844"/>
                    </a:lnTo>
                    <a:cubicBezTo>
                      <a:pt x="547" y="1844"/>
                      <a:pt x="1734" y="1813"/>
                      <a:pt x="2969" y="1328"/>
                    </a:cubicBezTo>
                    <a:cubicBezTo>
                      <a:pt x="4234" y="813"/>
                      <a:pt x="5047" y="234"/>
                      <a:pt x="5047" y="234"/>
                    </a:cubicBezTo>
                    <a:lnTo>
                      <a:pt x="5359" y="0"/>
                    </a:lnTo>
                    <a:lnTo>
                      <a:pt x="5672" y="234"/>
                    </a:lnTo>
                    <a:cubicBezTo>
                      <a:pt x="5672" y="234"/>
                      <a:pt x="6500" y="828"/>
                      <a:pt x="7750" y="1328"/>
                    </a:cubicBezTo>
                    <a:cubicBezTo>
                      <a:pt x="8984" y="1828"/>
                      <a:pt x="10172" y="1844"/>
                      <a:pt x="10187" y="1844"/>
                    </a:cubicBezTo>
                    <a:lnTo>
                      <a:pt x="10719" y="1859"/>
                    </a:lnTo>
                    <a:lnTo>
                      <a:pt x="10719" y="7234"/>
                    </a:lnTo>
                    <a:cubicBezTo>
                      <a:pt x="10719" y="9938"/>
                      <a:pt x="7234" y="12797"/>
                      <a:pt x="5359" y="12797"/>
                    </a:cubicBezTo>
                    <a:close/>
                    <a:moveTo>
                      <a:pt x="891" y="2750"/>
                    </a:moveTo>
                    <a:lnTo>
                      <a:pt x="891" y="7281"/>
                    </a:lnTo>
                    <a:cubicBezTo>
                      <a:pt x="891" y="9453"/>
                      <a:pt x="4062" y="11953"/>
                      <a:pt x="5344" y="11953"/>
                    </a:cubicBezTo>
                    <a:cubicBezTo>
                      <a:pt x="6641" y="11953"/>
                      <a:pt x="9797" y="9469"/>
                      <a:pt x="9797" y="7281"/>
                    </a:cubicBezTo>
                    <a:lnTo>
                      <a:pt x="9797" y="2750"/>
                    </a:lnTo>
                    <a:cubicBezTo>
                      <a:pt x="9250" y="2688"/>
                      <a:pt x="8344" y="2547"/>
                      <a:pt x="7406" y="2156"/>
                    </a:cubicBezTo>
                    <a:cubicBezTo>
                      <a:pt x="6469" y="1766"/>
                      <a:pt x="5750" y="1344"/>
                      <a:pt x="5359" y="1094"/>
                    </a:cubicBezTo>
                    <a:cubicBezTo>
                      <a:pt x="4969" y="1344"/>
                      <a:pt x="4234" y="1766"/>
                      <a:pt x="3281" y="2156"/>
                    </a:cubicBezTo>
                    <a:cubicBezTo>
                      <a:pt x="2344" y="2531"/>
                      <a:pt x="1453" y="2688"/>
                      <a:pt x="891" y="2750"/>
                    </a:cubicBezTo>
                    <a:close/>
                    <a:moveTo>
                      <a:pt x="5062" y="9266"/>
                    </a:moveTo>
                    <a:lnTo>
                      <a:pt x="2781" y="7328"/>
                    </a:lnTo>
                    <a:lnTo>
                      <a:pt x="3484" y="6500"/>
                    </a:lnTo>
                    <a:lnTo>
                      <a:pt x="4953" y="7734"/>
                    </a:lnTo>
                    <a:lnTo>
                      <a:pt x="7734" y="4547"/>
                    </a:lnTo>
                    <a:lnTo>
                      <a:pt x="8547" y="5250"/>
                    </a:lnTo>
                    <a:lnTo>
                      <a:pt x="5062" y="9266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任意多边形 34"/>
              <p:cNvSpPr/>
              <p:nvPr/>
            </p:nvSpPr>
            <p:spPr>
              <a:xfrm>
                <a:off x="871853" y="5133593"/>
                <a:ext cx="312068" cy="312068"/>
              </a:xfrm>
              <a:custGeom>
                <a:avLst/>
                <a:gdLst>
                  <a:gd name="T0" fmla="*/ 6240 w 12480"/>
                  <a:gd name="T1" fmla="*/ 0 h 12480"/>
                  <a:gd name="T2" fmla="*/ 0 w 12480"/>
                  <a:gd name="T3" fmla="*/ 6240 h 12480"/>
                  <a:gd name="T4" fmla="*/ 6240 w 12480"/>
                  <a:gd name="T5" fmla="*/ 12480 h 12480"/>
                  <a:gd name="T6" fmla="*/ 12480 w 12480"/>
                  <a:gd name="T7" fmla="*/ 6240 h 12480"/>
                  <a:gd name="T8" fmla="*/ 6240 w 12480"/>
                  <a:gd name="T9" fmla="*/ 0 h 12480"/>
                  <a:gd name="T10" fmla="*/ 11600 w 12480"/>
                  <a:gd name="T11" fmla="*/ 5360 h 12480"/>
                  <a:gd name="T12" fmla="*/ 6800 w 12480"/>
                  <a:gd name="T13" fmla="*/ 6000 h 12480"/>
                  <a:gd name="T14" fmla="*/ 9920 w 12480"/>
                  <a:gd name="T15" fmla="*/ 2320 h 12480"/>
                  <a:gd name="T16" fmla="*/ 11600 w 12480"/>
                  <a:gd name="T17" fmla="*/ 5360 h 12480"/>
                  <a:gd name="T18" fmla="*/ 9360 w 12480"/>
                  <a:gd name="T19" fmla="*/ 1840 h 12480"/>
                  <a:gd name="T20" fmla="*/ 6160 w 12480"/>
                  <a:gd name="T21" fmla="*/ 5600 h 12480"/>
                  <a:gd name="T22" fmla="*/ 3040 w 12480"/>
                  <a:gd name="T23" fmla="*/ 1840 h 12480"/>
                  <a:gd name="T24" fmla="*/ 6240 w 12480"/>
                  <a:gd name="T25" fmla="*/ 800 h 12480"/>
                  <a:gd name="T26" fmla="*/ 9360 w 12480"/>
                  <a:gd name="T27" fmla="*/ 1840 h 12480"/>
                  <a:gd name="T28" fmla="*/ 6240 w 12480"/>
                  <a:gd name="T29" fmla="*/ 11680 h 12480"/>
                  <a:gd name="T30" fmla="*/ 800 w 12480"/>
                  <a:gd name="T31" fmla="*/ 6240 h 12480"/>
                  <a:gd name="T32" fmla="*/ 2400 w 12480"/>
                  <a:gd name="T33" fmla="*/ 2400 h 12480"/>
                  <a:gd name="T34" fmla="*/ 6240 w 12480"/>
                  <a:gd name="T35" fmla="*/ 6960 h 12480"/>
                  <a:gd name="T36" fmla="*/ 6240 w 12480"/>
                  <a:gd name="T37" fmla="*/ 6960 h 12480"/>
                  <a:gd name="T38" fmla="*/ 6240 w 12480"/>
                  <a:gd name="T39" fmla="*/ 6960 h 12480"/>
                  <a:gd name="T40" fmla="*/ 6240 w 12480"/>
                  <a:gd name="T41" fmla="*/ 6960 h 12480"/>
                  <a:gd name="T42" fmla="*/ 6240 w 12480"/>
                  <a:gd name="T43" fmla="*/ 6960 h 12480"/>
                  <a:gd name="T44" fmla="*/ 11680 w 12480"/>
                  <a:gd name="T45" fmla="*/ 6160 h 12480"/>
                  <a:gd name="T46" fmla="*/ 11680 w 12480"/>
                  <a:gd name="T47" fmla="*/ 6240 h 12480"/>
                  <a:gd name="T48" fmla="*/ 6240 w 12480"/>
                  <a:gd name="T49" fmla="*/ 11680 h 12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480" h="12480">
                    <a:moveTo>
                      <a:pt x="6240" y="0"/>
                    </a:moveTo>
                    <a:cubicBezTo>
                      <a:pt x="2800" y="0"/>
                      <a:pt x="0" y="2800"/>
                      <a:pt x="0" y="6240"/>
                    </a:cubicBezTo>
                    <a:cubicBezTo>
                      <a:pt x="0" y="9680"/>
                      <a:pt x="2800" y="12480"/>
                      <a:pt x="6240" y="12480"/>
                    </a:cubicBezTo>
                    <a:cubicBezTo>
                      <a:pt x="9680" y="12480"/>
                      <a:pt x="12480" y="9680"/>
                      <a:pt x="12480" y="6240"/>
                    </a:cubicBezTo>
                    <a:cubicBezTo>
                      <a:pt x="12480" y="2800"/>
                      <a:pt x="9680" y="0"/>
                      <a:pt x="6240" y="0"/>
                    </a:cubicBezTo>
                    <a:close/>
                    <a:moveTo>
                      <a:pt x="11600" y="5360"/>
                    </a:moveTo>
                    <a:lnTo>
                      <a:pt x="6800" y="6000"/>
                    </a:lnTo>
                    <a:lnTo>
                      <a:pt x="9920" y="2320"/>
                    </a:lnTo>
                    <a:cubicBezTo>
                      <a:pt x="10800" y="3120"/>
                      <a:pt x="11360" y="4160"/>
                      <a:pt x="11600" y="5360"/>
                    </a:cubicBezTo>
                    <a:close/>
                    <a:moveTo>
                      <a:pt x="9360" y="1840"/>
                    </a:moveTo>
                    <a:lnTo>
                      <a:pt x="6160" y="5600"/>
                    </a:lnTo>
                    <a:lnTo>
                      <a:pt x="3040" y="1840"/>
                    </a:lnTo>
                    <a:cubicBezTo>
                      <a:pt x="3920" y="1200"/>
                      <a:pt x="5040" y="800"/>
                      <a:pt x="6240" y="800"/>
                    </a:cubicBezTo>
                    <a:cubicBezTo>
                      <a:pt x="7360" y="800"/>
                      <a:pt x="8480" y="1200"/>
                      <a:pt x="9360" y="1840"/>
                    </a:cubicBezTo>
                    <a:close/>
                    <a:moveTo>
                      <a:pt x="6240" y="11680"/>
                    </a:moveTo>
                    <a:cubicBezTo>
                      <a:pt x="3280" y="11680"/>
                      <a:pt x="800" y="9280"/>
                      <a:pt x="800" y="6240"/>
                    </a:cubicBezTo>
                    <a:cubicBezTo>
                      <a:pt x="800" y="4720"/>
                      <a:pt x="1440" y="3360"/>
                      <a:pt x="2400" y="2400"/>
                    </a:cubicBezTo>
                    <a:lnTo>
                      <a:pt x="6240" y="6960"/>
                    </a:lnTo>
                    <a:lnTo>
                      <a:pt x="6240" y="6960"/>
                    </a:lnTo>
                    <a:lnTo>
                      <a:pt x="6240" y="6960"/>
                    </a:lnTo>
                    <a:lnTo>
                      <a:pt x="6240" y="6960"/>
                    </a:lnTo>
                    <a:lnTo>
                      <a:pt x="6240" y="6960"/>
                    </a:lnTo>
                    <a:lnTo>
                      <a:pt x="11680" y="6160"/>
                    </a:lnTo>
                    <a:lnTo>
                      <a:pt x="11680" y="6240"/>
                    </a:lnTo>
                    <a:cubicBezTo>
                      <a:pt x="11680" y="9200"/>
                      <a:pt x="9200" y="11680"/>
                      <a:pt x="6240" y="1168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任意多边形 35"/>
              <p:cNvSpPr/>
              <p:nvPr/>
            </p:nvSpPr>
            <p:spPr>
              <a:xfrm>
                <a:off x="6580691" y="2241198"/>
                <a:ext cx="273052" cy="312068"/>
              </a:xfrm>
              <a:custGeom>
                <a:avLst/>
                <a:gdLst>
                  <a:gd name="T0" fmla="*/ 10861 w 10861"/>
                  <a:gd name="T1" fmla="*/ 9309 h 12412"/>
                  <a:gd name="T2" fmla="*/ 10085 w 10861"/>
                  <a:gd name="T3" fmla="*/ 0 h 12412"/>
                  <a:gd name="T4" fmla="*/ 853 w 10861"/>
                  <a:gd name="T5" fmla="*/ 0 h 12412"/>
                  <a:gd name="T6" fmla="*/ 0 w 10861"/>
                  <a:gd name="T7" fmla="*/ 9387 h 12412"/>
                  <a:gd name="T8" fmla="*/ 0 w 10861"/>
                  <a:gd name="T9" fmla="*/ 12412 h 12412"/>
                  <a:gd name="T10" fmla="*/ 10861 w 10861"/>
                  <a:gd name="T11" fmla="*/ 12412 h 12412"/>
                  <a:gd name="T12" fmla="*/ 10861 w 10861"/>
                  <a:gd name="T13" fmla="*/ 9309 h 12412"/>
                  <a:gd name="T14" fmla="*/ 9309 w 10861"/>
                  <a:gd name="T15" fmla="*/ 776 h 12412"/>
                  <a:gd name="T16" fmla="*/ 10085 w 10861"/>
                  <a:gd name="T17" fmla="*/ 9309 h 12412"/>
                  <a:gd name="T18" fmla="*/ 853 w 10861"/>
                  <a:gd name="T19" fmla="*/ 9309 h 12412"/>
                  <a:gd name="T20" fmla="*/ 1629 w 10861"/>
                  <a:gd name="T21" fmla="*/ 776 h 12412"/>
                  <a:gd name="T22" fmla="*/ 9309 w 10861"/>
                  <a:gd name="T23" fmla="*/ 776 h 12412"/>
                  <a:gd name="T24" fmla="*/ 776 w 10861"/>
                  <a:gd name="T25" fmla="*/ 11636 h 12412"/>
                  <a:gd name="T26" fmla="*/ 776 w 10861"/>
                  <a:gd name="T27" fmla="*/ 10085 h 12412"/>
                  <a:gd name="T28" fmla="*/ 10085 w 10861"/>
                  <a:gd name="T29" fmla="*/ 10085 h 12412"/>
                  <a:gd name="T30" fmla="*/ 10085 w 10861"/>
                  <a:gd name="T31" fmla="*/ 11636 h 12412"/>
                  <a:gd name="T32" fmla="*/ 776 w 10861"/>
                  <a:gd name="T33" fmla="*/ 11636 h 12412"/>
                  <a:gd name="T34" fmla="*/ 6827 w 10861"/>
                  <a:gd name="T35" fmla="*/ 4422 h 12412"/>
                  <a:gd name="T36" fmla="*/ 6904 w 10861"/>
                  <a:gd name="T37" fmla="*/ 4034 h 12412"/>
                  <a:gd name="T38" fmla="*/ 5741 w 10861"/>
                  <a:gd name="T39" fmla="*/ 2948 h 12412"/>
                  <a:gd name="T40" fmla="*/ 4732 w 10861"/>
                  <a:gd name="T41" fmla="*/ 3491 h 12412"/>
                  <a:gd name="T42" fmla="*/ 4500 w 10861"/>
                  <a:gd name="T43" fmla="*/ 3413 h 12412"/>
                  <a:gd name="T44" fmla="*/ 3879 w 10861"/>
                  <a:gd name="T45" fmla="*/ 3956 h 12412"/>
                  <a:gd name="T46" fmla="*/ 3026 w 10861"/>
                  <a:gd name="T47" fmla="*/ 5042 h 12412"/>
                  <a:gd name="T48" fmla="*/ 4112 w 10861"/>
                  <a:gd name="T49" fmla="*/ 6128 h 12412"/>
                  <a:gd name="T50" fmla="*/ 4267 w 10861"/>
                  <a:gd name="T51" fmla="*/ 6128 h 12412"/>
                  <a:gd name="T52" fmla="*/ 6672 w 10861"/>
                  <a:gd name="T53" fmla="*/ 6128 h 12412"/>
                  <a:gd name="T54" fmla="*/ 7525 w 10861"/>
                  <a:gd name="T55" fmla="*/ 5275 h 12412"/>
                  <a:gd name="T56" fmla="*/ 6827 w 10861"/>
                  <a:gd name="T57" fmla="*/ 4422 h 12412"/>
                  <a:gd name="T58" fmla="*/ 6284 w 10861"/>
                  <a:gd name="T59" fmla="*/ 5663 h 12412"/>
                  <a:gd name="T60" fmla="*/ 4500 w 10861"/>
                  <a:gd name="T61" fmla="*/ 5663 h 12412"/>
                  <a:gd name="T62" fmla="*/ 4422 w 10861"/>
                  <a:gd name="T63" fmla="*/ 5663 h 12412"/>
                  <a:gd name="T64" fmla="*/ 3646 w 10861"/>
                  <a:gd name="T65" fmla="*/ 5042 h 12412"/>
                  <a:gd name="T66" fmla="*/ 4422 w 10861"/>
                  <a:gd name="T67" fmla="*/ 4344 h 12412"/>
                  <a:gd name="T68" fmla="*/ 4732 w 10861"/>
                  <a:gd name="T69" fmla="*/ 3801 h 12412"/>
                  <a:gd name="T70" fmla="*/ 5120 w 10861"/>
                  <a:gd name="T71" fmla="*/ 3879 h 12412"/>
                  <a:gd name="T72" fmla="*/ 5663 w 10861"/>
                  <a:gd name="T73" fmla="*/ 3491 h 12412"/>
                  <a:gd name="T74" fmla="*/ 6361 w 10861"/>
                  <a:gd name="T75" fmla="*/ 4267 h 12412"/>
                  <a:gd name="T76" fmla="*/ 6284 w 10861"/>
                  <a:gd name="T77" fmla="*/ 4654 h 12412"/>
                  <a:gd name="T78" fmla="*/ 6982 w 10861"/>
                  <a:gd name="T79" fmla="*/ 5275 h 12412"/>
                  <a:gd name="T80" fmla="*/ 6284 w 10861"/>
                  <a:gd name="T81" fmla="*/ 5663 h 12412"/>
                  <a:gd name="T82" fmla="*/ 8611 w 10861"/>
                  <a:gd name="T83" fmla="*/ 10007 h 12412"/>
                  <a:gd name="T84" fmla="*/ 9387 w 10861"/>
                  <a:gd name="T85" fmla="*/ 10007 h 12412"/>
                  <a:gd name="T86" fmla="*/ 9387 w 10861"/>
                  <a:gd name="T87" fmla="*/ 10783 h 12412"/>
                  <a:gd name="T88" fmla="*/ 8611 w 10861"/>
                  <a:gd name="T89" fmla="*/ 10783 h 12412"/>
                  <a:gd name="T90" fmla="*/ 8611 w 10861"/>
                  <a:gd name="T91" fmla="*/ 10007 h 12412"/>
                  <a:gd name="T92" fmla="*/ 7292 w 10861"/>
                  <a:gd name="T93" fmla="*/ 10007 h 12412"/>
                  <a:gd name="T94" fmla="*/ 8068 w 10861"/>
                  <a:gd name="T95" fmla="*/ 10007 h 12412"/>
                  <a:gd name="T96" fmla="*/ 8068 w 10861"/>
                  <a:gd name="T97" fmla="*/ 10783 h 12412"/>
                  <a:gd name="T98" fmla="*/ 7292 w 10861"/>
                  <a:gd name="T99" fmla="*/ 10783 h 12412"/>
                  <a:gd name="T100" fmla="*/ 7292 w 10861"/>
                  <a:gd name="T101" fmla="*/ 10007 h 12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0861" h="12412">
                    <a:moveTo>
                      <a:pt x="10861" y="9309"/>
                    </a:moveTo>
                    <a:lnTo>
                      <a:pt x="10085" y="0"/>
                    </a:lnTo>
                    <a:lnTo>
                      <a:pt x="853" y="0"/>
                    </a:lnTo>
                    <a:lnTo>
                      <a:pt x="0" y="9387"/>
                    </a:lnTo>
                    <a:lnTo>
                      <a:pt x="0" y="12412"/>
                    </a:lnTo>
                    <a:lnTo>
                      <a:pt x="10861" y="12412"/>
                    </a:lnTo>
                    <a:lnTo>
                      <a:pt x="10861" y="9309"/>
                    </a:lnTo>
                    <a:close/>
                    <a:moveTo>
                      <a:pt x="9309" y="776"/>
                    </a:moveTo>
                    <a:lnTo>
                      <a:pt x="10085" y="9309"/>
                    </a:lnTo>
                    <a:lnTo>
                      <a:pt x="853" y="9309"/>
                    </a:lnTo>
                    <a:lnTo>
                      <a:pt x="1629" y="776"/>
                    </a:lnTo>
                    <a:lnTo>
                      <a:pt x="9309" y="776"/>
                    </a:lnTo>
                    <a:close/>
                    <a:moveTo>
                      <a:pt x="776" y="11636"/>
                    </a:moveTo>
                    <a:lnTo>
                      <a:pt x="776" y="10085"/>
                    </a:lnTo>
                    <a:lnTo>
                      <a:pt x="10085" y="10085"/>
                    </a:lnTo>
                    <a:lnTo>
                      <a:pt x="10085" y="11636"/>
                    </a:lnTo>
                    <a:lnTo>
                      <a:pt x="776" y="11636"/>
                    </a:lnTo>
                    <a:close/>
                    <a:moveTo>
                      <a:pt x="6827" y="4422"/>
                    </a:moveTo>
                    <a:cubicBezTo>
                      <a:pt x="6904" y="4267"/>
                      <a:pt x="6904" y="4111"/>
                      <a:pt x="6904" y="4034"/>
                    </a:cubicBezTo>
                    <a:cubicBezTo>
                      <a:pt x="6904" y="3413"/>
                      <a:pt x="6361" y="2948"/>
                      <a:pt x="5741" y="2948"/>
                    </a:cubicBezTo>
                    <a:cubicBezTo>
                      <a:pt x="5353" y="2948"/>
                      <a:pt x="4965" y="3180"/>
                      <a:pt x="4732" y="3491"/>
                    </a:cubicBezTo>
                    <a:cubicBezTo>
                      <a:pt x="4655" y="3413"/>
                      <a:pt x="4577" y="3413"/>
                      <a:pt x="4500" y="3413"/>
                    </a:cubicBezTo>
                    <a:cubicBezTo>
                      <a:pt x="4112" y="3413"/>
                      <a:pt x="3879" y="3646"/>
                      <a:pt x="3879" y="3956"/>
                    </a:cubicBezTo>
                    <a:cubicBezTo>
                      <a:pt x="3336" y="4111"/>
                      <a:pt x="3026" y="4577"/>
                      <a:pt x="3026" y="5042"/>
                    </a:cubicBezTo>
                    <a:cubicBezTo>
                      <a:pt x="3026" y="5663"/>
                      <a:pt x="3491" y="6128"/>
                      <a:pt x="4112" y="6128"/>
                    </a:cubicBezTo>
                    <a:lnTo>
                      <a:pt x="4267" y="6128"/>
                    </a:lnTo>
                    <a:lnTo>
                      <a:pt x="6672" y="6128"/>
                    </a:lnTo>
                    <a:cubicBezTo>
                      <a:pt x="7137" y="6128"/>
                      <a:pt x="7525" y="5740"/>
                      <a:pt x="7525" y="5275"/>
                    </a:cubicBezTo>
                    <a:cubicBezTo>
                      <a:pt x="7525" y="4887"/>
                      <a:pt x="7215" y="4577"/>
                      <a:pt x="6827" y="4422"/>
                    </a:cubicBezTo>
                    <a:close/>
                    <a:moveTo>
                      <a:pt x="6284" y="5663"/>
                    </a:moveTo>
                    <a:lnTo>
                      <a:pt x="4500" y="5663"/>
                    </a:lnTo>
                    <a:lnTo>
                      <a:pt x="4422" y="5663"/>
                    </a:lnTo>
                    <a:cubicBezTo>
                      <a:pt x="3956" y="5663"/>
                      <a:pt x="3646" y="5508"/>
                      <a:pt x="3646" y="5042"/>
                    </a:cubicBezTo>
                    <a:cubicBezTo>
                      <a:pt x="3646" y="4732"/>
                      <a:pt x="4034" y="4499"/>
                      <a:pt x="4422" y="4344"/>
                    </a:cubicBezTo>
                    <a:cubicBezTo>
                      <a:pt x="4422" y="4111"/>
                      <a:pt x="4422" y="3879"/>
                      <a:pt x="4732" y="3801"/>
                    </a:cubicBezTo>
                    <a:cubicBezTo>
                      <a:pt x="4732" y="3801"/>
                      <a:pt x="4965" y="3724"/>
                      <a:pt x="5120" y="3879"/>
                    </a:cubicBezTo>
                    <a:cubicBezTo>
                      <a:pt x="5120" y="3724"/>
                      <a:pt x="5430" y="3491"/>
                      <a:pt x="5663" y="3491"/>
                    </a:cubicBezTo>
                    <a:cubicBezTo>
                      <a:pt x="6129" y="3491"/>
                      <a:pt x="6361" y="3801"/>
                      <a:pt x="6361" y="4267"/>
                    </a:cubicBezTo>
                    <a:cubicBezTo>
                      <a:pt x="6361" y="4344"/>
                      <a:pt x="6361" y="4499"/>
                      <a:pt x="6284" y="4654"/>
                    </a:cubicBezTo>
                    <a:cubicBezTo>
                      <a:pt x="6594" y="4732"/>
                      <a:pt x="6982" y="4965"/>
                      <a:pt x="6982" y="5275"/>
                    </a:cubicBezTo>
                    <a:cubicBezTo>
                      <a:pt x="6904" y="5585"/>
                      <a:pt x="6594" y="5663"/>
                      <a:pt x="6284" y="5663"/>
                    </a:cubicBezTo>
                    <a:close/>
                    <a:moveTo>
                      <a:pt x="8611" y="10007"/>
                    </a:moveTo>
                    <a:lnTo>
                      <a:pt x="9387" y="10007"/>
                    </a:lnTo>
                    <a:lnTo>
                      <a:pt x="9387" y="10783"/>
                    </a:lnTo>
                    <a:lnTo>
                      <a:pt x="8611" y="10783"/>
                    </a:lnTo>
                    <a:lnTo>
                      <a:pt x="8611" y="10007"/>
                    </a:lnTo>
                    <a:close/>
                    <a:moveTo>
                      <a:pt x="7292" y="10007"/>
                    </a:moveTo>
                    <a:lnTo>
                      <a:pt x="8068" y="10007"/>
                    </a:lnTo>
                    <a:lnTo>
                      <a:pt x="8068" y="10783"/>
                    </a:lnTo>
                    <a:lnTo>
                      <a:pt x="7292" y="10783"/>
                    </a:lnTo>
                    <a:lnTo>
                      <a:pt x="7292" y="10007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Freeform 641"/>
              <p:cNvSpPr>
                <a:spLocks noEditPoints="1"/>
              </p:cNvSpPr>
              <p:nvPr/>
            </p:nvSpPr>
            <p:spPr bwMode="auto">
              <a:xfrm>
                <a:off x="6588934" y="3686297"/>
                <a:ext cx="256566" cy="314264"/>
              </a:xfrm>
              <a:custGeom>
                <a:avLst/>
                <a:gdLst>
                  <a:gd name="T0" fmla="*/ 9441 w 13167"/>
                  <a:gd name="T1" fmla="*/ 218 h 16127"/>
                  <a:gd name="T2" fmla="*/ 9270 w 13167"/>
                  <a:gd name="T3" fmla="*/ 658 h 16127"/>
                  <a:gd name="T4" fmla="*/ 8990 w 13167"/>
                  <a:gd name="T5" fmla="*/ 1233 h 16127"/>
                  <a:gd name="T6" fmla="*/ 8594 w 13167"/>
                  <a:gd name="T7" fmla="*/ 1850 h 16127"/>
                  <a:gd name="T8" fmla="*/ 8079 w 13167"/>
                  <a:gd name="T9" fmla="*/ 2414 h 16127"/>
                  <a:gd name="T10" fmla="*/ 7436 w 13167"/>
                  <a:gd name="T11" fmla="*/ 2834 h 16127"/>
                  <a:gd name="T12" fmla="*/ 6910 w 13167"/>
                  <a:gd name="T13" fmla="*/ 2929 h 16127"/>
                  <a:gd name="T14" fmla="*/ 6296 w 13167"/>
                  <a:gd name="T15" fmla="*/ 2792 h 16127"/>
                  <a:gd name="T16" fmla="*/ 5273 w 13167"/>
                  <a:gd name="T17" fmla="*/ 2432 h 16127"/>
                  <a:gd name="T18" fmla="*/ 4494 w 13167"/>
                  <a:gd name="T19" fmla="*/ 2183 h 16127"/>
                  <a:gd name="T20" fmla="*/ 3736 w 13167"/>
                  <a:gd name="T21" fmla="*/ 2048 h 16127"/>
                  <a:gd name="T22" fmla="*/ 3048 w 13167"/>
                  <a:gd name="T23" fmla="*/ 2124 h 16127"/>
                  <a:gd name="T24" fmla="*/ 2122 w 13167"/>
                  <a:gd name="T25" fmla="*/ 2651 h 16127"/>
                  <a:gd name="T26" fmla="*/ 1334 w 13167"/>
                  <a:gd name="T27" fmla="*/ 3426 h 16127"/>
                  <a:gd name="T28" fmla="*/ 758 w 13167"/>
                  <a:gd name="T29" fmla="*/ 4286 h 16127"/>
                  <a:gd name="T30" fmla="*/ 364 w 13167"/>
                  <a:gd name="T31" fmla="*/ 5116 h 16127"/>
                  <a:gd name="T32" fmla="*/ 126 w 13167"/>
                  <a:gd name="T33" fmla="*/ 5798 h 16127"/>
                  <a:gd name="T34" fmla="*/ 7 w 13167"/>
                  <a:gd name="T35" fmla="*/ 6260 h 16127"/>
                  <a:gd name="T36" fmla="*/ 3509 w 13167"/>
                  <a:gd name="T37" fmla="*/ 11292 h 16127"/>
                  <a:gd name="T38" fmla="*/ 3760 w 13167"/>
                  <a:gd name="T39" fmla="*/ 10792 h 16127"/>
                  <a:gd name="T40" fmla="*/ 4150 w 13167"/>
                  <a:gd name="T41" fmla="*/ 10109 h 16127"/>
                  <a:gd name="T42" fmla="*/ 4660 w 13167"/>
                  <a:gd name="T43" fmla="*/ 9366 h 16127"/>
                  <a:gd name="T44" fmla="*/ 5266 w 13167"/>
                  <a:gd name="T45" fmla="*/ 8685 h 16127"/>
                  <a:gd name="T46" fmla="*/ 5948 w 13167"/>
                  <a:gd name="T47" fmla="*/ 8188 h 16127"/>
                  <a:gd name="T48" fmla="*/ 6603 w 13167"/>
                  <a:gd name="T49" fmla="*/ 7994 h 16127"/>
                  <a:gd name="T50" fmla="*/ 7196 w 13167"/>
                  <a:gd name="T51" fmla="*/ 8039 h 16127"/>
                  <a:gd name="T52" fmla="*/ 7787 w 13167"/>
                  <a:gd name="T53" fmla="*/ 8221 h 16127"/>
                  <a:gd name="T54" fmla="*/ 8399 w 13167"/>
                  <a:gd name="T55" fmla="*/ 8459 h 16127"/>
                  <a:gd name="T56" fmla="*/ 9056 w 13167"/>
                  <a:gd name="T57" fmla="*/ 8672 h 16127"/>
                  <a:gd name="T58" fmla="*/ 9780 w 13167"/>
                  <a:gd name="T59" fmla="*/ 8777 h 16127"/>
                  <a:gd name="T60" fmla="*/ 10592 w 13167"/>
                  <a:gd name="T61" fmla="*/ 8689 h 16127"/>
                  <a:gd name="T62" fmla="*/ 11349 w 13167"/>
                  <a:gd name="T63" fmla="*/ 8278 h 16127"/>
                  <a:gd name="T64" fmla="*/ 11977 w 13167"/>
                  <a:gd name="T65" fmla="*/ 7611 h 16127"/>
                  <a:gd name="T66" fmla="*/ 12474 w 13167"/>
                  <a:gd name="T67" fmla="*/ 6830 h 16127"/>
                  <a:gd name="T68" fmla="*/ 12838 w 13167"/>
                  <a:gd name="T69" fmla="*/ 6073 h 16127"/>
                  <a:gd name="T70" fmla="*/ 13069 w 13167"/>
                  <a:gd name="T71" fmla="*/ 5479 h 16127"/>
                  <a:gd name="T72" fmla="*/ 9512 w 13167"/>
                  <a:gd name="T73" fmla="*/ 0 h 16127"/>
                  <a:gd name="T74" fmla="*/ 4346 w 13167"/>
                  <a:gd name="T75" fmla="*/ 11009 h 16127"/>
                  <a:gd name="T76" fmla="*/ 4071 w 13167"/>
                  <a:gd name="T77" fmla="*/ 11442 h 16127"/>
                  <a:gd name="T78" fmla="*/ 3839 w 13167"/>
                  <a:gd name="T79" fmla="*/ 11846 h 16127"/>
                  <a:gd name="T80" fmla="*/ 6240 w 13167"/>
                  <a:gd name="T81" fmla="*/ 15752 h 16127"/>
                  <a:gd name="T82" fmla="*/ 6379 w 13167"/>
                  <a:gd name="T83" fmla="*/ 15895 h 16127"/>
                  <a:gd name="T84" fmla="*/ 6546 w 13167"/>
                  <a:gd name="T85" fmla="*/ 16016 h 16127"/>
                  <a:gd name="T86" fmla="*/ 6760 w 13167"/>
                  <a:gd name="T87" fmla="*/ 16106 h 16127"/>
                  <a:gd name="T88" fmla="*/ 7011 w 13167"/>
                  <a:gd name="T89" fmla="*/ 16123 h 16127"/>
                  <a:gd name="T90" fmla="*/ 7293 w 13167"/>
                  <a:gd name="T91" fmla="*/ 16027 h 16127"/>
                  <a:gd name="T92" fmla="*/ 7559 w 13167"/>
                  <a:gd name="T93" fmla="*/ 15806 h 16127"/>
                  <a:gd name="T94" fmla="*/ 7686 w 13167"/>
                  <a:gd name="T95" fmla="*/ 15565 h 16127"/>
                  <a:gd name="T96" fmla="*/ 7704 w 13167"/>
                  <a:gd name="T97" fmla="*/ 15329 h 16127"/>
                  <a:gd name="T98" fmla="*/ 7653 w 13167"/>
                  <a:gd name="T99" fmla="*/ 15119 h 16127"/>
                  <a:gd name="T100" fmla="*/ 7577 w 13167"/>
                  <a:gd name="T101" fmla="*/ 14955 h 16127"/>
                  <a:gd name="T102" fmla="*/ 7508 w 13167"/>
                  <a:gd name="T103" fmla="*/ 14849 h 16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3167" h="16127">
                    <a:moveTo>
                      <a:pt x="9512" y="0"/>
                    </a:moveTo>
                    <a:lnTo>
                      <a:pt x="9504" y="26"/>
                    </a:lnTo>
                    <a:lnTo>
                      <a:pt x="9481" y="101"/>
                    </a:lnTo>
                    <a:lnTo>
                      <a:pt x="9463" y="154"/>
                    </a:lnTo>
                    <a:lnTo>
                      <a:pt x="9441" y="218"/>
                    </a:lnTo>
                    <a:lnTo>
                      <a:pt x="9416" y="291"/>
                    </a:lnTo>
                    <a:lnTo>
                      <a:pt x="9386" y="372"/>
                    </a:lnTo>
                    <a:lnTo>
                      <a:pt x="9351" y="461"/>
                    </a:lnTo>
                    <a:lnTo>
                      <a:pt x="9313" y="556"/>
                    </a:lnTo>
                    <a:lnTo>
                      <a:pt x="9270" y="658"/>
                    </a:lnTo>
                    <a:lnTo>
                      <a:pt x="9222" y="765"/>
                    </a:lnTo>
                    <a:lnTo>
                      <a:pt x="9171" y="877"/>
                    </a:lnTo>
                    <a:lnTo>
                      <a:pt x="9115" y="993"/>
                    </a:lnTo>
                    <a:lnTo>
                      <a:pt x="9055" y="1112"/>
                    </a:lnTo>
                    <a:lnTo>
                      <a:pt x="8990" y="1233"/>
                    </a:lnTo>
                    <a:lnTo>
                      <a:pt x="8919" y="1356"/>
                    </a:lnTo>
                    <a:lnTo>
                      <a:pt x="8845" y="1480"/>
                    </a:lnTo>
                    <a:lnTo>
                      <a:pt x="8767" y="1604"/>
                    </a:lnTo>
                    <a:lnTo>
                      <a:pt x="8683" y="1727"/>
                    </a:lnTo>
                    <a:lnTo>
                      <a:pt x="8594" y="1850"/>
                    </a:lnTo>
                    <a:lnTo>
                      <a:pt x="8501" y="1970"/>
                    </a:lnTo>
                    <a:lnTo>
                      <a:pt x="8403" y="2087"/>
                    </a:lnTo>
                    <a:lnTo>
                      <a:pt x="8299" y="2200"/>
                    </a:lnTo>
                    <a:lnTo>
                      <a:pt x="8191" y="2310"/>
                    </a:lnTo>
                    <a:lnTo>
                      <a:pt x="8079" y="2414"/>
                    </a:lnTo>
                    <a:lnTo>
                      <a:pt x="7960" y="2513"/>
                    </a:lnTo>
                    <a:lnTo>
                      <a:pt x="7837" y="2605"/>
                    </a:lnTo>
                    <a:lnTo>
                      <a:pt x="7709" y="2689"/>
                    </a:lnTo>
                    <a:lnTo>
                      <a:pt x="7575" y="2766"/>
                    </a:lnTo>
                    <a:lnTo>
                      <a:pt x="7436" y="2834"/>
                    </a:lnTo>
                    <a:lnTo>
                      <a:pt x="7291" y="2893"/>
                    </a:lnTo>
                    <a:lnTo>
                      <a:pt x="7207" y="2917"/>
                    </a:lnTo>
                    <a:lnTo>
                      <a:pt x="7115" y="2930"/>
                    </a:lnTo>
                    <a:lnTo>
                      <a:pt x="7015" y="2934"/>
                    </a:lnTo>
                    <a:lnTo>
                      <a:pt x="6910" y="2929"/>
                    </a:lnTo>
                    <a:lnTo>
                      <a:pt x="6798" y="2915"/>
                    </a:lnTo>
                    <a:lnTo>
                      <a:pt x="6680" y="2894"/>
                    </a:lnTo>
                    <a:lnTo>
                      <a:pt x="6557" y="2866"/>
                    </a:lnTo>
                    <a:lnTo>
                      <a:pt x="6429" y="2831"/>
                    </a:lnTo>
                    <a:lnTo>
                      <a:pt x="6296" y="2792"/>
                    </a:lnTo>
                    <a:lnTo>
                      <a:pt x="6159" y="2749"/>
                    </a:lnTo>
                    <a:lnTo>
                      <a:pt x="6018" y="2700"/>
                    </a:lnTo>
                    <a:lnTo>
                      <a:pt x="5874" y="2650"/>
                    </a:lnTo>
                    <a:lnTo>
                      <a:pt x="5578" y="2542"/>
                    </a:lnTo>
                    <a:lnTo>
                      <a:pt x="5273" y="2432"/>
                    </a:lnTo>
                    <a:lnTo>
                      <a:pt x="5118" y="2378"/>
                    </a:lnTo>
                    <a:lnTo>
                      <a:pt x="4963" y="2324"/>
                    </a:lnTo>
                    <a:lnTo>
                      <a:pt x="4806" y="2274"/>
                    </a:lnTo>
                    <a:lnTo>
                      <a:pt x="4651" y="2227"/>
                    </a:lnTo>
                    <a:lnTo>
                      <a:pt x="4494" y="2183"/>
                    </a:lnTo>
                    <a:lnTo>
                      <a:pt x="4340" y="2144"/>
                    </a:lnTo>
                    <a:lnTo>
                      <a:pt x="4186" y="2111"/>
                    </a:lnTo>
                    <a:lnTo>
                      <a:pt x="4034" y="2083"/>
                    </a:lnTo>
                    <a:lnTo>
                      <a:pt x="3883" y="2061"/>
                    </a:lnTo>
                    <a:lnTo>
                      <a:pt x="3736" y="2048"/>
                    </a:lnTo>
                    <a:lnTo>
                      <a:pt x="3591" y="2044"/>
                    </a:lnTo>
                    <a:lnTo>
                      <a:pt x="3449" y="2048"/>
                    </a:lnTo>
                    <a:lnTo>
                      <a:pt x="3312" y="2062"/>
                    </a:lnTo>
                    <a:lnTo>
                      <a:pt x="3177" y="2088"/>
                    </a:lnTo>
                    <a:lnTo>
                      <a:pt x="3048" y="2124"/>
                    </a:lnTo>
                    <a:lnTo>
                      <a:pt x="2922" y="2172"/>
                    </a:lnTo>
                    <a:lnTo>
                      <a:pt x="2708" y="2276"/>
                    </a:lnTo>
                    <a:lnTo>
                      <a:pt x="2503" y="2392"/>
                    </a:lnTo>
                    <a:lnTo>
                      <a:pt x="2307" y="2517"/>
                    </a:lnTo>
                    <a:lnTo>
                      <a:pt x="2122" y="2651"/>
                    </a:lnTo>
                    <a:lnTo>
                      <a:pt x="1946" y="2794"/>
                    </a:lnTo>
                    <a:lnTo>
                      <a:pt x="1780" y="2943"/>
                    </a:lnTo>
                    <a:lnTo>
                      <a:pt x="1623" y="3100"/>
                    </a:lnTo>
                    <a:lnTo>
                      <a:pt x="1475" y="3261"/>
                    </a:lnTo>
                    <a:lnTo>
                      <a:pt x="1334" y="3426"/>
                    </a:lnTo>
                    <a:lnTo>
                      <a:pt x="1204" y="3595"/>
                    </a:lnTo>
                    <a:lnTo>
                      <a:pt x="1080" y="3766"/>
                    </a:lnTo>
                    <a:lnTo>
                      <a:pt x="965" y="3939"/>
                    </a:lnTo>
                    <a:lnTo>
                      <a:pt x="858" y="4113"/>
                    </a:lnTo>
                    <a:lnTo>
                      <a:pt x="758" y="4286"/>
                    </a:lnTo>
                    <a:lnTo>
                      <a:pt x="665" y="4458"/>
                    </a:lnTo>
                    <a:lnTo>
                      <a:pt x="580" y="4628"/>
                    </a:lnTo>
                    <a:lnTo>
                      <a:pt x="502" y="4795"/>
                    </a:lnTo>
                    <a:lnTo>
                      <a:pt x="429" y="4958"/>
                    </a:lnTo>
                    <a:lnTo>
                      <a:pt x="364" y="5116"/>
                    </a:lnTo>
                    <a:lnTo>
                      <a:pt x="305" y="5268"/>
                    </a:lnTo>
                    <a:lnTo>
                      <a:pt x="252" y="5413"/>
                    </a:lnTo>
                    <a:lnTo>
                      <a:pt x="205" y="5550"/>
                    </a:lnTo>
                    <a:lnTo>
                      <a:pt x="163" y="5679"/>
                    </a:lnTo>
                    <a:lnTo>
                      <a:pt x="126" y="5798"/>
                    </a:lnTo>
                    <a:lnTo>
                      <a:pt x="95" y="5907"/>
                    </a:lnTo>
                    <a:lnTo>
                      <a:pt x="68" y="6005"/>
                    </a:lnTo>
                    <a:lnTo>
                      <a:pt x="46" y="6089"/>
                    </a:lnTo>
                    <a:lnTo>
                      <a:pt x="29" y="6161"/>
                    </a:lnTo>
                    <a:lnTo>
                      <a:pt x="7" y="6260"/>
                    </a:lnTo>
                    <a:lnTo>
                      <a:pt x="0" y="6295"/>
                    </a:lnTo>
                    <a:lnTo>
                      <a:pt x="3421" y="11485"/>
                    </a:lnTo>
                    <a:lnTo>
                      <a:pt x="3436" y="11452"/>
                    </a:lnTo>
                    <a:lnTo>
                      <a:pt x="3478" y="11358"/>
                    </a:lnTo>
                    <a:lnTo>
                      <a:pt x="3509" y="11292"/>
                    </a:lnTo>
                    <a:lnTo>
                      <a:pt x="3547" y="11212"/>
                    </a:lnTo>
                    <a:lnTo>
                      <a:pt x="3591" y="11121"/>
                    </a:lnTo>
                    <a:lnTo>
                      <a:pt x="3642" y="11020"/>
                    </a:lnTo>
                    <a:lnTo>
                      <a:pt x="3698" y="10911"/>
                    </a:lnTo>
                    <a:lnTo>
                      <a:pt x="3760" y="10792"/>
                    </a:lnTo>
                    <a:lnTo>
                      <a:pt x="3827" y="10667"/>
                    </a:lnTo>
                    <a:lnTo>
                      <a:pt x="3900" y="10535"/>
                    </a:lnTo>
                    <a:lnTo>
                      <a:pt x="3979" y="10397"/>
                    </a:lnTo>
                    <a:lnTo>
                      <a:pt x="4062" y="10255"/>
                    </a:lnTo>
                    <a:lnTo>
                      <a:pt x="4150" y="10109"/>
                    </a:lnTo>
                    <a:lnTo>
                      <a:pt x="4244" y="9962"/>
                    </a:lnTo>
                    <a:lnTo>
                      <a:pt x="4341" y="9813"/>
                    </a:lnTo>
                    <a:lnTo>
                      <a:pt x="4443" y="9664"/>
                    </a:lnTo>
                    <a:lnTo>
                      <a:pt x="4550" y="9515"/>
                    </a:lnTo>
                    <a:lnTo>
                      <a:pt x="4660" y="9366"/>
                    </a:lnTo>
                    <a:lnTo>
                      <a:pt x="4774" y="9221"/>
                    </a:lnTo>
                    <a:lnTo>
                      <a:pt x="4892" y="9080"/>
                    </a:lnTo>
                    <a:lnTo>
                      <a:pt x="5013" y="8942"/>
                    </a:lnTo>
                    <a:lnTo>
                      <a:pt x="5138" y="8811"/>
                    </a:lnTo>
                    <a:lnTo>
                      <a:pt x="5266" y="8685"/>
                    </a:lnTo>
                    <a:lnTo>
                      <a:pt x="5397" y="8567"/>
                    </a:lnTo>
                    <a:lnTo>
                      <a:pt x="5531" y="8457"/>
                    </a:lnTo>
                    <a:lnTo>
                      <a:pt x="5667" y="8357"/>
                    </a:lnTo>
                    <a:lnTo>
                      <a:pt x="5807" y="8267"/>
                    </a:lnTo>
                    <a:lnTo>
                      <a:pt x="5948" y="8188"/>
                    </a:lnTo>
                    <a:lnTo>
                      <a:pt x="6091" y="8121"/>
                    </a:lnTo>
                    <a:lnTo>
                      <a:pt x="6237" y="8068"/>
                    </a:lnTo>
                    <a:lnTo>
                      <a:pt x="6360" y="8034"/>
                    </a:lnTo>
                    <a:lnTo>
                      <a:pt x="6483" y="8010"/>
                    </a:lnTo>
                    <a:lnTo>
                      <a:pt x="6603" y="7994"/>
                    </a:lnTo>
                    <a:lnTo>
                      <a:pt x="6723" y="7988"/>
                    </a:lnTo>
                    <a:lnTo>
                      <a:pt x="6843" y="7990"/>
                    </a:lnTo>
                    <a:lnTo>
                      <a:pt x="6960" y="8000"/>
                    </a:lnTo>
                    <a:lnTo>
                      <a:pt x="7079" y="8017"/>
                    </a:lnTo>
                    <a:lnTo>
                      <a:pt x="7196" y="8039"/>
                    </a:lnTo>
                    <a:lnTo>
                      <a:pt x="7314" y="8067"/>
                    </a:lnTo>
                    <a:lnTo>
                      <a:pt x="7432" y="8100"/>
                    </a:lnTo>
                    <a:lnTo>
                      <a:pt x="7549" y="8137"/>
                    </a:lnTo>
                    <a:lnTo>
                      <a:pt x="7668" y="8178"/>
                    </a:lnTo>
                    <a:lnTo>
                      <a:pt x="7787" y="8221"/>
                    </a:lnTo>
                    <a:lnTo>
                      <a:pt x="7907" y="8267"/>
                    </a:lnTo>
                    <a:lnTo>
                      <a:pt x="8028" y="8314"/>
                    </a:lnTo>
                    <a:lnTo>
                      <a:pt x="8150" y="8362"/>
                    </a:lnTo>
                    <a:lnTo>
                      <a:pt x="8273" y="8411"/>
                    </a:lnTo>
                    <a:lnTo>
                      <a:pt x="8399" y="8459"/>
                    </a:lnTo>
                    <a:lnTo>
                      <a:pt x="8526" y="8507"/>
                    </a:lnTo>
                    <a:lnTo>
                      <a:pt x="8655" y="8552"/>
                    </a:lnTo>
                    <a:lnTo>
                      <a:pt x="8786" y="8595"/>
                    </a:lnTo>
                    <a:lnTo>
                      <a:pt x="8919" y="8636"/>
                    </a:lnTo>
                    <a:lnTo>
                      <a:pt x="9056" y="8672"/>
                    </a:lnTo>
                    <a:lnTo>
                      <a:pt x="9194" y="8704"/>
                    </a:lnTo>
                    <a:lnTo>
                      <a:pt x="9336" y="8731"/>
                    </a:lnTo>
                    <a:lnTo>
                      <a:pt x="9480" y="8752"/>
                    </a:lnTo>
                    <a:lnTo>
                      <a:pt x="9629" y="8769"/>
                    </a:lnTo>
                    <a:lnTo>
                      <a:pt x="9780" y="8777"/>
                    </a:lnTo>
                    <a:lnTo>
                      <a:pt x="9936" y="8778"/>
                    </a:lnTo>
                    <a:lnTo>
                      <a:pt x="10094" y="8771"/>
                    </a:lnTo>
                    <a:lnTo>
                      <a:pt x="10258" y="8754"/>
                    </a:lnTo>
                    <a:lnTo>
                      <a:pt x="10425" y="8728"/>
                    </a:lnTo>
                    <a:lnTo>
                      <a:pt x="10592" y="8689"/>
                    </a:lnTo>
                    <a:lnTo>
                      <a:pt x="10753" y="8634"/>
                    </a:lnTo>
                    <a:lnTo>
                      <a:pt x="10910" y="8564"/>
                    </a:lnTo>
                    <a:lnTo>
                      <a:pt x="11062" y="8480"/>
                    </a:lnTo>
                    <a:lnTo>
                      <a:pt x="11209" y="8385"/>
                    </a:lnTo>
                    <a:lnTo>
                      <a:pt x="11349" y="8278"/>
                    </a:lnTo>
                    <a:lnTo>
                      <a:pt x="11486" y="8160"/>
                    </a:lnTo>
                    <a:lnTo>
                      <a:pt x="11616" y="8034"/>
                    </a:lnTo>
                    <a:lnTo>
                      <a:pt x="11741" y="7900"/>
                    </a:lnTo>
                    <a:lnTo>
                      <a:pt x="11862" y="7759"/>
                    </a:lnTo>
                    <a:lnTo>
                      <a:pt x="11977" y="7611"/>
                    </a:lnTo>
                    <a:lnTo>
                      <a:pt x="12087" y="7460"/>
                    </a:lnTo>
                    <a:lnTo>
                      <a:pt x="12192" y="7305"/>
                    </a:lnTo>
                    <a:lnTo>
                      <a:pt x="12291" y="7148"/>
                    </a:lnTo>
                    <a:lnTo>
                      <a:pt x="12386" y="6988"/>
                    </a:lnTo>
                    <a:lnTo>
                      <a:pt x="12474" y="6830"/>
                    </a:lnTo>
                    <a:lnTo>
                      <a:pt x="12557" y="6672"/>
                    </a:lnTo>
                    <a:lnTo>
                      <a:pt x="12635" y="6516"/>
                    </a:lnTo>
                    <a:lnTo>
                      <a:pt x="12709" y="6364"/>
                    </a:lnTo>
                    <a:lnTo>
                      <a:pt x="12776" y="6215"/>
                    </a:lnTo>
                    <a:lnTo>
                      <a:pt x="12838" y="6073"/>
                    </a:lnTo>
                    <a:lnTo>
                      <a:pt x="12895" y="5936"/>
                    </a:lnTo>
                    <a:lnTo>
                      <a:pt x="12946" y="5808"/>
                    </a:lnTo>
                    <a:lnTo>
                      <a:pt x="12992" y="5688"/>
                    </a:lnTo>
                    <a:lnTo>
                      <a:pt x="13034" y="5578"/>
                    </a:lnTo>
                    <a:lnTo>
                      <a:pt x="13069" y="5479"/>
                    </a:lnTo>
                    <a:lnTo>
                      <a:pt x="13099" y="5393"/>
                    </a:lnTo>
                    <a:lnTo>
                      <a:pt x="13123" y="5319"/>
                    </a:lnTo>
                    <a:lnTo>
                      <a:pt x="13156" y="5216"/>
                    </a:lnTo>
                    <a:lnTo>
                      <a:pt x="13167" y="5181"/>
                    </a:lnTo>
                    <a:lnTo>
                      <a:pt x="9512" y="0"/>
                    </a:lnTo>
                    <a:close/>
                    <a:moveTo>
                      <a:pt x="4593" y="10659"/>
                    </a:moveTo>
                    <a:lnTo>
                      <a:pt x="4529" y="10746"/>
                    </a:lnTo>
                    <a:lnTo>
                      <a:pt x="4466" y="10833"/>
                    </a:lnTo>
                    <a:lnTo>
                      <a:pt x="4405" y="10922"/>
                    </a:lnTo>
                    <a:lnTo>
                      <a:pt x="4346" y="11009"/>
                    </a:lnTo>
                    <a:lnTo>
                      <a:pt x="4288" y="11097"/>
                    </a:lnTo>
                    <a:lnTo>
                      <a:pt x="4231" y="11184"/>
                    </a:lnTo>
                    <a:lnTo>
                      <a:pt x="4176" y="11270"/>
                    </a:lnTo>
                    <a:lnTo>
                      <a:pt x="4123" y="11357"/>
                    </a:lnTo>
                    <a:lnTo>
                      <a:pt x="4071" y="11442"/>
                    </a:lnTo>
                    <a:lnTo>
                      <a:pt x="4021" y="11525"/>
                    </a:lnTo>
                    <a:lnTo>
                      <a:pt x="3973" y="11608"/>
                    </a:lnTo>
                    <a:lnTo>
                      <a:pt x="3927" y="11689"/>
                    </a:lnTo>
                    <a:lnTo>
                      <a:pt x="3881" y="11768"/>
                    </a:lnTo>
                    <a:lnTo>
                      <a:pt x="3839" y="11846"/>
                    </a:lnTo>
                    <a:lnTo>
                      <a:pt x="3798" y="11921"/>
                    </a:lnTo>
                    <a:lnTo>
                      <a:pt x="3759" y="11994"/>
                    </a:lnTo>
                    <a:lnTo>
                      <a:pt x="6217" y="15724"/>
                    </a:lnTo>
                    <a:lnTo>
                      <a:pt x="6223" y="15731"/>
                    </a:lnTo>
                    <a:lnTo>
                      <a:pt x="6240" y="15752"/>
                    </a:lnTo>
                    <a:lnTo>
                      <a:pt x="6267" y="15784"/>
                    </a:lnTo>
                    <a:lnTo>
                      <a:pt x="6305" y="15825"/>
                    </a:lnTo>
                    <a:lnTo>
                      <a:pt x="6327" y="15847"/>
                    </a:lnTo>
                    <a:lnTo>
                      <a:pt x="6352" y="15871"/>
                    </a:lnTo>
                    <a:lnTo>
                      <a:pt x="6379" y="15895"/>
                    </a:lnTo>
                    <a:lnTo>
                      <a:pt x="6408" y="15919"/>
                    </a:lnTo>
                    <a:lnTo>
                      <a:pt x="6440" y="15945"/>
                    </a:lnTo>
                    <a:lnTo>
                      <a:pt x="6474" y="15969"/>
                    </a:lnTo>
                    <a:lnTo>
                      <a:pt x="6509" y="15993"/>
                    </a:lnTo>
                    <a:lnTo>
                      <a:pt x="6546" y="16016"/>
                    </a:lnTo>
                    <a:lnTo>
                      <a:pt x="6585" y="16037"/>
                    </a:lnTo>
                    <a:lnTo>
                      <a:pt x="6626" y="16057"/>
                    </a:lnTo>
                    <a:lnTo>
                      <a:pt x="6669" y="16076"/>
                    </a:lnTo>
                    <a:lnTo>
                      <a:pt x="6713" y="16092"/>
                    </a:lnTo>
                    <a:lnTo>
                      <a:pt x="6760" y="16106"/>
                    </a:lnTo>
                    <a:lnTo>
                      <a:pt x="6807" y="16116"/>
                    </a:lnTo>
                    <a:lnTo>
                      <a:pt x="6856" y="16124"/>
                    </a:lnTo>
                    <a:lnTo>
                      <a:pt x="6906" y="16127"/>
                    </a:lnTo>
                    <a:lnTo>
                      <a:pt x="6958" y="16127"/>
                    </a:lnTo>
                    <a:lnTo>
                      <a:pt x="7011" y="16123"/>
                    </a:lnTo>
                    <a:lnTo>
                      <a:pt x="7066" y="16114"/>
                    </a:lnTo>
                    <a:lnTo>
                      <a:pt x="7121" y="16101"/>
                    </a:lnTo>
                    <a:lnTo>
                      <a:pt x="7177" y="16082"/>
                    </a:lnTo>
                    <a:lnTo>
                      <a:pt x="7234" y="16057"/>
                    </a:lnTo>
                    <a:lnTo>
                      <a:pt x="7293" y="16027"/>
                    </a:lnTo>
                    <a:lnTo>
                      <a:pt x="7351" y="15991"/>
                    </a:lnTo>
                    <a:lnTo>
                      <a:pt x="7414" y="15946"/>
                    </a:lnTo>
                    <a:lnTo>
                      <a:pt x="7469" y="15900"/>
                    </a:lnTo>
                    <a:lnTo>
                      <a:pt x="7517" y="15854"/>
                    </a:lnTo>
                    <a:lnTo>
                      <a:pt x="7559" y="15806"/>
                    </a:lnTo>
                    <a:lnTo>
                      <a:pt x="7595" y="15759"/>
                    </a:lnTo>
                    <a:lnTo>
                      <a:pt x="7625" y="15711"/>
                    </a:lnTo>
                    <a:lnTo>
                      <a:pt x="7650" y="15662"/>
                    </a:lnTo>
                    <a:lnTo>
                      <a:pt x="7670" y="15613"/>
                    </a:lnTo>
                    <a:lnTo>
                      <a:pt x="7686" y="15565"/>
                    </a:lnTo>
                    <a:lnTo>
                      <a:pt x="7697" y="15516"/>
                    </a:lnTo>
                    <a:lnTo>
                      <a:pt x="7704" y="15469"/>
                    </a:lnTo>
                    <a:lnTo>
                      <a:pt x="7707" y="15421"/>
                    </a:lnTo>
                    <a:lnTo>
                      <a:pt x="7707" y="15374"/>
                    </a:lnTo>
                    <a:lnTo>
                      <a:pt x="7704" y="15329"/>
                    </a:lnTo>
                    <a:lnTo>
                      <a:pt x="7698" y="15284"/>
                    </a:lnTo>
                    <a:lnTo>
                      <a:pt x="7690" y="15240"/>
                    </a:lnTo>
                    <a:lnTo>
                      <a:pt x="7679" y="15199"/>
                    </a:lnTo>
                    <a:lnTo>
                      <a:pt x="7667" y="15157"/>
                    </a:lnTo>
                    <a:lnTo>
                      <a:pt x="7653" y="15119"/>
                    </a:lnTo>
                    <a:lnTo>
                      <a:pt x="7639" y="15082"/>
                    </a:lnTo>
                    <a:lnTo>
                      <a:pt x="7624" y="15046"/>
                    </a:lnTo>
                    <a:lnTo>
                      <a:pt x="7608" y="15014"/>
                    </a:lnTo>
                    <a:lnTo>
                      <a:pt x="7592" y="14983"/>
                    </a:lnTo>
                    <a:lnTo>
                      <a:pt x="7577" y="14955"/>
                    </a:lnTo>
                    <a:lnTo>
                      <a:pt x="7562" y="14929"/>
                    </a:lnTo>
                    <a:lnTo>
                      <a:pt x="7548" y="14907"/>
                    </a:lnTo>
                    <a:lnTo>
                      <a:pt x="7536" y="14888"/>
                    </a:lnTo>
                    <a:lnTo>
                      <a:pt x="7525" y="14872"/>
                    </a:lnTo>
                    <a:lnTo>
                      <a:pt x="7508" y="14849"/>
                    </a:lnTo>
                    <a:lnTo>
                      <a:pt x="7502" y="14842"/>
                    </a:lnTo>
                    <a:lnTo>
                      <a:pt x="4593" y="10659"/>
                    </a:lnTo>
                    <a:close/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111" name="Freeform 213"/>
              <p:cNvSpPr>
                <a:spLocks noEditPoints="1"/>
              </p:cNvSpPr>
              <p:nvPr/>
            </p:nvSpPr>
            <p:spPr bwMode="auto">
              <a:xfrm>
                <a:off x="6574308" y="5146718"/>
                <a:ext cx="285818" cy="285818"/>
              </a:xfrm>
              <a:custGeom>
                <a:avLst/>
                <a:gdLst>
                  <a:gd name="T0" fmla="*/ 8330 w 16095"/>
                  <a:gd name="T1" fmla="*/ 13155 h 16095"/>
                  <a:gd name="T2" fmla="*/ 8153 w 16095"/>
                  <a:gd name="T3" fmla="*/ 13120 h 16095"/>
                  <a:gd name="T4" fmla="*/ 5125 w 16095"/>
                  <a:gd name="T5" fmla="*/ 12104 h 16095"/>
                  <a:gd name="T6" fmla="*/ 5125 w 16095"/>
                  <a:gd name="T7" fmla="*/ 12104 h 16095"/>
                  <a:gd name="T8" fmla="*/ 4694 w 16095"/>
                  <a:gd name="T9" fmla="*/ 11707 h 16095"/>
                  <a:gd name="T10" fmla="*/ 1577 w 16095"/>
                  <a:gd name="T11" fmla="*/ 10451 h 16095"/>
                  <a:gd name="T12" fmla="*/ 15800 w 16095"/>
                  <a:gd name="T13" fmla="*/ 45 h 16095"/>
                  <a:gd name="T14" fmla="*/ 15716 w 16095"/>
                  <a:gd name="T15" fmla="*/ 15 h 16095"/>
                  <a:gd name="T16" fmla="*/ 15627 w 16095"/>
                  <a:gd name="T17" fmla="*/ 1 h 16095"/>
                  <a:gd name="T18" fmla="*/ 15537 w 16095"/>
                  <a:gd name="T19" fmla="*/ 3 h 16095"/>
                  <a:gd name="T20" fmla="*/ 15448 w 16095"/>
                  <a:gd name="T21" fmla="*/ 21 h 16095"/>
                  <a:gd name="T22" fmla="*/ 15362 w 16095"/>
                  <a:gd name="T23" fmla="*/ 55 h 16095"/>
                  <a:gd name="T24" fmla="*/ 210 w 16095"/>
                  <a:gd name="T25" fmla="*/ 10154 h 16095"/>
                  <a:gd name="T26" fmla="*/ 145 w 16095"/>
                  <a:gd name="T27" fmla="*/ 10209 h 16095"/>
                  <a:gd name="T28" fmla="*/ 91 w 16095"/>
                  <a:gd name="T29" fmla="*/ 10275 h 16095"/>
                  <a:gd name="T30" fmla="*/ 48 w 16095"/>
                  <a:gd name="T31" fmla="*/ 10348 h 16095"/>
                  <a:gd name="T32" fmla="*/ 18 w 16095"/>
                  <a:gd name="T33" fmla="*/ 10428 h 16095"/>
                  <a:gd name="T34" fmla="*/ 3 w 16095"/>
                  <a:gd name="T35" fmla="*/ 10511 h 16095"/>
                  <a:gd name="T36" fmla="*/ 1 w 16095"/>
                  <a:gd name="T37" fmla="*/ 10597 h 16095"/>
                  <a:gd name="T38" fmla="*/ 15 w 16095"/>
                  <a:gd name="T39" fmla="*/ 10682 h 16095"/>
                  <a:gd name="T40" fmla="*/ 42 w 16095"/>
                  <a:gd name="T41" fmla="*/ 10764 h 16095"/>
                  <a:gd name="T42" fmla="*/ 82 w 16095"/>
                  <a:gd name="T43" fmla="*/ 10838 h 16095"/>
                  <a:gd name="T44" fmla="*/ 134 w 16095"/>
                  <a:gd name="T45" fmla="*/ 10904 h 16095"/>
                  <a:gd name="T46" fmla="*/ 197 w 16095"/>
                  <a:gd name="T47" fmla="*/ 10961 h 16095"/>
                  <a:gd name="T48" fmla="*/ 269 w 16095"/>
                  <a:gd name="T49" fmla="*/ 11007 h 16095"/>
                  <a:gd name="T50" fmla="*/ 6102 w 16095"/>
                  <a:gd name="T51" fmla="*/ 15842 h 16095"/>
                  <a:gd name="T52" fmla="*/ 6148 w 16095"/>
                  <a:gd name="T53" fmla="*/ 15910 h 16095"/>
                  <a:gd name="T54" fmla="*/ 6206 w 16095"/>
                  <a:gd name="T55" fmla="*/ 15968 h 16095"/>
                  <a:gd name="T56" fmla="*/ 6270 w 16095"/>
                  <a:gd name="T57" fmla="*/ 16018 h 16095"/>
                  <a:gd name="T58" fmla="*/ 6341 w 16095"/>
                  <a:gd name="T59" fmla="*/ 16055 h 16095"/>
                  <a:gd name="T60" fmla="*/ 6419 w 16095"/>
                  <a:gd name="T61" fmla="*/ 16081 h 16095"/>
                  <a:gd name="T62" fmla="*/ 6499 w 16095"/>
                  <a:gd name="T63" fmla="*/ 16093 h 16095"/>
                  <a:gd name="T64" fmla="*/ 6572 w 16095"/>
                  <a:gd name="T65" fmla="*/ 16094 h 16095"/>
                  <a:gd name="T66" fmla="*/ 6652 w 16095"/>
                  <a:gd name="T67" fmla="*/ 16082 h 16095"/>
                  <a:gd name="T68" fmla="*/ 6729 w 16095"/>
                  <a:gd name="T69" fmla="*/ 16058 h 16095"/>
                  <a:gd name="T70" fmla="*/ 6800 w 16095"/>
                  <a:gd name="T71" fmla="*/ 16022 h 16095"/>
                  <a:gd name="T72" fmla="*/ 6866 w 16095"/>
                  <a:gd name="T73" fmla="*/ 15974 h 16095"/>
                  <a:gd name="T74" fmla="*/ 6922 w 16095"/>
                  <a:gd name="T75" fmla="*/ 15917 h 16095"/>
                  <a:gd name="T76" fmla="*/ 6970 w 16095"/>
                  <a:gd name="T77" fmla="*/ 15851 h 16095"/>
                  <a:gd name="T78" fmla="*/ 12958 w 16095"/>
                  <a:gd name="T79" fmla="*/ 16081 h 16095"/>
                  <a:gd name="T80" fmla="*/ 13077 w 16095"/>
                  <a:gd name="T81" fmla="*/ 16095 h 16095"/>
                  <a:gd name="T82" fmla="*/ 13157 w 16095"/>
                  <a:gd name="T83" fmla="*/ 16089 h 16095"/>
                  <a:gd name="T84" fmla="*/ 13234 w 16095"/>
                  <a:gd name="T85" fmla="*/ 16070 h 16095"/>
                  <a:gd name="T86" fmla="*/ 13309 w 16095"/>
                  <a:gd name="T87" fmla="*/ 16038 h 16095"/>
                  <a:gd name="T88" fmla="*/ 13415 w 16095"/>
                  <a:gd name="T89" fmla="*/ 15964 h 16095"/>
                  <a:gd name="T90" fmla="*/ 13504 w 16095"/>
                  <a:gd name="T91" fmla="*/ 15858 h 16095"/>
                  <a:gd name="T92" fmla="*/ 13561 w 16095"/>
                  <a:gd name="T93" fmla="*/ 15730 h 16095"/>
                  <a:gd name="T94" fmla="*/ 16093 w 16095"/>
                  <a:gd name="T95" fmla="*/ 548 h 16095"/>
                  <a:gd name="T96" fmla="*/ 16093 w 16095"/>
                  <a:gd name="T97" fmla="*/ 457 h 16095"/>
                  <a:gd name="T98" fmla="*/ 16076 w 16095"/>
                  <a:gd name="T99" fmla="*/ 367 h 16095"/>
                  <a:gd name="T100" fmla="*/ 16045 w 16095"/>
                  <a:gd name="T101" fmla="*/ 284 h 16095"/>
                  <a:gd name="T102" fmla="*/ 15997 w 16095"/>
                  <a:gd name="T103" fmla="*/ 206 h 16095"/>
                  <a:gd name="T104" fmla="*/ 15938 w 16095"/>
                  <a:gd name="T105" fmla="*/ 138 h 16095"/>
                  <a:gd name="T106" fmla="*/ 15865 w 16095"/>
                  <a:gd name="T107" fmla="*/ 80 h 16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6095" h="16095">
                    <a:moveTo>
                      <a:pt x="12684" y="14892"/>
                    </a:moveTo>
                    <a:lnTo>
                      <a:pt x="8388" y="13174"/>
                    </a:lnTo>
                    <a:lnTo>
                      <a:pt x="8368" y="13167"/>
                    </a:lnTo>
                    <a:lnTo>
                      <a:pt x="8349" y="13161"/>
                    </a:lnTo>
                    <a:lnTo>
                      <a:pt x="8330" y="13155"/>
                    </a:lnTo>
                    <a:lnTo>
                      <a:pt x="8310" y="13149"/>
                    </a:lnTo>
                    <a:lnTo>
                      <a:pt x="8271" y="13140"/>
                    </a:lnTo>
                    <a:lnTo>
                      <a:pt x="8232" y="13132"/>
                    </a:lnTo>
                    <a:lnTo>
                      <a:pt x="8192" y="13125"/>
                    </a:lnTo>
                    <a:lnTo>
                      <a:pt x="8153" y="13120"/>
                    </a:lnTo>
                    <a:lnTo>
                      <a:pt x="8114" y="13117"/>
                    </a:lnTo>
                    <a:lnTo>
                      <a:pt x="8074" y="13114"/>
                    </a:lnTo>
                    <a:lnTo>
                      <a:pt x="14689" y="2860"/>
                    </a:lnTo>
                    <a:lnTo>
                      <a:pt x="12684" y="14892"/>
                    </a:lnTo>
                    <a:close/>
                    <a:moveTo>
                      <a:pt x="5125" y="12104"/>
                    </a:moveTo>
                    <a:lnTo>
                      <a:pt x="5123" y="12102"/>
                    </a:lnTo>
                    <a:lnTo>
                      <a:pt x="5121" y="12099"/>
                    </a:lnTo>
                    <a:lnTo>
                      <a:pt x="14648" y="1902"/>
                    </a:lnTo>
                    <a:lnTo>
                      <a:pt x="6527" y="14558"/>
                    </a:lnTo>
                    <a:lnTo>
                      <a:pt x="5125" y="12104"/>
                    </a:lnTo>
                    <a:close/>
                    <a:moveTo>
                      <a:pt x="1577" y="10451"/>
                    </a:moveTo>
                    <a:lnTo>
                      <a:pt x="13234" y="2679"/>
                    </a:lnTo>
                    <a:lnTo>
                      <a:pt x="4759" y="11751"/>
                    </a:lnTo>
                    <a:lnTo>
                      <a:pt x="4726" y="11729"/>
                    </a:lnTo>
                    <a:lnTo>
                      <a:pt x="4694" y="11707"/>
                    </a:lnTo>
                    <a:lnTo>
                      <a:pt x="4678" y="11697"/>
                    </a:lnTo>
                    <a:lnTo>
                      <a:pt x="4661" y="11687"/>
                    </a:lnTo>
                    <a:lnTo>
                      <a:pt x="4643" y="11677"/>
                    </a:lnTo>
                    <a:lnTo>
                      <a:pt x="4625" y="11669"/>
                    </a:lnTo>
                    <a:lnTo>
                      <a:pt x="1577" y="10451"/>
                    </a:lnTo>
                    <a:close/>
                    <a:moveTo>
                      <a:pt x="15865" y="80"/>
                    </a:moveTo>
                    <a:lnTo>
                      <a:pt x="15850" y="70"/>
                    </a:lnTo>
                    <a:lnTo>
                      <a:pt x="15833" y="61"/>
                    </a:lnTo>
                    <a:lnTo>
                      <a:pt x="15817" y="53"/>
                    </a:lnTo>
                    <a:lnTo>
                      <a:pt x="15800" y="45"/>
                    </a:lnTo>
                    <a:lnTo>
                      <a:pt x="15784" y="38"/>
                    </a:lnTo>
                    <a:lnTo>
                      <a:pt x="15767" y="31"/>
                    </a:lnTo>
                    <a:lnTo>
                      <a:pt x="15750" y="25"/>
                    </a:lnTo>
                    <a:lnTo>
                      <a:pt x="15733" y="20"/>
                    </a:lnTo>
                    <a:lnTo>
                      <a:pt x="15716" y="15"/>
                    </a:lnTo>
                    <a:lnTo>
                      <a:pt x="15698" y="11"/>
                    </a:lnTo>
                    <a:lnTo>
                      <a:pt x="15681" y="8"/>
                    </a:lnTo>
                    <a:lnTo>
                      <a:pt x="15662" y="5"/>
                    </a:lnTo>
                    <a:lnTo>
                      <a:pt x="15645" y="3"/>
                    </a:lnTo>
                    <a:lnTo>
                      <a:pt x="15627" y="1"/>
                    </a:lnTo>
                    <a:lnTo>
                      <a:pt x="15609" y="0"/>
                    </a:lnTo>
                    <a:lnTo>
                      <a:pt x="15592" y="0"/>
                    </a:lnTo>
                    <a:lnTo>
                      <a:pt x="15574" y="0"/>
                    </a:lnTo>
                    <a:lnTo>
                      <a:pt x="15556" y="1"/>
                    </a:lnTo>
                    <a:lnTo>
                      <a:pt x="15537" y="3"/>
                    </a:lnTo>
                    <a:lnTo>
                      <a:pt x="15520" y="5"/>
                    </a:lnTo>
                    <a:lnTo>
                      <a:pt x="15501" y="8"/>
                    </a:lnTo>
                    <a:lnTo>
                      <a:pt x="15483" y="12"/>
                    </a:lnTo>
                    <a:lnTo>
                      <a:pt x="15465" y="16"/>
                    </a:lnTo>
                    <a:lnTo>
                      <a:pt x="15448" y="21"/>
                    </a:lnTo>
                    <a:lnTo>
                      <a:pt x="15430" y="26"/>
                    </a:lnTo>
                    <a:lnTo>
                      <a:pt x="15413" y="32"/>
                    </a:lnTo>
                    <a:lnTo>
                      <a:pt x="15396" y="39"/>
                    </a:lnTo>
                    <a:lnTo>
                      <a:pt x="15379" y="47"/>
                    </a:lnTo>
                    <a:lnTo>
                      <a:pt x="15362" y="55"/>
                    </a:lnTo>
                    <a:lnTo>
                      <a:pt x="15346" y="64"/>
                    </a:lnTo>
                    <a:lnTo>
                      <a:pt x="15329" y="74"/>
                    </a:lnTo>
                    <a:lnTo>
                      <a:pt x="15313" y="84"/>
                    </a:lnTo>
                    <a:lnTo>
                      <a:pt x="224" y="10144"/>
                    </a:lnTo>
                    <a:lnTo>
                      <a:pt x="210" y="10154"/>
                    </a:lnTo>
                    <a:lnTo>
                      <a:pt x="196" y="10164"/>
                    </a:lnTo>
                    <a:lnTo>
                      <a:pt x="182" y="10175"/>
                    </a:lnTo>
                    <a:lnTo>
                      <a:pt x="169" y="10186"/>
                    </a:lnTo>
                    <a:lnTo>
                      <a:pt x="157" y="10197"/>
                    </a:lnTo>
                    <a:lnTo>
                      <a:pt x="145" y="10209"/>
                    </a:lnTo>
                    <a:lnTo>
                      <a:pt x="133" y="10222"/>
                    </a:lnTo>
                    <a:lnTo>
                      <a:pt x="122" y="10234"/>
                    </a:lnTo>
                    <a:lnTo>
                      <a:pt x="111" y="10247"/>
                    </a:lnTo>
                    <a:lnTo>
                      <a:pt x="100" y="10262"/>
                    </a:lnTo>
                    <a:lnTo>
                      <a:pt x="91" y="10275"/>
                    </a:lnTo>
                    <a:lnTo>
                      <a:pt x="80" y="10289"/>
                    </a:lnTo>
                    <a:lnTo>
                      <a:pt x="71" y="10304"/>
                    </a:lnTo>
                    <a:lnTo>
                      <a:pt x="63" y="10318"/>
                    </a:lnTo>
                    <a:lnTo>
                      <a:pt x="55" y="10333"/>
                    </a:lnTo>
                    <a:lnTo>
                      <a:pt x="48" y="10348"/>
                    </a:lnTo>
                    <a:lnTo>
                      <a:pt x="41" y="10363"/>
                    </a:lnTo>
                    <a:lnTo>
                      <a:pt x="34" y="10379"/>
                    </a:lnTo>
                    <a:lnTo>
                      <a:pt x="29" y="10395"/>
                    </a:lnTo>
                    <a:lnTo>
                      <a:pt x="23" y="10411"/>
                    </a:lnTo>
                    <a:lnTo>
                      <a:pt x="18" y="10428"/>
                    </a:lnTo>
                    <a:lnTo>
                      <a:pt x="14" y="10444"/>
                    </a:lnTo>
                    <a:lnTo>
                      <a:pt x="10" y="10460"/>
                    </a:lnTo>
                    <a:lnTo>
                      <a:pt x="7" y="10477"/>
                    </a:lnTo>
                    <a:lnTo>
                      <a:pt x="5" y="10494"/>
                    </a:lnTo>
                    <a:lnTo>
                      <a:pt x="3" y="10511"/>
                    </a:lnTo>
                    <a:lnTo>
                      <a:pt x="1" y="10528"/>
                    </a:lnTo>
                    <a:lnTo>
                      <a:pt x="0" y="10545"/>
                    </a:lnTo>
                    <a:lnTo>
                      <a:pt x="0" y="10562"/>
                    </a:lnTo>
                    <a:lnTo>
                      <a:pt x="0" y="10579"/>
                    </a:lnTo>
                    <a:lnTo>
                      <a:pt x="1" y="10597"/>
                    </a:lnTo>
                    <a:lnTo>
                      <a:pt x="3" y="10614"/>
                    </a:lnTo>
                    <a:lnTo>
                      <a:pt x="5" y="10632"/>
                    </a:lnTo>
                    <a:lnTo>
                      <a:pt x="8" y="10649"/>
                    </a:lnTo>
                    <a:lnTo>
                      <a:pt x="11" y="10666"/>
                    </a:lnTo>
                    <a:lnTo>
                      <a:pt x="15" y="10682"/>
                    </a:lnTo>
                    <a:lnTo>
                      <a:pt x="19" y="10699"/>
                    </a:lnTo>
                    <a:lnTo>
                      <a:pt x="24" y="10715"/>
                    </a:lnTo>
                    <a:lnTo>
                      <a:pt x="29" y="10731"/>
                    </a:lnTo>
                    <a:lnTo>
                      <a:pt x="35" y="10747"/>
                    </a:lnTo>
                    <a:lnTo>
                      <a:pt x="42" y="10764"/>
                    </a:lnTo>
                    <a:lnTo>
                      <a:pt x="49" y="10779"/>
                    </a:lnTo>
                    <a:lnTo>
                      <a:pt x="56" y="10794"/>
                    </a:lnTo>
                    <a:lnTo>
                      <a:pt x="64" y="10809"/>
                    </a:lnTo>
                    <a:lnTo>
                      <a:pt x="73" y="10824"/>
                    </a:lnTo>
                    <a:lnTo>
                      <a:pt x="82" y="10838"/>
                    </a:lnTo>
                    <a:lnTo>
                      <a:pt x="92" y="10852"/>
                    </a:lnTo>
                    <a:lnTo>
                      <a:pt x="102" y="10865"/>
                    </a:lnTo>
                    <a:lnTo>
                      <a:pt x="112" y="10878"/>
                    </a:lnTo>
                    <a:lnTo>
                      <a:pt x="123" y="10891"/>
                    </a:lnTo>
                    <a:lnTo>
                      <a:pt x="134" y="10904"/>
                    </a:lnTo>
                    <a:lnTo>
                      <a:pt x="146" y="10916"/>
                    </a:lnTo>
                    <a:lnTo>
                      <a:pt x="158" y="10929"/>
                    </a:lnTo>
                    <a:lnTo>
                      <a:pt x="171" y="10940"/>
                    </a:lnTo>
                    <a:lnTo>
                      <a:pt x="183" y="10951"/>
                    </a:lnTo>
                    <a:lnTo>
                      <a:pt x="197" y="10961"/>
                    </a:lnTo>
                    <a:lnTo>
                      <a:pt x="210" y="10972"/>
                    </a:lnTo>
                    <a:lnTo>
                      <a:pt x="224" y="10981"/>
                    </a:lnTo>
                    <a:lnTo>
                      <a:pt x="239" y="10990"/>
                    </a:lnTo>
                    <a:lnTo>
                      <a:pt x="253" y="10999"/>
                    </a:lnTo>
                    <a:lnTo>
                      <a:pt x="269" y="11007"/>
                    </a:lnTo>
                    <a:lnTo>
                      <a:pt x="285" y="11015"/>
                    </a:lnTo>
                    <a:lnTo>
                      <a:pt x="300" y="11022"/>
                    </a:lnTo>
                    <a:lnTo>
                      <a:pt x="316" y="11029"/>
                    </a:lnTo>
                    <a:lnTo>
                      <a:pt x="4251" y="12603"/>
                    </a:lnTo>
                    <a:lnTo>
                      <a:pt x="6102" y="15842"/>
                    </a:lnTo>
                    <a:lnTo>
                      <a:pt x="6110" y="15856"/>
                    </a:lnTo>
                    <a:lnTo>
                      <a:pt x="6119" y="15870"/>
                    </a:lnTo>
                    <a:lnTo>
                      <a:pt x="6128" y="15884"/>
                    </a:lnTo>
                    <a:lnTo>
                      <a:pt x="6138" y="15897"/>
                    </a:lnTo>
                    <a:lnTo>
                      <a:pt x="6148" y="15910"/>
                    </a:lnTo>
                    <a:lnTo>
                      <a:pt x="6159" y="15922"/>
                    </a:lnTo>
                    <a:lnTo>
                      <a:pt x="6170" y="15934"/>
                    </a:lnTo>
                    <a:lnTo>
                      <a:pt x="6181" y="15946"/>
                    </a:lnTo>
                    <a:lnTo>
                      <a:pt x="6194" y="15957"/>
                    </a:lnTo>
                    <a:lnTo>
                      <a:pt x="6206" y="15968"/>
                    </a:lnTo>
                    <a:lnTo>
                      <a:pt x="6218" y="15979"/>
                    </a:lnTo>
                    <a:lnTo>
                      <a:pt x="6230" y="15989"/>
                    </a:lnTo>
                    <a:lnTo>
                      <a:pt x="6243" y="15999"/>
                    </a:lnTo>
                    <a:lnTo>
                      <a:pt x="6257" y="16008"/>
                    </a:lnTo>
                    <a:lnTo>
                      <a:pt x="6270" y="16018"/>
                    </a:lnTo>
                    <a:lnTo>
                      <a:pt x="6284" y="16026"/>
                    </a:lnTo>
                    <a:lnTo>
                      <a:pt x="6298" y="16034"/>
                    </a:lnTo>
                    <a:lnTo>
                      <a:pt x="6312" y="16041"/>
                    </a:lnTo>
                    <a:lnTo>
                      <a:pt x="6326" y="16048"/>
                    </a:lnTo>
                    <a:lnTo>
                      <a:pt x="6341" y="16055"/>
                    </a:lnTo>
                    <a:lnTo>
                      <a:pt x="6357" y="16061"/>
                    </a:lnTo>
                    <a:lnTo>
                      <a:pt x="6372" y="16067"/>
                    </a:lnTo>
                    <a:lnTo>
                      <a:pt x="6388" y="16072"/>
                    </a:lnTo>
                    <a:lnTo>
                      <a:pt x="6403" y="16076"/>
                    </a:lnTo>
                    <a:lnTo>
                      <a:pt x="6419" y="16081"/>
                    </a:lnTo>
                    <a:lnTo>
                      <a:pt x="6435" y="16084"/>
                    </a:lnTo>
                    <a:lnTo>
                      <a:pt x="6451" y="16087"/>
                    </a:lnTo>
                    <a:lnTo>
                      <a:pt x="6467" y="16090"/>
                    </a:lnTo>
                    <a:lnTo>
                      <a:pt x="6483" y="16092"/>
                    </a:lnTo>
                    <a:lnTo>
                      <a:pt x="6499" y="16093"/>
                    </a:lnTo>
                    <a:lnTo>
                      <a:pt x="6516" y="16094"/>
                    </a:lnTo>
                    <a:lnTo>
                      <a:pt x="6533" y="16095"/>
                    </a:lnTo>
                    <a:lnTo>
                      <a:pt x="6539" y="16095"/>
                    </a:lnTo>
                    <a:lnTo>
                      <a:pt x="6555" y="16095"/>
                    </a:lnTo>
                    <a:lnTo>
                      <a:pt x="6572" y="16094"/>
                    </a:lnTo>
                    <a:lnTo>
                      <a:pt x="6588" y="16093"/>
                    </a:lnTo>
                    <a:lnTo>
                      <a:pt x="6604" y="16091"/>
                    </a:lnTo>
                    <a:lnTo>
                      <a:pt x="6620" y="16088"/>
                    </a:lnTo>
                    <a:lnTo>
                      <a:pt x="6636" y="16085"/>
                    </a:lnTo>
                    <a:lnTo>
                      <a:pt x="6652" y="16082"/>
                    </a:lnTo>
                    <a:lnTo>
                      <a:pt x="6667" y="16078"/>
                    </a:lnTo>
                    <a:lnTo>
                      <a:pt x="6683" y="16074"/>
                    </a:lnTo>
                    <a:lnTo>
                      <a:pt x="6699" y="16069"/>
                    </a:lnTo>
                    <a:lnTo>
                      <a:pt x="6714" y="16063"/>
                    </a:lnTo>
                    <a:lnTo>
                      <a:pt x="6729" y="16058"/>
                    </a:lnTo>
                    <a:lnTo>
                      <a:pt x="6743" y="16051"/>
                    </a:lnTo>
                    <a:lnTo>
                      <a:pt x="6758" y="16045"/>
                    </a:lnTo>
                    <a:lnTo>
                      <a:pt x="6772" y="16037"/>
                    </a:lnTo>
                    <a:lnTo>
                      <a:pt x="6786" y="16030"/>
                    </a:lnTo>
                    <a:lnTo>
                      <a:pt x="6800" y="16022"/>
                    </a:lnTo>
                    <a:lnTo>
                      <a:pt x="6813" y="16013"/>
                    </a:lnTo>
                    <a:lnTo>
                      <a:pt x="6827" y="16003"/>
                    </a:lnTo>
                    <a:lnTo>
                      <a:pt x="6840" y="15994"/>
                    </a:lnTo>
                    <a:lnTo>
                      <a:pt x="6852" y="15984"/>
                    </a:lnTo>
                    <a:lnTo>
                      <a:pt x="6866" y="15974"/>
                    </a:lnTo>
                    <a:lnTo>
                      <a:pt x="6878" y="15963"/>
                    </a:lnTo>
                    <a:lnTo>
                      <a:pt x="6889" y="15952"/>
                    </a:lnTo>
                    <a:lnTo>
                      <a:pt x="6901" y="15941"/>
                    </a:lnTo>
                    <a:lnTo>
                      <a:pt x="6912" y="15929"/>
                    </a:lnTo>
                    <a:lnTo>
                      <a:pt x="6922" y="15917"/>
                    </a:lnTo>
                    <a:lnTo>
                      <a:pt x="6933" y="15904"/>
                    </a:lnTo>
                    <a:lnTo>
                      <a:pt x="6943" y="15891"/>
                    </a:lnTo>
                    <a:lnTo>
                      <a:pt x="6952" y="15878"/>
                    </a:lnTo>
                    <a:lnTo>
                      <a:pt x="6961" y="15864"/>
                    </a:lnTo>
                    <a:lnTo>
                      <a:pt x="6970" y="15851"/>
                    </a:lnTo>
                    <a:lnTo>
                      <a:pt x="8014" y="14108"/>
                    </a:lnTo>
                    <a:lnTo>
                      <a:pt x="12890" y="16059"/>
                    </a:lnTo>
                    <a:lnTo>
                      <a:pt x="12913" y="16067"/>
                    </a:lnTo>
                    <a:lnTo>
                      <a:pt x="12936" y="16074"/>
                    </a:lnTo>
                    <a:lnTo>
                      <a:pt x="12958" y="16081"/>
                    </a:lnTo>
                    <a:lnTo>
                      <a:pt x="12983" y="16086"/>
                    </a:lnTo>
                    <a:lnTo>
                      <a:pt x="13006" y="16090"/>
                    </a:lnTo>
                    <a:lnTo>
                      <a:pt x="13030" y="16093"/>
                    </a:lnTo>
                    <a:lnTo>
                      <a:pt x="13053" y="16094"/>
                    </a:lnTo>
                    <a:lnTo>
                      <a:pt x="13077" y="16095"/>
                    </a:lnTo>
                    <a:lnTo>
                      <a:pt x="13093" y="16095"/>
                    </a:lnTo>
                    <a:lnTo>
                      <a:pt x="13109" y="16094"/>
                    </a:lnTo>
                    <a:lnTo>
                      <a:pt x="13124" y="16093"/>
                    </a:lnTo>
                    <a:lnTo>
                      <a:pt x="13141" y="16091"/>
                    </a:lnTo>
                    <a:lnTo>
                      <a:pt x="13157" y="16089"/>
                    </a:lnTo>
                    <a:lnTo>
                      <a:pt x="13173" y="16086"/>
                    </a:lnTo>
                    <a:lnTo>
                      <a:pt x="13188" y="16083"/>
                    </a:lnTo>
                    <a:lnTo>
                      <a:pt x="13204" y="16079"/>
                    </a:lnTo>
                    <a:lnTo>
                      <a:pt x="13219" y="16075"/>
                    </a:lnTo>
                    <a:lnTo>
                      <a:pt x="13234" y="16070"/>
                    </a:lnTo>
                    <a:lnTo>
                      <a:pt x="13250" y="16064"/>
                    </a:lnTo>
                    <a:lnTo>
                      <a:pt x="13265" y="16059"/>
                    </a:lnTo>
                    <a:lnTo>
                      <a:pt x="13279" y="16052"/>
                    </a:lnTo>
                    <a:lnTo>
                      <a:pt x="13294" y="16046"/>
                    </a:lnTo>
                    <a:lnTo>
                      <a:pt x="13309" y="16038"/>
                    </a:lnTo>
                    <a:lnTo>
                      <a:pt x="13324" y="16031"/>
                    </a:lnTo>
                    <a:lnTo>
                      <a:pt x="13348" y="16016"/>
                    </a:lnTo>
                    <a:lnTo>
                      <a:pt x="13371" y="15999"/>
                    </a:lnTo>
                    <a:lnTo>
                      <a:pt x="13394" y="15982"/>
                    </a:lnTo>
                    <a:lnTo>
                      <a:pt x="13415" y="15964"/>
                    </a:lnTo>
                    <a:lnTo>
                      <a:pt x="13435" y="15945"/>
                    </a:lnTo>
                    <a:lnTo>
                      <a:pt x="13454" y="15924"/>
                    </a:lnTo>
                    <a:lnTo>
                      <a:pt x="13473" y="15903"/>
                    </a:lnTo>
                    <a:lnTo>
                      <a:pt x="13489" y="15881"/>
                    </a:lnTo>
                    <a:lnTo>
                      <a:pt x="13504" y="15858"/>
                    </a:lnTo>
                    <a:lnTo>
                      <a:pt x="13518" y="15833"/>
                    </a:lnTo>
                    <a:lnTo>
                      <a:pt x="13531" y="15808"/>
                    </a:lnTo>
                    <a:lnTo>
                      <a:pt x="13542" y="15783"/>
                    </a:lnTo>
                    <a:lnTo>
                      <a:pt x="13552" y="15757"/>
                    </a:lnTo>
                    <a:lnTo>
                      <a:pt x="13561" y="15730"/>
                    </a:lnTo>
                    <a:lnTo>
                      <a:pt x="13568" y="15703"/>
                    </a:lnTo>
                    <a:lnTo>
                      <a:pt x="13573" y="15675"/>
                    </a:lnTo>
                    <a:lnTo>
                      <a:pt x="16088" y="585"/>
                    </a:lnTo>
                    <a:lnTo>
                      <a:pt x="16091" y="567"/>
                    </a:lnTo>
                    <a:lnTo>
                      <a:pt x="16093" y="548"/>
                    </a:lnTo>
                    <a:lnTo>
                      <a:pt x="16094" y="530"/>
                    </a:lnTo>
                    <a:lnTo>
                      <a:pt x="16095" y="512"/>
                    </a:lnTo>
                    <a:lnTo>
                      <a:pt x="16095" y="493"/>
                    </a:lnTo>
                    <a:lnTo>
                      <a:pt x="16094" y="475"/>
                    </a:lnTo>
                    <a:lnTo>
                      <a:pt x="16093" y="457"/>
                    </a:lnTo>
                    <a:lnTo>
                      <a:pt x="16091" y="439"/>
                    </a:lnTo>
                    <a:lnTo>
                      <a:pt x="16088" y="420"/>
                    </a:lnTo>
                    <a:lnTo>
                      <a:pt x="16085" y="402"/>
                    </a:lnTo>
                    <a:lnTo>
                      <a:pt x="16081" y="385"/>
                    </a:lnTo>
                    <a:lnTo>
                      <a:pt x="16076" y="367"/>
                    </a:lnTo>
                    <a:lnTo>
                      <a:pt x="16071" y="350"/>
                    </a:lnTo>
                    <a:lnTo>
                      <a:pt x="16066" y="333"/>
                    </a:lnTo>
                    <a:lnTo>
                      <a:pt x="16059" y="317"/>
                    </a:lnTo>
                    <a:lnTo>
                      <a:pt x="16052" y="300"/>
                    </a:lnTo>
                    <a:lnTo>
                      <a:pt x="16045" y="284"/>
                    </a:lnTo>
                    <a:lnTo>
                      <a:pt x="16037" y="268"/>
                    </a:lnTo>
                    <a:lnTo>
                      <a:pt x="16028" y="251"/>
                    </a:lnTo>
                    <a:lnTo>
                      <a:pt x="16019" y="236"/>
                    </a:lnTo>
                    <a:lnTo>
                      <a:pt x="16008" y="221"/>
                    </a:lnTo>
                    <a:lnTo>
                      <a:pt x="15997" y="206"/>
                    </a:lnTo>
                    <a:lnTo>
                      <a:pt x="15987" y="192"/>
                    </a:lnTo>
                    <a:lnTo>
                      <a:pt x="15975" y="178"/>
                    </a:lnTo>
                    <a:lnTo>
                      <a:pt x="15963" y="164"/>
                    </a:lnTo>
                    <a:lnTo>
                      <a:pt x="15951" y="151"/>
                    </a:lnTo>
                    <a:lnTo>
                      <a:pt x="15938" y="138"/>
                    </a:lnTo>
                    <a:lnTo>
                      <a:pt x="15924" y="126"/>
                    </a:lnTo>
                    <a:lnTo>
                      <a:pt x="15910" y="114"/>
                    </a:lnTo>
                    <a:lnTo>
                      <a:pt x="15896" y="102"/>
                    </a:lnTo>
                    <a:lnTo>
                      <a:pt x="15881" y="92"/>
                    </a:lnTo>
                    <a:lnTo>
                      <a:pt x="15865" y="8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grpSp>
            <p:nvGrpSpPr>
              <p:cNvPr id="4" name="组合 3"/>
              <p:cNvGrpSpPr/>
              <p:nvPr/>
            </p:nvGrpSpPr>
            <p:grpSpPr>
              <a:xfrm>
                <a:off x="1614388" y="1972242"/>
                <a:ext cx="3069395" cy="849980"/>
                <a:chOff x="1659003" y="1927023"/>
                <a:chExt cx="3069395" cy="849980"/>
              </a:xfrm>
            </p:grpSpPr>
            <p:sp>
              <p:nvSpPr>
                <p:cNvPr id="13" name="文本框 12"/>
                <p:cNvSpPr txBox="1"/>
                <p:nvPr/>
              </p:nvSpPr>
              <p:spPr bwMode="auto">
                <a:xfrm>
                  <a:off x="1659003" y="2233461"/>
                  <a:ext cx="3069395" cy="543542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normAutofit/>
                </a:bodyPr>
                <a:lstStyle>
                  <a:defPPr>
                    <a:defRPr lang="zh-CN"/>
                  </a:defPPr>
                  <a:lvl1pPr marL="171450" indent="-171450">
                    <a:lnSpc>
                      <a:spcPct val="15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  <a:defRPr sz="1200"/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marL="0" indent="0">
                    <a:lnSpc>
                      <a:spcPct val="120000"/>
                    </a:lnSpc>
                    <a:spcAft>
                      <a:spcPts val="600"/>
                    </a:spcAft>
                    <a:buNone/>
                  </a:pPr>
                  <a:r>
                    <a:rPr lang="en-US" altLang="zh-CN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Copy paste fonts. Choose the only option to retain text.</a:t>
                  </a:r>
                  <a:endParaRPr lang="en-US" altLang="zh-CN" dirty="0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文本框 41"/>
                <p:cNvSpPr txBox="1"/>
                <p:nvPr/>
              </p:nvSpPr>
              <p:spPr>
                <a:xfrm>
                  <a:off x="1659003" y="1927023"/>
                  <a:ext cx="3069395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400" b="1" dirty="0"/>
                    <a:t>Text Here-14pt</a:t>
                  </a:r>
                  <a:endParaRPr lang="zh-CN" altLang="en-US" sz="1400" b="1" dirty="0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1614388" y="3418439"/>
                <a:ext cx="3069395" cy="849980"/>
                <a:chOff x="1659003" y="1927023"/>
                <a:chExt cx="3069395" cy="849980"/>
              </a:xfrm>
            </p:grpSpPr>
            <p:sp>
              <p:nvSpPr>
                <p:cNvPr id="50" name="文本框 49"/>
                <p:cNvSpPr txBox="1"/>
                <p:nvPr/>
              </p:nvSpPr>
              <p:spPr bwMode="auto">
                <a:xfrm>
                  <a:off x="1659003" y="2233461"/>
                  <a:ext cx="3069395" cy="543542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normAutofit/>
                </a:bodyPr>
                <a:lstStyle>
                  <a:defPPr>
                    <a:defRPr lang="zh-CN"/>
                  </a:defPPr>
                  <a:lvl1pPr marL="171450" indent="-171450">
                    <a:lnSpc>
                      <a:spcPct val="15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  <a:defRPr sz="1200"/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marL="0" indent="0">
                    <a:lnSpc>
                      <a:spcPct val="120000"/>
                    </a:lnSpc>
                    <a:spcAft>
                      <a:spcPts val="600"/>
                    </a:spcAft>
                    <a:buNone/>
                  </a:pPr>
                  <a:r>
                    <a:rPr lang="en-US" altLang="zh-CN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Copy paste fonts. Choose the only option to retain text.</a:t>
                  </a:r>
                  <a:endParaRPr lang="en-US" altLang="zh-CN" dirty="0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文本框 50"/>
                <p:cNvSpPr txBox="1"/>
                <p:nvPr/>
              </p:nvSpPr>
              <p:spPr>
                <a:xfrm>
                  <a:off x="1659003" y="1927023"/>
                  <a:ext cx="3069395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400" b="1" dirty="0"/>
                    <a:t>Text Here-14pt</a:t>
                  </a:r>
                  <a:endParaRPr lang="zh-CN" altLang="en-US" sz="1400" b="1" dirty="0"/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1614388" y="4864637"/>
                <a:ext cx="3069395" cy="849980"/>
                <a:chOff x="1659003" y="1927023"/>
                <a:chExt cx="3069395" cy="849980"/>
              </a:xfrm>
            </p:grpSpPr>
            <p:sp>
              <p:nvSpPr>
                <p:cNvPr id="53" name="文本框 52"/>
                <p:cNvSpPr txBox="1"/>
                <p:nvPr/>
              </p:nvSpPr>
              <p:spPr bwMode="auto">
                <a:xfrm>
                  <a:off x="1659003" y="2233461"/>
                  <a:ext cx="3069395" cy="543542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normAutofit/>
                </a:bodyPr>
                <a:lstStyle>
                  <a:defPPr>
                    <a:defRPr lang="zh-CN"/>
                  </a:defPPr>
                  <a:lvl1pPr marL="171450" indent="-171450">
                    <a:lnSpc>
                      <a:spcPct val="15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  <a:defRPr sz="1200"/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marL="0" indent="0">
                    <a:lnSpc>
                      <a:spcPct val="120000"/>
                    </a:lnSpc>
                    <a:spcAft>
                      <a:spcPts val="600"/>
                    </a:spcAft>
                    <a:buNone/>
                  </a:pPr>
                  <a:r>
                    <a:rPr lang="en-US" altLang="zh-CN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Copy paste fonts. Choose the only option to retain text.</a:t>
                  </a:r>
                  <a:endParaRPr lang="en-US" altLang="zh-CN" dirty="0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文本框 53"/>
                <p:cNvSpPr txBox="1"/>
                <p:nvPr/>
              </p:nvSpPr>
              <p:spPr>
                <a:xfrm>
                  <a:off x="1659003" y="1927023"/>
                  <a:ext cx="3069395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400" b="1" dirty="0"/>
                    <a:t>Text Here-14pt</a:t>
                  </a:r>
                  <a:endParaRPr lang="zh-CN" altLang="en-US" sz="1400" b="1" dirty="0"/>
                </a:p>
              </p:txBody>
            </p:sp>
          </p:grpSp>
          <p:grpSp>
            <p:nvGrpSpPr>
              <p:cNvPr id="55" name="组合 54"/>
              <p:cNvGrpSpPr/>
              <p:nvPr/>
            </p:nvGrpSpPr>
            <p:grpSpPr>
              <a:xfrm>
                <a:off x="7252089" y="1972242"/>
                <a:ext cx="3069395" cy="849980"/>
                <a:chOff x="1659003" y="1927023"/>
                <a:chExt cx="3069395" cy="849980"/>
              </a:xfrm>
            </p:grpSpPr>
            <p:sp>
              <p:nvSpPr>
                <p:cNvPr id="56" name="文本框 55"/>
                <p:cNvSpPr txBox="1"/>
                <p:nvPr/>
              </p:nvSpPr>
              <p:spPr bwMode="auto">
                <a:xfrm>
                  <a:off x="1659003" y="2233461"/>
                  <a:ext cx="3069395" cy="543542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normAutofit/>
                </a:bodyPr>
                <a:lstStyle>
                  <a:defPPr>
                    <a:defRPr lang="zh-CN"/>
                  </a:defPPr>
                  <a:lvl1pPr marL="171450" indent="-171450">
                    <a:lnSpc>
                      <a:spcPct val="15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  <a:defRPr sz="1200"/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marL="0" indent="0">
                    <a:lnSpc>
                      <a:spcPct val="120000"/>
                    </a:lnSpc>
                    <a:spcAft>
                      <a:spcPts val="600"/>
                    </a:spcAft>
                    <a:buNone/>
                  </a:pPr>
                  <a:r>
                    <a:rPr lang="en-US" altLang="zh-CN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Copy paste fonts. Choose the only option to retain text.</a:t>
                  </a:r>
                  <a:endParaRPr lang="en-US" altLang="zh-CN" dirty="0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文本框 56"/>
                <p:cNvSpPr txBox="1"/>
                <p:nvPr/>
              </p:nvSpPr>
              <p:spPr>
                <a:xfrm>
                  <a:off x="1659003" y="1927023"/>
                  <a:ext cx="3069395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400" b="1" dirty="0"/>
                    <a:t>Text Here-14pt</a:t>
                  </a:r>
                  <a:endParaRPr lang="zh-CN" altLang="en-US" sz="1400" b="1" dirty="0"/>
                </a:p>
              </p:txBody>
            </p:sp>
          </p:grpSp>
          <p:grpSp>
            <p:nvGrpSpPr>
              <p:cNvPr id="58" name="组合 57"/>
              <p:cNvGrpSpPr/>
              <p:nvPr/>
            </p:nvGrpSpPr>
            <p:grpSpPr>
              <a:xfrm>
                <a:off x="7252089" y="3418439"/>
                <a:ext cx="3069395" cy="849980"/>
                <a:chOff x="1659003" y="1927023"/>
                <a:chExt cx="3069395" cy="849980"/>
              </a:xfrm>
            </p:grpSpPr>
            <p:sp>
              <p:nvSpPr>
                <p:cNvPr id="59" name="文本框 58"/>
                <p:cNvSpPr txBox="1"/>
                <p:nvPr/>
              </p:nvSpPr>
              <p:spPr bwMode="auto">
                <a:xfrm>
                  <a:off x="1659003" y="2233461"/>
                  <a:ext cx="3069395" cy="543542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normAutofit/>
                </a:bodyPr>
                <a:lstStyle>
                  <a:defPPr>
                    <a:defRPr lang="zh-CN"/>
                  </a:defPPr>
                  <a:lvl1pPr marL="171450" indent="-171450">
                    <a:lnSpc>
                      <a:spcPct val="15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  <a:defRPr sz="1200"/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marL="0" indent="0">
                    <a:lnSpc>
                      <a:spcPct val="120000"/>
                    </a:lnSpc>
                    <a:spcAft>
                      <a:spcPts val="600"/>
                    </a:spcAft>
                    <a:buNone/>
                  </a:pPr>
                  <a:r>
                    <a:rPr lang="en-US" altLang="zh-CN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Copy paste fonts. Choose the only option to retain text.</a:t>
                  </a:r>
                  <a:endParaRPr lang="en-US" altLang="zh-CN" dirty="0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文本框 59"/>
                <p:cNvSpPr txBox="1"/>
                <p:nvPr/>
              </p:nvSpPr>
              <p:spPr>
                <a:xfrm>
                  <a:off x="1659003" y="1927023"/>
                  <a:ext cx="3069395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400" b="1" dirty="0"/>
                    <a:t>Text Here-14pt</a:t>
                  </a:r>
                  <a:endParaRPr lang="zh-CN" altLang="en-US" sz="1400" b="1" dirty="0"/>
                </a:p>
              </p:txBody>
            </p:sp>
          </p:grpSp>
          <p:grpSp>
            <p:nvGrpSpPr>
              <p:cNvPr id="61" name="组合 60"/>
              <p:cNvGrpSpPr/>
              <p:nvPr/>
            </p:nvGrpSpPr>
            <p:grpSpPr>
              <a:xfrm>
                <a:off x="7252089" y="4864637"/>
                <a:ext cx="3069395" cy="849980"/>
                <a:chOff x="1659003" y="1927023"/>
                <a:chExt cx="3069395" cy="849980"/>
              </a:xfrm>
            </p:grpSpPr>
            <p:sp>
              <p:nvSpPr>
                <p:cNvPr id="62" name="文本框 61"/>
                <p:cNvSpPr txBox="1"/>
                <p:nvPr/>
              </p:nvSpPr>
              <p:spPr bwMode="auto">
                <a:xfrm>
                  <a:off x="1659003" y="2233461"/>
                  <a:ext cx="3069395" cy="543542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normAutofit/>
                </a:bodyPr>
                <a:lstStyle>
                  <a:defPPr>
                    <a:defRPr lang="zh-CN"/>
                  </a:defPPr>
                  <a:lvl1pPr marL="171450" indent="-171450">
                    <a:lnSpc>
                      <a:spcPct val="15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  <a:defRPr sz="1200"/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marL="0" indent="0">
                    <a:lnSpc>
                      <a:spcPct val="120000"/>
                    </a:lnSpc>
                    <a:spcAft>
                      <a:spcPts val="600"/>
                    </a:spcAft>
                    <a:buNone/>
                  </a:pPr>
                  <a:r>
                    <a:rPr lang="en-US" altLang="zh-CN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Copy paste fonts. Choose the only option to retain text.</a:t>
                  </a:r>
                  <a:endParaRPr lang="en-US" altLang="zh-CN" dirty="0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文本框 62"/>
                <p:cNvSpPr txBox="1"/>
                <p:nvPr/>
              </p:nvSpPr>
              <p:spPr>
                <a:xfrm>
                  <a:off x="1659003" y="1927023"/>
                  <a:ext cx="3069395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400" b="1" dirty="0"/>
                    <a:t>Text Here-14pt</a:t>
                  </a:r>
                  <a:endParaRPr lang="zh-CN" altLang="en-US" sz="1400" b="1" dirty="0"/>
                </a:p>
              </p:txBody>
            </p:sp>
          </p:grpSp>
          <p:sp>
            <p:nvSpPr>
              <p:cNvPr id="64" name="任意多边形: 形状 63"/>
              <p:cNvSpPr/>
              <p:nvPr/>
            </p:nvSpPr>
            <p:spPr>
              <a:xfrm>
                <a:off x="4858050" y="2181232"/>
                <a:ext cx="972000" cy="720000"/>
              </a:xfrm>
              <a:custGeom>
                <a:avLst/>
                <a:gdLst>
                  <a:gd name="connsiteX0" fmla="*/ 194400 w 972000"/>
                  <a:gd name="connsiteY0" fmla="*/ 0 h 720000"/>
                  <a:gd name="connsiteX1" fmla="*/ 972000 w 972000"/>
                  <a:gd name="connsiteY1" fmla="*/ 0 h 720000"/>
                  <a:gd name="connsiteX2" fmla="*/ 972000 w 972000"/>
                  <a:gd name="connsiteY2" fmla="*/ 720000 h 720000"/>
                  <a:gd name="connsiteX3" fmla="*/ 0 w 972000"/>
                  <a:gd name="connsiteY3" fmla="*/ 720000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2000" h="720000">
                    <a:moveTo>
                      <a:pt x="194400" y="0"/>
                    </a:moveTo>
                    <a:lnTo>
                      <a:pt x="972000" y="0"/>
                    </a:lnTo>
                    <a:lnTo>
                      <a:pt x="972000" y="720000"/>
                    </a:lnTo>
                    <a:lnTo>
                      <a:pt x="0" y="72000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/>
                  <a:t>01</a:t>
                </a:r>
                <a:endParaRPr lang="zh-CN" altLang="en-US" b="1" dirty="0"/>
              </a:p>
            </p:txBody>
          </p:sp>
          <p:sp>
            <p:nvSpPr>
              <p:cNvPr id="66" name="任意多边形: 形状 65"/>
              <p:cNvSpPr/>
              <p:nvPr/>
            </p:nvSpPr>
            <p:spPr>
              <a:xfrm>
                <a:off x="10546900" y="2181232"/>
                <a:ext cx="972000" cy="720000"/>
              </a:xfrm>
              <a:custGeom>
                <a:avLst/>
                <a:gdLst>
                  <a:gd name="connsiteX0" fmla="*/ 194400 w 972000"/>
                  <a:gd name="connsiteY0" fmla="*/ 0 h 720000"/>
                  <a:gd name="connsiteX1" fmla="*/ 972000 w 972000"/>
                  <a:gd name="connsiteY1" fmla="*/ 0 h 720000"/>
                  <a:gd name="connsiteX2" fmla="*/ 972000 w 972000"/>
                  <a:gd name="connsiteY2" fmla="*/ 720000 h 720000"/>
                  <a:gd name="connsiteX3" fmla="*/ 0 w 972000"/>
                  <a:gd name="connsiteY3" fmla="*/ 720000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2000" h="720000">
                    <a:moveTo>
                      <a:pt x="194400" y="0"/>
                    </a:moveTo>
                    <a:lnTo>
                      <a:pt x="972000" y="0"/>
                    </a:lnTo>
                    <a:lnTo>
                      <a:pt x="972000" y="720000"/>
                    </a:lnTo>
                    <a:lnTo>
                      <a:pt x="0" y="7200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/>
                  <a:t>04</a:t>
                </a:r>
                <a:endParaRPr lang="zh-CN" altLang="en-US" b="1" dirty="0"/>
              </a:p>
            </p:txBody>
          </p:sp>
          <p:sp>
            <p:nvSpPr>
              <p:cNvPr id="68" name="任意多边形: 形状 67"/>
              <p:cNvSpPr/>
              <p:nvPr/>
            </p:nvSpPr>
            <p:spPr>
              <a:xfrm>
                <a:off x="4858050" y="3627429"/>
                <a:ext cx="972000" cy="720000"/>
              </a:xfrm>
              <a:custGeom>
                <a:avLst/>
                <a:gdLst>
                  <a:gd name="connsiteX0" fmla="*/ 194400 w 972000"/>
                  <a:gd name="connsiteY0" fmla="*/ 0 h 720000"/>
                  <a:gd name="connsiteX1" fmla="*/ 972000 w 972000"/>
                  <a:gd name="connsiteY1" fmla="*/ 0 h 720000"/>
                  <a:gd name="connsiteX2" fmla="*/ 972000 w 972000"/>
                  <a:gd name="connsiteY2" fmla="*/ 720000 h 720000"/>
                  <a:gd name="connsiteX3" fmla="*/ 0 w 972000"/>
                  <a:gd name="connsiteY3" fmla="*/ 720000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2000" h="720000">
                    <a:moveTo>
                      <a:pt x="194400" y="0"/>
                    </a:moveTo>
                    <a:lnTo>
                      <a:pt x="972000" y="0"/>
                    </a:lnTo>
                    <a:lnTo>
                      <a:pt x="972000" y="720000"/>
                    </a:lnTo>
                    <a:lnTo>
                      <a:pt x="0" y="7200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/>
                  <a:t>02</a:t>
                </a:r>
                <a:endParaRPr lang="zh-CN" altLang="en-US" b="1" dirty="0"/>
              </a:p>
            </p:txBody>
          </p:sp>
          <p:sp>
            <p:nvSpPr>
              <p:cNvPr id="70" name="任意多边形: 形状 69"/>
              <p:cNvSpPr/>
              <p:nvPr/>
            </p:nvSpPr>
            <p:spPr>
              <a:xfrm>
                <a:off x="10546900" y="3627429"/>
                <a:ext cx="972000" cy="720000"/>
              </a:xfrm>
              <a:custGeom>
                <a:avLst/>
                <a:gdLst>
                  <a:gd name="connsiteX0" fmla="*/ 194400 w 972000"/>
                  <a:gd name="connsiteY0" fmla="*/ 0 h 720000"/>
                  <a:gd name="connsiteX1" fmla="*/ 972000 w 972000"/>
                  <a:gd name="connsiteY1" fmla="*/ 0 h 720000"/>
                  <a:gd name="connsiteX2" fmla="*/ 972000 w 972000"/>
                  <a:gd name="connsiteY2" fmla="*/ 720000 h 720000"/>
                  <a:gd name="connsiteX3" fmla="*/ 0 w 972000"/>
                  <a:gd name="connsiteY3" fmla="*/ 720000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2000" h="720000">
                    <a:moveTo>
                      <a:pt x="194400" y="0"/>
                    </a:moveTo>
                    <a:lnTo>
                      <a:pt x="972000" y="0"/>
                    </a:lnTo>
                    <a:lnTo>
                      <a:pt x="972000" y="720000"/>
                    </a:lnTo>
                    <a:lnTo>
                      <a:pt x="0" y="72000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/>
                  <a:t>05</a:t>
                </a:r>
                <a:endParaRPr lang="zh-CN" altLang="en-US" b="1" dirty="0"/>
              </a:p>
            </p:txBody>
          </p:sp>
          <p:sp>
            <p:nvSpPr>
              <p:cNvPr id="72" name="任意多边形: 形状 71"/>
              <p:cNvSpPr/>
              <p:nvPr/>
            </p:nvSpPr>
            <p:spPr>
              <a:xfrm>
                <a:off x="4858050" y="5073627"/>
                <a:ext cx="972000" cy="720000"/>
              </a:xfrm>
              <a:custGeom>
                <a:avLst/>
                <a:gdLst>
                  <a:gd name="connsiteX0" fmla="*/ 194400 w 972000"/>
                  <a:gd name="connsiteY0" fmla="*/ 0 h 720000"/>
                  <a:gd name="connsiteX1" fmla="*/ 972000 w 972000"/>
                  <a:gd name="connsiteY1" fmla="*/ 0 h 720000"/>
                  <a:gd name="connsiteX2" fmla="*/ 972000 w 972000"/>
                  <a:gd name="connsiteY2" fmla="*/ 720000 h 720000"/>
                  <a:gd name="connsiteX3" fmla="*/ 0 w 972000"/>
                  <a:gd name="connsiteY3" fmla="*/ 720000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2000" h="720000">
                    <a:moveTo>
                      <a:pt x="194400" y="0"/>
                    </a:moveTo>
                    <a:lnTo>
                      <a:pt x="972000" y="0"/>
                    </a:lnTo>
                    <a:lnTo>
                      <a:pt x="972000" y="720000"/>
                    </a:lnTo>
                    <a:lnTo>
                      <a:pt x="0" y="72000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/>
                  <a:t>03</a:t>
                </a:r>
                <a:endParaRPr lang="zh-CN" altLang="en-US" b="1" dirty="0"/>
              </a:p>
            </p:txBody>
          </p:sp>
          <p:sp>
            <p:nvSpPr>
              <p:cNvPr id="74" name="任意多边形: 形状 73"/>
              <p:cNvSpPr/>
              <p:nvPr/>
            </p:nvSpPr>
            <p:spPr>
              <a:xfrm>
                <a:off x="10546900" y="5073627"/>
                <a:ext cx="972000" cy="720000"/>
              </a:xfrm>
              <a:custGeom>
                <a:avLst/>
                <a:gdLst>
                  <a:gd name="connsiteX0" fmla="*/ 194400 w 972000"/>
                  <a:gd name="connsiteY0" fmla="*/ 0 h 720000"/>
                  <a:gd name="connsiteX1" fmla="*/ 972000 w 972000"/>
                  <a:gd name="connsiteY1" fmla="*/ 0 h 720000"/>
                  <a:gd name="connsiteX2" fmla="*/ 972000 w 972000"/>
                  <a:gd name="connsiteY2" fmla="*/ 720000 h 720000"/>
                  <a:gd name="connsiteX3" fmla="*/ 0 w 972000"/>
                  <a:gd name="connsiteY3" fmla="*/ 720000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2000" h="720000">
                    <a:moveTo>
                      <a:pt x="194400" y="0"/>
                    </a:moveTo>
                    <a:lnTo>
                      <a:pt x="972000" y="0"/>
                    </a:lnTo>
                    <a:lnTo>
                      <a:pt x="972000" y="720000"/>
                    </a:lnTo>
                    <a:lnTo>
                      <a:pt x="0" y="72000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b="1" dirty="0"/>
                  <a:t>06</a:t>
                </a:r>
                <a:endParaRPr lang="zh-CN" altLang="en-US" b="1" dirty="0"/>
              </a:p>
            </p:txBody>
          </p:sp>
        </p:grpSp>
        <p:sp>
          <p:nvSpPr>
            <p:cNvPr id="48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39258" y="1511207"/>
            <a:ext cx="10113484" cy="4296041"/>
            <a:chOff x="1039258" y="1511207"/>
            <a:chExt cx="10113484" cy="4296041"/>
          </a:xfrm>
        </p:grpSpPr>
        <p:sp>
          <p:nvSpPr>
            <p:cNvPr id="5" name="Rectangle: Rounded Corners 5"/>
            <p:cNvSpPr/>
            <p:nvPr/>
          </p:nvSpPr>
          <p:spPr>
            <a:xfrm flipH="1">
              <a:off x="1039258" y="1511207"/>
              <a:ext cx="4716722" cy="1980000"/>
            </a:xfrm>
            <a:prstGeom prst="round1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grpSp>
          <p:nvGrpSpPr>
            <p:cNvPr id="7" name="Group 8"/>
            <p:cNvGrpSpPr/>
            <p:nvPr/>
          </p:nvGrpSpPr>
          <p:grpSpPr>
            <a:xfrm>
              <a:off x="2088631" y="1805881"/>
              <a:ext cx="3210149" cy="1458001"/>
              <a:chOff x="8583246" y="1566764"/>
              <a:chExt cx="3210149" cy="1458001"/>
            </a:xfrm>
          </p:grpSpPr>
          <p:sp>
            <p:nvSpPr>
              <p:cNvPr id="11" name="TextBox 12"/>
              <p:cNvSpPr txBox="1"/>
              <p:nvPr/>
            </p:nvSpPr>
            <p:spPr>
              <a:xfrm>
                <a:off x="8583246" y="1989417"/>
                <a:ext cx="3210149" cy="1035348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L="171450" indent="-1714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Theme color makes PPT more convenient to change.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Copy paste  fonts. Choose the only option to retain text. 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Box 13"/>
              <p:cNvSpPr txBox="1"/>
              <p:nvPr/>
            </p:nvSpPr>
            <p:spPr>
              <a:xfrm>
                <a:off x="8583246" y="1566764"/>
                <a:ext cx="3210149" cy="32707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Text Here-14pt</a:t>
                </a:r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" name="Group 9"/>
            <p:cNvGrpSpPr/>
            <p:nvPr/>
          </p:nvGrpSpPr>
          <p:grpSpPr>
            <a:xfrm>
              <a:off x="1239945" y="2177207"/>
              <a:ext cx="648000" cy="648000"/>
              <a:chOff x="9042294" y="1667116"/>
              <a:chExt cx="648000" cy="648000"/>
            </a:xfrm>
          </p:grpSpPr>
          <p:sp>
            <p:nvSpPr>
              <p:cNvPr id="9" name="Oval 10"/>
              <p:cNvSpPr>
                <a:spLocks noChangeAspect="1"/>
              </p:cNvSpPr>
              <p:nvPr/>
            </p:nvSpPr>
            <p:spPr>
              <a:xfrm>
                <a:off x="9042294" y="1667116"/>
                <a:ext cx="648000" cy="648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pic>
            <p:nvPicPr>
              <p:cNvPr id="10" name="Graphic 11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9226597" y="1851419"/>
                <a:ext cx="279394" cy="279394"/>
              </a:xfrm>
              <a:prstGeom prst="rect">
                <a:avLst/>
              </a:prstGeom>
            </p:spPr>
          </p:pic>
        </p:grpSp>
        <p:cxnSp>
          <p:nvCxnSpPr>
            <p:cNvPr id="14" name="直接连接符 13"/>
            <p:cNvCxnSpPr/>
            <p:nvPr/>
          </p:nvCxnSpPr>
          <p:spPr>
            <a:xfrm>
              <a:off x="2178521" y="2210673"/>
              <a:ext cx="3186761" cy="0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: Rounded Corners 5"/>
            <p:cNvSpPr/>
            <p:nvPr/>
          </p:nvSpPr>
          <p:spPr>
            <a:xfrm>
              <a:off x="6436020" y="1511207"/>
              <a:ext cx="4716722" cy="1980000"/>
            </a:xfrm>
            <a:prstGeom prst="round1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grpSp>
          <p:nvGrpSpPr>
            <p:cNvPr id="19" name="Group 8"/>
            <p:cNvGrpSpPr/>
            <p:nvPr/>
          </p:nvGrpSpPr>
          <p:grpSpPr>
            <a:xfrm>
              <a:off x="7485393" y="1805880"/>
              <a:ext cx="3210149" cy="1458002"/>
              <a:chOff x="8583246" y="1566763"/>
              <a:chExt cx="3210149" cy="1458002"/>
            </a:xfrm>
          </p:grpSpPr>
          <p:sp>
            <p:nvSpPr>
              <p:cNvPr id="24" name="TextBox 12"/>
              <p:cNvSpPr txBox="1"/>
              <p:nvPr/>
            </p:nvSpPr>
            <p:spPr>
              <a:xfrm>
                <a:off x="8583246" y="1989417"/>
                <a:ext cx="3210149" cy="1035348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Theme color makes PPT more convenient to change.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Copy paste  fonts. Choose the only option to retain text. 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5" name="TextBox 13"/>
              <p:cNvSpPr txBox="1"/>
              <p:nvPr/>
            </p:nvSpPr>
            <p:spPr>
              <a:xfrm>
                <a:off x="8583246" y="1566763"/>
                <a:ext cx="3210149" cy="32707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Text Here-14pt</a:t>
                </a:r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" name="Oval 10"/>
            <p:cNvSpPr>
              <a:spLocks noChangeAspect="1"/>
            </p:cNvSpPr>
            <p:nvPr/>
          </p:nvSpPr>
          <p:spPr>
            <a:xfrm>
              <a:off x="6636707" y="2177207"/>
              <a:ext cx="648000" cy="64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7575283" y="2210673"/>
              <a:ext cx="3186761" cy="0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任意多边形 45"/>
            <p:cNvSpPr/>
            <p:nvPr/>
          </p:nvSpPr>
          <p:spPr>
            <a:xfrm>
              <a:off x="6845514" y="2386014"/>
              <a:ext cx="230387" cy="230387"/>
            </a:xfrm>
            <a:custGeom>
              <a:avLst/>
              <a:gdLst>
                <a:gd name="T0" fmla="*/ 10800 w 12800"/>
                <a:gd name="T1" fmla="*/ 8800 h 12800"/>
                <a:gd name="T2" fmla="*/ 9760 w 12800"/>
                <a:gd name="T3" fmla="*/ 9120 h 12800"/>
                <a:gd name="T4" fmla="*/ 9040 w 12800"/>
                <a:gd name="T5" fmla="*/ 8400 h 12800"/>
                <a:gd name="T6" fmla="*/ 9680 w 12800"/>
                <a:gd name="T7" fmla="*/ 6480 h 12800"/>
                <a:gd name="T8" fmla="*/ 9040 w 12800"/>
                <a:gd name="T9" fmla="*/ 4560 h 12800"/>
                <a:gd name="T10" fmla="*/ 9760 w 12800"/>
                <a:gd name="T11" fmla="*/ 3840 h 12800"/>
                <a:gd name="T12" fmla="*/ 10800 w 12800"/>
                <a:gd name="T13" fmla="*/ 4000 h 12800"/>
                <a:gd name="T14" fmla="*/ 12800 w 12800"/>
                <a:gd name="T15" fmla="*/ 2000 h 12800"/>
                <a:gd name="T16" fmla="*/ 10800 w 12800"/>
                <a:gd name="T17" fmla="*/ 0 h 12800"/>
                <a:gd name="T18" fmla="*/ 8800 w 12800"/>
                <a:gd name="T19" fmla="*/ 2000 h 12800"/>
                <a:gd name="T20" fmla="*/ 9200 w 12800"/>
                <a:gd name="T21" fmla="*/ 3200 h 12800"/>
                <a:gd name="T22" fmla="*/ 8480 w 12800"/>
                <a:gd name="T23" fmla="*/ 3920 h 12800"/>
                <a:gd name="T24" fmla="*/ 6400 w 12800"/>
                <a:gd name="T25" fmla="*/ 3120 h 12800"/>
                <a:gd name="T26" fmla="*/ 4320 w 12800"/>
                <a:gd name="T27" fmla="*/ 3920 h 12800"/>
                <a:gd name="T28" fmla="*/ 3600 w 12800"/>
                <a:gd name="T29" fmla="*/ 3200 h 12800"/>
                <a:gd name="T30" fmla="*/ 4000 w 12800"/>
                <a:gd name="T31" fmla="*/ 2000 h 12800"/>
                <a:gd name="T32" fmla="*/ 2000 w 12800"/>
                <a:gd name="T33" fmla="*/ 0 h 12800"/>
                <a:gd name="T34" fmla="*/ 0 w 12800"/>
                <a:gd name="T35" fmla="*/ 2000 h 12800"/>
                <a:gd name="T36" fmla="*/ 2000 w 12800"/>
                <a:gd name="T37" fmla="*/ 4000 h 12800"/>
                <a:gd name="T38" fmla="*/ 3040 w 12800"/>
                <a:gd name="T39" fmla="*/ 3760 h 12800"/>
                <a:gd name="T40" fmla="*/ 3760 w 12800"/>
                <a:gd name="T41" fmla="*/ 4480 h 12800"/>
                <a:gd name="T42" fmla="*/ 3120 w 12800"/>
                <a:gd name="T43" fmla="*/ 6400 h 12800"/>
                <a:gd name="T44" fmla="*/ 3760 w 12800"/>
                <a:gd name="T45" fmla="*/ 8320 h 12800"/>
                <a:gd name="T46" fmla="*/ 3040 w 12800"/>
                <a:gd name="T47" fmla="*/ 9040 h 12800"/>
                <a:gd name="T48" fmla="*/ 2000 w 12800"/>
                <a:gd name="T49" fmla="*/ 8800 h 12800"/>
                <a:gd name="T50" fmla="*/ 0 w 12800"/>
                <a:gd name="T51" fmla="*/ 10800 h 12800"/>
                <a:gd name="T52" fmla="*/ 2000 w 12800"/>
                <a:gd name="T53" fmla="*/ 12800 h 12800"/>
                <a:gd name="T54" fmla="*/ 4000 w 12800"/>
                <a:gd name="T55" fmla="*/ 10800 h 12800"/>
                <a:gd name="T56" fmla="*/ 3600 w 12800"/>
                <a:gd name="T57" fmla="*/ 9600 h 12800"/>
                <a:gd name="T58" fmla="*/ 4320 w 12800"/>
                <a:gd name="T59" fmla="*/ 8880 h 12800"/>
                <a:gd name="T60" fmla="*/ 6400 w 12800"/>
                <a:gd name="T61" fmla="*/ 9680 h 12800"/>
                <a:gd name="T62" fmla="*/ 8480 w 12800"/>
                <a:gd name="T63" fmla="*/ 8880 h 12800"/>
                <a:gd name="T64" fmla="*/ 9200 w 12800"/>
                <a:gd name="T65" fmla="*/ 9600 h 12800"/>
                <a:gd name="T66" fmla="*/ 8800 w 12800"/>
                <a:gd name="T67" fmla="*/ 10800 h 12800"/>
                <a:gd name="T68" fmla="*/ 10800 w 12800"/>
                <a:gd name="T69" fmla="*/ 12800 h 12800"/>
                <a:gd name="T70" fmla="*/ 12800 w 12800"/>
                <a:gd name="T71" fmla="*/ 10800 h 12800"/>
                <a:gd name="T72" fmla="*/ 10800 w 12800"/>
                <a:gd name="T73" fmla="*/ 8800 h 12800"/>
                <a:gd name="T74" fmla="*/ 10800 w 12800"/>
                <a:gd name="T75" fmla="*/ 720 h 12800"/>
                <a:gd name="T76" fmla="*/ 12080 w 12800"/>
                <a:gd name="T77" fmla="*/ 2000 h 12800"/>
                <a:gd name="T78" fmla="*/ 10800 w 12800"/>
                <a:gd name="T79" fmla="*/ 3280 h 12800"/>
                <a:gd name="T80" fmla="*/ 9520 w 12800"/>
                <a:gd name="T81" fmla="*/ 2000 h 12800"/>
                <a:gd name="T82" fmla="*/ 10800 w 12800"/>
                <a:gd name="T83" fmla="*/ 720 h 12800"/>
                <a:gd name="T84" fmla="*/ 2000 w 12800"/>
                <a:gd name="T85" fmla="*/ 3280 h 12800"/>
                <a:gd name="T86" fmla="*/ 720 w 12800"/>
                <a:gd name="T87" fmla="*/ 2000 h 12800"/>
                <a:gd name="T88" fmla="*/ 2000 w 12800"/>
                <a:gd name="T89" fmla="*/ 720 h 12800"/>
                <a:gd name="T90" fmla="*/ 3280 w 12800"/>
                <a:gd name="T91" fmla="*/ 2000 h 12800"/>
                <a:gd name="T92" fmla="*/ 2000 w 12800"/>
                <a:gd name="T93" fmla="*/ 3280 h 12800"/>
                <a:gd name="T94" fmla="*/ 2000 w 12800"/>
                <a:gd name="T95" fmla="*/ 12080 h 12800"/>
                <a:gd name="T96" fmla="*/ 720 w 12800"/>
                <a:gd name="T97" fmla="*/ 10800 h 12800"/>
                <a:gd name="T98" fmla="*/ 2000 w 12800"/>
                <a:gd name="T99" fmla="*/ 9520 h 12800"/>
                <a:gd name="T100" fmla="*/ 3280 w 12800"/>
                <a:gd name="T101" fmla="*/ 10800 h 12800"/>
                <a:gd name="T102" fmla="*/ 2000 w 12800"/>
                <a:gd name="T103" fmla="*/ 12080 h 12800"/>
                <a:gd name="T104" fmla="*/ 6400 w 12800"/>
                <a:gd name="T105" fmla="*/ 8720 h 12800"/>
                <a:gd name="T106" fmla="*/ 4080 w 12800"/>
                <a:gd name="T107" fmla="*/ 6400 h 12800"/>
                <a:gd name="T108" fmla="*/ 6400 w 12800"/>
                <a:gd name="T109" fmla="*/ 4080 h 12800"/>
                <a:gd name="T110" fmla="*/ 8720 w 12800"/>
                <a:gd name="T111" fmla="*/ 6400 h 12800"/>
                <a:gd name="T112" fmla="*/ 6400 w 12800"/>
                <a:gd name="T113" fmla="*/ 8720 h 12800"/>
                <a:gd name="T114" fmla="*/ 10800 w 12800"/>
                <a:gd name="T115" fmla="*/ 12080 h 12800"/>
                <a:gd name="T116" fmla="*/ 9520 w 12800"/>
                <a:gd name="T117" fmla="*/ 10800 h 12800"/>
                <a:gd name="T118" fmla="*/ 10800 w 12800"/>
                <a:gd name="T119" fmla="*/ 9520 h 12800"/>
                <a:gd name="T120" fmla="*/ 12080 w 12800"/>
                <a:gd name="T121" fmla="*/ 10800 h 12800"/>
                <a:gd name="T122" fmla="*/ 10800 w 12800"/>
                <a:gd name="T123" fmla="*/ 1208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800" h="12800">
                  <a:moveTo>
                    <a:pt x="10800" y="8800"/>
                  </a:moveTo>
                  <a:cubicBezTo>
                    <a:pt x="10400" y="8800"/>
                    <a:pt x="10080" y="8880"/>
                    <a:pt x="9760" y="9120"/>
                  </a:cubicBezTo>
                  <a:lnTo>
                    <a:pt x="9040" y="8400"/>
                  </a:lnTo>
                  <a:cubicBezTo>
                    <a:pt x="9440" y="7840"/>
                    <a:pt x="9680" y="7200"/>
                    <a:pt x="9680" y="6480"/>
                  </a:cubicBezTo>
                  <a:cubicBezTo>
                    <a:pt x="9680" y="5760"/>
                    <a:pt x="9440" y="5120"/>
                    <a:pt x="9040" y="4560"/>
                  </a:cubicBezTo>
                  <a:lnTo>
                    <a:pt x="9760" y="3840"/>
                  </a:lnTo>
                  <a:cubicBezTo>
                    <a:pt x="10080" y="3920"/>
                    <a:pt x="10400" y="4000"/>
                    <a:pt x="10800" y="4000"/>
                  </a:cubicBezTo>
                  <a:cubicBezTo>
                    <a:pt x="11920" y="4000"/>
                    <a:pt x="12800" y="3120"/>
                    <a:pt x="12800" y="2000"/>
                  </a:cubicBezTo>
                  <a:cubicBezTo>
                    <a:pt x="12800" y="880"/>
                    <a:pt x="11920" y="0"/>
                    <a:pt x="10800" y="0"/>
                  </a:cubicBezTo>
                  <a:cubicBezTo>
                    <a:pt x="9680" y="0"/>
                    <a:pt x="8800" y="880"/>
                    <a:pt x="8800" y="2000"/>
                  </a:cubicBezTo>
                  <a:cubicBezTo>
                    <a:pt x="8800" y="2480"/>
                    <a:pt x="8960" y="2880"/>
                    <a:pt x="9200" y="3200"/>
                  </a:cubicBezTo>
                  <a:lnTo>
                    <a:pt x="8480" y="3920"/>
                  </a:lnTo>
                  <a:cubicBezTo>
                    <a:pt x="7920" y="3440"/>
                    <a:pt x="7200" y="3120"/>
                    <a:pt x="6400" y="3120"/>
                  </a:cubicBezTo>
                  <a:cubicBezTo>
                    <a:pt x="5600" y="3120"/>
                    <a:pt x="4880" y="3440"/>
                    <a:pt x="4320" y="3920"/>
                  </a:cubicBezTo>
                  <a:lnTo>
                    <a:pt x="3600" y="3200"/>
                  </a:lnTo>
                  <a:cubicBezTo>
                    <a:pt x="3840" y="2880"/>
                    <a:pt x="4000" y="2480"/>
                    <a:pt x="4000" y="2000"/>
                  </a:cubicBezTo>
                  <a:cubicBezTo>
                    <a:pt x="4000" y="880"/>
                    <a:pt x="3120" y="0"/>
                    <a:pt x="2000" y="0"/>
                  </a:cubicBezTo>
                  <a:cubicBezTo>
                    <a:pt x="880" y="0"/>
                    <a:pt x="0" y="880"/>
                    <a:pt x="0" y="2000"/>
                  </a:cubicBezTo>
                  <a:cubicBezTo>
                    <a:pt x="0" y="3120"/>
                    <a:pt x="880" y="4000"/>
                    <a:pt x="2000" y="4000"/>
                  </a:cubicBezTo>
                  <a:cubicBezTo>
                    <a:pt x="2400" y="4000"/>
                    <a:pt x="2720" y="3920"/>
                    <a:pt x="3040" y="3760"/>
                  </a:cubicBezTo>
                  <a:lnTo>
                    <a:pt x="3760" y="4480"/>
                  </a:lnTo>
                  <a:cubicBezTo>
                    <a:pt x="3360" y="5040"/>
                    <a:pt x="3120" y="5680"/>
                    <a:pt x="3120" y="6400"/>
                  </a:cubicBezTo>
                  <a:cubicBezTo>
                    <a:pt x="3120" y="7120"/>
                    <a:pt x="3360" y="7760"/>
                    <a:pt x="3760" y="8320"/>
                  </a:cubicBezTo>
                  <a:lnTo>
                    <a:pt x="3040" y="9040"/>
                  </a:lnTo>
                  <a:cubicBezTo>
                    <a:pt x="2720" y="8880"/>
                    <a:pt x="2400" y="8800"/>
                    <a:pt x="2000" y="8800"/>
                  </a:cubicBezTo>
                  <a:cubicBezTo>
                    <a:pt x="880" y="8800"/>
                    <a:pt x="0" y="9680"/>
                    <a:pt x="0" y="10800"/>
                  </a:cubicBezTo>
                  <a:cubicBezTo>
                    <a:pt x="0" y="11920"/>
                    <a:pt x="880" y="12800"/>
                    <a:pt x="2000" y="12800"/>
                  </a:cubicBezTo>
                  <a:cubicBezTo>
                    <a:pt x="3120" y="12800"/>
                    <a:pt x="4000" y="11920"/>
                    <a:pt x="4000" y="10800"/>
                  </a:cubicBezTo>
                  <a:cubicBezTo>
                    <a:pt x="4000" y="10320"/>
                    <a:pt x="3840" y="9920"/>
                    <a:pt x="3600" y="9600"/>
                  </a:cubicBezTo>
                  <a:lnTo>
                    <a:pt x="4320" y="8880"/>
                  </a:lnTo>
                  <a:cubicBezTo>
                    <a:pt x="4880" y="9360"/>
                    <a:pt x="5600" y="9680"/>
                    <a:pt x="6400" y="9680"/>
                  </a:cubicBezTo>
                  <a:cubicBezTo>
                    <a:pt x="7200" y="9680"/>
                    <a:pt x="7920" y="9360"/>
                    <a:pt x="8480" y="8880"/>
                  </a:cubicBezTo>
                  <a:lnTo>
                    <a:pt x="9200" y="9600"/>
                  </a:lnTo>
                  <a:cubicBezTo>
                    <a:pt x="8960" y="9920"/>
                    <a:pt x="8800" y="10320"/>
                    <a:pt x="8800" y="10800"/>
                  </a:cubicBezTo>
                  <a:cubicBezTo>
                    <a:pt x="8800" y="11920"/>
                    <a:pt x="9680" y="12800"/>
                    <a:pt x="10800" y="12800"/>
                  </a:cubicBezTo>
                  <a:cubicBezTo>
                    <a:pt x="11920" y="12800"/>
                    <a:pt x="12800" y="11920"/>
                    <a:pt x="12800" y="10800"/>
                  </a:cubicBezTo>
                  <a:cubicBezTo>
                    <a:pt x="12800" y="9680"/>
                    <a:pt x="11920" y="8800"/>
                    <a:pt x="10800" y="8800"/>
                  </a:cubicBezTo>
                  <a:close/>
                  <a:moveTo>
                    <a:pt x="10800" y="720"/>
                  </a:moveTo>
                  <a:cubicBezTo>
                    <a:pt x="11520" y="720"/>
                    <a:pt x="12080" y="1280"/>
                    <a:pt x="12080" y="2000"/>
                  </a:cubicBezTo>
                  <a:cubicBezTo>
                    <a:pt x="12080" y="2720"/>
                    <a:pt x="11520" y="3280"/>
                    <a:pt x="10800" y="3280"/>
                  </a:cubicBezTo>
                  <a:cubicBezTo>
                    <a:pt x="10080" y="3280"/>
                    <a:pt x="9520" y="2720"/>
                    <a:pt x="9520" y="2000"/>
                  </a:cubicBezTo>
                  <a:cubicBezTo>
                    <a:pt x="9520" y="1280"/>
                    <a:pt x="10080" y="720"/>
                    <a:pt x="10800" y="720"/>
                  </a:cubicBezTo>
                  <a:close/>
                  <a:moveTo>
                    <a:pt x="2000" y="3280"/>
                  </a:moveTo>
                  <a:cubicBezTo>
                    <a:pt x="1280" y="3280"/>
                    <a:pt x="720" y="2720"/>
                    <a:pt x="720" y="2000"/>
                  </a:cubicBezTo>
                  <a:cubicBezTo>
                    <a:pt x="720" y="1280"/>
                    <a:pt x="1280" y="720"/>
                    <a:pt x="2000" y="720"/>
                  </a:cubicBezTo>
                  <a:cubicBezTo>
                    <a:pt x="2720" y="720"/>
                    <a:pt x="3280" y="1280"/>
                    <a:pt x="3280" y="2000"/>
                  </a:cubicBezTo>
                  <a:cubicBezTo>
                    <a:pt x="3280" y="2720"/>
                    <a:pt x="2720" y="3280"/>
                    <a:pt x="2000" y="3280"/>
                  </a:cubicBezTo>
                  <a:close/>
                  <a:moveTo>
                    <a:pt x="2000" y="12080"/>
                  </a:moveTo>
                  <a:cubicBezTo>
                    <a:pt x="1280" y="12080"/>
                    <a:pt x="720" y="11520"/>
                    <a:pt x="720" y="10800"/>
                  </a:cubicBezTo>
                  <a:cubicBezTo>
                    <a:pt x="720" y="10080"/>
                    <a:pt x="1280" y="9520"/>
                    <a:pt x="2000" y="9520"/>
                  </a:cubicBezTo>
                  <a:cubicBezTo>
                    <a:pt x="2720" y="9520"/>
                    <a:pt x="3280" y="10080"/>
                    <a:pt x="3280" y="10800"/>
                  </a:cubicBezTo>
                  <a:cubicBezTo>
                    <a:pt x="3280" y="11520"/>
                    <a:pt x="2720" y="12080"/>
                    <a:pt x="2000" y="12080"/>
                  </a:cubicBezTo>
                  <a:close/>
                  <a:moveTo>
                    <a:pt x="6400" y="8720"/>
                  </a:moveTo>
                  <a:cubicBezTo>
                    <a:pt x="5120" y="8720"/>
                    <a:pt x="4080" y="7680"/>
                    <a:pt x="4080" y="6400"/>
                  </a:cubicBezTo>
                  <a:cubicBezTo>
                    <a:pt x="4080" y="5120"/>
                    <a:pt x="5120" y="4080"/>
                    <a:pt x="6400" y="4080"/>
                  </a:cubicBezTo>
                  <a:cubicBezTo>
                    <a:pt x="7680" y="4080"/>
                    <a:pt x="8720" y="5120"/>
                    <a:pt x="8720" y="6400"/>
                  </a:cubicBezTo>
                  <a:cubicBezTo>
                    <a:pt x="8720" y="7680"/>
                    <a:pt x="7680" y="8720"/>
                    <a:pt x="6400" y="8720"/>
                  </a:cubicBezTo>
                  <a:close/>
                  <a:moveTo>
                    <a:pt x="10800" y="12080"/>
                  </a:moveTo>
                  <a:cubicBezTo>
                    <a:pt x="10080" y="12080"/>
                    <a:pt x="9520" y="11520"/>
                    <a:pt x="9520" y="10800"/>
                  </a:cubicBezTo>
                  <a:cubicBezTo>
                    <a:pt x="9520" y="10080"/>
                    <a:pt x="10080" y="9520"/>
                    <a:pt x="10800" y="9520"/>
                  </a:cubicBezTo>
                  <a:cubicBezTo>
                    <a:pt x="11520" y="9520"/>
                    <a:pt x="12080" y="10080"/>
                    <a:pt x="12080" y="10800"/>
                  </a:cubicBezTo>
                  <a:cubicBezTo>
                    <a:pt x="12080" y="11520"/>
                    <a:pt x="11520" y="12080"/>
                    <a:pt x="10800" y="12080"/>
                  </a:cubicBezTo>
                  <a:close/>
                </a:path>
              </a:pathLst>
            </a:custGeom>
            <a:solidFill>
              <a:schemeClr val="bg1"/>
            </a:solidFill>
            <a:ln w="798" cap="flat">
              <a:noFill/>
              <a:prstDash val="solid"/>
              <a:miter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38" name="Rectangle: Rounded Corners 5"/>
            <p:cNvSpPr/>
            <p:nvPr/>
          </p:nvSpPr>
          <p:spPr>
            <a:xfrm flipH="1" flipV="1">
              <a:off x="1039258" y="3827248"/>
              <a:ext cx="4716722" cy="1980000"/>
            </a:xfrm>
            <a:prstGeom prst="round1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grpSp>
          <p:nvGrpSpPr>
            <p:cNvPr id="41" name="Group 8"/>
            <p:cNvGrpSpPr/>
            <p:nvPr/>
          </p:nvGrpSpPr>
          <p:grpSpPr>
            <a:xfrm>
              <a:off x="2088631" y="4121922"/>
              <a:ext cx="3210149" cy="1458001"/>
              <a:chOff x="8583246" y="1566764"/>
              <a:chExt cx="3210149" cy="1458001"/>
            </a:xfrm>
          </p:grpSpPr>
          <p:sp>
            <p:nvSpPr>
              <p:cNvPr id="51" name="TextBox 12"/>
              <p:cNvSpPr txBox="1"/>
              <p:nvPr/>
            </p:nvSpPr>
            <p:spPr>
              <a:xfrm>
                <a:off x="8583246" y="1989417"/>
                <a:ext cx="3210149" cy="1035348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L="171450" indent="-1714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Theme color makes PPT more convenient to change.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Copy paste  fonts. Choose the only option to retain text. 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" name="TextBox 13"/>
              <p:cNvSpPr txBox="1"/>
              <p:nvPr/>
            </p:nvSpPr>
            <p:spPr>
              <a:xfrm>
                <a:off x="8583246" y="1566764"/>
                <a:ext cx="3210149" cy="32707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Text Here-14pt</a:t>
                </a:r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" name="Oval 10"/>
            <p:cNvSpPr>
              <a:spLocks noChangeAspect="1"/>
            </p:cNvSpPr>
            <p:nvPr/>
          </p:nvSpPr>
          <p:spPr>
            <a:xfrm>
              <a:off x="1239945" y="4493248"/>
              <a:ext cx="648000" cy="64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48" name="直接连接符 47"/>
            <p:cNvCxnSpPr/>
            <p:nvPr/>
          </p:nvCxnSpPr>
          <p:spPr>
            <a:xfrm>
              <a:off x="2178521" y="4526714"/>
              <a:ext cx="3186761" cy="0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: Rounded Corners 5"/>
            <p:cNvSpPr/>
            <p:nvPr/>
          </p:nvSpPr>
          <p:spPr>
            <a:xfrm flipV="1">
              <a:off x="6436020" y="3827248"/>
              <a:ext cx="4716722" cy="1980000"/>
            </a:xfrm>
            <a:prstGeom prst="round1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grpSp>
          <p:nvGrpSpPr>
            <p:cNvPr id="54" name="Group 8"/>
            <p:cNvGrpSpPr/>
            <p:nvPr/>
          </p:nvGrpSpPr>
          <p:grpSpPr>
            <a:xfrm>
              <a:off x="7485393" y="4121921"/>
              <a:ext cx="3210149" cy="1458002"/>
              <a:chOff x="8583246" y="1566763"/>
              <a:chExt cx="3210149" cy="1458002"/>
            </a:xfrm>
          </p:grpSpPr>
          <p:sp>
            <p:nvSpPr>
              <p:cNvPr id="55" name="TextBox 12"/>
              <p:cNvSpPr txBox="1"/>
              <p:nvPr/>
            </p:nvSpPr>
            <p:spPr>
              <a:xfrm>
                <a:off x="8583246" y="1989417"/>
                <a:ext cx="3210149" cy="1035348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Theme color makes PPT more convenient to change.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Copy paste  fonts. Choose the only option to retain text. 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6" name="TextBox 13"/>
              <p:cNvSpPr txBox="1"/>
              <p:nvPr/>
            </p:nvSpPr>
            <p:spPr>
              <a:xfrm>
                <a:off x="8583246" y="1566763"/>
                <a:ext cx="3210149" cy="32707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Text Here-14pt</a:t>
                </a:r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7" name="Oval 10"/>
            <p:cNvSpPr>
              <a:spLocks noChangeAspect="1"/>
            </p:cNvSpPr>
            <p:nvPr/>
          </p:nvSpPr>
          <p:spPr>
            <a:xfrm>
              <a:off x="6636707" y="4493248"/>
              <a:ext cx="648000" cy="64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58" name="直接连接符 57"/>
            <p:cNvCxnSpPr/>
            <p:nvPr/>
          </p:nvCxnSpPr>
          <p:spPr>
            <a:xfrm>
              <a:off x="7575283" y="4526714"/>
              <a:ext cx="3186761" cy="0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Google Shape;101;p13"/>
            <p:cNvSpPr/>
            <p:nvPr/>
          </p:nvSpPr>
          <p:spPr>
            <a:xfrm>
              <a:off x="6829220" y="4685074"/>
              <a:ext cx="262975" cy="264349"/>
            </a:xfrm>
            <a:custGeom>
              <a:avLst/>
              <a:gdLst/>
              <a:ahLst/>
              <a:cxnLst/>
              <a:rect l="l" t="t" r="r" b="b"/>
              <a:pathLst>
                <a:path w="139" h="140" extrusionOk="0">
                  <a:moveTo>
                    <a:pt x="76" y="140"/>
                  </a:moveTo>
                  <a:cubicBezTo>
                    <a:pt x="62" y="140"/>
                    <a:pt x="62" y="140"/>
                    <a:pt x="62" y="140"/>
                  </a:cubicBezTo>
                  <a:cubicBezTo>
                    <a:pt x="59" y="140"/>
                    <a:pt x="57" y="137"/>
                    <a:pt x="56" y="134"/>
                  </a:cubicBezTo>
                  <a:cubicBezTo>
                    <a:pt x="54" y="121"/>
                    <a:pt x="54" y="121"/>
                    <a:pt x="54" y="121"/>
                  </a:cubicBezTo>
                  <a:cubicBezTo>
                    <a:pt x="54" y="120"/>
                    <a:pt x="54" y="120"/>
                    <a:pt x="53" y="120"/>
                  </a:cubicBezTo>
                  <a:cubicBezTo>
                    <a:pt x="50" y="119"/>
                    <a:pt x="48" y="118"/>
                    <a:pt x="45" y="116"/>
                  </a:cubicBezTo>
                  <a:cubicBezTo>
                    <a:pt x="45" y="116"/>
                    <a:pt x="44" y="116"/>
                    <a:pt x="44" y="116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30" y="126"/>
                    <a:pt x="27" y="126"/>
                    <a:pt x="25" y="124"/>
                  </a:cubicBezTo>
                  <a:cubicBezTo>
                    <a:pt x="15" y="114"/>
                    <a:pt x="15" y="114"/>
                    <a:pt x="15" y="114"/>
                  </a:cubicBezTo>
                  <a:cubicBezTo>
                    <a:pt x="13" y="112"/>
                    <a:pt x="13" y="109"/>
                    <a:pt x="15" y="107"/>
                  </a:cubicBezTo>
                  <a:cubicBezTo>
                    <a:pt x="23" y="95"/>
                    <a:pt x="23" y="95"/>
                    <a:pt x="23" y="95"/>
                  </a:cubicBezTo>
                  <a:cubicBezTo>
                    <a:pt x="23" y="95"/>
                    <a:pt x="23" y="94"/>
                    <a:pt x="23" y="94"/>
                  </a:cubicBezTo>
                  <a:cubicBezTo>
                    <a:pt x="21" y="91"/>
                    <a:pt x="20" y="89"/>
                    <a:pt x="19" y="86"/>
                  </a:cubicBezTo>
                  <a:cubicBezTo>
                    <a:pt x="19" y="85"/>
                    <a:pt x="19" y="85"/>
                    <a:pt x="18" y="85"/>
                  </a:cubicBezTo>
                  <a:cubicBezTo>
                    <a:pt x="5" y="83"/>
                    <a:pt x="5" y="83"/>
                    <a:pt x="5" y="83"/>
                  </a:cubicBezTo>
                  <a:cubicBezTo>
                    <a:pt x="2" y="82"/>
                    <a:pt x="0" y="80"/>
                    <a:pt x="0" y="77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0"/>
                    <a:pt x="2" y="58"/>
                    <a:pt x="5" y="57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19" y="55"/>
                    <a:pt x="19" y="55"/>
                    <a:pt x="19" y="54"/>
                  </a:cubicBezTo>
                  <a:cubicBezTo>
                    <a:pt x="20" y="51"/>
                    <a:pt x="21" y="49"/>
                    <a:pt x="23" y="46"/>
                  </a:cubicBezTo>
                  <a:cubicBezTo>
                    <a:pt x="23" y="46"/>
                    <a:pt x="23" y="45"/>
                    <a:pt x="23" y="45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3" y="31"/>
                    <a:pt x="13" y="28"/>
                    <a:pt x="15" y="2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7" y="14"/>
                    <a:pt x="30" y="14"/>
                    <a:pt x="33" y="15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4" y="24"/>
                    <a:pt x="45" y="24"/>
                    <a:pt x="45" y="24"/>
                  </a:cubicBezTo>
                  <a:cubicBezTo>
                    <a:pt x="48" y="22"/>
                    <a:pt x="50" y="21"/>
                    <a:pt x="53" y="20"/>
                  </a:cubicBezTo>
                  <a:cubicBezTo>
                    <a:pt x="54" y="20"/>
                    <a:pt x="54" y="20"/>
                    <a:pt x="54" y="19"/>
                  </a:cubicBezTo>
                  <a:cubicBezTo>
                    <a:pt x="56" y="6"/>
                    <a:pt x="56" y="6"/>
                    <a:pt x="56" y="6"/>
                  </a:cubicBezTo>
                  <a:cubicBezTo>
                    <a:pt x="57" y="3"/>
                    <a:pt x="59" y="0"/>
                    <a:pt x="62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9" y="0"/>
                    <a:pt x="81" y="3"/>
                    <a:pt x="82" y="6"/>
                  </a:cubicBezTo>
                  <a:cubicBezTo>
                    <a:pt x="84" y="19"/>
                    <a:pt x="84" y="19"/>
                    <a:pt x="84" y="19"/>
                  </a:cubicBezTo>
                  <a:cubicBezTo>
                    <a:pt x="84" y="20"/>
                    <a:pt x="84" y="20"/>
                    <a:pt x="85" y="20"/>
                  </a:cubicBezTo>
                  <a:cubicBezTo>
                    <a:pt x="88" y="21"/>
                    <a:pt x="90" y="22"/>
                    <a:pt x="93" y="24"/>
                  </a:cubicBezTo>
                  <a:cubicBezTo>
                    <a:pt x="93" y="24"/>
                    <a:pt x="94" y="24"/>
                    <a:pt x="95" y="24"/>
                  </a:cubicBezTo>
                  <a:cubicBezTo>
                    <a:pt x="106" y="15"/>
                    <a:pt x="106" y="15"/>
                    <a:pt x="106" y="15"/>
                  </a:cubicBezTo>
                  <a:cubicBezTo>
                    <a:pt x="108" y="14"/>
                    <a:pt x="111" y="14"/>
                    <a:pt x="114" y="16"/>
                  </a:cubicBezTo>
                  <a:cubicBezTo>
                    <a:pt x="123" y="26"/>
                    <a:pt x="123" y="26"/>
                    <a:pt x="123" y="26"/>
                  </a:cubicBezTo>
                  <a:cubicBezTo>
                    <a:pt x="125" y="28"/>
                    <a:pt x="125" y="31"/>
                    <a:pt x="124" y="33"/>
                  </a:cubicBezTo>
                  <a:cubicBezTo>
                    <a:pt x="116" y="45"/>
                    <a:pt x="116" y="45"/>
                    <a:pt x="116" y="45"/>
                  </a:cubicBezTo>
                  <a:cubicBezTo>
                    <a:pt x="115" y="45"/>
                    <a:pt x="115" y="46"/>
                    <a:pt x="115" y="46"/>
                  </a:cubicBezTo>
                  <a:cubicBezTo>
                    <a:pt x="117" y="49"/>
                    <a:pt x="118" y="51"/>
                    <a:pt x="119" y="54"/>
                  </a:cubicBezTo>
                  <a:cubicBezTo>
                    <a:pt x="119" y="55"/>
                    <a:pt x="119" y="55"/>
                    <a:pt x="120" y="55"/>
                  </a:cubicBezTo>
                  <a:cubicBezTo>
                    <a:pt x="134" y="57"/>
                    <a:pt x="134" y="57"/>
                    <a:pt x="134" y="57"/>
                  </a:cubicBezTo>
                  <a:cubicBezTo>
                    <a:pt x="134" y="57"/>
                    <a:pt x="134" y="57"/>
                    <a:pt x="134" y="57"/>
                  </a:cubicBezTo>
                  <a:cubicBezTo>
                    <a:pt x="136" y="58"/>
                    <a:pt x="139" y="60"/>
                    <a:pt x="139" y="63"/>
                  </a:cubicBezTo>
                  <a:cubicBezTo>
                    <a:pt x="139" y="77"/>
                    <a:pt x="139" y="77"/>
                    <a:pt x="139" y="77"/>
                  </a:cubicBezTo>
                  <a:cubicBezTo>
                    <a:pt x="139" y="80"/>
                    <a:pt x="136" y="82"/>
                    <a:pt x="134" y="83"/>
                  </a:cubicBezTo>
                  <a:cubicBezTo>
                    <a:pt x="120" y="85"/>
                    <a:pt x="120" y="85"/>
                    <a:pt x="120" y="85"/>
                  </a:cubicBezTo>
                  <a:cubicBezTo>
                    <a:pt x="119" y="85"/>
                    <a:pt x="119" y="85"/>
                    <a:pt x="119" y="86"/>
                  </a:cubicBezTo>
                  <a:cubicBezTo>
                    <a:pt x="118" y="89"/>
                    <a:pt x="117" y="91"/>
                    <a:pt x="115" y="94"/>
                  </a:cubicBezTo>
                  <a:cubicBezTo>
                    <a:pt x="115" y="94"/>
                    <a:pt x="115" y="95"/>
                    <a:pt x="116" y="95"/>
                  </a:cubicBezTo>
                  <a:cubicBezTo>
                    <a:pt x="124" y="107"/>
                    <a:pt x="124" y="107"/>
                    <a:pt x="124" y="107"/>
                  </a:cubicBezTo>
                  <a:cubicBezTo>
                    <a:pt x="125" y="109"/>
                    <a:pt x="125" y="112"/>
                    <a:pt x="123" y="114"/>
                  </a:cubicBezTo>
                  <a:cubicBezTo>
                    <a:pt x="114" y="124"/>
                    <a:pt x="114" y="124"/>
                    <a:pt x="114" y="124"/>
                  </a:cubicBezTo>
                  <a:cubicBezTo>
                    <a:pt x="111" y="126"/>
                    <a:pt x="108" y="126"/>
                    <a:pt x="106" y="125"/>
                  </a:cubicBezTo>
                  <a:cubicBezTo>
                    <a:pt x="95" y="116"/>
                    <a:pt x="95" y="116"/>
                    <a:pt x="95" y="116"/>
                  </a:cubicBezTo>
                  <a:cubicBezTo>
                    <a:pt x="94" y="116"/>
                    <a:pt x="93" y="116"/>
                    <a:pt x="93" y="116"/>
                  </a:cubicBezTo>
                  <a:cubicBezTo>
                    <a:pt x="90" y="118"/>
                    <a:pt x="88" y="119"/>
                    <a:pt x="85" y="120"/>
                  </a:cubicBezTo>
                  <a:cubicBezTo>
                    <a:pt x="84" y="120"/>
                    <a:pt x="84" y="120"/>
                    <a:pt x="84" y="121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1" y="137"/>
                    <a:pt x="79" y="140"/>
                    <a:pt x="76" y="140"/>
                  </a:cubicBezTo>
                  <a:close/>
                  <a:moveTo>
                    <a:pt x="63" y="133"/>
                  </a:moveTo>
                  <a:cubicBezTo>
                    <a:pt x="76" y="133"/>
                    <a:pt x="76" y="133"/>
                    <a:pt x="76" y="133"/>
                  </a:cubicBezTo>
                  <a:cubicBezTo>
                    <a:pt x="78" y="120"/>
                    <a:pt x="78" y="120"/>
                    <a:pt x="78" y="120"/>
                  </a:cubicBezTo>
                  <a:cubicBezTo>
                    <a:pt x="78" y="117"/>
                    <a:pt x="80" y="115"/>
                    <a:pt x="83" y="114"/>
                  </a:cubicBezTo>
                  <a:cubicBezTo>
                    <a:pt x="85" y="113"/>
                    <a:pt x="88" y="112"/>
                    <a:pt x="90" y="111"/>
                  </a:cubicBezTo>
                  <a:cubicBezTo>
                    <a:pt x="93" y="109"/>
                    <a:pt x="96" y="110"/>
                    <a:pt x="98" y="111"/>
                  </a:cubicBezTo>
                  <a:cubicBezTo>
                    <a:pt x="109" y="119"/>
                    <a:pt x="109" y="119"/>
                    <a:pt x="109" y="119"/>
                  </a:cubicBezTo>
                  <a:cubicBezTo>
                    <a:pt x="118" y="110"/>
                    <a:pt x="118" y="110"/>
                    <a:pt x="118" y="110"/>
                  </a:cubicBezTo>
                  <a:cubicBezTo>
                    <a:pt x="110" y="99"/>
                    <a:pt x="110" y="99"/>
                    <a:pt x="110" y="99"/>
                  </a:cubicBezTo>
                  <a:cubicBezTo>
                    <a:pt x="109" y="97"/>
                    <a:pt x="108" y="94"/>
                    <a:pt x="110" y="91"/>
                  </a:cubicBezTo>
                  <a:cubicBezTo>
                    <a:pt x="111" y="89"/>
                    <a:pt x="112" y="86"/>
                    <a:pt x="113" y="84"/>
                  </a:cubicBezTo>
                  <a:cubicBezTo>
                    <a:pt x="114" y="81"/>
                    <a:pt x="116" y="79"/>
                    <a:pt x="119" y="79"/>
                  </a:cubicBezTo>
                  <a:cubicBezTo>
                    <a:pt x="132" y="77"/>
                    <a:pt x="132" y="77"/>
                    <a:pt x="132" y="77"/>
                  </a:cubicBezTo>
                  <a:cubicBezTo>
                    <a:pt x="132" y="64"/>
                    <a:pt x="132" y="64"/>
                    <a:pt x="132" y="64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6" y="61"/>
                    <a:pt x="114" y="59"/>
                    <a:pt x="113" y="56"/>
                  </a:cubicBezTo>
                  <a:cubicBezTo>
                    <a:pt x="112" y="54"/>
                    <a:pt x="111" y="51"/>
                    <a:pt x="110" y="49"/>
                  </a:cubicBezTo>
                  <a:cubicBezTo>
                    <a:pt x="108" y="46"/>
                    <a:pt x="109" y="43"/>
                    <a:pt x="110" y="41"/>
                  </a:cubicBezTo>
                  <a:cubicBezTo>
                    <a:pt x="118" y="30"/>
                    <a:pt x="118" y="30"/>
                    <a:pt x="118" y="30"/>
                  </a:cubicBezTo>
                  <a:cubicBezTo>
                    <a:pt x="109" y="21"/>
                    <a:pt x="109" y="21"/>
                    <a:pt x="109" y="21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6" y="30"/>
                    <a:pt x="93" y="31"/>
                    <a:pt x="90" y="29"/>
                  </a:cubicBezTo>
                  <a:cubicBezTo>
                    <a:pt x="88" y="28"/>
                    <a:pt x="86" y="27"/>
                    <a:pt x="83" y="26"/>
                  </a:cubicBezTo>
                  <a:cubicBezTo>
                    <a:pt x="80" y="25"/>
                    <a:pt x="78" y="23"/>
                    <a:pt x="78" y="20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0" y="23"/>
                    <a:pt x="58" y="25"/>
                    <a:pt x="55" y="26"/>
                  </a:cubicBezTo>
                  <a:cubicBezTo>
                    <a:pt x="53" y="27"/>
                    <a:pt x="50" y="28"/>
                    <a:pt x="48" y="29"/>
                  </a:cubicBezTo>
                  <a:cubicBezTo>
                    <a:pt x="46" y="31"/>
                    <a:pt x="42" y="30"/>
                    <a:pt x="40" y="29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30" y="43"/>
                    <a:pt x="30" y="46"/>
                    <a:pt x="28" y="49"/>
                  </a:cubicBezTo>
                  <a:cubicBezTo>
                    <a:pt x="27" y="51"/>
                    <a:pt x="26" y="54"/>
                    <a:pt x="26" y="56"/>
                  </a:cubicBezTo>
                  <a:cubicBezTo>
                    <a:pt x="25" y="59"/>
                    <a:pt x="22" y="61"/>
                    <a:pt x="19" y="61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77"/>
                    <a:pt x="6" y="77"/>
                    <a:pt x="6" y="77"/>
                  </a:cubicBezTo>
                  <a:cubicBezTo>
                    <a:pt x="19" y="79"/>
                    <a:pt x="19" y="79"/>
                    <a:pt x="19" y="79"/>
                  </a:cubicBezTo>
                  <a:cubicBezTo>
                    <a:pt x="22" y="79"/>
                    <a:pt x="25" y="81"/>
                    <a:pt x="26" y="84"/>
                  </a:cubicBezTo>
                  <a:cubicBezTo>
                    <a:pt x="26" y="86"/>
                    <a:pt x="27" y="89"/>
                    <a:pt x="28" y="91"/>
                  </a:cubicBezTo>
                  <a:cubicBezTo>
                    <a:pt x="30" y="94"/>
                    <a:pt x="30" y="97"/>
                    <a:pt x="28" y="99"/>
                  </a:cubicBezTo>
                  <a:cubicBezTo>
                    <a:pt x="20" y="110"/>
                    <a:pt x="20" y="110"/>
                    <a:pt x="20" y="110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40" y="111"/>
                    <a:pt x="40" y="111"/>
                    <a:pt x="40" y="111"/>
                  </a:cubicBezTo>
                  <a:cubicBezTo>
                    <a:pt x="42" y="110"/>
                    <a:pt x="46" y="109"/>
                    <a:pt x="48" y="111"/>
                  </a:cubicBezTo>
                  <a:cubicBezTo>
                    <a:pt x="50" y="112"/>
                    <a:pt x="53" y="113"/>
                    <a:pt x="55" y="114"/>
                  </a:cubicBezTo>
                  <a:cubicBezTo>
                    <a:pt x="58" y="115"/>
                    <a:pt x="60" y="117"/>
                    <a:pt x="61" y="120"/>
                  </a:cubicBezTo>
                  <a:lnTo>
                    <a:pt x="63" y="133"/>
                  </a:lnTo>
                  <a:close/>
                  <a:moveTo>
                    <a:pt x="20" y="110"/>
                  </a:moveTo>
                  <a:cubicBezTo>
                    <a:pt x="20" y="110"/>
                    <a:pt x="20" y="110"/>
                    <a:pt x="20" y="110"/>
                  </a:cubicBezTo>
                  <a:cubicBezTo>
                    <a:pt x="20" y="110"/>
                    <a:pt x="20" y="110"/>
                    <a:pt x="20" y="110"/>
                  </a:cubicBezTo>
                  <a:close/>
                  <a:moveTo>
                    <a:pt x="119" y="110"/>
                  </a:moveTo>
                  <a:cubicBezTo>
                    <a:pt x="119" y="110"/>
                    <a:pt x="119" y="110"/>
                    <a:pt x="119" y="110"/>
                  </a:cubicBezTo>
                  <a:close/>
                  <a:moveTo>
                    <a:pt x="132" y="77"/>
                  </a:moveTo>
                  <a:cubicBezTo>
                    <a:pt x="132" y="77"/>
                    <a:pt x="132" y="77"/>
                    <a:pt x="132" y="77"/>
                  </a:cubicBezTo>
                  <a:close/>
                  <a:moveTo>
                    <a:pt x="6" y="77"/>
                  </a:moveTo>
                  <a:cubicBezTo>
                    <a:pt x="6" y="77"/>
                    <a:pt x="6" y="77"/>
                    <a:pt x="6" y="77"/>
                  </a:cubicBezTo>
                  <a:cubicBezTo>
                    <a:pt x="6" y="77"/>
                    <a:pt x="6" y="77"/>
                    <a:pt x="6" y="77"/>
                  </a:cubicBezTo>
                  <a:close/>
                  <a:moveTo>
                    <a:pt x="133" y="76"/>
                  </a:moveTo>
                  <a:cubicBezTo>
                    <a:pt x="133" y="76"/>
                    <a:pt x="133" y="76"/>
                    <a:pt x="133" y="76"/>
                  </a:cubicBezTo>
                  <a:close/>
                  <a:moveTo>
                    <a:pt x="6" y="76"/>
                  </a:moveTo>
                  <a:cubicBezTo>
                    <a:pt x="6" y="76"/>
                    <a:pt x="6" y="76"/>
                    <a:pt x="6" y="76"/>
                  </a:cubicBezTo>
                  <a:cubicBezTo>
                    <a:pt x="6" y="76"/>
                    <a:pt x="6" y="76"/>
                    <a:pt x="6" y="76"/>
                  </a:cubicBezTo>
                  <a:close/>
                  <a:moveTo>
                    <a:pt x="109" y="21"/>
                  </a:moveTo>
                  <a:cubicBezTo>
                    <a:pt x="109" y="21"/>
                    <a:pt x="109" y="21"/>
                    <a:pt x="109" y="21"/>
                  </a:cubicBezTo>
                  <a:cubicBezTo>
                    <a:pt x="109" y="21"/>
                    <a:pt x="109" y="21"/>
                    <a:pt x="109" y="21"/>
                  </a:cubicBezTo>
                  <a:close/>
                  <a:moveTo>
                    <a:pt x="109" y="21"/>
                  </a:moveTo>
                  <a:cubicBezTo>
                    <a:pt x="109" y="21"/>
                    <a:pt x="109" y="21"/>
                    <a:pt x="109" y="21"/>
                  </a:cubicBezTo>
                  <a:close/>
                  <a:moveTo>
                    <a:pt x="69" y="98"/>
                  </a:moveTo>
                  <a:cubicBezTo>
                    <a:pt x="62" y="98"/>
                    <a:pt x="55" y="95"/>
                    <a:pt x="50" y="90"/>
                  </a:cubicBezTo>
                  <a:cubicBezTo>
                    <a:pt x="43" y="83"/>
                    <a:pt x="40" y="73"/>
                    <a:pt x="42" y="64"/>
                  </a:cubicBezTo>
                  <a:cubicBezTo>
                    <a:pt x="45" y="53"/>
                    <a:pt x="53" y="45"/>
                    <a:pt x="63" y="43"/>
                  </a:cubicBezTo>
                  <a:cubicBezTo>
                    <a:pt x="72" y="41"/>
                    <a:pt x="82" y="44"/>
                    <a:pt x="89" y="50"/>
                  </a:cubicBezTo>
                  <a:cubicBezTo>
                    <a:pt x="95" y="57"/>
                    <a:pt x="98" y="67"/>
                    <a:pt x="96" y="76"/>
                  </a:cubicBezTo>
                  <a:cubicBezTo>
                    <a:pt x="94" y="87"/>
                    <a:pt x="86" y="95"/>
                    <a:pt x="75" y="97"/>
                  </a:cubicBezTo>
                  <a:cubicBezTo>
                    <a:pt x="73" y="97"/>
                    <a:pt x="71" y="98"/>
                    <a:pt x="69" y="98"/>
                  </a:cubicBezTo>
                  <a:close/>
                  <a:moveTo>
                    <a:pt x="69" y="49"/>
                  </a:moveTo>
                  <a:cubicBezTo>
                    <a:pt x="67" y="49"/>
                    <a:pt x="66" y="49"/>
                    <a:pt x="64" y="49"/>
                  </a:cubicBezTo>
                  <a:cubicBezTo>
                    <a:pt x="57" y="51"/>
                    <a:pt x="50" y="57"/>
                    <a:pt x="48" y="65"/>
                  </a:cubicBezTo>
                  <a:cubicBezTo>
                    <a:pt x="47" y="72"/>
                    <a:pt x="49" y="80"/>
                    <a:pt x="54" y="85"/>
                  </a:cubicBezTo>
                  <a:cubicBezTo>
                    <a:pt x="59" y="90"/>
                    <a:pt x="67" y="92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82" y="89"/>
                    <a:pt x="88" y="83"/>
                    <a:pt x="90" y="75"/>
                  </a:cubicBezTo>
                  <a:cubicBezTo>
                    <a:pt x="91" y="68"/>
                    <a:pt x="89" y="60"/>
                    <a:pt x="84" y="55"/>
                  </a:cubicBezTo>
                  <a:cubicBezTo>
                    <a:pt x="80" y="51"/>
                    <a:pt x="75" y="49"/>
                    <a:pt x="69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endParaRPr>
            </a:p>
          </p:txBody>
        </p:sp>
        <p:sp>
          <p:nvSpPr>
            <p:cNvPr id="47" name="Google Shape;104;p13"/>
            <p:cNvSpPr/>
            <p:nvPr/>
          </p:nvSpPr>
          <p:spPr>
            <a:xfrm>
              <a:off x="1433437" y="4703465"/>
              <a:ext cx="261016" cy="227567"/>
            </a:xfrm>
            <a:custGeom>
              <a:avLst/>
              <a:gdLst/>
              <a:ahLst/>
              <a:cxnLst/>
              <a:rect l="l" t="t" r="r" b="b"/>
              <a:pathLst>
                <a:path w="145" h="126" extrusionOk="0">
                  <a:moveTo>
                    <a:pt x="129" y="126"/>
                  </a:moveTo>
                  <a:cubicBezTo>
                    <a:pt x="17" y="126"/>
                    <a:pt x="17" y="126"/>
                    <a:pt x="17" y="126"/>
                  </a:cubicBezTo>
                  <a:cubicBezTo>
                    <a:pt x="8" y="126"/>
                    <a:pt x="0" y="118"/>
                    <a:pt x="0" y="109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80"/>
                    <a:pt x="1" y="78"/>
                    <a:pt x="3" y="78"/>
                  </a:cubicBezTo>
                  <a:cubicBezTo>
                    <a:pt x="5" y="78"/>
                    <a:pt x="6" y="80"/>
                    <a:pt x="6" y="81"/>
                  </a:cubicBezTo>
                  <a:cubicBezTo>
                    <a:pt x="6" y="109"/>
                    <a:pt x="6" y="109"/>
                    <a:pt x="6" y="109"/>
                  </a:cubicBezTo>
                  <a:cubicBezTo>
                    <a:pt x="6" y="115"/>
                    <a:pt x="11" y="120"/>
                    <a:pt x="17" y="120"/>
                  </a:cubicBezTo>
                  <a:cubicBezTo>
                    <a:pt x="129" y="120"/>
                    <a:pt x="129" y="120"/>
                    <a:pt x="129" y="120"/>
                  </a:cubicBezTo>
                  <a:cubicBezTo>
                    <a:pt x="134" y="120"/>
                    <a:pt x="139" y="115"/>
                    <a:pt x="139" y="109"/>
                  </a:cubicBezTo>
                  <a:cubicBezTo>
                    <a:pt x="139" y="82"/>
                    <a:pt x="139" y="82"/>
                    <a:pt x="139" y="82"/>
                  </a:cubicBezTo>
                  <a:cubicBezTo>
                    <a:pt x="139" y="80"/>
                    <a:pt x="141" y="79"/>
                    <a:pt x="142" y="79"/>
                  </a:cubicBezTo>
                  <a:cubicBezTo>
                    <a:pt x="144" y="79"/>
                    <a:pt x="145" y="80"/>
                    <a:pt x="145" y="82"/>
                  </a:cubicBezTo>
                  <a:cubicBezTo>
                    <a:pt x="145" y="109"/>
                    <a:pt x="145" y="109"/>
                    <a:pt x="145" y="109"/>
                  </a:cubicBezTo>
                  <a:cubicBezTo>
                    <a:pt x="145" y="118"/>
                    <a:pt x="138" y="126"/>
                    <a:pt x="129" y="126"/>
                  </a:cubicBezTo>
                  <a:close/>
                  <a:moveTo>
                    <a:pt x="79" y="90"/>
                  </a:moveTo>
                  <a:cubicBezTo>
                    <a:pt x="67" y="90"/>
                    <a:pt x="67" y="90"/>
                    <a:pt x="67" y="90"/>
                  </a:cubicBezTo>
                  <a:cubicBezTo>
                    <a:pt x="62" y="90"/>
                    <a:pt x="59" y="86"/>
                    <a:pt x="59" y="81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59" y="62"/>
                    <a:pt x="62" y="58"/>
                    <a:pt x="67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3" y="58"/>
                    <a:pt x="87" y="62"/>
                    <a:pt x="87" y="67"/>
                  </a:cubicBezTo>
                  <a:cubicBezTo>
                    <a:pt x="87" y="81"/>
                    <a:pt x="87" y="81"/>
                    <a:pt x="87" y="81"/>
                  </a:cubicBezTo>
                  <a:cubicBezTo>
                    <a:pt x="87" y="86"/>
                    <a:pt x="83" y="90"/>
                    <a:pt x="79" y="90"/>
                  </a:cubicBezTo>
                  <a:close/>
                  <a:moveTo>
                    <a:pt x="67" y="64"/>
                  </a:moveTo>
                  <a:cubicBezTo>
                    <a:pt x="66" y="64"/>
                    <a:pt x="65" y="65"/>
                    <a:pt x="65" y="67"/>
                  </a:cubicBezTo>
                  <a:cubicBezTo>
                    <a:pt x="65" y="81"/>
                    <a:pt x="65" y="81"/>
                    <a:pt x="65" y="81"/>
                  </a:cubicBezTo>
                  <a:cubicBezTo>
                    <a:pt x="65" y="83"/>
                    <a:pt x="66" y="84"/>
                    <a:pt x="67" y="84"/>
                  </a:cubicBezTo>
                  <a:cubicBezTo>
                    <a:pt x="79" y="84"/>
                    <a:pt x="79" y="84"/>
                    <a:pt x="79" y="84"/>
                  </a:cubicBezTo>
                  <a:cubicBezTo>
                    <a:pt x="80" y="84"/>
                    <a:pt x="81" y="83"/>
                    <a:pt x="81" y="81"/>
                  </a:cubicBezTo>
                  <a:cubicBezTo>
                    <a:pt x="81" y="67"/>
                    <a:pt x="81" y="67"/>
                    <a:pt x="81" y="67"/>
                  </a:cubicBezTo>
                  <a:cubicBezTo>
                    <a:pt x="81" y="65"/>
                    <a:pt x="80" y="64"/>
                    <a:pt x="79" y="64"/>
                  </a:cubicBezTo>
                  <a:lnTo>
                    <a:pt x="67" y="64"/>
                  </a:lnTo>
                  <a:close/>
                  <a:moveTo>
                    <a:pt x="129" y="77"/>
                  </a:moveTo>
                  <a:cubicBezTo>
                    <a:pt x="96" y="77"/>
                    <a:pt x="96" y="77"/>
                    <a:pt x="96" y="77"/>
                  </a:cubicBezTo>
                  <a:cubicBezTo>
                    <a:pt x="94" y="77"/>
                    <a:pt x="93" y="76"/>
                    <a:pt x="93" y="74"/>
                  </a:cubicBezTo>
                  <a:cubicBezTo>
                    <a:pt x="93" y="72"/>
                    <a:pt x="94" y="71"/>
                    <a:pt x="96" y="71"/>
                  </a:cubicBezTo>
                  <a:cubicBezTo>
                    <a:pt x="129" y="71"/>
                    <a:pt x="129" y="71"/>
                    <a:pt x="129" y="71"/>
                  </a:cubicBezTo>
                  <a:cubicBezTo>
                    <a:pt x="134" y="71"/>
                    <a:pt x="139" y="66"/>
                    <a:pt x="139" y="60"/>
                  </a:cubicBezTo>
                  <a:cubicBezTo>
                    <a:pt x="139" y="39"/>
                    <a:pt x="139" y="39"/>
                    <a:pt x="139" y="39"/>
                  </a:cubicBezTo>
                  <a:cubicBezTo>
                    <a:pt x="139" y="33"/>
                    <a:pt x="134" y="28"/>
                    <a:pt x="129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1" y="28"/>
                    <a:pt x="6" y="33"/>
                    <a:pt x="6" y="39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6" y="66"/>
                    <a:pt x="11" y="71"/>
                    <a:pt x="17" y="71"/>
                  </a:cubicBezTo>
                  <a:cubicBezTo>
                    <a:pt x="50" y="71"/>
                    <a:pt x="50" y="71"/>
                    <a:pt x="50" y="71"/>
                  </a:cubicBezTo>
                  <a:cubicBezTo>
                    <a:pt x="52" y="71"/>
                    <a:pt x="53" y="72"/>
                    <a:pt x="53" y="74"/>
                  </a:cubicBezTo>
                  <a:cubicBezTo>
                    <a:pt x="53" y="76"/>
                    <a:pt x="52" y="77"/>
                    <a:pt x="50" y="77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8" y="77"/>
                    <a:pt x="0" y="70"/>
                    <a:pt x="0" y="6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0"/>
                    <a:pt x="8" y="22"/>
                    <a:pt x="17" y="22"/>
                  </a:cubicBezTo>
                  <a:cubicBezTo>
                    <a:pt x="129" y="22"/>
                    <a:pt x="129" y="22"/>
                    <a:pt x="129" y="22"/>
                  </a:cubicBezTo>
                  <a:cubicBezTo>
                    <a:pt x="138" y="22"/>
                    <a:pt x="145" y="30"/>
                    <a:pt x="145" y="39"/>
                  </a:cubicBezTo>
                  <a:cubicBezTo>
                    <a:pt x="145" y="63"/>
                    <a:pt x="145" y="63"/>
                    <a:pt x="145" y="63"/>
                  </a:cubicBezTo>
                  <a:cubicBezTo>
                    <a:pt x="145" y="63"/>
                    <a:pt x="145" y="64"/>
                    <a:pt x="145" y="64"/>
                  </a:cubicBezTo>
                  <a:cubicBezTo>
                    <a:pt x="143" y="72"/>
                    <a:pt x="137" y="77"/>
                    <a:pt x="129" y="77"/>
                  </a:cubicBezTo>
                  <a:close/>
                  <a:moveTo>
                    <a:pt x="97" y="17"/>
                  </a:moveTo>
                  <a:cubicBezTo>
                    <a:pt x="95" y="17"/>
                    <a:pt x="94" y="15"/>
                    <a:pt x="94" y="13"/>
                  </a:cubicBezTo>
                  <a:cubicBezTo>
                    <a:pt x="94" y="9"/>
                    <a:pt x="90" y="6"/>
                    <a:pt x="85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56" y="6"/>
                    <a:pt x="52" y="9"/>
                    <a:pt x="52" y="13"/>
                  </a:cubicBezTo>
                  <a:cubicBezTo>
                    <a:pt x="52" y="15"/>
                    <a:pt x="50" y="17"/>
                    <a:pt x="49" y="17"/>
                  </a:cubicBezTo>
                  <a:cubicBezTo>
                    <a:pt x="47" y="17"/>
                    <a:pt x="45" y="15"/>
                    <a:pt x="45" y="13"/>
                  </a:cubicBezTo>
                  <a:cubicBezTo>
                    <a:pt x="45" y="6"/>
                    <a:pt x="52" y="0"/>
                    <a:pt x="61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93" y="0"/>
                    <a:pt x="100" y="6"/>
                    <a:pt x="100" y="13"/>
                  </a:cubicBezTo>
                  <a:cubicBezTo>
                    <a:pt x="100" y="15"/>
                    <a:pt x="99" y="17"/>
                    <a:pt x="97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68025" cy="4905594"/>
            <a:chOff x="660400" y="1266657"/>
            <a:chExt cx="10868025" cy="4905594"/>
          </a:xfrm>
        </p:grpSpPr>
        <p:sp>
          <p:nvSpPr>
            <p:cNvPr id="13" name="Rectangle 29"/>
            <p:cNvSpPr/>
            <p:nvPr/>
          </p:nvSpPr>
          <p:spPr>
            <a:xfrm>
              <a:off x="5091695" y="1714014"/>
              <a:ext cx="6436730" cy="4420087"/>
            </a:xfrm>
            <a:prstGeom prst="rec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dirty="0"/>
            </a:p>
          </p:txBody>
        </p:sp>
        <p:sp>
          <p:nvSpPr>
            <p:cNvPr id="11" name="Picture 19-mask"/>
            <p:cNvSpPr/>
            <p:nvPr/>
          </p:nvSpPr>
          <p:spPr>
            <a:xfrm>
              <a:off x="5049338" y="1714014"/>
              <a:ext cx="6479087" cy="1363016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Picture 19-mask"/>
            <p:cNvSpPr/>
            <p:nvPr/>
          </p:nvSpPr>
          <p:spPr>
            <a:xfrm>
              <a:off x="4252685" y="1752164"/>
              <a:ext cx="3081057" cy="4420087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2302214" y="1833163"/>
              <a:ext cx="3384212" cy="20694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0" tIns="90000" rIns="180000" bIns="90000" numCol="1" spcCol="0" rtlCol="0" fromWordArt="0" anchor="t" anchorCtr="0" forceAA="0" compatLnSpc="1">
              <a:normAutofit/>
            </a:bodyPr>
            <a:lstStyle/>
            <a:p>
              <a:pPr>
                <a:lnSpc>
                  <a:spcPct val="120000"/>
                </a:lnSpc>
                <a:spcAft>
                  <a:spcPts val="600"/>
                </a:spcAft>
                <a:buSzPct val="25000"/>
                <a:defRPr/>
              </a:pPr>
              <a:r>
                <a:rPr lang="en-US" altLang="zh-CN" sz="1400" b="1" dirty="0">
                  <a:solidFill>
                    <a:schemeClr val="accent1"/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rPr>
                <a:t>Text Here-14pt</a:t>
              </a:r>
              <a:endParaRPr lang="en-US" altLang="zh-CN" sz="1400" b="1" dirty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Segoe UI" panose="020B0502040204020203" pitchFamily="34" charset="0"/>
              </a:endParaRPr>
            </a:p>
            <a:p>
              <a:pPr marR="0" lvl="0" fontAlgn="auto">
                <a:lnSpc>
                  <a:spcPct val="120000"/>
                </a:lnSpc>
                <a:spcAft>
                  <a:spcPts val="600"/>
                </a:spcAft>
                <a:buClrTx/>
                <a:buSzPct val="100000"/>
                <a:defRPr/>
              </a:pPr>
              <a:r>
                <a: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Copy paste fonts. Choose the only option to retain text. </a:t>
              </a:r>
              <a:endPara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>
                <a:lnSpc>
                  <a:spcPct val="120000"/>
                </a:lnSpc>
                <a:spcAft>
                  <a:spcPts val="600"/>
                </a:spcAft>
                <a:buSzPct val="100000"/>
                <a:defRPr/>
              </a:pPr>
              <a:r>
                <a: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Copy paste fonts. Choose the only option to retain text. </a:t>
              </a:r>
              <a:endPara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34" name="圆角矩形 2"/>
            <p:cNvSpPr/>
            <p:nvPr/>
          </p:nvSpPr>
          <p:spPr>
            <a:xfrm>
              <a:off x="662964" y="1833165"/>
              <a:ext cx="1587368" cy="2069467"/>
            </a:xfrm>
            <a:prstGeom prst="roundRect">
              <a:avLst>
                <a:gd name="adj" fmla="val 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  <a:spcAft>
                  <a:spcPts val="600"/>
                </a:spcAft>
                <a:buSzPct val="25000"/>
                <a:defRPr/>
              </a:pPr>
              <a:r>
                <a:rPr lang="en-US" altLang="zh-CN" sz="1400" b="1" dirty="0">
                  <a:solidFill>
                    <a:schemeClr val="bg1"/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rPr>
                <a:t>Supporting text here-14pt</a:t>
              </a:r>
              <a:endParaRPr lang="en-US" altLang="zh-CN" sz="1400" b="1" dirty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2302214" y="3983627"/>
              <a:ext cx="3384212" cy="20694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0" tIns="90000" rIns="180000" bIns="90000" numCol="1" spcCol="0" rtlCol="0" fromWordArt="0" anchor="t" anchorCtr="0" forceAA="0" compatLnSpc="1">
              <a:normAutofit/>
            </a:bodyPr>
            <a:lstStyle/>
            <a:p>
              <a:pPr>
                <a:lnSpc>
                  <a:spcPct val="120000"/>
                </a:lnSpc>
                <a:spcAft>
                  <a:spcPts val="600"/>
                </a:spcAft>
                <a:buSzPct val="25000"/>
                <a:defRPr/>
              </a:pPr>
              <a:r>
                <a:rPr lang="en-US" altLang="zh-CN" sz="1400" b="1" dirty="0">
                  <a:solidFill>
                    <a:schemeClr val="accent1"/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rPr>
                <a:t>Text Here-14pt</a:t>
              </a:r>
              <a:endParaRPr lang="en-US" altLang="zh-CN" sz="1400" b="1" dirty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Segoe UI" panose="020B0502040204020203" pitchFamily="34" charset="0"/>
              </a:endParaRPr>
            </a:p>
            <a:p>
              <a:pPr marR="0" lvl="0" fontAlgn="auto">
                <a:lnSpc>
                  <a:spcPct val="120000"/>
                </a:lnSpc>
                <a:spcAft>
                  <a:spcPts val="600"/>
                </a:spcAft>
                <a:buClrTx/>
                <a:buSzPct val="100000"/>
                <a:defRPr/>
              </a:pPr>
              <a:r>
                <a: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Copy paste fonts. Choose the only option to retain text. </a:t>
              </a:r>
              <a:endPara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>
                <a:lnSpc>
                  <a:spcPct val="120000"/>
                </a:lnSpc>
                <a:spcAft>
                  <a:spcPts val="600"/>
                </a:spcAft>
                <a:buSzPct val="100000"/>
                <a:defRPr/>
              </a:pPr>
              <a:r>
                <a: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Copy paste fonts. Choose the only option to retain text. </a:t>
              </a:r>
              <a:endPara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48" name="圆角矩形 2"/>
            <p:cNvSpPr/>
            <p:nvPr/>
          </p:nvSpPr>
          <p:spPr>
            <a:xfrm>
              <a:off x="662964" y="3983629"/>
              <a:ext cx="1587368" cy="2069467"/>
            </a:xfrm>
            <a:prstGeom prst="roundRect">
              <a:avLst>
                <a:gd name="adj" fmla="val 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>
                <a:lnSpc>
                  <a:spcPct val="120000"/>
                </a:lnSpc>
                <a:spcAft>
                  <a:spcPts val="600"/>
                </a:spcAft>
                <a:buSzPct val="25000"/>
                <a:defRPr/>
              </a:pPr>
              <a:r>
                <a:rPr lang="en-US" altLang="zh-CN" sz="1400" b="1" dirty="0">
                  <a:solidFill>
                    <a:schemeClr val="bg1"/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rPr>
                <a:t>Supporting text here-14pt</a:t>
              </a:r>
              <a:endParaRPr lang="en-US" altLang="zh-CN" sz="1400" b="1" dirty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" y="1184314"/>
            <a:ext cx="12192000" cy="5051712"/>
            <a:chOff x="1" y="1184314"/>
            <a:chExt cx="12192000" cy="5051712"/>
          </a:xfrm>
        </p:grpSpPr>
        <p:sp>
          <p:nvSpPr>
            <p:cNvPr id="5" name="文本框 4"/>
            <p:cNvSpPr txBox="1"/>
            <p:nvPr/>
          </p:nvSpPr>
          <p:spPr>
            <a:xfrm>
              <a:off x="660400" y="1184314"/>
              <a:ext cx="10858497" cy="1189236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marL="172720" marR="0" lvl="0" indent="-172720" fontAlgn="auto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Tx/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latin typeface="Arial" panose="020B0604020202020204" pitchFamily="34" charset="0"/>
                  <a:ea typeface="微软雅黑" panose="020B0503020204020204" charset="-122"/>
                </a:rPr>
                <a:t>Copy paste  fonts. </a:t>
              </a:r>
              <a:r>
                <a:rPr lang="en-US" altLang="zh-CN" sz="12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Choose</a:t>
              </a:r>
              <a:r>
                <a:rPr lang="zh-CN" alt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（重点加粗）</a:t>
              </a:r>
              <a:r>
                <a:rPr lang="zh-CN" altLang="en-US" sz="1200" dirty="0">
                  <a:latin typeface="Arial" panose="020B0604020202020204" pitchFamily="34" charset="0"/>
                  <a:ea typeface="微软雅黑" panose="020B0503020204020204" charset="-122"/>
                </a:rPr>
                <a:t> </a:t>
              </a:r>
              <a:r>
                <a:rPr lang="en-US" altLang="zh-CN" sz="1200" dirty="0">
                  <a:latin typeface="Arial" panose="020B0604020202020204" pitchFamily="34" charset="0"/>
                  <a:ea typeface="微软雅黑" panose="020B0503020204020204" charset="-122"/>
                </a:rPr>
                <a:t>the only option to retain text. -12pt</a:t>
              </a:r>
              <a:endParaRPr lang="en-US" altLang="zh-CN" sz="1200" dirty="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marL="172720" marR="0" lvl="0" indent="-172720" fontAlgn="auto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Tx/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latin typeface="Arial" panose="020B0604020202020204" pitchFamily="34" charset="0"/>
                  <a:ea typeface="微软雅黑" panose="020B0503020204020204" charset="-122"/>
                </a:rPr>
                <a:t>Theme color makes PPT more convenient to change. Adjust the spacing to adapt to Chinese typesetting, use the reference line in PPT </a:t>
              </a:r>
              <a:endParaRPr lang="en-US" altLang="zh-CN" sz="1200" dirty="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marL="172720" marR="0" lvl="0" indent="-172720" fontAlgn="auto">
                <a:lnSpc>
                  <a:spcPct val="120000"/>
                </a:lnSpc>
                <a:spcAft>
                  <a:spcPts val="600"/>
                </a:spcAft>
                <a:buClrTx/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Supporting text here.</a:t>
              </a:r>
              <a:endPara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marL="172720" marR="0" lvl="0" indent="-172720" fontAlgn="auto">
                <a:lnSpc>
                  <a:spcPct val="120000"/>
                </a:lnSpc>
                <a:spcAft>
                  <a:spcPts val="600"/>
                </a:spcAft>
                <a:buClrTx/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……</a:t>
              </a:r>
              <a:endPara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7" name="îşḻíďè"/>
            <p:cNvSpPr/>
            <p:nvPr/>
          </p:nvSpPr>
          <p:spPr>
            <a:xfrm>
              <a:off x="1" y="5005063"/>
              <a:ext cx="12192000" cy="1230963"/>
            </a:xfrm>
            <a:prstGeom prst="trapezoid">
              <a:avLst>
                <a:gd name="adj" fmla="val 99668"/>
              </a:avLst>
            </a:prstGeom>
            <a:solidFill>
              <a:schemeClr val="bg1">
                <a:lumMod val="9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180000" anchor="b">
              <a:normAutofit/>
            </a:bodyPr>
            <a:lstStyle/>
            <a:p>
              <a:pPr lvl="0" algn="ctr" defTabSz="913765">
                <a:lnSpc>
                  <a:spcPct val="150000"/>
                </a:lnSpc>
                <a:buSzPct val="25000"/>
                <a:defRPr/>
              </a:pPr>
              <a:endParaRPr lang="en-US" altLang="zh-CN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926290" y="2748084"/>
              <a:ext cx="3168002" cy="3386016"/>
              <a:chOff x="1099334" y="2675037"/>
              <a:chExt cx="3168002" cy="3386016"/>
            </a:xfrm>
          </p:grpSpPr>
          <p:sp>
            <p:nvSpPr>
              <p:cNvPr id="12" name="îşḷîḋê"/>
              <p:cNvSpPr/>
              <p:nvPr/>
            </p:nvSpPr>
            <p:spPr>
              <a:xfrm>
                <a:off x="1099336" y="2675037"/>
                <a:ext cx="3168000" cy="3386016"/>
              </a:xfrm>
              <a:prstGeom prst="snip1Rect">
                <a:avLst>
                  <a:gd name="adj" fmla="val 24760"/>
                </a:avLst>
              </a:prstGeom>
              <a:solidFill>
                <a:schemeClr val="bg1"/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 lang="en-US" altLang="zh-CN" sz="11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îsļïde"/>
              <p:cNvSpPr/>
              <p:nvPr/>
            </p:nvSpPr>
            <p:spPr>
              <a:xfrm>
                <a:off x="1099334" y="5989053"/>
                <a:ext cx="3168000" cy="72000"/>
              </a:xfrm>
              <a:prstGeom prst="rect">
                <a:avLst/>
              </a:prstGeom>
              <a:solidFill>
                <a:schemeClr val="accent1"/>
              </a:solidFill>
              <a:ln w="3175">
                <a:noFill/>
                <a:prstDash val="solid"/>
                <a:round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</a:p>
            </p:txBody>
          </p:sp>
          <p:sp>
            <p:nvSpPr>
              <p:cNvPr id="14" name="ïṥḻiḋé"/>
              <p:cNvSpPr>
                <a:spLocks noChangeAspect="1"/>
              </p:cNvSpPr>
              <p:nvPr/>
            </p:nvSpPr>
            <p:spPr bwMode="auto">
              <a:xfrm>
                <a:off x="3547336" y="2675038"/>
                <a:ext cx="720000" cy="720000"/>
              </a:xfrm>
              <a:custGeom>
                <a:avLst/>
                <a:gdLst>
                  <a:gd name="T0" fmla="*/ 608 w 608"/>
                  <a:gd name="T1" fmla="*/ 0 h 608"/>
                  <a:gd name="T2" fmla="*/ 0 w 608"/>
                  <a:gd name="T3" fmla="*/ 0 h 608"/>
                  <a:gd name="T4" fmla="*/ 608 w 608"/>
                  <a:gd name="T5" fmla="*/ 608 h 608"/>
                  <a:gd name="T6" fmla="*/ 608 w 608"/>
                  <a:gd name="T7" fmla="*/ 0 h 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08" h="608">
                    <a:moveTo>
                      <a:pt x="608" y="0"/>
                    </a:moveTo>
                    <a:lnTo>
                      <a:pt x="0" y="0"/>
                    </a:lnTo>
                    <a:lnTo>
                      <a:pt x="608" y="608"/>
                    </a:lnTo>
                    <a:lnTo>
                      <a:pt x="60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3175">
                <a:noFill/>
                <a:prstDash val="solid"/>
                <a:round/>
              </a:ln>
              <a:effectLst/>
            </p:spPr>
            <p:txBody>
              <a:bodyPr vert="horz" wrap="square" lIns="91440" tIns="45720" rIns="91440" bIns="45720" anchor="t" anchorCtr="0" compatLnSpc="1">
                <a:normAutofit/>
              </a:bodyPr>
              <a:lstStyle/>
              <a:p>
                <a:pPr algn="r"/>
                <a:endParaRPr lang="en-US" altLang="ko-K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íslîḓê"/>
              <p:cNvSpPr txBox="1"/>
              <p:nvPr/>
            </p:nvSpPr>
            <p:spPr bwMode="auto">
              <a:xfrm>
                <a:off x="1140433" y="2877730"/>
                <a:ext cx="1996399" cy="307777"/>
              </a:xfrm>
              <a:prstGeom prst="rect">
                <a:avLst/>
              </a:prstGeom>
            </p:spPr>
            <p:txBody>
              <a:bodyPr wrap="square" lIns="91440" tIns="45720" rIns="91440" bIns="45720" anchor="ctr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indent="0">
                  <a:defRPr/>
                </a:pPr>
                <a:r>
                  <a:rPr lang="en-US" altLang="zh-CN" sz="1400" b="1" dirty="0"/>
                  <a:t>Text here-14pt</a:t>
                </a:r>
                <a:endParaRPr lang="en-US" altLang="zh-CN" sz="1400" b="1" dirty="0"/>
              </a:p>
            </p:txBody>
          </p:sp>
          <p:sp>
            <p:nvSpPr>
              <p:cNvPr id="20" name="îslïde"/>
              <p:cNvSpPr/>
              <p:nvPr/>
            </p:nvSpPr>
            <p:spPr bwMode="auto">
              <a:xfrm>
                <a:off x="1140433" y="3269050"/>
                <a:ext cx="2913407" cy="4716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0" anchor="t" anchorCtr="0">
                <a:normAutofit/>
              </a:bodyPr>
              <a:lstStyle/>
              <a:p>
                <a:pPr marL="171450" marR="0" lvl="0" indent="-171450" algn="just" defTabSz="457200" rtl="0" eaLnBrk="1" fontAlgn="auto" latinLnBrk="0" hangingPunct="1">
                  <a:lnSpc>
                    <a:spcPct val="120000"/>
                  </a:lnSpc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b="1" dirty="0">
                    <a:solidFill>
                      <a:srgbClr val="9E0116"/>
                    </a:solidFill>
                    <a:latin typeface="微软雅黑" panose="020B0503020204020204" charset="-122"/>
                    <a:ea typeface="微软雅黑" panose="020B0503020204020204" charset="-122"/>
                    <a:sym typeface="+mn-lt"/>
                  </a:rPr>
                  <a:t>The text-12pt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9E0116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：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 Choose the only option to retain text…...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lt"/>
                </a:endParaRPr>
              </a:p>
            </p:txBody>
          </p:sp>
          <p:cxnSp>
            <p:nvCxnSpPr>
              <p:cNvPr id="28" name="直接连接符 27"/>
              <p:cNvCxnSpPr/>
              <p:nvPr/>
            </p:nvCxnSpPr>
            <p:spPr>
              <a:xfrm flipV="1">
                <a:off x="1256488" y="3852047"/>
                <a:ext cx="2853696" cy="18011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 flipV="1">
                <a:off x="1256488" y="4564383"/>
                <a:ext cx="2853696" cy="18011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îslïde"/>
              <p:cNvSpPr/>
              <p:nvPr/>
            </p:nvSpPr>
            <p:spPr bwMode="auto">
              <a:xfrm>
                <a:off x="1168861" y="3981386"/>
                <a:ext cx="3028950" cy="4716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0" anchor="t" anchorCtr="0">
                <a:normAutofit/>
              </a:bodyPr>
              <a:lstStyle/>
              <a:p>
                <a:pPr marL="171450" marR="0" lvl="0" indent="-171450" algn="just" defTabSz="457200" rtl="0" eaLnBrk="1" fontAlgn="auto" latinLnBrk="0" hangingPunct="1">
                  <a:lnSpc>
                    <a:spcPct val="120000"/>
                  </a:lnSpc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b="1" dirty="0">
                    <a:solidFill>
                      <a:srgbClr val="9E0116"/>
                    </a:solidFill>
                    <a:latin typeface="微软雅黑" panose="020B0503020204020204" charset="-122"/>
                    <a:ea typeface="微软雅黑" panose="020B0503020204020204" charset="-122"/>
                    <a:sym typeface="+mn-lt"/>
                  </a:rPr>
                  <a:t>The text-12pt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9E0116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：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 Choose the only option to retain text…...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lt"/>
                </a:endParaRPr>
              </a:p>
            </p:txBody>
          </p:sp>
          <p:sp>
            <p:nvSpPr>
              <p:cNvPr id="35" name="îslïde"/>
              <p:cNvSpPr/>
              <p:nvPr/>
            </p:nvSpPr>
            <p:spPr bwMode="auto">
              <a:xfrm>
                <a:off x="1168861" y="4693722"/>
                <a:ext cx="3028950" cy="2500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0" anchor="t" anchorCtr="0">
                <a:normAutofit/>
              </a:bodyPr>
              <a:lstStyle/>
              <a:p>
                <a:pPr marL="171450" marR="0" lvl="0" indent="-171450" algn="just" defTabSz="457200" rtl="0" eaLnBrk="1" fontAlgn="auto" latinLnBrk="0" hangingPunct="1">
                  <a:lnSpc>
                    <a:spcPct val="120000"/>
                  </a:lnSpc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b="1" dirty="0">
                    <a:solidFill>
                      <a:srgbClr val="9E0116"/>
                    </a:solidFill>
                    <a:latin typeface="微软雅黑" panose="020B0503020204020204" charset="-122"/>
                    <a:ea typeface="微软雅黑" panose="020B0503020204020204" charset="-122"/>
                    <a:sym typeface="+mn-lt"/>
                  </a:rPr>
                  <a:t>The text-12pt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9E0116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：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 </a:t>
                </a:r>
                <a:r>
                  <a:rPr lang="en-US" altLang="zh-CN" sz="1200" dirty="0">
                    <a:latin typeface="微软雅黑" panose="020B0503020204020204" charset="-122"/>
                    <a:ea typeface="微软雅黑" panose="020B0503020204020204" charset="-122"/>
                    <a:sym typeface="+mn-lt"/>
                  </a:rPr>
                  <a:t>text here.</a:t>
                </a:r>
                <a:endParaRPr lang="en-US" altLang="zh-CN" sz="1200" dirty="0">
                  <a:latin typeface="微软雅黑" panose="020B0503020204020204" charset="-122"/>
                  <a:ea typeface="微软雅黑" panose="020B0503020204020204" charset="-122"/>
                  <a:sym typeface="+mn-lt"/>
                </a:endParaRPr>
              </a:p>
            </p:txBody>
          </p:sp>
          <p:sp>
            <p:nvSpPr>
              <p:cNvPr id="36" name="îslïde"/>
              <p:cNvSpPr/>
              <p:nvPr/>
            </p:nvSpPr>
            <p:spPr bwMode="auto">
              <a:xfrm>
                <a:off x="1168861" y="5184458"/>
                <a:ext cx="3028950" cy="693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0" anchor="t" anchorCtr="0">
                <a:normAutofit/>
              </a:bodyPr>
              <a:lstStyle/>
              <a:p>
                <a:pPr marL="171450" indent="-171450" algn="just" defTabSz="457200">
                  <a:lnSpc>
                    <a:spcPct val="12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b="1" dirty="0">
                    <a:solidFill>
                      <a:srgbClr val="9E0116"/>
                    </a:solidFill>
                    <a:latin typeface="微软雅黑" panose="020B0503020204020204" charset="-122"/>
                    <a:ea typeface="微软雅黑" panose="020B0503020204020204" charset="-122"/>
                    <a:sym typeface="+mn-lt"/>
                  </a:rPr>
                  <a:t>The text-12pt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9E0116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：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 </a:t>
                </a:r>
                <a:r>
                  <a:rPr lang="en-US" altLang="zh-CN" sz="1200" dirty="0"/>
                  <a:t>Copy paste fonts. Choose the only option to retain text…...</a:t>
                </a:r>
                <a:endParaRPr lang="en-US" altLang="zh-CN" sz="1200" dirty="0"/>
              </a:p>
              <a:p>
                <a:pPr marL="171450" marR="0" lvl="0" indent="-171450" algn="just" defTabSz="457200" rtl="0" eaLnBrk="1" fontAlgn="auto" latinLnBrk="0" hangingPunct="1">
                  <a:lnSpc>
                    <a:spcPct val="120000"/>
                  </a:lnSpc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……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lt"/>
                </a:endParaRPr>
              </a:p>
            </p:txBody>
          </p:sp>
          <p:cxnSp>
            <p:nvCxnSpPr>
              <p:cNvPr id="37" name="直接连接符 36"/>
              <p:cNvCxnSpPr/>
              <p:nvPr/>
            </p:nvCxnSpPr>
            <p:spPr>
              <a:xfrm flipV="1">
                <a:off x="1256488" y="5055119"/>
                <a:ext cx="2853696" cy="18011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63"/>
            <p:cNvGrpSpPr/>
            <p:nvPr/>
          </p:nvGrpSpPr>
          <p:grpSpPr>
            <a:xfrm>
              <a:off x="4511999" y="2748084"/>
              <a:ext cx="3168002" cy="3386016"/>
              <a:chOff x="1099334" y="2675037"/>
              <a:chExt cx="3168002" cy="3386016"/>
            </a:xfrm>
          </p:grpSpPr>
          <p:sp>
            <p:nvSpPr>
              <p:cNvPr id="65" name="îşḷîḋê"/>
              <p:cNvSpPr/>
              <p:nvPr/>
            </p:nvSpPr>
            <p:spPr>
              <a:xfrm>
                <a:off x="1099336" y="2675037"/>
                <a:ext cx="3168000" cy="3386016"/>
              </a:xfrm>
              <a:prstGeom prst="snip1Rect">
                <a:avLst>
                  <a:gd name="adj" fmla="val 24760"/>
                </a:avLst>
              </a:prstGeom>
              <a:solidFill>
                <a:schemeClr val="bg1"/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 lang="en-US" altLang="zh-CN" sz="11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îsļïde"/>
              <p:cNvSpPr/>
              <p:nvPr/>
            </p:nvSpPr>
            <p:spPr>
              <a:xfrm>
                <a:off x="1099334" y="5989053"/>
                <a:ext cx="3168000" cy="72000"/>
              </a:xfrm>
              <a:prstGeom prst="rect">
                <a:avLst/>
              </a:prstGeom>
              <a:solidFill>
                <a:schemeClr val="accent1"/>
              </a:solidFill>
              <a:ln w="3175">
                <a:noFill/>
                <a:prstDash val="solid"/>
                <a:round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</a:p>
            </p:txBody>
          </p:sp>
          <p:sp>
            <p:nvSpPr>
              <p:cNvPr id="67" name="ïṥḻiḋé"/>
              <p:cNvSpPr>
                <a:spLocks noChangeAspect="1"/>
              </p:cNvSpPr>
              <p:nvPr/>
            </p:nvSpPr>
            <p:spPr bwMode="auto">
              <a:xfrm>
                <a:off x="3547336" y="2675038"/>
                <a:ext cx="720000" cy="720000"/>
              </a:xfrm>
              <a:custGeom>
                <a:avLst/>
                <a:gdLst>
                  <a:gd name="T0" fmla="*/ 608 w 608"/>
                  <a:gd name="T1" fmla="*/ 0 h 608"/>
                  <a:gd name="T2" fmla="*/ 0 w 608"/>
                  <a:gd name="T3" fmla="*/ 0 h 608"/>
                  <a:gd name="T4" fmla="*/ 608 w 608"/>
                  <a:gd name="T5" fmla="*/ 608 h 608"/>
                  <a:gd name="T6" fmla="*/ 608 w 608"/>
                  <a:gd name="T7" fmla="*/ 0 h 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08" h="608">
                    <a:moveTo>
                      <a:pt x="608" y="0"/>
                    </a:moveTo>
                    <a:lnTo>
                      <a:pt x="0" y="0"/>
                    </a:lnTo>
                    <a:lnTo>
                      <a:pt x="608" y="608"/>
                    </a:lnTo>
                    <a:lnTo>
                      <a:pt x="60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3175">
                <a:noFill/>
                <a:prstDash val="solid"/>
                <a:round/>
              </a:ln>
              <a:effectLst/>
            </p:spPr>
            <p:txBody>
              <a:bodyPr vert="horz" wrap="square" lIns="91440" tIns="45720" rIns="91440" bIns="45720" anchor="t" anchorCtr="0" compatLnSpc="1">
                <a:normAutofit/>
              </a:bodyPr>
              <a:lstStyle/>
              <a:p>
                <a:pPr algn="r"/>
                <a:endParaRPr lang="en-US" altLang="ko-K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8" name="íslîḓê"/>
              <p:cNvSpPr txBox="1"/>
              <p:nvPr/>
            </p:nvSpPr>
            <p:spPr bwMode="auto">
              <a:xfrm>
                <a:off x="1140433" y="2877730"/>
                <a:ext cx="2913407" cy="307777"/>
              </a:xfrm>
              <a:prstGeom prst="rect">
                <a:avLst/>
              </a:prstGeom>
            </p:spPr>
            <p:txBody>
              <a:bodyPr wrap="square" lIns="91440" tIns="45720" rIns="91440" bIns="45720" anchor="ctr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indent="0">
                  <a:defRPr/>
                </a:pPr>
                <a:r>
                  <a:rPr lang="en-US" altLang="zh-CN" sz="1400" b="1" dirty="0"/>
                  <a:t>Text here-14pt</a:t>
                </a:r>
                <a:endParaRPr lang="en-US" altLang="zh-CN" sz="1400" b="1" dirty="0"/>
              </a:p>
            </p:txBody>
          </p:sp>
          <p:sp>
            <p:nvSpPr>
              <p:cNvPr id="69" name="îslïde"/>
              <p:cNvSpPr/>
              <p:nvPr/>
            </p:nvSpPr>
            <p:spPr bwMode="auto">
              <a:xfrm>
                <a:off x="1140433" y="3269050"/>
                <a:ext cx="2913407" cy="6917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0" anchor="t" anchorCtr="0">
                <a:normAutofit/>
              </a:bodyPr>
              <a:lstStyle/>
              <a:p>
                <a:pPr marL="171450" indent="-171450" algn="just" defTabSz="457200">
                  <a:lnSpc>
                    <a:spcPct val="12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b="1" dirty="0">
                    <a:solidFill>
                      <a:srgbClr val="9E0116"/>
                    </a:solidFill>
                    <a:latin typeface="微软雅黑" panose="020B0503020204020204" charset="-122"/>
                    <a:ea typeface="微软雅黑" panose="020B0503020204020204" charset="-122"/>
                    <a:sym typeface="+mn-lt"/>
                  </a:rPr>
                  <a:t>The text-12pt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9E0116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：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 </a:t>
                </a:r>
                <a:r>
                  <a:rPr lang="en-US" altLang="zh-CN" sz="1200" dirty="0"/>
                  <a:t>Copy paste fonts. Choose the only option to retain text…...</a:t>
                </a:r>
                <a:endParaRPr lang="en-US" altLang="zh-CN" sz="1200" dirty="0"/>
              </a:p>
            </p:txBody>
          </p:sp>
          <p:cxnSp>
            <p:nvCxnSpPr>
              <p:cNvPr id="70" name="直接连接符 69"/>
              <p:cNvCxnSpPr/>
              <p:nvPr/>
            </p:nvCxnSpPr>
            <p:spPr>
              <a:xfrm flipV="1">
                <a:off x="1256488" y="4085530"/>
                <a:ext cx="2853696" cy="18011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îslïde"/>
              <p:cNvSpPr/>
              <p:nvPr/>
            </p:nvSpPr>
            <p:spPr bwMode="auto">
              <a:xfrm>
                <a:off x="1168861" y="4226753"/>
                <a:ext cx="3028950" cy="693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0" anchor="t" anchorCtr="0">
                <a:normAutofit/>
              </a:bodyPr>
              <a:lstStyle/>
              <a:p>
                <a:pPr marL="171450" indent="-171450" algn="just" defTabSz="457200">
                  <a:lnSpc>
                    <a:spcPct val="12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b="1" dirty="0">
                    <a:solidFill>
                      <a:srgbClr val="9E0116"/>
                    </a:solidFill>
                    <a:latin typeface="微软雅黑" panose="020B0503020204020204" charset="-122"/>
                    <a:ea typeface="微软雅黑" panose="020B0503020204020204" charset="-122"/>
                    <a:sym typeface="+mn-lt"/>
                  </a:rPr>
                  <a:t>The text-12pt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9E0116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：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 </a:t>
                </a:r>
                <a:r>
                  <a:rPr lang="en-US" altLang="zh-CN" sz="1200" dirty="0"/>
                  <a:t>Copy paste fonts. Choose the only option to retain text…...</a:t>
                </a:r>
                <a:endParaRPr lang="en-US" altLang="zh-CN" sz="1200" dirty="0"/>
              </a:p>
              <a:p>
                <a:pPr marL="171450" marR="0" lvl="0" indent="-171450" algn="just" defTabSz="457200" rtl="0" eaLnBrk="1" fontAlgn="auto" latinLnBrk="0" hangingPunct="1">
                  <a:lnSpc>
                    <a:spcPct val="120000"/>
                  </a:lnSpc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……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lt"/>
                </a:endParaRPr>
              </a:p>
            </p:txBody>
          </p:sp>
          <p:sp>
            <p:nvSpPr>
              <p:cNvPr id="74" name="îslïde"/>
              <p:cNvSpPr/>
              <p:nvPr/>
            </p:nvSpPr>
            <p:spPr bwMode="auto">
              <a:xfrm>
                <a:off x="1168861" y="5184458"/>
                <a:ext cx="3028950" cy="693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0" anchor="t" anchorCtr="0">
                <a:normAutofit/>
              </a:bodyPr>
              <a:lstStyle/>
              <a:p>
                <a:pPr marL="171450" indent="-171450" algn="just" defTabSz="457200">
                  <a:lnSpc>
                    <a:spcPct val="12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b="1" dirty="0">
                    <a:solidFill>
                      <a:srgbClr val="9E0116"/>
                    </a:solidFill>
                    <a:latin typeface="微软雅黑" panose="020B0503020204020204" charset="-122"/>
                    <a:ea typeface="微软雅黑" panose="020B0503020204020204" charset="-122"/>
                    <a:sym typeface="+mn-lt"/>
                  </a:rPr>
                  <a:t>The text-12pt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9E0116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：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 </a:t>
                </a:r>
                <a:r>
                  <a:rPr lang="en-US" altLang="zh-CN" sz="1200" dirty="0"/>
                  <a:t>Copy paste fonts. Choose the only option to retain text…...</a:t>
                </a:r>
                <a:endParaRPr lang="en-US" altLang="zh-CN" sz="1200" dirty="0"/>
              </a:p>
              <a:p>
                <a:pPr marL="171450" marR="0" lvl="0" indent="-171450" algn="just" defTabSz="457200" rtl="0" eaLnBrk="1" fontAlgn="auto" latinLnBrk="0" hangingPunct="1">
                  <a:lnSpc>
                    <a:spcPct val="120000"/>
                  </a:lnSpc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……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lt"/>
                </a:endParaRPr>
              </a:p>
            </p:txBody>
          </p:sp>
          <p:cxnSp>
            <p:nvCxnSpPr>
              <p:cNvPr id="75" name="直接连接符 74"/>
              <p:cNvCxnSpPr/>
              <p:nvPr/>
            </p:nvCxnSpPr>
            <p:spPr>
              <a:xfrm flipV="1">
                <a:off x="1256488" y="5043233"/>
                <a:ext cx="2853696" cy="18011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" name="组合 75"/>
            <p:cNvGrpSpPr/>
            <p:nvPr/>
          </p:nvGrpSpPr>
          <p:grpSpPr>
            <a:xfrm>
              <a:off x="8097708" y="2748084"/>
              <a:ext cx="3168002" cy="3386016"/>
              <a:chOff x="1099334" y="2675037"/>
              <a:chExt cx="3168002" cy="3386016"/>
            </a:xfrm>
          </p:grpSpPr>
          <p:sp>
            <p:nvSpPr>
              <p:cNvPr id="77" name="îşḷîḋê"/>
              <p:cNvSpPr/>
              <p:nvPr/>
            </p:nvSpPr>
            <p:spPr>
              <a:xfrm>
                <a:off x="1099336" y="2675037"/>
                <a:ext cx="3168000" cy="3386016"/>
              </a:xfrm>
              <a:prstGeom prst="snip1Rect">
                <a:avLst>
                  <a:gd name="adj" fmla="val 24760"/>
                </a:avLst>
              </a:prstGeom>
              <a:solidFill>
                <a:schemeClr val="bg1"/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 lang="en-US" altLang="zh-CN" sz="11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îsļïde"/>
              <p:cNvSpPr/>
              <p:nvPr/>
            </p:nvSpPr>
            <p:spPr>
              <a:xfrm>
                <a:off x="1099334" y="5989053"/>
                <a:ext cx="3168000" cy="72000"/>
              </a:xfrm>
              <a:prstGeom prst="rect">
                <a:avLst/>
              </a:prstGeom>
              <a:solidFill>
                <a:schemeClr val="accent1"/>
              </a:solidFill>
              <a:ln w="3175">
                <a:noFill/>
                <a:prstDash val="solid"/>
                <a:round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</a:p>
            </p:txBody>
          </p:sp>
          <p:sp>
            <p:nvSpPr>
              <p:cNvPr id="79" name="ïṥḻiḋé"/>
              <p:cNvSpPr>
                <a:spLocks noChangeAspect="1"/>
              </p:cNvSpPr>
              <p:nvPr/>
            </p:nvSpPr>
            <p:spPr bwMode="auto">
              <a:xfrm>
                <a:off x="3547336" y="2675038"/>
                <a:ext cx="720000" cy="720000"/>
              </a:xfrm>
              <a:custGeom>
                <a:avLst/>
                <a:gdLst>
                  <a:gd name="T0" fmla="*/ 608 w 608"/>
                  <a:gd name="T1" fmla="*/ 0 h 608"/>
                  <a:gd name="T2" fmla="*/ 0 w 608"/>
                  <a:gd name="T3" fmla="*/ 0 h 608"/>
                  <a:gd name="T4" fmla="*/ 608 w 608"/>
                  <a:gd name="T5" fmla="*/ 608 h 608"/>
                  <a:gd name="T6" fmla="*/ 608 w 608"/>
                  <a:gd name="T7" fmla="*/ 0 h 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08" h="608">
                    <a:moveTo>
                      <a:pt x="608" y="0"/>
                    </a:moveTo>
                    <a:lnTo>
                      <a:pt x="0" y="0"/>
                    </a:lnTo>
                    <a:lnTo>
                      <a:pt x="608" y="608"/>
                    </a:lnTo>
                    <a:lnTo>
                      <a:pt x="60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3175">
                <a:noFill/>
                <a:prstDash val="solid"/>
                <a:round/>
              </a:ln>
              <a:effectLst/>
            </p:spPr>
            <p:txBody>
              <a:bodyPr vert="horz" wrap="square" lIns="91440" tIns="45720" rIns="91440" bIns="45720" anchor="t" anchorCtr="0" compatLnSpc="1">
                <a:normAutofit/>
              </a:bodyPr>
              <a:lstStyle/>
              <a:p>
                <a:pPr algn="r"/>
                <a:endParaRPr lang="en-US" altLang="ko-KR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0" name="íslîḓê"/>
              <p:cNvSpPr txBox="1"/>
              <p:nvPr/>
            </p:nvSpPr>
            <p:spPr bwMode="auto">
              <a:xfrm>
                <a:off x="1140433" y="2877730"/>
                <a:ext cx="2913407" cy="307777"/>
              </a:xfrm>
              <a:prstGeom prst="rect">
                <a:avLst/>
              </a:prstGeom>
            </p:spPr>
            <p:txBody>
              <a:bodyPr wrap="square" lIns="91440" tIns="45720" rIns="91440" bIns="45720" anchor="ctr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indent="0">
                  <a:defRPr/>
                </a:pPr>
                <a:r>
                  <a:rPr lang="en-US" altLang="zh-CN" sz="1400" b="1" dirty="0"/>
                  <a:t>Text here-14pt</a:t>
                </a:r>
                <a:endParaRPr lang="en-US" altLang="zh-CN" sz="1400" b="1" dirty="0"/>
              </a:p>
            </p:txBody>
          </p:sp>
          <p:sp>
            <p:nvSpPr>
              <p:cNvPr id="81" name="îslïde"/>
              <p:cNvSpPr/>
              <p:nvPr/>
            </p:nvSpPr>
            <p:spPr bwMode="auto">
              <a:xfrm>
                <a:off x="1140433" y="3269050"/>
                <a:ext cx="2913407" cy="12118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0" anchor="t" anchorCtr="0">
                <a:normAutofit/>
              </a:bodyPr>
              <a:lstStyle/>
              <a:p>
                <a:pPr marL="171450" indent="-171450" algn="just" defTabSz="457200">
                  <a:lnSpc>
                    <a:spcPct val="12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b="1" dirty="0">
                    <a:solidFill>
                      <a:srgbClr val="9E0116"/>
                    </a:solidFill>
                    <a:latin typeface="微软雅黑" panose="020B0503020204020204" charset="-122"/>
                    <a:ea typeface="微软雅黑" panose="020B0503020204020204" charset="-122"/>
                    <a:sym typeface="+mn-lt"/>
                  </a:rPr>
                  <a:t>The text-12pt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9E0116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：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 </a:t>
                </a:r>
                <a:r>
                  <a:rPr lang="en-US" altLang="zh-CN" sz="1200" dirty="0"/>
                  <a:t>Copy paste fonts. Choose the only option to retain text…...</a:t>
                </a:r>
                <a:endParaRPr lang="en-US" altLang="zh-CN" sz="1200" dirty="0"/>
              </a:p>
              <a:p>
                <a:pPr marL="172720" marR="0" lvl="0" indent="-172720" fontAlgn="auto">
                  <a:lnSpc>
                    <a:spcPct val="120000"/>
                  </a:lnSpc>
                  <a:spcAft>
                    <a:spcPts val="6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Supporting text here.</a:t>
                </a:r>
                <a:endPara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marL="172720" marR="0" lvl="0" indent="-172720" fontAlgn="auto">
                  <a:lnSpc>
                    <a:spcPct val="120000"/>
                  </a:lnSpc>
                  <a:spcAft>
                    <a:spcPts val="6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……</a:t>
                </a:r>
                <a:endPara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cxnSp>
            <p:nvCxnSpPr>
              <p:cNvPr id="83" name="直接连接符 82"/>
              <p:cNvCxnSpPr/>
              <p:nvPr/>
            </p:nvCxnSpPr>
            <p:spPr>
              <a:xfrm flipV="1">
                <a:off x="1256488" y="4564383"/>
                <a:ext cx="2853696" cy="18011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îslïde"/>
              <p:cNvSpPr/>
              <p:nvPr/>
            </p:nvSpPr>
            <p:spPr bwMode="auto">
              <a:xfrm>
                <a:off x="1168861" y="4693722"/>
                <a:ext cx="3028950" cy="693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0" anchor="t" anchorCtr="0">
                <a:normAutofit/>
              </a:bodyPr>
              <a:lstStyle/>
              <a:p>
                <a:pPr marL="171450" indent="-171450" algn="just" defTabSz="457200">
                  <a:lnSpc>
                    <a:spcPct val="12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b="1" dirty="0">
                    <a:solidFill>
                      <a:srgbClr val="9E0116"/>
                    </a:solidFill>
                    <a:latin typeface="微软雅黑" panose="020B0503020204020204" charset="-122"/>
                    <a:ea typeface="微软雅黑" panose="020B0503020204020204" charset="-122"/>
                    <a:sym typeface="+mn-lt"/>
                  </a:rPr>
                  <a:t>The text-12pt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9E0116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：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 </a:t>
                </a:r>
                <a:r>
                  <a:rPr lang="en-US" altLang="zh-CN" sz="1200" dirty="0"/>
                  <a:t>Copy paste fonts. Choose the only option to retain text…...</a:t>
                </a:r>
                <a:endParaRPr lang="en-US" altLang="zh-CN" sz="1200" dirty="0"/>
              </a:p>
              <a:p>
                <a:pPr marL="171450" marR="0" lvl="0" indent="-171450" algn="just" defTabSz="457200" rtl="0" eaLnBrk="1" fontAlgn="auto" latinLnBrk="0" hangingPunct="1">
                  <a:lnSpc>
                    <a:spcPct val="120000"/>
                  </a:lnSpc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lt"/>
                  </a:rPr>
                  <a:t>……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lt"/>
                </a:endParaRPr>
              </a:p>
            </p:txBody>
          </p:sp>
        </p:grpSp>
        <p:sp>
          <p:nvSpPr>
            <p:cNvPr id="101" name="文本框 100"/>
            <p:cNvSpPr txBox="1"/>
            <p:nvPr/>
          </p:nvSpPr>
          <p:spPr>
            <a:xfrm>
              <a:off x="3725112" y="2908855"/>
              <a:ext cx="273011" cy="129545"/>
            </a:xfrm>
            <a:custGeom>
              <a:avLst/>
              <a:gdLst/>
              <a:ahLst/>
              <a:cxnLst/>
              <a:rect l="l" t="t" r="r" b="b"/>
              <a:pathLst>
                <a:path w="273011" h="129545">
                  <a:moveTo>
                    <a:pt x="149981" y="21914"/>
                  </a:moveTo>
                  <a:lnTo>
                    <a:pt x="149981" y="58675"/>
                  </a:lnTo>
                  <a:lnTo>
                    <a:pt x="164297" y="58675"/>
                  </a:lnTo>
                  <a:cubicBezTo>
                    <a:pt x="174606" y="58675"/>
                    <a:pt x="181499" y="57998"/>
                    <a:pt x="184975" y="56643"/>
                  </a:cubicBezTo>
                  <a:cubicBezTo>
                    <a:pt x="188450" y="55288"/>
                    <a:pt x="191175" y="53167"/>
                    <a:pt x="193148" y="50280"/>
                  </a:cubicBezTo>
                  <a:cubicBezTo>
                    <a:pt x="195122" y="47394"/>
                    <a:pt x="196109" y="44036"/>
                    <a:pt x="196109" y="40206"/>
                  </a:cubicBezTo>
                  <a:cubicBezTo>
                    <a:pt x="196109" y="35494"/>
                    <a:pt x="194724" y="31605"/>
                    <a:pt x="191956" y="28542"/>
                  </a:cubicBezTo>
                  <a:cubicBezTo>
                    <a:pt x="189187" y="25479"/>
                    <a:pt x="185681" y="23564"/>
                    <a:pt x="181440" y="22798"/>
                  </a:cubicBezTo>
                  <a:cubicBezTo>
                    <a:pt x="178318" y="22209"/>
                    <a:pt x="172044" y="21914"/>
                    <a:pt x="162618" y="21914"/>
                  </a:cubicBezTo>
                  <a:close/>
                  <a:moveTo>
                    <a:pt x="26156" y="21914"/>
                  </a:moveTo>
                  <a:lnTo>
                    <a:pt x="26156" y="58675"/>
                  </a:lnTo>
                  <a:lnTo>
                    <a:pt x="40472" y="58675"/>
                  </a:lnTo>
                  <a:cubicBezTo>
                    <a:pt x="50781" y="58675"/>
                    <a:pt x="57674" y="57998"/>
                    <a:pt x="61150" y="56643"/>
                  </a:cubicBezTo>
                  <a:cubicBezTo>
                    <a:pt x="64625" y="55288"/>
                    <a:pt x="67350" y="53167"/>
                    <a:pt x="69323" y="50280"/>
                  </a:cubicBezTo>
                  <a:cubicBezTo>
                    <a:pt x="71297" y="47394"/>
                    <a:pt x="72284" y="44036"/>
                    <a:pt x="72284" y="40206"/>
                  </a:cubicBezTo>
                  <a:cubicBezTo>
                    <a:pt x="72284" y="35494"/>
                    <a:pt x="70899" y="31605"/>
                    <a:pt x="68130" y="28542"/>
                  </a:cubicBezTo>
                  <a:cubicBezTo>
                    <a:pt x="65362" y="25479"/>
                    <a:pt x="61856" y="23564"/>
                    <a:pt x="57615" y="22798"/>
                  </a:cubicBezTo>
                  <a:cubicBezTo>
                    <a:pt x="54493" y="22209"/>
                    <a:pt x="48219" y="21914"/>
                    <a:pt x="38793" y="21914"/>
                  </a:cubicBezTo>
                  <a:close/>
                  <a:moveTo>
                    <a:pt x="246854" y="0"/>
                  </a:moveTo>
                  <a:lnTo>
                    <a:pt x="273011" y="0"/>
                  </a:lnTo>
                  <a:lnTo>
                    <a:pt x="273011" y="129545"/>
                  </a:lnTo>
                  <a:lnTo>
                    <a:pt x="246854" y="129545"/>
                  </a:lnTo>
                  <a:close/>
                  <a:moveTo>
                    <a:pt x="123825" y="0"/>
                  </a:moveTo>
                  <a:lnTo>
                    <a:pt x="165799" y="0"/>
                  </a:lnTo>
                  <a:cubicBezTo>
                    <a:pt x="181705" y="0"/>
                    <a:pt x="192073" y="648"/>
                    <a:pt x="196904" y="1944"/>
                  </a:cubicBezTo>
                  <a:cubicBezTo>
                    <a:pt x="204327" y="3888"/>
                    <a:pt x="210542" y="8115"/>
                    <a:pt x="215549" y="14624"/>
                  </a:cubicBezTo>
                  <a:cubicBezTo>
                    <a:pt x="220557" y="21134"/>
                    <a:pt x="223061" y="29543"/>
                    <a:pt x="223061" y="39853"/>
                  </a:cubicBezTo>
                  <a:cubicBezTo>
                    <a:pt x="223061" y="47806"/>
                    <a:pt x="221617" y="54492"/>
                    <a:pt x="218731" y="59912"/>
                  </a:cubicBezTo>
                  <a:cubicBezTo>
                    <a:pt x="215844" y="65332"/>
                    <a:pt x="212177" y="69588"/>
                    <a:pt x="207729" y="72681"/>
                  </a:cubicBezTo>
                  <a:cubicBezTo>
                    <a:pt x="203281" y="75774"/>
                    <a:pt x="198760" y="77821"/>
                    <a:pt x="194165" y="78823"/>
                  </a:cubicBezTo>
                  <a:cubicBezTo>
                    <a:pt x="187920" y="80060"/>
                    <a:pt x="178877" y="80678"/>
                    <a:pt x="167036" y="80678"/>
                  </a:cubicBezTo>
                  <a:lnTo>
                    <a:pt x="149981" y="80678"/>
                  </a:lnTo>
                  <a:lnTo>
                    <a:pt x="149981" y="129545"/>
                  </a:lnTo>
                  <a:lnTo>
                    <a:pt x="123825" y="129545"/>
                  </a:lnTo>
                  <a:close/>
                  <a:moveTo>
                    <a:pt x="0" y="0"/>
                  </a:moveTo>
                  <a:lnTo>
                    <a:pt x="41974" y="0"/>
                  </a:lnTo>
                  <a:cubicBezTo>
                    <a:pt x="57880" y="0"/>
                    <a:pt x="68248" y="648"/>
                    <a:pt x="73079" y="1944"/>
                  </a:cubicBezTo>
                  <a:cubicBezTo>
                    <a:pt x="80502" y="3888"/>
                    <a:pt x="86717" y="8115"/>
                    <a:pt x="91724" y="14624"/>
                  </a:cubicBezTo>
                  <a:cubicBezTo>
                    <a:pt x="96732" y="21134"/>
                    <a:pt x="99236" y="29543"/>
                    <a:pt x="99236" y="39853"/>
                  </a:cubicBezTo>
                  <a:cubicBezTo>
                    <a:pt x="99236" y="47806"/>
                    <a:pt x="97792" y="54492"/>
                    <a:pt x="94906" y="59912"/>
                  </a:cubicBezTo>
                  <a:cubicBezTo>
                    <a:pt x="92019" y="65332"/>
                    <a:pt x="88352" y="69588"/>
                    <a:pt x="83904" y="72681"/>
                  </a:cubicBezTo>
                  <a:cubicBezTo>
                    <a:pt x="79456" y="75774"/>
                    <a:pt x="74935" y="77821"/>
                    <a:pt x="70340" y="78823"/>
                  </a:cubicBezTo>
                  <a:cubicBezTo>
                    <a:pt x="64095" y="80060"/>
                    <a:pt x="55052" y="80678"/>
                    <a:pt x="43211" y="80678"/>
                  </a:cubicBezTo>
                  <a:lnTo>
                    <a:pt x="26156" y="80678"/>
                  </a:lnTo>
                  <a:lnTo>
                    <a:pt x="26156" y="129545"/>
                  </a:lnTo>
                  <a:lnTo>
                    <a:pt x="0" y="1295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99" name="图形 91"/>
            <p:cNvSpPr/>
            <p:nvPr/>
          </p:nvSpPr>
          <p:spPr>
            <a:xfrm>
              <a:off x="7295726" y="2883977"/>
              <a:ext cx="331016" cy="179300"/>
            </a:xfrm>
            <a:custGeom>
              <a:avLst/>
              <a:gdLst>
                <a:gd name="connsiteX0" fmla="*/ 1706562 w 1905000"/>
                <a:gd name="connsiteY0" fmla="*/ 0 h 1031873"/>
                <a:gd name="connsiteX1" fmla="*/ 198438 w 1905000"/>
                <a:gd name="connsiteY1" fmla="*/ 0 h 1031873"/>
                <a:gd name="connsiteX2" fmla="*/ 198438 w 1905000"/>
                <a:gd name="connsiteY2" fmla="*/ 119062 h 1031873"/>
                <a:gd name="connsiteX3" fmla="*/ 0 w 1905000"/>
                <a:gd name="connsiteY3" fmla="*/ 119062 h 1031873"/>
                <a:gd name="connsiteX4" fmla="*/ 0 w 1905000"/>
                <a:gd name="connsiteY4" fmla="*/ 198436 h 1031873"/>
                <a:gd name="connsiteX5" fmla="*/ 198438 w 1905000"/>
                <a:gd name="connsiteY5" fmla="*/ 198436 h 1031873"/>
                <a:gd name="connsiteX6" fmla="*/ 198438 w 1905000"/>
                <a:gd name="connsiteY6" fmla="*/ 357187 h 1031873"/>
                <a:gd name="connsiteX7" fmla="*/ 0 w 1905000"/>
                <a:gd name="connsiteY7" fmla="*/ 357187 h 1031873"/>
                <a:gd name="connsiteX8" fmla="*/ 0 w 1905000"/>
                <a:gd name="connsiteY8" fmla="*/ 436561 h 1031873"/>
                <a:gd name="connsiteX9" fmla="*/ 198438 w 1905000"/>
                <a:gd name="connsiteY9" fmla="*/ 436561 h 1031873"/>
                <a:gd name="connsiteX10" fmla="*/ 198438 w 1905000"/>
                <a:gd name="connsiteY10" fmla="*/ 595313 h 1031873"/>
                <a:gd name="connsiteX11" fmla="*/ 0 w 1905000"/>
                <a:gd name="connsiteY11" fmla="*/ 595313 h 1031873"/>
                <a:gd name="connsiteX12" fmla="*/ 0 w 1905000"/>
                <a:gd name="connsiteY12" fmla="*/ 674686 h 1031873"/>
                <a:gd name="connsiteX13" fmla="*/ 198438 w 1905000"/>
                <a:gd name="connsiteY13" fmla="*/ 674686 h 1031873"/>
                <a:gd name="connsiteX14" fmla="*/ 198438 w 1905000"/>
                <a:gd name="connsiteY14" fmla="*/ 833438 h 1031873"/>
                <a:gd name="connsiteX15" fmla="*/ 0 w 1905000"/>
                <a:gd name="connsiteY15" fmla="*/ 833438 h 1031873"/>
                <a:gd name="connsiteX16" fmla="*/ 0 w 1905000"/>
                <a:gd name="connsiteY16" fmla="*/ 912811 h 1031873"/>
                <a:gd name="connsiteX17" fmla="*/ 198438 w 1905000"/>
                <a:gd name="connsiteY17" fmla="*/ 912811 h 1031873"/>
                <a:gd name="connsiteX18" fmla="*/ 198438 w 1905000"/>
                <a:gd name="connsiteY18" fmla="*/ 1031874 h 1031873"/>
                <a:gd name="connsiteX19" fmla="*/ 1706562 w 1905000"/>
                <a:gd name="connsiteY19" fmla="*/ 1031874 h 1031873"/>
                <a:gd name="connsiteX20" fmla="*/ 1706562 w 1905000"/>
                <a:gd name="connsiteY20" fmla="*/ 912811 h 1031873"/>
                <a:gd name="connsiteX21" fmla="*/ 1905000 w 1905000"/>
                <a:gd name="connsiteY21" fmla="*/ 912811 h 1031873"/>
                <a:gd name="connsiteX22" fmla="*/ 1905000 w 1905000"/>
                <a:gd name="connsiteY22" fmla="*/ 833438 h 1031873"/>
                <a:gd name="connsiteX23" fmla="*/ 1706562 w 1905000"/>
                <a:gd name="connsiteY23" fmla="*/ 833438 h 1031873"/>
                <a:gd name="connsiteX24" fmla="*/ 1706562 w 1905000"/>
                <a:gd name="connsiteY24" fmla="*/ 674686 h 1031873"/>
                <a:gd name="connsiteX25" fmla="*/ 1905000 w 1905000"/>
                <a:gd name="connsiteY25" fmla="*/ 674686 h 1031873"/>
                <a:gd name="connsiteX26" fmla="*/ 1905000 w 1905000"/>
                <a:gd name="connsiteY26" fmla="*/ 595313 h 1031873"/>
                <a:gd name="connsiteX27" fmla="*/ 1706562 w 1905000"/>
                <a:gd name="connsiteY27" fmla="*/ 595313 h 1031873"/>
                <a:gd name="connsiteX28" fmla="*/ 1706562 w 1905000"/>
                <a:gd name="connsiteY28" fmla="*/ 436561 h 1031873"/>
                <a:gd name="connsiteX29" fmla="*/ 1905000 w 1905000"/>
                <a:gd name="connsiteY29" fmla="*/ 436561 h 1031873"/>
                <a:gd name="connsiteX30" fmla="*/ 1905000 w 1905000"/>
                <a:gd name="connsiteY30" fmla="*/ 357187 h 1031873"/>
                <a:gd name="connsiteX31" fmla="*/ 1706562 w 1905000"/>
                <a:gd name="connsiteY31" fmla="*/ 357187 h 1031873"/>
                <a:gd name="connsiteX32" fmla="*/ 1706562 w 1905000"/>
                <a:gd name="connsiteY32" fmla="*/ 198436 h 1031873"/>
                <a:gd name="connsiteX33" fmla="*/ 1905000 w 1905000"/>
                <a:gd name="connsiteY33" fmla="*/ 198436 h 1031873"/>
                <a:gd name="connsiteX34" fmla="*/ 1905000 w 1905000"/>
                <a:gd name="connsiteY34" fmla="*/ 119062 h 1031873"/>
                <a:gd name="connsiteX35" fmla="*/ 1706562 w 1905000"/>
                <a:gd name="connsiteY35" fmla="*/ 119062 h 1031873"/>
                <a:gd name="connsiteX36" fmla="*/ 1706562 w 1905000"/>
                <a:gd name="connsiteY36" fmla="*/ 0 h 1031873"/>
                <a:gd name="connsiteX37" fmla="*/ 277812 w 1905000"/>
                <a:gd name="connsiteY37" fmla="*/ 79374 h 1031873"/>
                <a:gd name="connsiteX38" fmla="*/ 1071563 w 1905000"/>
                <a:gd name="connsiteY38" fmla="*/ 79374 h 1031873"/>
                <a:gd name="connsiteX39" fmla="*/ 1071563 w 1905000"/>
                <a:gd name="connsiteY39" fmla="*/ 402788 h 1031873"/>
                <a:gd name="connsiteX40" fmla="*/ 833438 w 1905000"/>
                <a:gd name="connsiteY40" fmla="*/ 628808 h 1031873"/>
                <a:gd name="connsiteX41" fmla="*/ 833438 w 1905000"/>
                <a:gd name="connsiteY41" fmla="*/ 952500 h 1031873"/>
                <a:gd name="connsiteX42" fmla="*/ 714375 w 1905000"/>
                <a:gd name="connsiteY42" fmla="*/ 952500 h 1031873"/>
                <a:gd name="connsiteX43" fmla="*/ 714375 w 1905000"/>
                <a:gd name="connsiteY43" fmla="*/ 595313 h 1031873"/>
                <a:gd name="connsiteX44" fmla="*/ 515937 w 1905000"/>
                <a:gd name="connsiteY44" fmla="*/ 595313 h 1031873"/>
                <a:gd name="connsiteX45" fmla="*/ 515937 w 1905000"/>
                <a:gd name="connsiteY45" fmla="*/ 490934 h 1031873"/>
                <a:gd name="connsiteX46" fmla="*/ 608802 w 1905000"/>
                <a:gd name="connsiteY46" fmla="*/ 342072 h 1031873"/>
                <a:gd name="connsiteX47" fmla="*/ 459942 w 1905000"/>
                <a:gd name="connsiteY47" fmla="*/ 249209 h 1031873"/>
                <a:gd name="connsiteX48" fmla="*/ 367077 w 1905000"/>
                <a:gd name="connsiteY48" fmla="*/ 398069 h 1031873"/>
                <a:gd name="connsiteX49" fmla="*/ 436563 w 1905000"/>
                <a:gd name="connsiteY49" fmla="*/ 482996 h 1031873"/>
                <a:gd name="connsiteX50" fmla="*/ 436563 w 1905000"/>
                <a:gd name="connsiteY50" fmla="*/ 952500 h 1031873"/>
                <a:gd name="connsiteX51" fmla="*/ 277812 w 1905000"/>
                <a:gd name="connsiteY51" fmla="*/ 952500 h 1031873"/>
                <a:gd name="connsiteX52" fmla="*/ 277812 w 1905000"/>
                <a:gd name="connsiteY52" fmla="*/ 79374 h 1031873"/>
                <a:gd name="connsiteX53" fmla="*/ 443190 w 1905000"/>
                <a:gd name="connsiteY53" fmla="*/ 370403 h 1031873"/>
                <a:gd name="connsiteX54" fmla="*/ 487838 w 1905000"/>
                <a:gd name="connsiteY54" fmla="*/ 325755 h 1031873"/>
                <a:gd name="connsiteX55" fmla="*/ 532487 w 1905000"/>
                <a:gd name="connsiteY55" fmla="*/ 370403 h 1031873"/>
                <a:gd name="connsiteX56" fmla="*/ 487838 w 1905000"/>
                <a:gd name="connsiteY56" fmla="*/ 415052 h 1031873"/>
                <a:gd name="connsiteX57" fmla="*/ 443190 w 1905000"/>
                <a:gd name="connsiteY57" fmla="*/ 370403 h 1031873"/>
                <a:gd name="connsiteX58" fmla="*/ 515937 w 1905000"/>
                <a:gd name="connsiteY58" fmla="*/ 674686 h 1031873"/>
                <a:gd name="connsiteX59" fmla="*/ 634999 w 1905000"/>
                <a:gd name="connsiteY59" fmla="*/ 674686 h 1031873"/>
                <a:gd name="connsiteX60" fmla="*/ 634999 w 1905000"/>
                <a:gd name="connsiteY60" fmla="*/ 952500 h 1031873"/>
                <a:gd name="connsiteX61" fmla="*/ 515937 w 1905000"/>
                <a:gd name="connsiteY61" fmla="*/ 952500 h 1031873"/>
                <a:gd name="connsiteX62" fmla="*/ 515937 w 1905000"/>
                <a:gd name="connsiteY62" fmla="*/ 674686 h 1031873"/>
                <a:gd name="connsiteX63" fmla="*/ 1081484 w 1905000"/>
                <a:gd name="connsiteY63" fmla="*/ 727591 h 1031873"/>
                <a:gd name="connsiteX64" fmla="*/ 1122839 w 1905000"/>
                <a:gd name="connsiteY64" fmla="*/ 686315 h 1031873"/>
                <a:gd name="connsiteX65" fmla="*/ 1164113 w 1905000"/>
                <a:gd name="connsiteY65" fmla="*/ 727669 h 1031873"/>
                <a:gd name="connsiteX66" fmla="*/ 1122839 w 1905000"/>
                <a:gd name="connsiteY66" fmla="*/ 768945 h 1031873"/>
                <a:gd name="connsiteX67" fmla="*/ 1081484 w 1905000"/>
                <a:gd name="connsiteY67" fmla="*/ 727669 h 1031873"/>
                <a:gd name="connsiteX68" fmla="*/ 1081484 w 1905000"/>
                <a:gd name="connsiteY68" fmla="*/ 727591 h 1031873"/>
                <a:gd name="connsiteX69" fmla="*/ 1627188 w 1905000"/>
                <a:gd name="connsiteY69" fmla="*/ 952500 h 1031873"/>
                <a:gd name="connsiteX70" fmla="*/ 1389063 w 1905000"/>
                <a:gd name="connsiteY70" fmla="*/ 952500 h 1031873"/>
                <a:gd name="connsiteX71" fmla="*/ 1389063 w 1905000"/>
                <a:gd name="connsiteY71" fmla="*/ 515937 h 1031873"/>
                <a:gd name="connsiteX72" fmla="*/ 1309688 w 1905000"/>
                <a:gd name="connsiteY72" fmla="*/ 515937 h 1031873"/>
                <a:gd name="connsiteX73" fmla="*/ 1309688 w 1905000"/>
                <a:gd name="connsiteY73" fmla="*/ 952500 h 1031873"/>
                <a:gd name="connsiteX74" fmla="*/ 1150938 w 1905000"/>
                <a:gd name="connsiteY74" fmla="*/ 952500 h 1031873"/>
                <a:gd name="connsiteX75" fmla="*/ 1150938 w 1905000"/>
                <a:gd name="connsiteY75" fmla="*/ 844668 h 1031873"/>
                <a:gd name="connsiteX76" fmla="*/ 1240451 w 1905000"/>
                <a:gd name="connsiteY76" fmla="*/ 699146 h 1031873"/>
                <a:gd name="connsiteX77" fmla="*/ 1094929 w 1905000"/>
                <a:gd name="connsiteY77" fmla="*/ 609632 h 1031873"/>
                <a:gd name="connsiteX78" fmla="*/ 1005416 w 1905000"/>
                <a:gd name="connsiteY78" fmla="*/ 755154 h 1031873"/>
                <a:gd name="connsiteX79" fmla="*/ 1071563 w 1905000"/>
                <a:gd name="connsiteY79" fmla="*/ 836492 h 1031873"/>
                <a:gd name="connsiteX80" fmla="*/ 1071563 w 1905000"/>
                <a:gd name="connsiteY80" fmla="*/ 952500 h 1031873"/>
                <a:gd name="connsiteX81" fmla="*/ 912813 w 1905000"/>
                <a:gd name="connsiteY81" fmla="*/ 952500 h 1031873"/>
                <a:gd name="connsiteX82" fmla="*/ 912813 w 1905000"/>
                <a:gd name="connsiteY82" fmla="*/ 662780 h 1031873"/>
                <a:gd name="connsiteX83" fmla="*/ 1150938 w 1905000"/>
                <a:gd name="connsiteY83" fmla="*/ 436561 h 1031873"/>
                <a:gd name="connsiteX84" fmla="*/ 1150938 w 1905000"/>
                <a:gd name="connsiteY84" fmla="*/ 79374 h 1031873"/>
                <a:gd name="connsiteX85" fmla="*/ 1627188 w 1905000"/>
                <a:gd name="connsiteY85" fmla="*/ 79374 h 1031873"/>
                <a:gd name="connsiteX86" fmla="*/ 1627188 w 1905000"/>
                <a:gd name="connsiteY86" fmla="*/ 952500 h 1031873"/>
                <a:gd name="connsiteX87" fmla="*/ 1468437 w 1905000"/>
                <a:gd name="connsiteY87" fmla="*/ 317499 h 1031873"/>
                <a:gd name="connsiteX88" fmla="*/ 1547813 w 1905000"/>
                <a:gd name="connsiteY88" fmla="*/ 317499 h 1031873"/>
                <a:gd name="connsiteX89" fmla="*/ 1547813 w 1905000"/>
                <a:gd name="connsiteY89" fmla="*/ 674686 h 1031873"/>
                <a:gd name="connsiteX90" fmla="*/ 1468437 w 1905000"/>
                <a:gd name="connsiteY90" fmla="*/ 674686 h 1031873"/>
                <a:gd name="connsiteX91" fmla="*/ 1468437 w 1905000"/>
                <a:gd name="connsiteY91" fmla="*/ 317499 h 1031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905000" h="1031873">
                  <a:moveTo>
                    <a:pt x="1706562" y="0"/>
                  </a:moveTo>
                  <a:lnTo>
                    <a:pt x="198438" y="0"/>
                  </a:lnTo>
                  <a:lnTo>
                    <a:pt x="198438" y="119062"/>
                  </a:lnTo>
                  <a:lnTo>
                    <a:pt x="0" y="119062"/>
                  </a:lnTo>
                  <a:lnTo>
                    <a:pt x="0" y="198436"/>
                  </a:lnTo>
                  <a:lnTo>
                    <a:pt x="198438" y="198436"/>
                  </a:lnTo>
                  <a:lnTo>
                    <a:pt x="198438" y="357187"/>
                  </a:lnTo>
                  <a:lnTo>
                    <a:pt x="0" y="357187"/>
                  </a:lnTo>
                  <a:lnTo>
                    <a:pt x="0" y="436561"/>
                  </a:lnTo>
                  <a:lnTo>
                    <a:pt x="198438" y="436561"/>
                  </a:lnTo>
                  <a:lnTo>
                    <a:pt x="198438" y="595313"/>
                  </a:lnTo>
                  <a:lnTo>
                    <a:pt x="0" y="595313"/>
                  </a:lnTo>
                  <a:lnTo>
                    <a:pt x="0" y="674686"/>
                  </a:lnTo>
                  <a:lnTo>
                    <a:pt x="198438" y="674686"/>
                  </a:lnTo>
                  <a:lnTo>
                    <a:pt x="198438" y="833438"/>
                  </a:lnTo>
                  <a:lnTo>
                    <a:pt x="0" y="833438"/>
                  </a:lnTo>
                  <a:lnTo>
                    <a:pt x="0" y="912811"/>
                  </a:lnTo>
                  <a:lnTo>
                    <a:pt x="198438" y="912811"/>
                  </a:lnTo>
                  <a:lnTo>
                    <a:pt x="198438" y="1031874"/>
                  </a:lnTo>
                  <a:lnTo>
                    <a:pt x="1706562" y="1031874"/>
                  </a:lnTo>
                  <a:lnTo>
                    <a:pt x="1706562" y="912811"/>
                  </a:lnTo>
                  <a:lnTo>
                    <a:pt x="1905000" y="912811"/>
                  </a:lnTo>
                  <a:lnTo>
                    <a:pt x="1905000" y="833438"/>
                  </a:lnTo>
                  <a:lnTo>
                    <a:pt x="1706562" y="833438"/>
                  </a:lnTo>
                  <a:lnTo>
                    <a:pt x="1706562" y="674686"/>
                  </a:lnTo>
                  <a:lnTo>
                    <a:pt x="1905000" y="674686"/>
                  </a:lnTo>
                  <a:lnTo>
                    <a:pt x="1905000" y="595313"/>
                  </a:lnTo>
                  <a:lnTo>
                    <a:pt x="1706562" y="595313"/>
                  </a:lnTo>
                  <a:lnTo>
                    <a:pt x="1706562" y="436561"/>
                  </a:lnTo>
                  <a:lnTo>
                    <a:pt x="1905000" y="436561"/>
                  </a:lnTo>
                  <a:lnTo>
                    <a:pt x="1905000" y="357187"/>
                  </a:lnTo>
                  <a:lnTo>
                    <a:pt x="1706562" y="357187"/>
                  </a:lnTo>
                  <a:lnTo>
                    <a:pt x="1706562" y="198436"/>
                  </a:lnTo>
                  <a:lnTo>
                    <a:pt x="1905000" y="198436"/>
                  </a:lnTo>
                  <a:lnTo>
                    <a:pt x="1905000" y="119062"/>
                  </a:lnTo>
                  <a:lnTo>
                    <a:pt x="1706562" y="119062"/>
                  </a:lnTo>
                  <a:lnTo>
                    <a:pt x="1706562" y="0"/>
                  </a:lnTo>
                  <a:close/>
                  <a:moveTo>
                    <a:pt x="277812" y="79374"/>
                  </a:moveTo>
                  <a:lnTo>
                    <a:pt x="1071563" y="79374"/>
                  </a:lnTo>
                  <a:lnTo>
                    <a:pt x="1071563" y="402788"/>
                  </a:lnTo>
                  <a:lnTo>
                    <a:pt x="833438" y="628808"/>
                  </a:lnTo>
                  <a:lnTo>
                    <a:pt x="833438" y="952500"/>
                  </a:lnTo>
                  <a:lnTo>
                    <a:pt x="714375" y="952500"/>
                  </a:lnTo>
                  <a:lnTo>
                    <a:pt x="714375" y="595313"/>
                  </a:lnTo>
                  <a:lnTo>
                    <a:pt x="515937" y="595313"/>
                  </a:lnTo>
                  <a:lnTo>
                    <a:pt x="515937" y="490934"/>
                  </a:lnTo>
                  <a:cubicBezTo>
                    <a:pt x="582688" y="475470"/>
                    <a:pt x="624265" y="408823"/>
                    <a:pt x="608802" y="342072"/>
                  </a:cubicBezTo>
                  <a:cubicBezTo>
                    <a:pt x="593339" y="275323"/>
                    <a:pt x="526692" y="233746"/>
                    <a:pt x="459942" y="249209"/>
                  </a:cubicBezTo>
                  <a:cubicBezTo>
                    <a:pt x="393191" y="264672"/>
                    <a:pt x="351614" y="331319"/>
                    <a:pt x="367077" y="398069"/>
                  </a:cubicBezTo>
                  <a:cubicBezTo>
                    <a:pt x="375780" y="435639"/>
                    <a:pt x="401460" y="467026"/>
                    <a:pt x="436563" y="482996"/>
                  </a:cubicBezTo>
                  <a:lnTo>
                    <a:pt x="436563" y="952500"/>
                  </a:lnTo>
                  <a:lnTo>
                    <a:pt x="277812" y="952500"/>
                  </a:lnTo>
                  <a:lnTo>
                    <a:pt x="277812" y="79374"/>
                  </a:lnTo>
                  <a:close/>
                  <a:moveTo>
                    <a:pt x="443190" y="370403"/>
                  </a:moveTo>
                  <a:cubicBezTo>
                    <a:pt x="443190" y="345744"/>
                    <a:pt x="463181" y="325755"/>
                    <a:pt x="487838" y="325755"/>
                  </a:cubicBezTo>
                  <a:cubicBezTo>
                    <a:pt x="512497" y="325755"/>
                    <a:pt x="532487" y="345744"/>
                    <a:pt x="532487" y="370403"/>
                  </a:cubicBezTo>
                  <a:cubicBezTo>
                    <a:pt x="532487" y="395061"/>
                    <a:pt x="512497" y="415052"/>
                    <a:pt x="487838" y="415052"/>
                  </a:cubicBezTo>
                  <a:cubicBezTo>
                    <a:pt x="463181" y="415052"/>
                    <a:pt x="443190" y="395061"/>
                    <a:pt x="443190" y="370403"/>
                  </a:cubicBezTo>
                  <a:close/>
                  <a:moveTo>
                    <a:pt x="515937" y="674686"/>
                  </a:moveTo>
                  <a:lnTo>
                    <a:pt x="634999" y="674686"/>
                  </a:lnTo>
                  <a:lnTo>
                    <a:pt x="634999" y="952500"/>
                  </a:lnTo>
                  <a:lnTo>
                    <a:pt x="515937" y="952500"/>
                  </a:lnTo>
                  <a:lnTo>
                    <a:pt x="515937" y="674686"/>
                  </a:lnTo>
                  <a:close/>
                  <a:moveTo>
                    <a:pt x="1081484" y="727591"/>
                  </a:moveTo>
                  <a:cubicBezTo>
                    <a:pt x="1081506" y="704774"/>
                    <a:pt x="1100020" y="686293"/>
                    <a:pt x="1122839" y="686315"/>
                  </a:cubicBezTo>
                  <a:cubicBezTo>
                    <a:pt x="1145657" y="686338"/>
                    <a:pt x="1164135" y="704852"/>
                    <a:pt x="1164113" y="727669"/>
                  </a:cubicBezTo>
                  <a:cubicBezTo>
                    <a:pt x="1164091" y="750457"/>
                    <a:pt x="1145625" y="768922"/>
                    <a:pt x="1122839" y="768945"/>
                  </a:cubicBezTo>
                  <a:cubicBezTo>
                    <a:pt x="1100020" y="768967"/>
                    <a:pt x="1081506" y="750486"/>
                    <a:pt x="1081484" y="727669"/>
                  </a:cubicBezTo>
                  <a:cubicBezTo>
                    <a:pt x="1081484" y="727643"/>
                    <a:pt x="1081484" y="727617"/>
                    <a:pt x="1081484" y="727591"/>
                  </a:cubicBezTo>
                  <a:close/>
                  <a:moveTo>
                    <a:pt x="1627188" y="952500"/>
                  </a:moveTo>
                  <a:lnTo>
                    <a:pt x="1389063" y="952500"/>
                  </a:lnTo>
                  <a:lnTo>
                    <a:pt x="1389063" y="515937"/>
                  </a:lnTo>
                  <a:lnTo>
                    <a:pt x="1309688" y="515937"/>
                  </a:lnTo>
                  <a:lnTo>
                    <a:pt x="1309688" y="952500"/>
                  </a:lnTo>
                  <a:lnTo>
                    <a:pt x="1150938" y="952500"/>
                  </a:lnTo>
                  <a:lnTo>
                    <a:pt x="1150938" y="844668"/>
                  </a:lnTo>
                  <a:cubicBezTo>
                    <a:pt x="1215840" y="829202"/>
                    <a:pt x="1255918" y="764050"/>
                    <a:pt x="1240451" y="699146"/>
                  </a:cubicBezTo>
                  <a:cubicBezTo>
                    <a:pt x="1224986" y="634242"/>
                    <a:pt x="1159833" y="594167"/>
                    <a:pt x="1094929" y="609632"/>
                  </a:cubicBezTo>
                  <a:cubicBezTo>
                    <a:pt x="1030026" y="625099"/>
                    <a:pt x="989949" y="690252"/>
                    <a:pt x="1005416" y="755154"/>
                  </a:cubicBezTo>
                  <a:cubicBezTo>
                    <a:pt x="1013938" y="790921"/>
                    <a:pt x="1038285" y="820858"/>
                    <a:pt x="1071563" y="836492"/>
                  </a:cubicBezTo>
                  <a:lnTo>
                    <a:pt x="1071563" y="952500"/>
                  </a:lnTo>
                  <a:lnTo>
                    <a:pt x="912813" y="952500"/>
                  </a:lnTo>
                  <a:lnTo>
                    <a:pt x="912813" y="662780"/>
                  </a:lnTo>
                  <a:lnTo>
                    <a:pt x="1150938" y="436561"/>
                  </a:lnTo>
                  <a:lnTo>
                    <a:pt x="1150938" y="79374"/>
                  </a:lnTo>
                  <a:lnTo>
                    <a:pt x="1627188" y="79374"/>
                  </a:lnTo>
                  <a:lnTo>
                    <a:pt x="1627188" y="952500"/>
                  </a:lnTo>
                  <a:close/>
                  <a:moveTo>
                    <a:pt x="1468437" y="317499"/>
                  </a:moveTo>
                  <a:lnTo>
                    <a:pt x="1547813" y="317499"/>
                  </a:lnTo>
                  <a:lnTo>
                    <a:pt x="1547813" y="674686"/>
                  </a:lnTo>
                  <a:lnTo>
                    <a:pt x="1468437" y="674686"/>
                  </a:lnTo>
                  <a:lnTo>
                    <a:pt x="1468437" y="317499"/>
                  </a:ln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10942437" y="2846755"/>
              <a:ext cx="253748" cy="253746"/>
            </a:xfrm>
            <a:custGeom>
              <a:avLst/>
              <a:gdLst>
                <a:gd name="connsiteX0" fmla="*/ 1270001 w 1428750"/>
                <a:gd name="connsiteY0" fmla="*/ 1190625 h 1428750"/>
                <a:gd name="connsiteX1" fmla="*/ 1190625 w 1428750"/>
                <a:gd name="connsiteY1" fmla="*/ 1270001 h 1428750"/>
                <a:gd name="connsiteX2" fmla="*/ 1270001 w 1428750"/>
                <a:gd name="connsiteY2" fmla="*/ 1349374 h 1428750"/>
                <a:gd name="connsiteX3" fmla="*/ 1349374 w 1428750"/>
                <a:gd name="connsiteY3" fmla="*/ 1270001 h 1428750"/>
                <a:gd name="connsiteX4" fmla="*/ 1270001 w 1428750"/>
                <a:gd name="connsiteY4" fmla="*/ 1190625 h 1428750"/>
                <a:gd name="connsiteX5" fmla="*/ 158749 w 1428750"/>
                <a:gd name="connsiteY5" fmla="*/ 1190625 h 1428750"/>
                <a:gd name="connsiteX6" fmla="*/ 79376 w 1428750"/>
                <a:gd name="connsiteY6" fmla="*/ 1270001 h 1428750"/>
                <a:gd name="connsiteX7" fmla="*/ 158749 w 1428750"/>
                <a:gd name="connsiteY7" fmla="*/ 1349374 h 1428750"/>
                <a:gd name="connsiteX8" fmla="*/ 238125 w 1428750"/>
                <a:gd name="connsiteY8" fmla="*/ 1270001 h 1428750"/>
                <a:gd name="connsiteX9" fmla="*/ 158749 w 1428750"/>
                <a:gd name="connsiteY9" fmla="*/ 1190625 h 1428750"/>
                <a:gd name="connsiteX10" fmla="*/ 388539 w 1428750"/>
                <a:gd name="connsiteY10" fmla="*/ 984171 h 1428750"/>
                <a:gd name="connsiteX11" fmla="*/ 444659 w 1428750"/>
                <a:gd name="connsiteY11" fmla="*/ 1040329 h 1428750"/>
                <a:gd name="connsiteX12" fmla="*/ 293663 w 1428750"/>
                <a:gd name="connsiteY12" fmla="*/ 1191354 h 1428750"/>
                <a:gd name="connsiteX13" fmla="*/ 305026 w 1428750"/>
                <a:gd name="connsiteY13" fmla="*/ 1208207 h 1428750"/>
                <a:gd name="connsiteX14" fmla="*/ 317501 w 1428750"/>
                <a:gd name="connsiteY14" fmla="*/ 1270001 h 1428750"/>
                <a:gd name="connsiteX15" fmla="*/ 158749 w 1428750"/>
                <a:gd name="connsiteY15" fmla="*/ 1428750 h 1428750"/>
                <a:gd name="connsiteX16" fmla="*/ 0 w 1428750"/>
                <a:gd name="connsiteY16" fmla="*/ 1270001 h 1428750"/>
                <a:gd name="connsiteX17" fmla="*/ 158749 w 1428750"/>
                <a:gd name="connsiteY17" fmla="*/ 1111249 h 1428750"/>
                <a:gd name="connsiteX18" fmla="*/ 220543 w 1428750"/>
                <a:gd name="connsiteY18" fmla="*/ 1123724 h 1428750"/>
                <a:gd name="connsiteX19" fmla="*/ 237533 w 1428750"/>
                <a:gd name="connsiteY19" fmla="*/ 1135179 h 1428750"/>
                <a:gd name="connsiteX20" fmla="*/ 1040090 w 1428750"/>
                <a:gd name="connsiteY20" fmla="*/ 983853 h 1428750"/>
                <a:gd name="connsiteX21" fmla="*/ 1191353 w 1428750"/>
                <a:gd name="connsiteY21" fmla="*/ 1135088 h 1428750"/>
                <a:gd name="connsiteX22" fmla="*/ 1208208 w 1428750"/>
                <a:gd name="connsiteY22" fmla="*/ 1123724 h 1428750"/>
                <a:gd name="connsiteX23" fmla="*/ 1270001 w 1428750"/>
                <a:gd name="connsiteY23" fmla="*/ 1111249 h 1428750"/>
                <a:gd name="connsiteX24" fmla="*/ 1428750 w 1428750"/>
                <a:gd name="connsiteY24" fmla="*/ 1270001 h 1428750"/>
                <a:gd name="connsiteX25" fmla="*/ 1270001 w 1428750"/>
                <a:gd name="connsiteY25" fmla="*/ 1428750 h 1428750"/>
                <a:gd name="connsiteX26" fmla="*/ 1111249 w 1428750"/>
                <a:gd name="connsiteY26" fmla="*/ 1270001 h 1428750"/>
                <a:gd name="connsiteX27" fmla="*/ 1123725 w 1428750"/>
                <a:gd name="connsiteY27" fmla="*/ 1208207 h 1428750"/>
                <a:gd name="connsiteX28" fmla="*/ 1135195 w 1428750"/>
                <a:gd name="connsiteY28" fmla="*/ 1191194 h 1428750"/>
                <a:gd name="connsiteX29" fmla="*/ 983971 w 1428750"/>
                <a:gd name="connsiteY29" fmla="*/ 1039972 h 1428750"/>
                <a:gd name="connsiteX30" fmla="*/ 873124 w 1428750"/>
                <a:gd name="connsiteY30" fmla="*/ 173435 h 1428750"/>
                <a:gd name="connsiteX31" fmla="*/ 873124 w 1428750"/>
                <a:gd name="connsiteY31" fmla="*/ 634999 h 1428750"/>
                <a:gd name="connsiteX32" fmla="*/ 793751 w 1428750"/>
                <a:gd name="connsiteY32" fmla="*/ 634999 h 1428750"/>
                <a:gd name="connsiteX33" fmla="*/ 793751 w 1428750"/>
                <a:gd name="connsiteY33" fmla="*/ 382191 h 1428750"/>
                <a:gd name="connsiteX34" fmla="*/ 583010 w 1428750"/>
                <a:gd name="connsiteY34" fmla="*/ 619125 h 1428750"/>
                <a:gd name="connsiteX35" fmla="*/ 979884 w 1428750"/>
                <a:gd name="connsiteY35" fmla="*/ 777874 h 1428750"/>
                <a:gd name="connsiteX36" fmla="*/ 555626 w 1428750"/>
                <a:gd name="connsiteY36" fmla="*/ 1255315 h 1428750"/>
                <a:gd name="connsiteX37" fmla="*/ 555626 w 1428750"/>
                <a:gd name="connsiteY37" fmla="*/ 793751 h 1428750"/>
                <a:gd name="connsiteX38" fmla="*/ 634999 w 1428750"/>
                <a:gd name="connsiteY38" fmla="*/ 793751 h 1428750"/>
                <a:gd name="connsiteX39" fmla="*/ 634999 w 1428750"/>
                <a:gd name="connsiteY39" fmla="*/ 1046559 h 1428750"/>
                <a:gd name="connsiteX40" fmla="*/ 845740 w 1428750"/>
                <a:gd name="connsiteY40" fmla="*/ 809625 h 1428750"/>
                <a:gd name="connsiteX41" fmla="*/ 448866 w 1428750"/>
                <a:gd name="connsiteY41" fmla="*/ 650876 h 1428750"/>
                <a:gd name="connsiteX42" fmla="*/ 1270001 w 1428750"/>
                <a:gd name="connsiteY42" fmla="*/ 79376 h 1428750"/>
                <a:gd name="connsiteX43" fmla="*/ 1190625 w 1428750"/>
                <a:gd name="connsiteY43" fmla="*/ 158749 h 1428750"/>
                <a:gd name="connsiteX44" fmla="*/ 1270001 w 1428750"/>
                <a:gd name="connsiteY44" fmla="*/ 238125 h 1428750"/>
                <a:gd name="connsiteX45" fmla="*/ 1349374 w 1428750"/>
                <a:gd name="connsiteY45" fmla="*/ 158749 h 1428750"/>
                <a:gd name="connsiteX46" fmla="*/ 1270001 w 1428750"/>
                <a:gd name="connsiteY46" fmla="*/ 79376 h 1428750"/>
                <a:gd name="connsiteX47" fmla="*/ 158749 w 1428750"/>
                <a:gd name="connsiteY47" fmla="*/ 79376 h 1428750"/>
                <a:gd name="connsiteX48" fmla="*/ 79376 w 1428750"/>
                <a:gd name="connsiteY48" fmla="*/ 158749 h 1428750"/>
                <a:gd name="connsiteX49" fmla="*/ 158749 w 1428750"/>
                <a:gd name="connsiteY49" fmla="*/ 238125 h 1428750"/>
                <a:gd name="connsiteX50" fmla="*/ 238125 w 1428750"/>
                <a:gd name="connsiteY50" fmla="*/ 158749 h 1428750"/>
                <a:gd name="connsiteX51" fmla="*/ 158749 w 1428750"/>
                <a:gd name="connsiteY51" fmla="*/ 79376 h 1428750"/>
                <a:gd name="connsiteX52" fmla="*/ 1270001 w 1428750"/>
                <a:gd name="connsiteY52" fmla="*/ 0 h 1428750"/>
                <a:gd name="connsiteX53" fmla="*/ 1428750 w 1428750"/>
                <a:gd name="connsiteY53" fmla="*/ 158749 h 1428750"/>
                <a:gd name="connsiteX54" fmla="*/ 1270001 w 1428750"/>
                <a:gd name="connsiteY54" fmla="*/ 317501 h 1428750"/>
                <a:gd name="connsiteX55" fmla="*/ 1208208 w 1428750"/>
                <a:gd name="connsiteY55" fmla="*/ 305026 h 1428750"/>
                <a:gd name="connsiteX56" fmla="*/ 1191247 w 1428750"/>
                <a:gd name="connsiteY56" fmla="*/ 293591 h 1428750"/>
                <a:gd name="connsiteX57" fmla="*/ 1040010 w 1428750"/>
                <a:gd name="connsiteY57" fmla="*/ 444857 h 1428750"/>
                <a:gd name="connsiteX58" fmla="*/ 983852 w 1428750"/>
                <a:gd name="connsiteY58" fmla="*/ 388700 h 1428750"/>
                <a:gd name="connsiteX59" fmla="*/ 1135115 w 1428750"/>
                <a:gd name="connsiteY59" fmla="*/ 237437 h 1428750"/>
                <a:gd name="connsiteX60" fmla="*/ 1123725 w 1428750"/>
                <a:gd name="connsiteY60" fmla="*/ 220543 h 1428750"/>
                <a:gd name="connsiteX61" fmla="*/ 1111249 w 1428750"/>
                <a:gd name="connsiteY61" fmla="*/ 158749 h 1428750"/>
                <a:gd name="connsiteX62" fmla="*/ 1270001 w 1428750"/>
                <a:gd name="connsiteY62" fmla="*/ 0 h 1428750"/>
                <a:gd name="connsiteX63" fmla="*/ 158749 w 1428750"/>
                <a:gd name="connsiteY63" fmla="*/ 0 h 1428750"/>
                <a:gd name="connsiteX64" fmla="*/ 317501 w 1428750"/>
                <a:gd name="connsiteY64" fmla="*/ 158749 h 1428750"/>
                <a:gd name="connsiteX65" fmla="*/ 305026 w 1428750"/>
                <a:gd name="connsiteY65" fmla="*/ 220543 h 1428750"/>
                <a:gd name="connsiteX66" fmla="*/ 293591 w 1428750"/>
                <a:gd name="connsiteY66" fmla="*/ 237504 h 1428750"/>
                <a:gd name="connsiteX67" fmla="*/ 444618 w 1428750"/>
                <a:gd name="connsiteY67" fmla="*/ 388501 h 1428750"/>
                <a:gd name="connsiteX68" fmla="*/ 388461 w 1428750"/>
                <a:gd name="connsiteY68" fmla="*/ 444619 h 1428750"/>
                <a:gd name="connsiteX69" fmla="*/ 237461 w 1428750"/>
                <a:gd name="connsiteY69" fmla="*/ 293619 h 1428750"/>
                <a:gd name="connsiteX70" fmla="*/ 220543 w 1428750"/>
                <a:gd name="connsiteY70" fmla="*/ 305026 h 1428750"/>
                <a:gd name="connsiteX71" fmla="*/ 158749 w 1428750"/>
                <a:gd name="connsiteY71" fmla="*/ 317501 h 1428750"/>
                <a:gd name="connsiteX72" fmla="*/ 0 w 1428750"/>
                <a:gd name="connsiteY72" fmla="*/ 158749 h 1428750"/>
                <a:gd name="connsiteX73" fmla="*/ 158749 w 1428750"/>
                <a:gd name="connsiteY73" fmla="*/ 0 h 142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428750" h="1428750">
                  <a:moveTo>
                    <a:pt x="1270001" y="1190625"/>
                  </a:moveTo>
                  <a:cubicBezTo>
                    <a:pt x="1226163" y="1190625"/>
                    <a:pt x="1190625" y="1226163"/>
                    <a:pt x="1190625" y="1270001"/>
                  </a:cubicBezTo>
                  <a:cubicBezTo>
                    <a:pt x="1190625" y="1313838"/>
                    <a:pt x="1226163" y="1349374"/>
                    <a:pt x="1270001" y="1349374"/>
                  </a:cubicBezTo>
                  <a:cubicBezTo>
                    <a:pt x="1313838" y="1349374"/>
                    <a:pt x="1349374" y="1313838"/>
                    <a:pt x="1349374" y="1270001"/>
                  </a:cubicBezTo>
                  <a:cubicBezTo>
                    <a:pt x="1349374" y="1226163"/>
                    <a:pt x="1313838" y="1190625"/>
                    <a:pt x="1270001" y="1190625"/>
                  </a:cubicBezTo>
                  <a:close/>
                  <a:moveTo>
                    <a:pt x="158749" y="1190625"/>
                  </a:moveTo>
                  <a:cubicBezTo>
                    <a:pt x="114912" y="1190625"/>
                    <a:pt x="79376" y="1226163"/>
                    <a:pt x="79376" y="1270001"/>
                  </a:cubicBezTo>
                  <a:cubicBezTo>
                    <a:pt x="79376" y="1313838"/>
                    <a:pt x="114912" y="1349374"/>
                    <a:pt x="158749" y="1349374"/>
                  </a:cubicBezTo>
                  <a:cubicBezTo>
                    <a:pt x="202587" y="1349374"/>
                    <a:pt x="238125" y="1313838"/>
                    <a:pt x="238125" y="1270001"/>
                  </a:cubicBezTo>
                  <a:cubicBezTo>
                    <a:pt x="238125" y="1226163"/>
                    <a:pt x="202587" y="1190625"/>
                    <a:pt x="158749" y="1190625"/>
                  </a:cubicBezTo>
                  <a:close/>
                  <a:moveTo>
                    <a:pt x="388539" y="984171"/>
                  </a:moveTo>
                  <a:lnTo>
                    <a:pt x="444659" y="1040329"/>
                  </a:lnTo>
                  <a:lnTo>
                    <a:pt x="293663" y="1191354"/>
                  </a:lnTo>
                  <a:lnTo>
                    <a:pt x="305026" y="1208207"/>
                  </a:lnTo>
                  <a:cubicBezTo>
                    <a:pt x="313059" y="1227200"/>
                    <a:pt x="317501" y="1248082"/>
                    <a:pt x="317501" y="1270001"/>
                  </a:cubicBezTo>
                  <a:cubicBezTo>
                    <a:pt x="317501" y="1357675"/>
                    <a:pt x="246426" y="1428750"/>
                    <a:pt x="158749" y="1428750"/>
                  </a:cubicBezTo>
                  <a:cubicBezTo>
                    <a:pt x="71075" y="1428750"/>
                    <a:pt x="0" y="1357675"/>
                    <a:pt x="0" y="1270001"/>
                  </a:cubicBezTo>
                  <a:cubicBezTo>
                    <a:pt x="0" y="1182324"/>
                    <a:pt x="71075" y="1111249"/>
                    <a:pt x="158749" y="1111249"/>
                  </a:cubicBezTo>
                  <a:cubicBezTo>
                    <a:pt x="180669" y="1111249"/>
                    <a:pt x="201550" y="1115691"/>
                    <a:pt x="220543" y="1123724"/>
                  </a:cubicBezTo>
                  <a:lnTo>
                    <a:pt x="237533" y="1135179"/>
                  </a:lnTo>
                  <a:close/>
                  <a:moveTo>
                    <a:pt x="1040090" y="983853"/>
                  </a:moveTo>
                  <a:lnTo>
                    <a:pt x="1191353" y="1135088"/>
                  </a:lnTo>
                  <a:lnTo>
                    <a:pt x="1208208" y="1123724"/>
                  </a:lnTo>
                  <a:cubicBezTo>
                    <a:pt x="1227200" y="1115691"/>
                    <a:pt x="1248082" y="1111249"/>
                    <a:pt x="1270001" y="1111249"/>
                  </a:cubicBezTo>
                  <a:cubicBezTo>
                    <a:pt x="1357675" y="1111249"/>
                    <a:pt x="1428750" y="1182324"/>
                    <a:pt x="1428750" y="1270001"/>
                  </a:cubicBezTo>
                  <a:cubicBezTo>
                    <a:pt x="1428750" y="1357675"/>
                    <a:pt x="1357675" y="1428750"/>
                    <a:pt x="1270001" y="1428750"/>
                  </a:cubicBezTo>
                  <a:cubicBezTo>
                    <a:pt x="1182324" y="1428750"/>
                    <a:pt x="1111249" y="1357675"/>
                    <a:pt x="1111249" y="1270001"/>
                  </a:cubicBezTo>
                  <a:cubicBezTo>
                    <a:pt x="1111249" y="1248082"/>
                    <a:pt x="1115691" y="1227200"/>
                    <a:pt x="1123725" y="1208207"/>
                  </a:cubicBezTo>
                  <a:lnTo>
                    <a:pt x="1135195" y="1191194"/>
                  </a:lnTo>
                  <a:lnTo>
                    <a:pt x="983971" y="1039972"/>
                  </a:lnTo>
                  <a:close/>
                  <a:moveTo>
                    <a:pt x="873124" y="173435"/>
                  </a:moveTo>
                  <a:lnTo>
                    <a:pt x="873124" y="634999"/>
                  </a:lnTo>
                  <a:lnTo>
                    <a:pt x="793751" y="634999"/>
                  </a:lnTo>
                  <a:lnTo>
                    <a:pt x="793751" y="382191"/>
                  </a:lnTo>
                  <a:lnTo>
                    <a:pt x="583010" y="619125"/>
                  </a:lnTo>
                  <a:lnTo>
                    <a:pt x="979884" y="777874"/>
                  </a:lnTo>
                  <a:lnTo>
                    <a:pt x="555626" y="1255315"/>
                  </a:lnTo>
                  <a:lnTo>
                    <a:pt x="555626" y="793751"/>
                  </a:lnTo>
                  <a:lnTo>
                    <a:pt x="634999" y="793751"/>
                  </a:lnTo>
                  <a:lnTo>
                    <a:pt x="634999" y="1046559"/>
                  </a:lnTo>
                  <a:lnTo>
                    <a:pt x="845740" y="809625"/>
                  </a:lnTo>
                  <a:lnTo>
                    <a:pt x="448866" y="650876"/>
                  </a:lnTo>
                  <a:close/>
                  <a:moveTo>
                    <a:pt x="1270001" y="79376"/>
                  </a:moveTo>
                  <a:cubicBezTo>
                    <a:pt x="1226163" y="79376"/>
                    <a:pt x="1190625" y="114912"/>
                    <a:pt x="1190625" y="158749"/>
                  </a:cubicBezTo>
                  <a:cubicBezTo>
                    <a:pt x="1190625" y="202587"/>
                    <a:pt x="1226163" y="238125"/>
                    <a:pt x="1270001" y="238125"/>
                  </a:cubicBezTo>
                  <a:cubicBezTo>
                    <a:pt x="1313838" y="238125"/>
                    <a:pt x="1349374" y="202587"/>
                    <a:pt x="1349374" y="158749"/>
                  </a:cubicBezTo>
                  <a:cubicBezTo>
                    <a:pt x="1349374" y="114912"/>
                    <a:pt x="1313838" y="79376"/>
                    <a:pt x="1270001" y="79376"/>
                  </a:cubicBezTo>
                  <a:close/>
                  <a:moveTo>
                    <a:pt x="158749" y="79376"/>
                  </a:moveTo>
                  <a:cubicBezTo>
                    <a:pt x="114912" y="79376"/>
                    <a:pt x="79376" y="114912"/>
                    <a:pt x="79376" y="158749"/>
                  </a:cubicBezTo>
                  <a:cubicBezTo>
                    <a:pt x="79376" y="202587"/>
                    <a:pt x="114912" y="238125"/>
                    <a:pt x="158749" y="238125"/>
                  </a:cubicBezTo>
                  <a:cubicBezTo>
                    <a:pt x="202587" y="238125"/>
                    <a:pt x="238125" y="202587"/>
                    <a:pt x="238125" y="158749"/>
                  </a:cubicBezTo>
                  <a:cubicBezTo>
                    <a:pt x="238125" y="114912"/>
                    <a:pt x="202587" y="79376"/>
                    <a:pt x="158749" y="79376"/>
                  </a:cubicBezTo>
                  <a:close/>
                  <a:moveTo>
                    <a:pt x="1270001" y="0"/>
                  </a:moveTo>
                  <a:cubicBezTo>
                    <a:pt x="1357675" y="0"/>
                    <a:pt x="1428750" y="71075"/>
                    <a:pt x="1428750" y="158749"/>
                  </a:cubicBezTo>
                  <a:cubicBezTo>
                    <a:pt x="1428750" y="246426"/>
                    <a:pt x="1357675" y="317501"/>
                    <a:pt x="1270001" y="317501"/>
                  </a:cubicBezTo>
                  <a:cubicBezTo>
                    <a:pt x="1248082" y="317501"/>
                    <a:pt x="1227200" y="313059"/>
                    <a:pt x="1208208" y="305026"/>
                  </a:cubicBezTo>
                  <a:lnTo>
                    <a:pt x="1191247" y="293591"/>
                  </a:lnTo>
                  <a:lnTo>
                    <a:pt x="1040010" y="444857"/>
                  </a:lnTo>
                  <a:lnTo>
                    <a:pt x="983852" y="388700"/>
                  </a:lnTo>
                  <a:lnTo>
                    <a:pt x="1135115" y="237437"/>
                  </a:lnTo>
                  <a:lnTo>
                    <a:pt x="1123725" y="220543"/>
                  </a:lnTo>
                  <a:cubicBezTo>
                    <a:pt x="1115691" y="201550"/>
                    <a:pt x="1111249" y="180668"/>
                    <a:pt x="1111249" y="158749"/>
                  </a:cubicBezTo>
                  <a:cubicBezTo>
                    <a:pt x="1111249" y="71075"/>
                    <a:pt x="1182324" y="0"/>
                    <a:pt x="1270001" y="0"/>
                  </a:cubicBezTo>
                  <a:close/>
                  <a:moveTo>
                    <a:pt x="158749" y="0"/>
                  </a:moveTo>
                  <a:cubicBezTo>
                    <a:pt x="246426" y="0"/>
                    <a:pt x="317501" y="71075"/>
                    <a:pt x="317501" y="158749"/>
                  </a:cubicBezTo>
                  <a:cubicBezTo>
                    <a:pt x="317501" y="180668"/>
                    <a:pt x="313059" y="201550"/>
                    <a:pt x="305026" y="220543"/>
                  </a:cubicBezTo>
                  <a:lnTo>
                    <a:pt x="293591" y="237504"/>
                  </a:lnTo>
                  <a:lnTo>
                    <a:pt x="444618" y="388501"/>
                  </a:lnTo>
                  <a:lnTo>
                    <a:pt x="388461" y="444619"/>
                  </a:lnTo>
                  <a:lnTo>
                    <a:pt x="237461" y="293619"/>
                  </a:lnTo>
                  <a:lnTo>
                    <a:pt x="220543" y="305026"/>
                  </a:lnTo>
                  <a:cubicBezTo>
                    <a:pt x="201550" y="313059"/>
                    <a:pt x="180669" y="317501"/>
                    <a:pt x="158749" y="317501"/>
                  </a:cubicBezTo>
                  <a:cubicBezTo>
                    <a:pt x="71075" y="317501"/>
                    <a:pt x="0" y="246426"/>
                    <a:pt x="0" y="158749"/>
                  </a:cubicBezTo>
                  <a:cubicBezTo>
                    <a:pt x="0" y="71075"/>
                    <a:pt x="71075" y="0"/>
                    <a:pt x="158749" y="0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399" y="1266657"/>
            <a:ext cx="10858501" cy="4970631"/>
            <a:chOff x="660399" y="1266657"/>
            <a:chExt cx="10858501" cy="4970631"/>
          </a:xfrm>
        </p:grpSpPr>
        <p:grpSp>
          <p:nvGrpSpPr>
            <p:cNvPr id="15" name="组合 14"/>
            <p:cNvGrpSpPr/>
            <p:nvPr/>
          </p:nvGrpSpPr>
          <p:grpSpPr>
            <a:xfrm>
              <a:off x="660399" y="2005756"/>
              <a:ext cx="10858500" cy="4231532"/>
              <a:chOff x="660399" y="2005756"/>
              <a:chExt cx="10858500" cy="4231532"/>
            </a:xfrm>
          </p:grpSpPr>
          <p:sp>
            <p:nvSpPr>
              <p:cNvPr id="37" name="Rectangle"/>
              <p:cNvSpPr/>
              <p:nvPr/>
            </p:nvSpPr>
            <p:spPr>
              <a:xfrm>
                <a:off x="7899881" y="4121522"/>
                <a:ext cx="3619018" cy="211576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</a:p>
            </p:txBody>
          </p:sp>
          <p:sp>
            <p:nvSpPr>
              <p:cNvPr id="36" name="Rectangle"/>
              <p:cNvSpPr/>
              <p:nvPr/>
            </p:nvSpPr>
            <p:spPr>
              <a:xfrm>
                <a:off x="660399" y="4121522"/>
                <a:ext cx="3619018" cy="211576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</a:p>
            </p:txBody>
          </p:sp>
          <p:sp>
            <p:nvSpPr>
              <p:cNvPr id="34" name="Rectangle"/>
              <p:cNvSpPr/>
              <p:nvPr/>
            </p:nvSpPr>
            <p:spPr>
              <a:xfrm>
                <a:off x="4280863" y="2005756"/>
                <a:ext cx="3619018" cy="211576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</a:p>
            </p:txBody>
          </p:sp>
          <p:sp>
            <p:nvSpPr>
              <p:cNvPr id="6" name="Rectangle"/>
              <p:cNvSpPr/>
              <p:nvPr/>
            </p:nvSpPr>
            <p:spPr>
              <a:xfrm>
                <a:off x="4280863" y="4121522"/>
                <a:ext cx="3619018" cy="2115766"/>
              </a:xfrm>
              <a:prstGeom prst="rect">
                <a:avLst/>
              </a:prstGeom>
              <a:solidFill>
                <a:schemeClr val="accent3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</a:p>
            </p:txBody>
          </p:sp>
          <p:sp>
            <p:nvSpPr>
              <p:cNvPr id="7" name="Rectangle"/>
              <p:cNvSpPr/>
              <p:nvPr/>
            </p:nvSpPr>
            <p:spPr>
              <a:xfrm>
                <a:off x="7899881" y="2008248"/>
                <a:ext cx="3619018" cy="2115766"/>
              </a:xfrm>
              <a:prstGeom prst="rect">
                <a:avLst/>
              </a:prstGeom>
              <a:solidFill>
                <a:schemeClr val="accent4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endParaRPr sz="3200">
                  <a:solidFill>
                    <a:srgbClr val="FFFFFF"/>
                  </a:solidFill>
                </a:endParaRPr>
              </a:p>
            </p:txBody>
          </p:sp>
          <p:sp>
            <p:nvSpPr>
              <p:cNvPr id="13" name="Rectangle"/>
              <p:cNvSpPr/>
              <p:nvPr/>
            </p:nvSpPr>
            <p:spPr>
              <a:xfrm>
                <a:off x="660399" y="2005756"/>
                <a:ext cx="3619018" cy="2115766"/>
              </a:xfrm>
              <a:prstGeom prst="rect">
                <a:avLst/>
              </a:prstGeom>
              <a:solidFill>
                <a:schemeClr val="accent1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</a:p>
            </p:txBody>
          </p:sp>
          <p:sp>
            <p:nvSpPr>
              <p:cNvPr id="17" name="Triangle"/>
              <p:cNvSpPr/>
              <p:nvPr/>
            </p:nvSpPr>
            <p:spPr>
              <a:xfrm rot="16200000">
                <a:off x="4092937" y="5116281"/>
                <a:ext cx="249610" cy="1262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3170F6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</a:p>
            </p:txBody>
          </p:sp>
          <p:sp>
            <p:nvSpPr>
              <p:cNvPr id="19" name="Triangle"/>
              <p:cNvSpPr/>
              <p:nvPr/>
            </p:nvSpPr>
            <p:spPr>
              <a:xfrm rot="5400000">
                <a:off x="4198172" y="3000516"/>
                <a:ext cx="291626" cy="1262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3170F6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</a:p>
            </p:txBody>
          </p:sp>
          <p:sp>
            <p:nvSpPr>
              <p:cNvPr id="20" name="Triangle"/>
              <p:cNvSpPr/>
              <p:nvPr/>
            </p:nvSpPr>
            <p:spPr>
              <a:xfrm rot="10800000">
                <a:off x="9514981" y="4124014"/>
                <a:ext cx="388822" cy="946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4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endParaRPr sz="3200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4" name="组合 3"/>
              <p:cNvGrpSpPr/>
              <p:nvPr/>
            </p:nvGrpSpPr>
            <p:grpSpPr>
              <a:xfrm>
                <a:off x="4521907" y="2213971"/>
                <a:ext cx="3136931" cy="1699336"/>
                <a:chOff x="3562978" y="2082288"/>
                <a:chExt cx="2352777" cy="1699336"/>
              </a:xfrm>
            </p:grpSpPr>
            <p:sp>
              <p:nvSpPr>
                <p:cNvPr id="23" name="TextBox 12"/>
                <p:cNvSpPr txBox="1"/>
                <p:nvPr/>
              </p:nvSpPr>
              <p:spPr>
                <a:xfrm>
                  <a:off x="3562978" y="2447733"/>
                  <a:ext cx="2352777" cy="1333891"/>
                </a:xfrm>
                <a:prstGeom prst="rect">
                  <a:avLst/>
                </a:prstGeom>
              </p:spPr>
              <p:txBody>
                <a:bodyPr wrap="square">
                  <a:normAutofit/>
                </a:bodyPr>
                <a:lstStyle>
                  <a:defPPr>
                    <a:defRPr lang="zh-CN"/>
                  </a:defPPr>
                  <a:lvl1pPr marL="171450" indent="-171450">
                    <a:lnSpc>
                      <a:spcPct val="120000"/>
                    </a:lnSpc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200"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</a:lstStyle>
                <a:p>
                  <a:r>
                    <a:rPr lang="en-US" dirty="0"/>
                    <a:t>Theme color makes PPT more convenient to change.</a:t>
                  </a:r>
                  <a:endParaRPr lang="en-US" dirty="0"/>
                </a:p>
                <a:p>
                  <a:r>
                    <a:rPr lang="en-US" dirty="0"/>
                    <a:t>Supporting text here.</a:t>
                  </a:r>
                  <a:endParaRPr lang="en-US" dirty="0"/>
                </a:p>
                <a:p>
                  <a:r>
                    <a:rPr lang="en-US" dirty="0"/>
                    <a:t>Copy paste  fonts. Choose the only option to retain text. </a:t>
                  </a:r>
                  <a:endParaRPr lang="en-US" dirty="0"/>
                </a:p>
              </p:txBody>
            </p:sp>
            <p:sp>
              <p:nvSpPr>
                <p:cNvPr id="43" name="文本框 42"/>
                <p:cNvSpPr txBox="1"/>
                <p:nvPr/>
              </p:nvSpPr>
              <p:spPr>
                <a:xfrm>
                  <a:off x="3562978" y="2082288"/>
                  <a:ext cx="2352777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400" b="1" dirty="0"/>
                    <a:t>Text Here-14pt</a:t>
                  </a:r>
                  <a:endParaRPr lang="zh-CN" altLang="en-US" sz="1400" b="1" dirty="0"/>
                </a:p>
              </p:txBody>
            </p:sp>
          </p:grpSp>
          <p:grpSp>
            <p:nvGrpSpPr>
              <p:cNvPr id="55" name="组合 54"/>
              <p:cNvGrpSpPr/>
              <p:nvPr/>
            </p:nvGrpSpPr>
            <p:grpSpPr>
              <a:xfrm>
                <a:off x="901443" y="4329737"/>
                <a:ext cx="3136931" cy="1699336"/>
                <a:chOff x="3562978" y="2082288"/>
                <a:chExt cx="2352777" cy="1699336"/>
              </a:xfrm>
            </p:grpSpPr>
            <p:sp>
              <p:nvSpPr>
                <p:cNvPr id="56" name="TextBox 12"/>
                <p:cNvSpPr txBox="1"/>
                <p:nvPr/>
              </p:nvSpPr>
              <p:spPr>
                <a:xfrm>
                  <a:off x="3562978" y="2447733"/>
                  <a:ext cx="2352777" cy="1333891"/>
                </a:xfrm>
                <a:prstGeom prst="rect">
                  <a:avLst/>
                </a:prstGeom>
              </p:spPr>
              <p:txBody>
                <a:bodyPr wrap="square">
                  <a:normAutofit/>
                </a:bodyPr>
                <a:lstStyle>
                  <a:defPPr>
                    <a:defRPr lang="zh-CN"/>
                  </a:defPPr>
                  <a:lvl1pPr marL="171450" indent="-171450">
                    <a:lnSpc>
                      <a:spcPct val="120000"/>
                    </a:lnSpc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200"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</a:lstStyle>
                <a:p>
                  <a:r>
                    <a:rPr lang="en-US" dirty="0"/>
                    <a:t>Theme color makes PPT more convenient to change.</a:t>
                  </a:r>
                  <a:endParaRPr lang="en-US" dirty="0"/>
                </a:p>
                <a:p>
                  <a:r>
                    <a:rPr lang="en-US" dirty="0"/>
                    <a:t>Supporting text here.</a:t>
                  </a:r>
                  <a:endParaRPr lang="en-US" dirty="0"/>
                </a:p>
                <a:p>
                  <a:r>
                    <a:rPr lang="en-US" dirty="0"/>
                    <a:t>Copy paste  fonts. Choose the only option to retain text. </a:t>
                  </a:r>
                  <a:endParaRPr lang="en-US" dirty="0"/>
                </a:p>
              </p:txBody>
            </p:sp>
            <p:sp>
              <p:nvSpPr>
                <p:cNvPr id="57" name="文本框 56"/>
                <p:cNvSpPr txBox="1"/>
                <p:nvPr/>
              </p:nvSpPr>
              <p:spPr>
                <a:xfrm>
                  <a:off x="3562978" y="2082288"/>
                  <a:ext cx="2352777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400" b="1" dirty="0"/>
                    <a:t>Text Here-14pt</a:t>
                  </a:r>
                  <a:endParaRPr lang="zh-CN" altLang="en-US" sz="1400" b="1" dirty="0"/>
                </a:p>
              </p:txBody>
            </p:sp>
          </p:grpSp>
          <p:grpSp>
            <p:nvGrpSpPr>
              <p:cNvPr id="58" name="组合 57"/>
              <p:cNvGrpSpPr/>
              <p:nvPr/>
            </p:nvGrpSpPr>
            <p:grpSpPr>
              <a:xfrm>
                <a:off x="8140925" y="4329737"/>
                <a:ext cx="3136931" cy="1699336"/>
                <a:chOff x="3562978" y="2082288"/>
                <a:chExt cx="2352777" cy="1699336"/>
              </a:xfrm>
            </p:grpSpPr>
            <p:sp>
              <p:nvSpPr>
                <p:cNvPr id="59" name="TextBox 12"/>
                <p:cNvSpPr txBox="1"/>
                <p:nvPr/>
              </p:nvSpPr>
              <p:spPr>
                <a:xfrm>
                  <a:off x="3562978" y="2447733"/>
                  <a:ext cx="2352777" cy="1333891"/>
                </a:xfrm>
                <a:prstGeom prst="rect">
                  <a:avLst/>
                </a:prstGeom>
              </p:spPr>
              <p:txBody>
                <a:bodyPr wrap="square">
                  <a:normAutofit/>
                </a:bodyPr>
                <a:lstStyle>
                  <a:defPPr>
                    <a:defRPr lang="zh-CN"/>
                  </a:defPPr>
                  <a:lvl1pPr marL="171450" indent="-171450">
                    <a:lnSpc>
                      <a:spcPct val="120000"/>
                    </a:lnSpc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200"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</a:lstStyle>
                <a:p>
                  <a:r>
                    <a:rPr lang="en-US" dirty="0"/>
                    <a:t>Theme color makes PPT more convenient to change.</a:t>
                  </a:r>
                  <a:endParaRPr lang="en-US" dirty="0"/>
                </a:p>
                <a:p>
                  <a:r>
                    <a:rPr lang="en-US" dirty="0"/>
                    <a:t>Supporting text here.</a:t>
                  </a:r>
                  <a:endParaRPr lang="en-US" dirty="0"/>
                </a:p>
                <a:p>
                  <a:r>
                    <a:rPr lang="en-US" dirty="0"/>
                    <a:t>Copy paste  fonts. Choose the only option to retain text. </a:t>
                  </a:r>
                  <a:endParaRPr lang="en-US" dirty="0"/>
                </a:p>
              </p:txBody>
            </p:sp>
            <p:sp>
              <p:nvSpPr>
                <p:cNvPr id="60" name="文本框 59"/>
                <p:cNvSpPr txBox="1"/>
                <p:nvPr/>
              </p:nvSpPr>
              <p:spPr>
                <a:xfrm>
                  <a:off x="3562978" y="2082288"/>
                  <a:ext cx="2352777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400" b="1" dirty="0"/>
                    <a:t>Text Here-14pt</a:t>
                  </a:r>
                  <a:endParaRPr lang="zh-CN" altLang="en-US" sz="1400" b="1" dirty="0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2020162" y="2613893"/>
                <a:ext cx="899493" cy="899493"/>
                <a:chOff x="1574181" y="2613893"/>
                <a:chExt cx="899493" cy="899493"/>
              </a:xfrm>
            </p:grpSpPr>
            <p:sp>
              <p:nvSpPr>
                <p:cNvPr id="40" name="椭圆 39"/>
                <p:cNvSpPr/>
                <p:nvPr/>
              </p:nvSpPr>
              <p:spPr>
                <a:xfrm>
                  <a:off x="1574181" y="2613893"/>
                  <a:ext cx="899493" cy="89949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:endParaRPr lang="zh-CN" altLang="en-US"/>
                </a:p>
              </p:txBody>
            </p:sp>
            <p:sp>
              <p:nvSpPr>
                <p:cNvPr id="51" name="任意多边形 43"/>
                <p:cNvSpPr>
                  <a:spLocks noChangeAspect="1"/>
                </p:cNvSpPr>
                <p:nvPr/>
              </p:nvSpPr>
              <p:spPr>
                <a:xfrm>
                  <a:off x="1901883" y="2951673"/>
                  <a:ext cx="244088" cy="223932"/>
                </a:xfrm>
                <a:custGeom>
                  <a:avLst/>
                  <a:gdLst>
                    <a:gd name="connsiteX0" fmla="*/ 303857 w 607639"/>
                    <a:gd name="connsiteY0" fmla="*/ 303714 h 557467"/>
                    <a:gd name="connsiteX1" fmla="*/ 352986 w 607639"/>
                    <a:gd name="connsiteY1" fmla="*/ 309132 h 557467"/>
                    <a:gd name="connsiteX2" fmla="*/ 514597 w 607639"/>
                    <a:gd name="connsiteY2" fmla="*/ 449845 h 557467"/>
                    <a:gd name="connsiteX3" fmla="*/ 528676 w 607639"/>
                    <a:gd name="connsiteY3" fmla="*/ 528182 h 557467"/>
                    <a:gd name="connsiteX4" fmla="*/ 499345 w 607639"/>
                    <a:gd name="connsiteY4" fmla="*/ 557467 h 557467"/>
                    <a:gd name="connsiteX5" fmla="*/ 108223 w 607639"/>
                    <a:gd name="connsiteY5" fmla="*/ 557467 h 557467"/>
                    <a:gd name="connsiteX6" fmla="*/ 78892 w 607639"/>
                    <a:gd name="connsiteY6" fmla="*/ 528182 h 557467"/>
                    <a:gd name="connsiteX7" fmla="*/ 303857 w 607639"/>
                    <a:gd name="connsiteY7" fmla="*/ 303714 h 557467"/>
                    <a:gd name="connsiteX8" fmla="*/ 455825 w 607639"/>
                    <a:gd name="connsiteY8" fmla="*/ 268995 h 557467"/>
                    <a:gd name="connsiteX9" fmla="*/ 607639 w 607639"/>
                    <a:gd name="connsiteY9" fmla="*/ 420565 h 557467"/>
                    <a:gd name="connsiteX10" fmla="*/ 578303 w 607639"/>
                    <a:gd name="connsiteY10" fmla="*/ 449854 h 557467"/>
                    <a:gd name="connsiteX11" fmla="*/ 576396 w 607639"/>
                    <a:gd name="connsiteY11" fmla="*/ 449854 h 557467"/>
                    <a:gd name="connsiteX12" fmla="*/ 424875 w 607639"/>
                    <a:gd name="connsiteY12" fmla="*/ 272217 h 557467"/>
                    <a:gd name="connsiteX13" fmla="*/ 455825 w 607639"/>
                    <a:gd name="connsiteY13" fmla="*/ 268995 h 557467"/>
                    <a:gd name="connsiteX14" fmla="*/ 151811 w 607639"/>
                    <a:gd name="connsiteY14" fmla="*/ 268995 h 557467"/>
                    <a:gd name="connsiteX15" fmla="*/ 182906 w 607639"/>
                    <a:gd name="connsiteY15" fmla="*/ 272217 h 557467"/>
                    <a:gd name="connsiteX16" fmla="*/ 31389 w 607639"/>
                    <a:gd name="connsiteY16" fmla="*/ 449854 h 557467"/>
                    <a:gd name="connsiteX17" fmla="*/ 29335 w 607639"/>
                    <a:gd name="connsiteY17" fmla="*/ 449854 h 557467"/>
                    <a:gd name="connsiteX18" fmla="*/ 0 w 607639"/>
                    <a:gd name="connsiteY18" fmla="*/ 420565 h 557467"/>
                    <a:gd name="connsiteX19" fmla="*/ 151811 w 607639"/>
                    <a:gd name="connsiteY19" fmla="*/ 268995 h 557467"/>
                    <a:gd name="connsiteX20" fmla="*/ 462556 w 607639"/>
                    <a:gd name="connsiteY20" fmla="*/ 35000 h 557467"/>
                    <a:gd name="connsiteX21" fmla="*/ 543847 w 607639"/>
                    <a:gd name="connsiteY21" fmla="*/ 122571 h 557467"/>
                    <a:gd name="connsiteX22" fmla="*/ 462556 w 607639"/>
                    <a:gd name="connsiteY22" fmla="*/ 210143 h 557467"/>
                    <a:gd name="connsiteX23" fmla="*/ 485153 w 607639"/>
                    <a:gd name="connsiteY23" fmla="*/ 122571 h 557467"/>
                    <a:gd name="connsiteX24" fmla="*/ 462556 w 607639"/>
                    <a:gd name="connsiteY24" fmla="*/ 35000 h 557467"/>
                    <a:gd name="connsiteX25" fmla="*/ 145224 w 607639"/>
                    <a:gd name="connsiteY25" fmla="*/ 35000 h 557467"/>
                    <a:gd name="connsiteX26" fmla="*/ 122481 w 607639"/>
                    <a:gd name="connsiteY26" fmla="*/ 122571 h 557467"/>
                    <a:gd name="connsiteX27" fmla="*/ 145224 w 607639"/>
                    <a:gd name="connsiteY27" fmla="*/ 210143 h 557467"/>
                    <a:gd name="connsiteX28" fmla="*/ 63791 w 607639"/>
                    <a:gd name="connsiteY28" fmla="*/ 122571 h 557467"/>
                    <a:gd name="connsiteX29" fmla="*/ 145224 w 607639"/>
                    <a:gd name="connsiteY29" fmla="*/ 35000 h 557467"/>
                    <a:gd name="connsiteX30" fmla="*/ 303892 w 607639"/>
                    <a:gd name="connsiteY30" fmla="*/ 0 h 557467"/>
                    <a:gd name="connsiteX31" fmla="*/ 403912 w 607639"/>
                    <a:gd name="connsiteY31" fmla="*/ 51694 h 557467"/>
                    <a:gd name="connsiteX32" fmla="*/ 426497 w 607639"/>
                    <a:gd name="connsiteY32" fmla="*/ 122572 h 557467"/>
                    <a:gd name="connsiteX33" fmla="*/ 403912 w 607639"/>
                    <a:gd name="connsiteY33" fmla="*/ 193450 h 557467"/>
                    <a:gd name="connsiteX34" fmla="*/ 303892 w 607639"/>
                    <a:gd name="connsiteY34" fmla="*/ 245144 h 557467"/>
                    <a:gd name="connsiteX35" fmla="*/ 181141 w 607639"/>
                    <a:gd name="connsiteY35" fmla="*/ 122572 h 557467"/>
                    <a:gd name="connsiteX36" fmla="*/ 303892 w 607639"/>
                    <a:gd name="connsiteY36" fmla="*/ 0 h 557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557467">
                      <a:moveTo>
                        <a:pt x="303857" y="303714"/>
                      </a:moveTo>
                      <a:cubicBezTo>
                        <a:pt x="320722" y="303714"/>
                        <a:pt x="337148" y="305618"/>
                        <a:pt x="352986" y="309132"/>
                      </a:cubicBezTo>
                      <a:cubicBezTo>
                        <a:pt x="427486" y="325824"/>
                        <a:pt x="488200" y="379562"/>
                        <a:pt x="514597" y="449845"/>
                      </a:cubicBezTo>
                      <a:cubicBezTo>
                        <a:pt x="523690" y="474298"/>
                        <a:pt x="528676" y="500655"/>
                        <a:pt x="528676" y="528182"/>
                      </a:cubicBezTo>
                      <a:cubicBezTo>
                        <a:pt x="528676" y="544289"/>
                        <a:pt x="515477" y="557467"/>
                        <a:pt x="499345" y="557467"/>
                      </a:cubicBezTo>
                      <a:lnTo>
                        <a:pt x="108223" y="557467"/>
                      </a:lnTo>
                      <a:cubicBezTo>
                        <a:pt x="92091" y="557467"/>
                        <a:pt x="78892" y="544289"/>
                        <a:pt x="78892" y="528182"/>
                      </a:cubicBezTo>
                      <a:cubicBezTo>
                        <a:pt x="78892" y="404307"/>
                        <a:pt x="179789" y="303714"/>
                        <a:pt x="303857" y="303714"/>
                      </a:cubicBezTo>
                      <a:close/>
                      <a:moveTo>
                        <a:pt x="455825" y="268995"/>
                      </a:moveTo>
                      <a:cubicBezTo>
                        <a:pt x="539579" y="268995"/>
                        <a:pt x="607639" y="336945"/>
                        <a:pt x="607639" y="420565"/>
                      </a:cubicBezTo>
                      <a:cubicBezTo>
                        <a:pt x="607639" y="436674"/>
                        <a:pt x="594584" y="449854"/>
                        <a:pt x="578303" y="449854"/>
                      </a:cubicBezTo>
                      <a:lnTo>
                        <a:pt x="576396" y="449854"/>
                      </a:lnTo>
                      <a:cubicBezTo>
                        <a:pt x="553661" y="371360"/>
                        <a:pt x="497775" y="306631"/>
                        <a:pt x="424875" y="272217"/>
                      </a:cubicBezTo>
                      <a:cubicBezTo>
                        <a:pt x="434996" y="270020"/>
                        <a:pt x="445410" y="268995"/>
                        <a:pt x="455825" y="268995"/>
                      </a:cubicBezTo>
                      <a:close/>
                      <a:moveTo>
                        <a:pt x="151811" y="268995"/>
                      </a:moveTo>
                      <a:cubicBezTo>
                        <a:pt x="162371" y="268995"/>
                        <a:pt x="172785" y="270020"/>
                        <a:pt x="182906" y="272217"/>
                      </a:cubicBezTo>
                      <a:cubicBezTo>
                        <a:pt x="110008" y="306631"/>
                        <a:pt x="53977" y="371360"/>
                        <a:pt x="31389" y="449854"/>
                      </a:cubicBezTo>
                      <a:lnTo>
                        <a:pt x="29335" y="449854"/>
                      </a:lnTo>
                      <a:cubicBezTo>
                        <a:pt x="13201" y="449854"/>
                        <a:pt x="0" y="436674"/>
                        <a:pt x="0" y="420565"/>
                      </a:cubicBezTo>
                      <a:cubicBezTo>
                        <a:pt x="0" y="336945"/>
                        <a:pt x="68058" y="268995"/>
                        <a:pt x="151811" y="268995"/>
                      </a:cubicBezTo>
                      <a:close/>
                      <a:moveTo>
                        <a:pt x="462556" y="35000"/>
                      </a:moveTo>
                      <a:cubicBezTo>
                        <a:pt x="507897" y="38368"/>
                        <a:pt x="543847" y="76296"/>
                        <a:pt x="543847" y="122571"/>
                      </a:cubicBezTo>
                      <a:cubicBezTo>
                        <a:pt x="543847" y="168847"/>
                        <a:pt x="507897" y="206775"/>
                        <a:pt x="462556" y="210143"/>
                      </a:cubicBezTo>
                      <a:cubicBezTo>
                        <a:pt x="476936" y="184223"/>
                        <a:pt x="485153" y="154349"/>
                        <a:pt x="485153" y="122571"/>
                      </a:cubicBezTo>
                      <a:cubicBezTo>
                        <a:pt x="485153" y="90794"/>
                        <a:pt x="476936" y="60920"/>
                        <a:pt x="462556" y="35000"/>
                      </a:cubicBezTo>
                      <a:close/>
                      <a:moveTo>
                        <a:pt x="145224" y="35000"/>
                      </a:moveTo>
                      <a:cubicBezTo>
                        <a:pt x="130698" y="60920"/>
                        <a:pt x="122481" y="90794"/>
                        <a:pt x="122481" y="122571"/>
                      </a:cubicBezTo>
                      <a:cubicBezTo>
                        <a:pt x="122481" y="154349"/>
                        <a:pt x="130698" y="184223"/>
                        <a:pt x="145224" y="210143"/>
                      </a:cubicBezTo>
                      <a:cubicBezTo>
                        <a:pt x="99739" y="206775"/>
                        <a:pt x="63791" y="168847"/>
                        <a:pt x="63791" y="122571"/>
                      </a:cubicBezTo>
                      <a:cubicBezTo>
                        <a:pt x="63791" y="76296"/>
                        <a:pt x="99739" y="38368"/>
                        <a:pt x="145224" y="35000"/>
                      </a:cubicBezTo>
                      <a:close/>
                      <a:moveTo>
                        <a:pt x="303892" y="0"/>
                      </a:moveTo>
                      <a:cubicBezTo>
                        <a:pt x="345103" y="0"/>
                        <a:pt x="381620" y="20502"/>
                        <a:pt x="403912" y="51694"/>
                      </a:cubicBezTo>
                      <a:cubicBezTo>
                        <a:pt x="418138" y="71756"/>
                        <a:pt x="426497" y="96212"/>
                        <a:pt x="426497" y="122572"/>
                      </a:cubicBezTo>
                      <a:cubicBezTo>
                        <a:pt x="426497" y="148931"/>
                        <a:pt x="418138" y="173387"/>
                        <a:pt x="403912" y="193450"/>
                      </a:cubicBezTo>
                      <a:cubicBezTo>
                        <a:pt x="381620" y="224642"/>
                        <a:pt x="345103" y="245144"/>
                        <a:pt x="303892" y="245144"/>
                      </a:cubicBezTo>
                      <a:cubicBezTo>
                        <a:pt x="236137" y="245144"/>
                        <a:pt x="181141" y="190082"/>
                        <a:pt x="181141" y="122572"/>
                      </a:cubicBezTo>
                      <a:cubicBezTo>
                        <a:pt x="181141" y="55062"/>
                        <a:pt x="236137" y="0"/>
                        <a:pt x="30389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5640626" y="4729659"/>
                <a:ext cx="899493" cy="899493"/>
                <a:chOff x="4289620" y="4729659"/>
                <a:chExt cx="899493" cy="899493"/>
              </a:xfrm>
            </p:grpSpPr>
            <p:sp>
              <p:nvSpPr>
                <p:cNvPr id="48" name="椭圆 47"/>
                <p:cNvSpPr/>
                <p:nvPr/>
              </p:nvSpPr>
              <p:spPr>
                <a:xfrm>
                  <a:off x="4289620" y="4729659"/>
                  <a:ext cx="899493" cy="89949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:endParaRPr lang="zh-CN" altLang="en-US" dirty="0"/>
                </a:p>
              </p:txBody>
            </p:sp>
            <p:sp>
              <p:nvSpPr>
                <p:cNvPr id="52" name="任意多边形 132"/>
                <p:cNvSpPr>
                  <a:spLocks noChangeAspect="1"/>
                </p:cNvSpPr>
                <p:nvPr/>
              </p:nvSpPr>
              <p:spPr bwMode="auto">
                <a:xfrm>
                  <a:off x="4617322" y="5069556"/>
                  <a:ext cx="244088" cy="219698"/>
                </a:xfrm>
                <a:custGeom>
                  <a:avLst/>
                  <a:gdLst>
                    <a:gd name="T0" fmla="*/ 56 w 12800"/>
                    <a:gd name="T1" fmla="*/ 0 h 11520"/>
                    <a:gd name="T2" fmla="*/ 0 w 12800"/>
                    <a:gd name="T3" fmla="*/ 11464 h 11520"/>
                    <a:gd name="T4" fmla="*/ 2337 w 12800"/>
                    <a:gd name="T5" fmla="*/ 11520 h 11520"/>
                    <a:gd name="T6" fmla="*/ 4424 w 12800"/>
                    <a:gd name="T7" fmla="*/ 9322 h 11520"/>
                    <a:gd name="T8" fmla="*/ 6706 w 12800"/>
                    <a:gd name="T9" fmla="*/ 11520 h 11520"/>
                    <a:gd name="T10" fmla="*/ 6762 w 12800"/>
                    <a:gd name="T11" fmla="*/ 83 h 11520"/>
                    <a:gd name="T12" fmla="*/ 2894 w 12800"/>
                    <a:gd name="T13" fmla="*/ 7652 h 11520"/>
                    <a:gd name="T14" fmla="*/ 1280 w 12800"/>
                    <a:gd name="T15" fmla="*/ 6066 h 11520"/>
                    <a:gd name="T16" fmla="*/ 2894 w 12800"/>
                    <a:gd name="T17" fmla="*/ 7652 h 11520"/>
                    <a:gd name="T18" fmla="*/ 1280 w 12800"/>
                    <a:gd name="T19" fmla="*/ 5287 h 11520"/>
                    <a:gd name="T20" fmla="*/ 2894 w 12800"/>
                    <a:gd name="T21" fmla="*/ 3701 h 11520"/>
                    <a:gd name="T22" fmla="*/ 2894 w 12800"/>
                    <a:gd name="T23" fmla="*/ 2922 h 11520"/>
                    <a:gd name="T24" fmla="*/ 1280 w 12800"/>
                    <a:gd name="T25" fmla="*/ 1336 h 11520"/>
                    <a:gd name="T26" fmla="*/ 2894 w 12800"/>
                    <a:gd name="T27" fmla="*/ 2922 h 11520"/>
                    <a:gd name="T28" fmla="*/ 3840 w 12800"/>
                    <a:gd name="T29" fmla="*/ 7652 h 11520"/>
                    <a:gd name="T30" fmla="*/ 5454 w 12800"/>
                    <a:gd name="T31" fmla="*/ 6066 h 11520"/>
                    <a:gd name="T32" fmla="*/ 5454 w 12800"/>
                    <a:gd name="T33" fmla="*/ 5287 h 11520"/>
                    <a:gd name="T34" fmla="*/ 3840 w 12800"/>
                    <a:gd name="T35" fmla="*/ 3701 h 11520"/>
                    <a:gd name="T36" fmla="*/ 5454 w 12800"/>
                    <a:gd name="T37" fmla="*/ 5287 h 11520"/>
                    <a:gd name="T38" fmla="*/ 3840 w 12800"/>
                    <a:gd name="T39" fmla="*/ 2922 h 11520"/>
                    <a:gd name="T40" fmla="*/ 5454 w 12800"/>
                    <a:gd name="T41" fmla="*/ 1336 h 11520"/>
                    <a:gd name="T42" fmla="*/ 12466 w 12800"/>
                    <a:gd name="T43" fmla="*/ 3701 h 11520"/>
                    <a:gd name="T44" fmla="*/ 7763 w 12800"/>
                    <a:gd name="T45" fmla="*/ 4035 h 11520"/>
                    <a:gd name="T46" fmla="*/ 7791 w 12800"/>
                    <a:gd name="T47" fmla="*/ 11492 h 11520"/>
                    <a:gd name="T48" fmla="*/ 9544 w 12800"/>
                    <a:gd name="T49" fmla="*/ 10045 h 11520"/>
                    <a:gd name="T50" fmla="*/ 11019 w 12800"/>
                    <a:gd name="T51" fmla="*/ 11492 h 11520"/>
                    <a:gd name="T52" fmla="*/ 12772 w 12800"/>
                    <a:gd name="T53" fmla="*/ 11464 h 11520"/>
                    <a:gd name="T54" fmla="*/ 12466 w 12800"/>
                    <a:gd name="T55" fmla="*/ 3701 h 11520"/>
                    <a:gd name="T56" fmla="*/ 8403 w 12800"/>
                    <a:gd name="T57" fmla="*/ 8821 h 11520"/>
                    <a:gd name="T58" fmla="*/ 12104 w 12800"/>
                    <a:gd name="T59" fmla="*/ 8042 h 11520"/>
                    <a:gd name="T60" fmla="*/ 12104 w 12800"/>
                    <a:gd name="T61" fmla="*/ 7263 h 11520"/>
                    <a:gd name="T62" fmla="*/ 8403 w 12800"/>
                    <a:gd name="T63" fmla="*/ 6483 h 11520"/>
                    <a:gd name="T64" fmla="*/ 12104 w 12800"/>
                    <a:gd name="T65" fmla="*/ 7263 h 11520"/>
                    <a:gd name="T66" fmla="*/ 8403 w 12800"/>
                    <a:gd name="T67" fmla="*/ 5677 h 11520"/>
                    <a:gd name="T68" fmla="*/ 12104 w 12800"/>
                    <a:gd name="T69" fmla="*/ 4897 h 11520"/>
                    <a:gd name="T70" fmla="*/ 12104 w 12800"/>
                    <a:gd name="T71" fmla="*/ 5677 h 115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2800" h="11520">
                      <a:moveTo>
                        <a:pt x="6706" y="0"/>
                      </a:moveTo>
                      <a:lnTo>
                        <a:pt x="56" y="0"/>
                      </a:lnTo>
                      <a:cubicBezTo>
                        <a:pt x="28" y="0"/>
                        <a:pt x="0" y="28"/>
                        <a:pt x="0" y="83"/>
                      </a:cubicBezTo>
                      <a:lnTo>
                        <a:pt x="0" y="11464"/>
                      </a:lnTo>
                      <a:cubicBezTo>
                        <a:pt x="0" y="11492"/>
                        <a:pt x="28" y="11520"/>
                        <a:pt x="56" y="11520"/>
                      </a:cubicBezTo>
                      <a:lnTo>
                        <a:pt x="2337" y="11520"/>
                      </a:lnTo>
                      <a:lnTo>
                        <a:pt x="2337" y="9322"/>
                      </a:lnTo>
                      <a:lnTo>
                        <a:pt x="4424" y="9322"/>
                      </a:lnTo>
                      <a:lnTo>
                        <a:pt x="4424" y="11520"/>
                      </a:lnTo>
                      <a:lnTo>
                        <a:pt x="6706" y="11520"/>
                      </a:lnTo>
                      <a:cubicBezTo>
                        <a:pt x="6734" y="11520"/>
                        <a:pt x="6762" y="11492"/>
                        <a:pt x="6762" y="11464"/>
                      </a:cubicBezTo>
                      <a:lnTo>
                        <a:pt x="6762" y="83"/>
                      </a:lnTo>
                      <a:cubicBezTo>
                        <a:pt x="6762" y="28"/>
                        <a:pt x="6734" y="0"/>
                        <a:pt x="6706" y="0"/>
                      </a:cubicBezTo>
                      <a:close/>
                      <a:moveTo>
                        <a:pt x="2894" y="7652"/>
                      </a:moveTo>
                      <a:lnTo>
                        <a:pt x="1280" y="7652"/>
                      </a:lnTo>
                      <a:lnTo>
                        <a:pt x="1280" y="6066"/>
                      </a:lnTo>
                      <a:lnTo>
                        <a:pt x="2894" y="6066"/>
                      </a:lnTo>
                      <a:lnTo>
                        <a:pt x="2894" y="7652"/>
                      </a:lnTo>
                      <a:close/>
                      <a:moveTo>
                        <a:pt x="2894" y="5287"/>
                      </a:moveTo>
                      <a:lnTo>
                        <a:pt x="1280" y="5287"/>
                      </a:lnTo>
                      <a:lnTo>
                        <a:pt x="1280" y="3701"/>
                      </a:lnTo>
                      <a:lnTo>
                        <a:pt x="2894" y="3701"/>
                      </a:lnTo>
                      <a:lnTo>
                        <a:pt x="2894" y="5287"/>
                      </a:lnTo>
                      <a:close/>
                      <a:moveTo>
                        <a:pt x="2894" y="2922"/>
                      </a:moveTo>
                      <a:lnTo>
                        <a:pt x="1280" y="2922"/>
                      </a:lnTo>
                      <a:lnTo>
                        <a:pt x="1280" y="1336"/>
                      </a:lnTo>
                      <a:lnTo>
                        <a:pt x="2894" y="1336"/>
                      </a:lnTo>
                      <a:lnTo>
                        <a:pt x="2894" y="2922"/>
                      </a:lnTo>
                      <a:close/>
                      <a:moveTo>
                        <a:pt x="5454" y="7652"/>
                      </a:moveTo>
                      <a:lnTo>
                        <a:pt x="3840" y="7652"/>
                      </a:lnTo>
                      <a:lnTo>
                        <a:pt x="3840" y="6066"/>
                      </a:lnTo>
                      <a:lnTo>
                        <a:pt x="5454" y="6066"/>
                      </a:lnTo>
                      <a:lnTo>
                        <a:pt x="5454" y="7652"/>
                      </a:lnTo>
                      <a:close/>
                      <a:moveTo>
                        <a:pt x="5454" y="5287"/>
                      </a:moveTo>
                      <a:lnTo>
                        <a:pt x="3840" y="5287"/>
                      </a:lnTo>
                      <a:lnTo>
                        <a:pt x="3840" y="3701"/>
                      </a:lnTo>
                      <a:lnTo>
                        <a:pt x="5454" y="3701"/>
                      </a:lnTo>
                      <a:lnTo>
                        <a:pt x="5454" y="5287"/>
                      </a:lnTo>
                      <a:close/>
                      <a:moveTo>
                        <a:pt x="5454" y="2922"/>
                      </a:moveTo>
                      <a:lnTo>
                        <a:pt x="3840" y="2922"/>
                      </a:lnTo>
                      <a:lnTo>
                        <a:pt x="3840" y="1336"/>
                      </a:lnTo>
                      <a:lnTo>
                        <a:pt x="5454" y="1336"/>
                      </a:lnTo>
                      <a:lnTo>
                        <a:pt x="5454" y="2922"/>
                      </a:lnTo>
                      <a:close/>
                      <a:moveTo>
                        <a:pt x="12466" y="3701"/>
                      </a:moveTo>
                      <a:lnTo>
                        <a:pt x="8097" y="3701"/>
                      </a:lnTo>
                      <a:cubicBezTo>
                        <a:pt x="7903" y="3701"/>
                        <a:pt x="7763" y="3840"/>
                        <a:pt x="7763" y="4035"/>
                      </a:cubicBezTo>
                      <a:lnTo>
                        <a:pt x="7763" y="11464"/>
                      </a:lnTo>
                      <a:cubicBezTo>
                        <a:pt x="7763" y="11492"/>
                        <a:pt x="7791" y="11492"/>
                        <a:pt x="7791" y="11492"/>
                      </a:cubicBezTo>
                      <a:lnTo>
                        <a:pt x="9544" y="11492"/>
                      </a:lnTo>
                      <a:lnTo>
                        <a:pt x="9544" y="10045"/>
                      </a:lnTo>
                      <a:lnTo>
                        <a:pt x="11019" y="10045"/>
                      </a:lnTo>
                      <a:lnTo>
                        <a:pt x="11019" y="11492"/>
                      </a:lnTo>
                      <a:lnTo>
                        <a:pt x="12744" y="11492"/>
                      </a:lnTo>
                      <a:cubicBezTo>
                        <a:pt x="12772" y="11492"/>
                        <a:pt x="12772" y="11464"/>
                        <a:pt x="12772" y="11464"/>
                      </a:cubicBezTo>
                      <a:lnTo>
                        <a:pt x="12772" y="4035"/>
                      </a:lnTo>
                      <a:cubicBezTo>
                        <a:pt x="12800" y="3868"/>
                        <a:pt x="12633" y="3701"/>
                        <a:pt x="12466" y="3701"/>
                      </a:cubicBezTo>
                      <a:close/>
                      <a:moveTo>
                        <a:pt x="12104" y="8821"/>
                      </a:moveTo>
                      <a:lnTo>
                        <a:pt x="8403" y="8821"/>
                      </a:lnTo>
                      <a:lnTo>
                        <a:pt x="8403" y="8042"/>
                      </a:lnTo>
                      <a:lnTo>
                        <a:pt x="12104" y="8042"/>
                      </a:lnTo>
                      <a:lnTo>
                        <a:pt x="12104" y="8821"/>
                      </a:lnTo>
                      <a:close/>
                      <a:moveTo>
                        <a:pt x="12104" y="7263"/>
                      </a:moveTo>
                      <a:lnTo>
                        <a:pt x="8403" y="7263"/>
                      </a:lnTo>
                      <a:lnTo>
                        <a:pt x="8403" y="6483"/>
                      </a:lnTo>
                      <a:lnTo>
                        <a:pt x="12104" y="6483"/>
                      </a:lnTo>
                      <a:lnTo>
                        <a:pt x="12104" y="7263"/>
                      </a:lnTo>
                      <a:close/>
                      <a:moveTo>
                        <a:pt x="12104" y="5677"/>
                      </a:moveTo>
                      <a:lnTo>
                        <a:pt x="8403" y="5677"/>
                      </a:lnTo>
                      <a:lnTo>
                        <a:pt x="8403" y="4897"/>
                      </a:lnTo>
                      <a:lnTo>
                        <a:pt x="12104" y="4897"/>
                      </a:lnTo>
                      <a:lnTo>
                        <a:pt x="12104" y="5677"/>
                      </a:lnTo>
                      <a:close/>
                      <a:moveTo>
                        <a:pt x="12104" y="5677"/>
                      </a:move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endParaRPr lang="zh-CN" altLang="en-US" dirty="0"/>
                </a:p>
              </p:txBody>
            </p:sp>
          </p:grpSp>
          <p:grpSp>
            <p:nvGrpSpPr>
              <p:cNvPr id="11" name="组合 10"/>
              <p:cNvGrpSpPr/>
              <p:nvPr/>
            </p:nvGrpSpPr>
            <p:grpSpPr>
              <a:xfrm>
                <a:off x="9259644" y="2616385"/>
                <a:ext cx="899493" cy="899493"/>
                <a:chOff x="7003974" y="2616385"/>
                <a:chExt cx="899493" cy="899493"/>
              </a:xfrm>
            </p:grpSpPr>
            <p:sp>
              <p:nvSpPr>
                <p:cNvPr id="42" name="椭圆 41"/>
                <p:cNvSpPr/>
                <p:nvPr/>
              </p:nvSpPr>
              <p:spPr>
                <a:xfrm>
                  <a:off x="7003974" y="2616385"/>
                  <a:ext cx="899493" cy="89949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:endParaRPr lang="zh-CN" altLang="en-US"/>
                </a:p>
              </p:txBody>
            </p:sp>
            <p:sp>
              <p:nvSpPr>
                <p:cNvPr id="53" name="任意多边形 30"/>
                <p:cNvSpPr>
                  <a:spLocks noChangeAspect="1"/>
                </p:cNvSpPr>
                <p:nvPr/>
              </p:nvSpPr>
              <p:spPr>
                <a:xfrm>
                  <a:off x="7326462" y="2925590"/>
                  <a:ext cx="254517" cy="281082"/>
                </a:xfrm>
                <a:custGeom>
                  <a:avLst/>
                  <a:gdLst>
                    <a:gd name="T0" fmla="*/ 121763 h 600884"/>
                    <a:gd name="T1" fmla="*/ 121763 h 600884"/>
                    <a:gd name="T2" fmla="*/ 121763 h 600884"/>
                    <a:gd name="T3" fmla="*/ 121763 h 600884"/>
                    <a:gd name="T4" fmla="*/ 121763 h 600884"/>
                    <a:gd name="T5" fmla="*/ 121763 h 600884"/>
                    <a:gd name="T6" fmla="*/ 121763 h 600884"/>
                    <a:gd name="T7" fmla="*/ 121763 h 600884"/>
                    <a:gd name="T8" fmla="*/ 121763 h 600884"/>
                    <a:gd name="T9" fmla="*/ 121763 h 600884"/>
                    <a:gd name="T10" fmla="*/ 121763 h 600884"/>
                    <a:gd name="T11" fmla="*/ 121763 h 600884"/>
                    <a:gd name="T12" fmla="*/ 121763 h 600884"/>
                    <a:gd name="T13" fmla="*/ 121763 h 600884"/>
                    <a:gd name="T14" fmla="*/ 121763 h 600884"/>
                    <a:gd name="T15" fmla="*/ 121763 h 600884"/>
                    <a:gd name="T16" fmla="*/ 121763 h 600884"/>
                    <a:gd name="T17" fmla="*/ 121763 h 600884"/>
                    <a:gd name="T18" fmla="*/ 121763 h 600884"/>
                    <a:gd name="T19" fmla="*/ 121763 h 600884"/>
                    <a:gd name="T20" fmla="*/ 121763 h 600884"/>
                    <a:gd name="T21" fmla="*/ 121763 h 600884"/>
                    <a:gd name="T22" fmla="*/ 121763 h 600884"/>
                    <a:gd name="T23" fmla="*/ 121763 h 600884"/>
                    <a:gd name="T24" fmla="*/ 121763 h 600884"/>
                    <a:gd name="T25" fmla="*/ 121763 h 600884"/>
                    <a:gd name="T26" fmla="*/ 121763 h 600884"/>
                    <a:gd name="T27" fmla="*/ 121763 h 600884"/>
                    <a:gd name="T28" fmla="*/ 121763 h 600884"/>
                    <a:gd name="T29" fmla="*/ 121763 h 600884"/>
                    <a:gd name="T30" fmla="*/ 121763 h 600884"/>
                    <a:gd name="T31" fmla="*/ 121763 h 600884"/>
                    <a:gd name="T32" fmla="*/ 121763 h 600884"/>
                    <a:gd name="T33" fmla="*/ 121763 h 600884"/>
                    <a:gd name="T34" fmla="*/ 121763 h 600884"/>
                    <a:gd name="T35" fmla="*/ 121763 h 600884"/>
                    <a:gd name="T36" fmla="*/ 121763 h 600884"/>
                    <a:gd name="T37" fmla="*/ 121763 h 600884"/>
                    <a:gd name="T38" fmla="*/ 121763 h 600884"/>
                    <a:gd name="T39" fmla="*/ 121763 h 600884"/>
                    <a:gd name="T40" fmla="*/ 121763 h 600884"/>
                    <a:gd name="T41" fmla="*/ 121763 h 6008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388" h="2641">
                      <a:moveTo>
                        <a:pt x="2284" y="245"/>
                      </a:moveTo>
                      <a:cubicBezTo>
                        <a:pt x="2279" y="217"/>
                        <a:pt x="2258" y="195"/>
                        <a:pt x="2230" y="190"/>
                      </a:cubicBezTo>
                      <a:lnTo>
                        <a:pt x="1206" y="1"/>
                      </a:lnTo>
                      <a:cubicBezTo>
                        <a:pt x="1198" y="0"/>
                        <a:pt x="1190" y="0"/>
                        <a:pt x="1182" y="1"/>
                      </a:cubicBezTo>
                      <a:lnTo>
                        <a:pt x="159" y="190"/>
                      </a:lnTo>
                      <a:cubicBezTo>
                        <a:pt x="131" y="195"/>
                        <a:pt x="109" y="217"/>
                        <a:pt x="105" y="245"/>
                      </a:cubicBezTo>
                      <a:cubicBezTo>
                        <a:pt x="100" y="274"/>
                        <a:pt x="0" y="961"/>
                        <a:pt x="202" y="1554"/>
                      </a:cubicBezTo>
                      <a:cubicBezTo>
                        <a:pt x="405" y="2155"/>
                        <a:pt x="1128" y="2611"/>
                        <a:pt x="1159" y="2630"/>
                      </a:cubicBezTo>
                      <a:cubicBezTo>
                        <a:pt x="1170" y="2637"/>
                        <a:pt x="1182" y="2641"/>
                        <a:pt x="1194" y="2641"/>
                      </a:cubicBezTo>
                      <a:cubicBezTo>
                        <a:pt x="1207" y="2641"/>
                        <a:pt x="1219" y="2637"/>
                        <a:pt x="1230" y="2630"/>
                      </a:cubicBezTo>
                      <a:cubicBezTo>
                        <a:pt x="1260" y="2611"/>
                        <a:pt x="1983" y="2155"/>
                        <a:pt x="2187" y="1554"/>
                      </a:cubicBezTo>
                      <a:cubicBezTo>
                        <a:pt x="2388" y="961"/>
                        <a:pt x="2288" y="274"/>
                        <a:pt x="2284" y="245"/>
                      </a:cubicBezTo>
                      <a:close/>
                      <a:moveTo>
                        <a:pt x="1994" y="1478"/>
                      </a:moveTo>
                      <a:cubicBezTo>
                        <a:pt x="1824" y="1972"/>
                        <a:pt x="1194" y="2357"/>
                        <a:pt x="1194" y="2357"/>
                      </a:cubicBezTo>
                      <a:lnTo>
                        <a:pt x="1194" y="1299"/>
                      </a:lnTo>
                      <a:lnTo>
                        <a:pt x="344" y="1299"/>
                      </a:lnTo>
                      <a:cubicBezTo>
                        <a:pt x="243" y="854"/>
                        <a:pt x="313" y="400"/>
                        <a:pt x="313" y="400"/>
                      </a:cubicBezTo>
                      <a:lnTo>
                        <a:pt x="1194" y="241"/>
                      </a:lnTo>
                      <a:lnTo>
                        <a:pt x="1194" y="1299"/>
                      </a:lnTo>
                      <a:lnTo>
                        <a:pt x="2045" y="1299"/>
                      </a:lnTo>
                      <a:cubicBezTo>
                        <a:pt x="2031" y="1359"/>
                        <a:pt x="2015" y="1420"/>
                        <a:pt x="1994" y="147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wrap="square" lIns="91440" tIns="45720" rIns="91440" bIns="45720" anchor="ctr">
                  <a:normAutofit fontScale="6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:endParaRPr lang="zh-CN" altLang="en-US" dirty="0">
                    <a:solidFill>
                      <a:schemeClr val="tx1"/>
                    </a:solidFill>
                    <a:cs typeface="+mn-ea"/>
                  </a:endParaRPr>
                </a:p>
              </p:txBody>
            </p:sp>
          </p:grpSp>
        </p:grpSp>
        <p:sp>
          <p:nvSpPr>
            <p:cNvPr id="33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58500" cy="4646688"/>
            <a:chOff x="660400" y="1266657"/>
            <a:chExt cx="10858500" cy="4646688"/>
          </a:xfrm>
        </p:grpSpPr>
        <p:grpSp>
          <p:nvGrpSpPr>
            <p:cNvPr id="4" name="组合 3"/>
            <p:cNvGrpSpPr/>
            <p:nvPr/>
          </p:nvGrpSpPr>
          <p:grpSpPr>
            <a:xfrm>
              <a:off x="660400" y="1670321"/>
              <a:ext cx="10858500" cy="4243024"/>
              <a:chOff x="660400" y="1670321"/>
              <a:chExt cx="10858500" cy="4243024"/>
            </a:xfrm>
          </p:grpSpPr>
          <p:cxnSp>
            <p:nvCxnSpPr>
              <p:cNvPr id="11" name="直接连接符 10"/>
              <p:cNvCxnSpPr/>
              <p:nvPr/>
            </p:nvCxnSpPr>
            <p:spPr>
              <a:xfrm flipV="1">
                <a:off x="1546007" y="3952455"/>
                <a:ext cx="9099987" cy="18412"/>
              </a:xfrm>
              <a:prstGeom prst="line">
                <a:avLst/>
              </a:prstGeom>
              <a:ln w="127000" cap="rnd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" name="组合 9"/>
              <p:cNvGrpSpPr/>
              <p:nvPr/>
            </p:nvGrpSpPr>
            <p:grpSpPr>
              <a:xfrm>
                <a:off x="1895844" y="2947091"/>
                <a:ext cx="717071" cy="1095364"/>
                <a:chOff x="1410046" y="2947091"/>
                <a:chExt cx="717071" cy="1095364"/>
              </a:xfrm>
            </p:grpSpPr>
            <p:sp>
              <p:nvSpPr>
                <p:cNvPr id="12" name="椭圆 11"/>
                <p:cNvSpPr>
                  <a:spLocks noChangeAspect="1"/>
                </p:cNvSpPr>
                <p:nvPr/>
              </p:nvSpPr>
              <p:spPr>
                <a:xfrm>
                  <a:off x="1678581" y="3862455"/>
                  <a:ext cx="180000" cy="180000"/>
                </a:xfrm>
                <a:prstGeom prst="ellips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7" name="组合 16"/>
                <p:cNvGrpSpPr/>
                <p:nvPr/>
              </p:nvGrpSpPr>
              <p:grpSpPr>
                <a:xfrm rot="5400000">
                  <a:off x="1410046" y="2947091"/>
                  <a:ext cx="717071" cy="717071"/>
                  <a:chOff x="5756383" y="4782021"/>
                  <a:chExt cx="717071" cy="717071"/>
                </a:xfrm>
              </p:grpSpPr>
              <p:sp>
                <p:nvSpPr>
                  <p:cNvPr id="18" name="泪滴形 17"/>
                  <p:cNvSpPr/>
                  <p:nvPr/>
                </p:nvSpPr>
                <p:spPr>
                  <a:xfrm rot="2700000">
                    <a:off x="5756383" y="4782021"/>
                    <a:ext cx="717071" cy="717071"/>
                  </a:xfrm>
                  <a:prstGeom prst="teardrop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/>
                  </a:p>
                </p:txBody>
              </p:sp>
              <p:sp>
                <p:nvSpPr>
                  <p:cNvPr id="19" name="椭圆 18"/>
                  <p:cNvSpPr/>
                  <p:nvPr/>
                </p:nvSpPr>
                <p:spPr>
                  <a:xfrm>
                    <a:off x="5866587" y="4887198"/>
                    <a:ext cx="496662" cy="49666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rmAutofit fontScale="70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914400">
                      <a:lnSpc>
                        <a:spcPct val="140000"/>
                      </a:lnSpc>
                      <a:spcAft>
                        <a:spcPts val="600"/>
                      </a:spcAft>
                    </a:pPr>
                    <a:endParaRPr lang="zh-CN" altLang="en-US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0" name="任意多边形 105"/>
                  <p:cNvSpPr/>
                  <p:nvPr/>
                </p:nvSpPr>
                <p:spPr bwMode="auto">
                  <a:xfrm rot="16200000">
                    <a:off x="6025296" y="5040616"/>
                    <a:ext cx="179245" cy="189823"/>
                  </a:xfrm>
                  <a:custGeom>
                    <a:avLst/>
                    <a:gdLst>
                      <a:gd name="connsiteX0" fmla="*/ 435703 w 572779"/>
                      <a:gd name="connsiteY0" fmla="*/ 160183 h 606580"/>
                      <a:gd name="connsiteX1" fmla="*/ 479697 w 572779"/>
                      <a:gd name="connsiteY1" fmla="*/ 160183 h 606580"/>
                      <a:gd name="connsiteX2" fmla="*/ 479581 w 572779"/>
                      <a:gd name="connsiteY2" fmla="*/ 160472 h 606580"/>
                      <a:gd name="connsiteX3" fmla="*/ 479812 w 572779"/>
                      <a:gd name="connsiteY3" fmla="*/ 160472 h 606580"/>
                      <a:gd name="connsiteX4" fmla="*/ 478713 w 572779"/>
                      <a:gd name="connsiteY4" fmla="*/ 162726 h 606580"/>
                      <a:gd name="connsiteX5" fmla="*/ 469682 w 572779"/>
                      <a:gd name="connsiteY5" fmla="*/ 187227 h 606580"/>
                      <a:gd name="connsiteX6" fmla="*/ 474776 w 572779"/>
                      <a:gd name="connsiteY6" fmla="*/ 242470 h 606580"/>
                      <a:gd name="connsiteX7" fmla="*/ 494284 w 572779"/>
                      <a:gd name="connsiteY7" fmla="*/ 242470 h 606580"/>
                      <a:gd name="connsiteX8" fmla="*/ 510840 w 572779"/>
                      <a:gd name="connsiteY8" fmla="*/ 160183 h 606580"/>
                      <a:gd name="connsiteX9" fmla="*/ 527338 w 572779"/>
                      <a:gd name="connsiteY9" fmla="*/ 160183 h 606580"/>
                      <a:gd name="connsiteX10" fmla="*/ 572779 w 572779"/>
                      <a:gd name="connsiteY10" fmla="*/ 205430 h 606580"/>
                      <a:gd name="connsiteX11" fmla="*/ 572779 w 572779"/>
                      <a:gd name="connsiteY11" fmla="*/ 337413 h 606580"/>
                      <a:gd name="connsiteX12" fmla="*/ 527396 w 572779"/>
                      <a:gd name="connsiteY12" fmla="*/ 382717 h 606580"/>
                      <a:gd name="connsiteX13" fmla="*/ 521607 w 572779"/>
                      <a:gd name="connsiteY13" fmla="*/ 382717 h 606580"/>
                      <a:gd name="connsiteX14" fmla="*/ 521607 w 572779"/>
                      <a:gd name="connsiteY14" fmla="*/ 574624 h 606580"/>
                      <a:gd name="connsiteX15" fmla="*/ 489595 w 572779"/>
                      <a:gd name="connsiteY15" fmla="*/ 606580 h 606580"/>
                      <a:gd name="connsiteX16" fmla="*/ 457815 w 572779"/>
                      <a:gd name="connsiteY16" fmla="*/ 578149 h 606580"/>
                      <a:gd name="connsiteX17" fmla="*/ 425978 w 572779"/>
                      <a:gd name="connsiteY17" fmla="*/ 606580 h 606580"/>
                      <a:gd name="connsiteX18" fmla="*/ 393966 w 572779"/>
                      <a:gd name="connsiteY18" fmla="*/ 574624 h 606580"/>
                      <a:gd name="connsiteX19" fmla="*/ 393966 w 572779"/>
                      <a:gd name="connsiteY19" fmla="*/ 392541 h 606580"/>
                      <a:gd name="connsiteX20" fmla="*/ 422967 w 572779"/>
                      <a:gd name="connsiteY20" fmla="*/ 337528 h 606580"/>
                      <a:gd name="connsiteX21" fmla="*/ 422967 w 572779"/>
                      <a:gd name="connsiteY21" fmla="*/ 242528 h 606580"/>
                      <a:gd name="connsiteX22" fmla="*/ 440739 w 572779"/>
                      <a:gd name="connsiteY22" fmla="*/ 242528 h 606580"/>
                      <a:gd name="connsiteX23" fmla="*/ 445833 w 572779"/>
                      <a:gd name="connsiteY23" fmla="*/ 186996 h 606580"/>
                      <a:gd name="connsiteX24" fmla="*/ 445196 w 572779"/>
                      <a:gd name="connsiteY24" fmla="*/ 183991 h 606580"/>
                      <a:gd name="connsiteX25" fmla="*/ 436860 w 572779"/>
                      <a:gd name="connsiteY25" fmla="*/ 162726 h 606580"/>
                      <a:gd name="connsiteX26" fmla="*/ 435818 w 572779"/>
                      <a:gd name="connsiteY26" fmla="*/ 160472 h 606580"/>
                      <a:gd name="connsiteX27" fmla="*/ 435876 w 572779"/>
                      <a:gd name="connsiteY27" fmla="*/ 160472 h 606580"/>
                      <a:gd name="connsiteX28" fmla="*/ 435703 w 572779"/>
                      <a:gd name="connsiteY28" fmla="*/ 160183 h 606580"/>
                      <a:gd name="connsiteX29" fmla="*/ 264349 w 572779"/>
                      <a:gd name="connsiteY29" fmla="*/ 160183 h 606580"/>
                      <a:gd name="connsiteX30" fmla="*/ 308327 w 572779"/>
                      <a:gd name="connsiteY30" fmla="*/ 160183 h 606580"/>
                      <a:gd name="connsiteX31" fmla="*/ 308154 w 572779"/>
                      <a:gd name="connsiteY31" fmla="*/ 160472 h 606580"/>
                      <a:gd name="connsiteX32" fmla="*/ 308385 w 572779"/>
                      <a:gd name="connsiteY32" fmla="*/ 160472 h 606580"/>
                      <a:gd name="connsiteX33" fmla="*/ 307344 w 572779"/>
                      <a:gd name="connsiteY33" fmla="*/ 162726 h 606580"/>
                      <a:gd name="connsiteX34" fmla="*/ 298316 w 572779"/>
                      <a:gd name="connsiteY34" fmla="*/ 187227 h 606580"/>
                      <a:gd name="connsiteX35" fmla="*/ 303409 w 572779"/>
                      <a:gd name="connsiteY35" fmla="*/ 242470 h 606580"/>
                      <a:gd name="connsiteX36" fmla="*/ 322910 w 572779"/>
                      <a:gd name="connsiteY36" fmla="*/ 242470 h 606580"/>
                      <a:gd name="connsiteX37" fmla="*/ 339401 w 572779"/>
                      <a:gd name="connsiteY37" fmla="*/ 160183 h 606580"/>
                      <a:gd name="connsiteX38" fmla="*/ 355951 w 572779"/>
                      <a:gd name="connsiteY38" fmla="*/ 160183 h 606580"/>
                      <a:gd name="connsiteX39" fmla="*/ 401376 w 572779"/>
                      <a:gd name="connsiteY39" fmla="*/ 205430 h 606580"/>
                      <a:gd name="connsiteX40" fmla="*/ 401376 w 572779"/>
                      <a:gd name="connsiteY40" fmla="*/ 337413 h 606580"/>
                      <a:gd name="connsiteX41" fmla="*/ 356009 w 572779"/>
                      <a:gd name="connsiteY41" fmla="*/ 382717 h 606580"/>
                      <a:gd name="connsiteX42" fmla="*/ 350222 w 572779"/>
                      <a:gd name="connsiteY42" fmla="*/ 382717 h 606580"/>
                      <a:gd name="connsiteX43" fmla="*/ 350222 w 572779"/>
                      <a:gd name="connsiteY43" fmla="*/ 574624 h 606580"/>
                      <a:gd name="connsiteX44" fmla="*/ 318222 w 572779"/>
                      <a:gd name="connsiteY44" fmla="*/ 606580 h 606580"/>
                      <a:gd name="connsiteX45" fmla="*/ 286396 w 572779"/>
                      <a:gd name="connsiteY45" fmla="*/ 578149 h 606580"/>
                      <a:gd name="connsiteX46" fmla="*/ 254628 w 572779"/>
                      <a:gd name="connsiteY46" fmla="*/ 606580 h 606580"/>
                      <a:gd name="connsiteX47" fmla="*/ 222628 w 572779"/>
                      <a:gd name="connsiteY47" fmla="*/ 574624 h 606580"/>
                      <a:gd name="connsiteX48" fmla="*/ 222628 w 572779"/>
                      <a:gd name="connsiteY48" fmla="*/ 382833 h 606580"/>
                      <a:gd name="connsiteX49" fmla="*/ 216841 w 572779"/>
                      <a:gd name="connsiteY49" fmla="*/ 382833 h 606580"/>
                      <a:gd name="connsiteX50" fmla="*/ 171474 w 572779"/>
                      <a:gd name="connsiteY50" fmla="*/ 337528 h 606580"/>
                      <a:gd name="connsiteX51" fmla="*/ 171474 w 572779"/>
                      <a:gd name="connsiteY51" fmla="*/ 205545 h 606580"/>
                      <a:gd name="connsiteX52" fmla="*/ 216841 w 572779"/>
                      <a:gd name="connsiteY52" fmla="*/ 160241 h 606580"/>
                      <a:gd name="connsiteX53" fmla="*/ 233333 w 572779"/>
                      <a:gd name="connsiteY53" fmla="*/ 160241 h 606580"/>
                      <a:gd name="connsiteX54" fmla="*/ 249825 w 572779"/>
                      <a:gd name="connsiteY54" fmla="*/ 242528 h 606580"/>
                      <a:gd name="connsiteX55" fmla="*/ 269383 w 572779"/>
                      <a:gd name="connsiteY55" fmla="*/ 242528 h 606580"/>
                      <a:gd name="connsiteX56" fmla="*/ 274476 w 572779"/>
                      <a:gd name="connsiteY56" fmla="*/ 186996 h 606580"/>
                      <a:gd name="connsiteX57" fmla="*/ 273839 w 572779"/>
                      <a:gd name="connsiteY57" fmla="*/ 183991 h 606580"/>
                      <a:gd name="connsiteX58" fmla="*/ 265506 w 572779"/>
                      <a:gd name="connsiteY58" fmla="*/ 162726 h 606580"/>
                      <a:gd name="connsiteX59" fmla="*/ 264407 w 572779"/>
                      <a:gd name="connsiteY59" fmla="*/ 160472 h 606580"/>
                      <a:gd name="connsiteX60" fmla="*/ 264523 w 572779"/>
                      <a:gd name="connsiteY60" fmla="*/ 160472 h 606580"/>
                      <a:gd name="connsiteX61" fmla="*/ 264349 w 572779"/>
                      <a:gd name="connsiteY61" fmla="*/ 160183 h 606580"/>
                      <a:gd name="connsiteX62" fmla="*/ 92987 w 572779"/>
                      <a:gd name="connsiteY62" fmla="*/ 160183 h 606580"/>
                      <a:gd name="connsiteX63" fmla="*/ 136964 w 572779"/>
                      <a:gd name="connsiteY63" fmla="*/ 160183 h 606580"/>
                      <a:gd name="connsiteX64" fmla="*/ 136791 w 572779"/>
                      <a:gd name="connsiteY64" fmla="*/ 160472 h 606580"/>
                      <a:gd name="connsiteX65" fmla="*/ 137022 w 572779"/>
                      <a:gd name="connsiteY65" fmla="*/ 160472 h 606580"/>
                      <a:gd name="connsiteX66" fmla="*/ 135923 w 572779"/>
                      <a:gd name="connsiteY66" fmla="*/ 162726 h 606580"/>
                      <a:gd name="connsiteX67" fmla="*/ 126896 w 572779"/>
                      <a:gd name="connsiteY67" fmla="*/ 187227 h 606580"/>
                      <a:gd name="connsiteX68" fmla="*/ 131988 w 572779"/>
                      <a:gd name="connsiteY68" fmla="*/ 242470 h 606580"/>
                      <a:gd name="connsiteX69" fmla="*/ 149752 w 572779"/>
                      <a:gd name="connsiteY69" fmla="*/ 242470 h 606580"/>
                      <a:gd name="connsiteX70" fmla="*/ 149752 w 572779"/>
                      <a:gd name="connsiteY70" fmla="*/ 337471 h 606580"/>
                      <a:gd name="connsiteX71" fmla="*/ 178742 w 572779"/>
                      <a:gd name="connsiteY71" fmla="*/ 392483 h 606580"/>
                      <a:gd name="connsiteX72" fmla="*/ 178742 w 572779"/>
                      <a:gd name="connsiteY72" fmla="*/ 574624 h 606580"/>
                      <a:gd name="connsiteX73" fmla="*/ 146743 w 572779"/>
                      <a:gd name="connsiteY73" fmla="*/ 606580 h 606580"/>
                      <a:gd name="connsiteX74" fmla="*/ 114976 w 572779"/>
                      <a:gd name="connsiteY74" fmla="*/ 578149 h 606580"/>
                      <a:gd name="connsiteX75" fmla="*/ 83151 w 572779"/>
                      <a:gd name="connsiteY75" fmla="*/ 606580 h 606580"/>
                      <a:gd name="connsiteX76" fmla="*/ 51152 w 572779"/>
                      <a:gd name="connsiteY76" fmla="*/ 574624 h 606580"/>
                      <a:gd name="connsiteX77" fmla="*/ 51152 w 572779"/>
                      <a:gd name="connsiteY77" fmla="*/ 382833 h 606580"/>
                      <a:gd name="connsiteX78" fmla="*/ 45365 w 572779"/>
                      <a:gd name="connsiteY78" fmla="*/ 382833 h 606580"/>
                      <a:gd name="connsiteX79" fmla="*/ 0 w 572779"/>
                      <a:gd name="connsiteY79" fmla="*/ 337528 h 606580"/>
                      <a:gd name="connsiteX80" fmla="*/ 0 w 572779"/>
                      <a:gd name="connsiteY80" fmla="*/ 205545 h 606580"/>
                      <a:gd name="connsiteX81" fmla="*/ 45365 w 572779"/>
                      <a:gd name="connsiteY81" fmla="*/ 160241 h 606580"/>
                      <a:gd name="connsiteX82" fmla="*/ 61972 w 572779"/>
                      <a:gd name="connsiteY82" fmla="*/ 160241 h 606580"/>
                      <a:gd name="connsiteX83" fmla="*/ 78464 w 572779"/>
                      <a:gd name="connsiteY83" fmla="*/ 242528 h 606580"/>
                      <a:gd name="connsiteX84" fmla="*/ 97964 w 572779"/>
                      <a:gd name="connsiteY84" fmla="*/ 242528 h 606580"/>
                      <a:gd name="connsiteX85" fmla="*/ 103056 w 572779"/>
                      <a:gd name="connsiteY85" fmla="*/ 186996 h 606580"/>
                      <a:gd name="connsiteX86" fmla="*/ 102477 w 572779"/>
                      <a:gd name="connsiteY86" fmla="*/ 183991 h 606580"/>
                      <a:gd name="connsiteX87" fmla="*/ 94145 w 572779"/>
                      <a:gd name="connsiteY87" fmla="*/ 162726 h 606580"/>
                      <a:gd name="connsiteX88" fmla="*/ 93045 w 572779"/>
                      <a:gd name="connsiteY88" fmla="*/ 160472 h 606580"/>
                      <a:gd name="connsiteX89" fmla="*/ 93103 w 572779"/>
                      <a:gd name="connsiteY89" fmla="*/ 160472 h 606580"/>
                      <a:gd name="connsiteX90" fmla="*/ 92987 w 572779"/>
                      <a:gd name="connsiteY90" fmla="*/ 160183 h 606580"/>
                      <a:gd name="connsiteX91" fmla="*/ 457411 w 572779"/>
                      <a:gd name="connsiteY91" fmla="*/ 751 h 606580"/>
                      <a:gd name="connsiteX92" fmla="*/ 458047 w 572779"/>
                      <a:gd name="connsiteY92" fmla="*/ 751 h 606580"/>
                      <a:gd name="connsiteX93" fmla="*/ 521621 w 572779"/>
                      <a:gd name="connsiteY93" fmla="*/ 49915 h 606580"/>
                      <a:gd name="connsiteX94" fmla="*/ 523761 w 572779"/>
                      <a:gd name="connsiteY94" fmla="*/ 66553 h 606580"/>
                      <a:gd name="connsiteX95" fmla="*/ 458105 w 572779"/>
                      <a:gd name="connsiteY95" fmla="*/ 132124 h 606580"/>
                      <a:gd name="connsiteX96" fmla="*/ 457469 w 572779"/>
                      <a:gd name="connsiteY96" fmla="*/ 132124 h 606580"/>
                      <a:gd name="connsiteX97" fmla="*/ 393895 w 572779"/>
                      <a:gd name="connsiteY97" fmla="*/ 82960 h 606580"/>
                      <a:gd name="connsiteX98" fmla="*/ 391755 w 572779"/>
                      <a:gd name="connsiteY98" fmla="*/ 66322 h 606580"/>
                      <a:gd name="connsiteX99" fmla="*/ 457411 w 572779"/>
                      <a:gd name="connsiteY99" fmla="*/ 751 h 606580"/>
                      <a:gd name="connsiteX100" fmla="*/ 285868 w 572779"/>
                      <a:gd name="connsiteY100" fmla="*/ 751 h 606580"/>
                      <a:gd name="connsiteX101" fmla="*/ 286621 w 572779"/>
                      <a:gd name="connsiteY101" fmla="*/ 751 h 606580"/>
                      <a:gd name="connsiteX102" fmla="*/ 350227 w 572779"/>
                      <a:gd name="connsiteY102" fmla="*/ 49915 h 606580"/>
                      <a:gd name="connsiteX103" fmla="*/ 352369 w 572779"/>
                      <a:gd name="connsiteY103" fmla="*/ 66553 h 606580"/>
                      <a:gd name="connsiteX104" fmla="*/ 286736 w 572779"/>
                      <a:gd name="connsiteY104" fmla="*/ 132124 h 606580"/>
                      <a:gd name="connsiteX105" fmla="*/ 286100 w 572779"/>
                      <a:gd name="connsiteY105" fmla="*/ 132124 h 606580"/>
                      <a:gd name="connsiteX106" fmla="*/ 222493 w 572779"/>
                      <a:gd name="connsiteY106" fmla="*/ 82845 h 606580"/>
                      <a:gd name="connsiteX107" fmla="*/ 220351 w 572779"/>
                      <a:gd name="connsiteY107" fmla="*/ 66264 h 606580"/>
                      <a:gd name="connsiteX108" fmla="*/ 285868 w 572779"/>
                      <a:gd name="connsiteY108" fmla="*/ 751 h 606580"/>
                      <a:gd name="connsiteX109" fmla="*/ 114639 w 572779"/>
                      <a:gd name="connsiteY109" fmla="*/ 751 h 606580"/>
                      <a:gd name="connsiteX110" fmla="*/ 115275 w 572779"/>
                      <a:gd name="connsiteY110" fmla="*/ 751 h 606580"/>
                      <a:gd name="connsiteX111" fmla="*/ 178882 w 572779"/>
                      <a:gd name="connsiteY111" fmla="*/ 49915 h 606580"/>
                      <a:gd name="connsiteX112" fmla="*/ 181024 w 572779"/>
                      <a:gd name="connsiteY112" fmla="*/ 66553 h 606580"/>
                      <a:gd name="connsiteX113" fmla="*/ 115333 w 572779"/>
                      <a:gd name="connsiteY113" fmla="*/ 132124 h 606580"/>
                      <a:gd name="connsiteX114" fmla="*/ 114754 w 572779"/>
                      <a:gd name="connsiteY114" fmla="*/ 132124 h 606580"/>
                      <a:gd name="connsiteX115" fmla="*/ 51148 w 572779"/>
                      <a:gd name="connsiteY115" fmla="*/ 82960 h 606580"/>
                      <a:gd name="connsiteX116" fmla="*/ 49006 w 572779"/>
                      <a:gd name="connsiteY116" fmla="*/ 66322 h 606580"/>
                      <a:gd name="connsiteX117" fmla="*/ 114639 w 572779"/>
                      <a:gd name="connsiteY117" fmla="*/ 751 h 606580"/>
                      <a:gd name="connsiteX118" fmla="*/ 457410 w 572779"/>
                      <a:gd name="connsiteY118" fmla="*/ 423 h 606580"/>
                      <a:gd name="connsiteX119" fmla="*/ 391355 w 572779"/>
                      <a:gd name="connsiteY119" fmla="*/ 66356 h 606580"/>
                      <a:gd name="connsiteX120" fmla="*/ 393497 w 572779"/>
                      <a:gd name="connsiteY120" fmla="*/ 83056 h 606580"/>
                      <a:gd name="connsiteX121" fmla="*/ 457468 w 572779"/>
                      <a:gd name="connsiteY121" fmla="*/ 132521 h 606580"/>
                      <a:gd name="connsiteX122" fmla="*/ 457815 w 572779"/>
                      <a:gd name="connsiteY122" fmla="*/ 132521 h 606580"/>
                      <a:gd name="connsiteX123" fmla="*/ 458104 w 572779"/>
                      <a:gd name="connsiteY123" fmla="*/ 132521 h 606580"/>
                      <a:gd name="connsiteX124" fmla="*/ 524159 w 572779"/>
                      <a:gd name="connsiteY124" fmla="*/ 66587 h 606580"/>
                      <a:gd name="connsiteX125" fmla="*/ 522017 w 572779"/>
                      <a:gd name="connsiteY125" fmla="*/ 49887 h 606580"/>
                      <a:gd name="connsiteX126" fmla="*/ 458046 w 572779"/>
                      <a:gd name="connsiteY126" fmla="*/ 423 h 606580"/>
                      <a:gd name="connsiteX127" fmla="*/ 457699 w 572779"/>
                      <a:gd name="connsiteY127" fmla="*/ 423 h 606580"/>
                      <a:gd name="connsiteX128" fmla="*/ 114646 w 572779"/>
                      <a:gd name="connsiteY128" fmla="*/ 423 h 606580"/>
                      <a:gd name="connsiteX129" fmla="*/ 48620 w 572779"/>
                      <a:gd name="connsiteY129" fmla="*/ 66356 h 606580"/>
                      <a:gd name="connsiteX130" fmla="*/ 50761 w 572779"/>
                      <a:gd name="connsiteY130" fmla="*/ 83056 h 606580"/>
                      <a:gd name="connsiteX131" fmla="*/ 114762 w 572779"/>
                      <a:gd name="connsiteY131" fmla="*/ 132521 h 606580"/>
                      <a:gd name="connsiteX132" fmla="*/ 115051 w 572779"/>
                      <a:gd name="connsiteY132" fmla="*/ 132521 h 606580"/>
                      <a:gd name="connsiteX133" fmla="*/ 115340 w 572779"/>
                      <a:gd name="connsiteY133" fmla="*/ 132521 h 606580"/>
                      <a:gd name="connsiteX134" fmla="*/ 181424 w 572779"/>
                      <a:gd name="connsiteY134" fmla="*/ 66587 h 606580"/>
                      <a:gd name="connsiteX135" fmla="*/ 179225 w 572779"/>
                      <a:gd name="connsiteY135" fmla="*/ 49887 h 606580"/>
                      <a:gd name="connsiteX136" fmla="*/ 115282 w 572779"/>
                      <a:gd name="connsiteY136" fmla="*/ 423 h 606580"/>
                      <a:gd name="connsiteX137" fmla="*/ 114993 w 572779"/>
                      <a:gd name="connsiteY137" fmla="*/ 423 h 606580"/>
                      <a:gd name="connsiteX138" fmla="*/ 286036 w 572779"/>
                      <a:gd name="connsiteY138" fmla="*/ 397 h 606580"/>
                      <a:gd name="connsiteX139" fmla="*/ 219952 w 572779"/>
                      <a:gd name="connsiteY139" fmla="*/ 66286 h 606580"/>
                      <a:gd name="connsiteX140" fmla="*/ 222151 w 572779"/>
                      <a:gd name="connsiteY140" fmla="*/ 82990 h 606580"/>
                      <a:gd name="connsiteX141" fmla="*/ 286094 w 572779"/>
                      <a:gd name="connsiteY141" fmla="*/ 132522 h 606580"/>
                      <a:gd name="connsiteX142" fmla="*/ 286383 w 572779"/>
                      <a:gd name="connsiteY142" fmla="*/ 132522 h 606580"/>
                      <a:gd name="connsiteX143" fmla="*/ 286730 w 572779"/>
                      <a:gd name="connsiteY143" fmla="*/ 132522 h 606580"/>
                      <a:gd name="connsiteX144" fmla="*/ 352756 w 572779"/>
                      <a:gd name="connsiteY144" fmla="*/ 66575 h 606580"/>
                      <a:gd name="connsiteX145" fmla="*/ 350615 w 572779"/>
                      <a:gd name="connsiteY145" fmla="*/ 49872 h 606580"/>
                      <a:gd name="connsiteX146" fmla="*/ 286614 w 572779"/>
                      <a:gd name="connsiteY146" fmla="*/ 397 h 606580"/>
                      <a:gd name="connsiteX147" fmla="*/ 286325 w 572779"/>
                      <a:gd name="connsiteY147" fmla="*/ 397 h 606580"/>
                      <a:gd name="connsiteX148" fmla="*/ 457411 w 572779"/>
                      <a:gd name="connsiteY148" fmla="*/ 0 h 606580"/>
                      <a:gd name="connsiteX149" fmla="*/ 458047 w 572779"/>
                      <a:gd name="connsiteY149" fmla="*/ 0 h 606580"/>
                      <a:gd name="connsiteX150" fmla="*/ 522315 w 572779"/>
                      <a:gd name="connsiteY150" fmla="*/ 49741 h 606580"/>
                      <a:gd name="connsiteX151" fmla="*/ 524513 w 572779"/>
                      <a:gd name="connsiteY151" fmla="*/ 66553 h 606580"/>
                      <a:gd name="connsiteX152" fmla="*/ 458105 w 572779"/>
                      <a:gd name="connsiteY152" fmla="*/ 132875 h 606580"/>
                      <a:gd name="connsiteX153" fmla="*/ 457469 w 572779"/>
                      <a:gd name="connsiteY153" fmla="*/ 132875 h 606580"/>
                      <a:gd name="connsiteX154" fmla="*/ 393201 w 572779"/>
                      <a:gd name="connsiteY154" fmla="*/ 83133 h 606580"/>
                      <a:gd name="connsiteX155" fmla="*/ 391003 w 572779"/>
                      <a:gd name="connsiteY155" fmla="*/ 66322 h 606580"/>
                      <a:gd name="connsiteX156" fmla="*/ 457411 w 572779"/>
                      <a:gd name="connsiteY156" fmla="*/ 0 h 606580"/>
                      <a:gd name="connsiteX157" fmla="*/ 285868 w 572779"/>
                      <a:gd name="connsiteY157" fmla="*/ 0 h 606580"/>
                      <a:gd name="connsiteX158" fmla="*/ 286621 w 572779"/>
                      <a:gd name="connsiteY158" fmla="*/ 0 h 606580"/>
                      <a:gd name="connsiteX159" fmla="*/ 350980 w 572779"/>
                      <a:gd name="connsiteY159" fmla="*/ 49741 h 606580"/>
                      <a:gd name="connsiteX160" fmla="*/ 353179 w 572779"/>
                      <a:gd name="connsiteY160" fmla="*/ 66553 h 606580"/>
                      <a:gd name="connsiteX161" fmla="*/ 286736 w 572779"/>
                      <a:gd name="connsiteY161" fmla="*/ 132875 h 606580"/>
                      <a:gd name="connsiteX162" fmla="*/ 286100 w 572779"/>
                      <a:gd name="connsiteY162" fmla="*/ 132875 h 606580"/>
                      <a:gd name="connsiteX163" fmla="*/ 221740 w 572779"/>
                      <a:gd name="connsiteY163" fmla="*/ 83076 h 606580"/>
                      <a:gd name="connsiteX164" fmla="*/ 219599 w 572779"/>
                      <a:gd name="connsiteY164" fmla="*/ 66264 h 606580"/>
                      <a:gd name="connsiteX165" fmla="*/ 285868 w 572779"/>
                      <a:gd name="connsiteY165" fmla="*/ 0 h 606580"/>
                      <a:gd name="connsiteX166" fmla="*/ 114639 w 572779"/>
                      <a:gd name="connsiteY166" fmla="*/ 0 h 606580"/>
                      <a:gd name="connsiteX167" fmla="*/ 115275 w 572779"/>
                      <a:gd name="connsiteY167" fmla="*/ 0 h 606580"/>
                      <a:gd name="connsiteX168" fmla="*/ 179635 w 572779"/>
                      <a:gd name="connsiteY168" fmla="*/ 49741 h 606580"/>
                      <a:gd name="connsiteX169" fmla="*/ 181776 w 572779"/>
                      <a:gd name="connsiteY169" fmla="*/ 66553 h 606580"/>
                      <a:gd name="connsiteX170" fmla="*/ 115333 w 572779"/>
                      <a:gd name="connsiteY170" fmla="*/ 132875 h 606580"/>
                      <a:gd name="connsiteX171" fmla="*/ 114754 w 572779"/>
                      <a:gd name="connsiteY171" fmla="*/ 132875 h 606580"/>
                      <a:gd name="connsiteX172" fmla="*/ 50395 w 572779"/>
                      <a:gd name="connsiteY172" fmla="*/ 83133 h 606580"/>
                      <a:gd name="connsiteX173" fmla="*/ 48196 w 572779"/>
                      <a:gd name="connsiteY173" fmla="*/ 66322 h 606580"/>
                      <a:gd name="connsiteX174" fmla="*/ 114639 w 572779"/>
                      <a:gd name="connsiteY174" fmla="*/ 0 h 6065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</a:cxnLst>
                    <a:rect l="l" t="t" r="r" b="b"/>
                    <a:pathLst>
                      <a:path w="572779" h="606580">
                        <a:moveTo>
                          <a:pt x="435703" y="160183"/>
                        </a:moveTo>
                        <a:lnTo>
                          <a:pt x="479697" y="160183"/>
                        </a:lnTo>
                        <a:cubicBezTo>
                          <a:pt x="479639" y="160241"/>
                          <a:pt x="479639" y="160414"/>
                          <a:pt x="479581" y="160472"/>
                        </a:cubicBezTo>
                        <a:lnTo>
                          <a:pt x="479812" y="160472"/>
                        </a:lnTo>
                        <a:cubicBezTo>
                          <a:pt x="479407" y="161281"/>
                          <a:pt x="478713" y="162726"/>
                          <a:pt x="478713" y="162726"/>
                        </a:cubicBezTo>
                        <a:cubicBezTo>
                          <a:pt x="474834" y="170989"/>
                          <a:pt x="471245" y="178848"/>
                          <a:pt x="469682" y="187227"/>
                        </a:cubicBezTo>
                        <a:lnTo>
                          <a:pt x="474776" y="242470"/>
                        </a:lnTo>
                        <a:lnTo>
                          <a:pt x="494284" y="242470"/>
                        </a:lnTo>
                        <a:lnTo>
                          <a:pt x="510840" y="160183"/>
                        </a:lnTo>
                        <a:lnTo>
                          <a:pt x="527338" y="160183"/>
                        </a:lnTo>
                        <a:cubicBezTo>
                          <a:pt x="552345" y="160183"/>
                          <a:pt x="572663" y="180466"/>
                          <a:pt x="572779" y="205430"/>
                        </a:cubicBezTo>
                        <a:lnTo>
                          <a:pt x="572779" y="337413"/>
                        </a:lnTo>
                        <a:cubicBezTo>
                          <a:pt x="572779" y="362434"/>
                          <a:pt x="552519" y="382717"/>
                          <a:pt x="527396" y="382717"/>
                        </a:cubicBezTo>
                        <a:lnTo>
                          <a:pt x="521607" y="382717"/>
                        </a:lnTo>
                        <a:lnTo>
                          <a:pt x="521607" y="574624"/>
                        </a:lnTo>
                        <a:cubicBezTo>
                          <a:pt x="521607" y="592249"/>
                          <a:pt x="507251" y="606580"/>
                          <a:pt x="489595" y="606580"/>
                        </a:cubicBezTo>
                        <a:cubicBezTo>
                          <a:pt x="473155" y="606580"/>
                          <a:pt x="459552" y="594098"/>
                          <a:pt x="457815" y="578149"/>
                        </a:cubicBezTo>
                        <a:cubicBezTo>
                          <a:pt x="456021" y="594214"/>
                          <a:pt x="442417" y="606580"/>
                          <a:pt x="425978" y="606580"/>
                        </a:cubicBezTo>
                        <a:cubicBezTo>
                          <a:pt x="408322" y="606580"/>
                          <a:pt x="393966" y="592249"/>
                          <a:pt x="393966" y="574624"/>
                        </a:cubicBezTo>
                        <a:lnTo>
                          <a:pt x="393966" y="392541"/>
                        </a:lnTo>
                        <a:cubicBezTo>
                          <a:pt x="411506" y="380521"/>
                          <a:pt x="422967" y="360354"/>
                          <a:pt x="422967" y="337528"/>
                        </a:cubicBezTo>
                        <a:lnTo>
                          <a:pt x="422967" y="242528"/>
                        </a:lnTo>
                        <a:lnTo>
                          <a:pt x="440739" y="242528"/>
                        </a:lnTo>
                        <a:lnTo>
                          <a:pt x="445833" y="186996"/>
                        </a:lnTo>
                        <a:cubicBezTo>
                          <a:pt x="445659" y="186013"/>
                          <a:pt x="445428" y="184973"/>
                          <a:pt x="445196" y="183991"/>
                        </a:cubicBezTo>
                        <a:cubicBezTo>
                          <a:pt x="443459" y="176768"/>
                          <a:pt x="440276" y="169891"/>
                          <a:pt x="436860" y="162726"/>
                        </a:cubicBezTo>
                        <a:cubicBezTo>
                          <a:pt x="436860" y="162726"/>
                          <a:pt x="436166" y="161281"/>
                          <a:pt x="435818" y="160472"/>
                        </a:cubicBezTo>
                        <a:lnTo>
                          <a:pt x="435876" y="160472"/>
                        </a:lnTo>
                        <a:cubicBezTo>
                          <a:pt x="435818" y="160356"/>
                          <a:pt x="435818" y="160241"/>
                          <a:pt x="435703" y="160183"/>
                        </a:cubicBezTo>
                        <a:close/>
                        <a:moveTo>
                          <a:pt x="264349" y="160183"/>
                        </a:moveTo>
                        <a:lnTo>
                          <a:pt x="308327" y="160183"/>
                        </a:lnTo>
                        <a:cubicBezTo>
                          <a:pt x="308269" y="160241"/>
                          <a:pt x="308269" y="160414"/>
                          <a:pt x="308154" y="160472"/>
                        </a:cubicBezTo>
                        <a:lnTo>
                          <a:pt x="308385" y="160472"/>
                        </a:lnTo>
                        <a:cubicBezTo>
                          <a:pt x="308038" y="161281"/>
                          <a:pt x="307344" y="162726"/>
                          <a:pt x="307344" y="162726"/>
                        </a:cubicBezTo>
                        <a:cubicBezTo>
                          <a:pt x="303467" y="170989"/>
                          <a:pt x="299821" y="178848"/>
                          <a:pt x="298316" y="187227"/>
                        </a:cubicBezTo>
                        <a:lnTo>
                          <a:pt x="303409" y="242470"/>
                        </a:lnTo>
                        <a:lnTo>
                          <a:pt x="322910" y="242470"/>
                        </a:lnTo>
                        <a:lnTo>
                          <a:pt x="339401" y="160183"/>
                        </a:lnTo>
                        <a:lnTo>
                          <a:pt x="355951" y="160183"/>
                        </a:lnTo>
                        <a:cubicBezTo>
                          <a:pt x="380949" y="160183"/>
                          <a:pt x="401202" y="180466"/>
                          <a:pt x="401376" y="205430"/>
                        </a:cubicBezTo>
                        <a:lnTo>
                          <a:pt x="401376" y="337413"/>
                        </a:lnTo>
                        <a:cubicBezTo>
                          <a:pt x="401376" y="362434"/>
                          <a:pt x="381065" y="382717"/>
                          <a:pt x="356009" y="382717"/>
                        </a:cubicBezTo>
                        <a:lnTo>
                          <a:pt x="350222" y="382717"/>
                        </a:lnTo>
                        <a:lnTo>
                          <a:pt x="350222" y="574624"/>
                        </a:lnTo>
                        <a:cubicBezTo>
                          <a:pt x="350222" y="592249"/>
                          <a:pt x="335872" y="606580"/>
                          <a:pt x="318222" y="606580"/>
                        </a:cubicBezTo>
                        <a:cubicBezTo>
                          <a:pt x="301788" y="606580"/>
                          <a:pt x="288190" y="594098"/>
                          <a:pt x="286396" y="578149"/>
                        </a:cubicBezTo>
                        <a:cubicBezTo>
                          <a:pt x="284660" y="594214"/>
                          <a:pt x="271062" y="606580"/>
                          <a:pt x="254628" y="606580"/>
                        </a:cubicBezTo>
                        <a:cubicBezTo>
                          <a:pt x="236978" y="606580"/>
                          <a:pt x="222628" y="592249"/>
                          <a:pt x="222628" y="574624"/>
                        </a:cubicBezTo>
                        <a:lnTo>
                          <a:pt x="222628" y="382833"/>
                        </a:lnTo>
                        <a:lnTo>
                          <a:pt x="216841" y="382833"/>
                        </a:lnTo>
                        <a:cubicBezTo>
                          <a:pt x="191727" y="382833"/>
                          <a:pt x="171474" y="362608"/>
                          <a:pt x="171474" y="337528"/>
                        </a:cubicBezTo>
                        <a:lnTo>
                          <a:pt x="171474" y="205545"/>
                        </a:lnTo>
                        <a:cubicBezTo>
                          <a:pt x="171474" y="180524"/>
                          <a:pt x="191727" y="160241"/>
                          <a:pt x="216841" y="160241"/>
                        </a:cubicBezTo>
                        <a:lnTo>
                          <a:pt x="233333" y="160241"/>
                        </a:lnTo>
                        <a:lnTo>
                          <a:pt x="249825" y="242528"/>
                        </a:lnTo>
                        <a:lnTo>
                          <a:pt x="269383" y="242528"/>
                        </a:lnTo>
                        <a:lnTo>
                          <a:pt x="274476" y="186996"/>
                        </a:lnTo>
                        <a:cubicBezTo>
                          <a:pt x="274302" y="186013"/>
                          <a:pt x="274071" y="184973"/>
                          <a:pt x="273839" y="183991"/>
                        </a:cubicBezTo>
                        <a:cubicBezTo>
                          <a:pt x="272045" y="176768"/>
                          <a:pt x="268921" y="169891"/>
                          <a:pt x="265506" y="162726"/>
                        </a:cubicBezTo>
                        <a:cubicBezTo>
                          <a:pt x="265506" y="162726"/>
                          <a:pt x="264812" y="161281"/>
                          <a:pt x="264407" y="160472"/>
                        </a:cubicBezTo>
                        <a:lnTo>
                          <a:pt x="264523" y="160472"/>
                        </a:lnTo>
                        <a:cubicBezTo>
                          <a:pt x="264407" y="160356"/>
                          <a:pt x="264407" y="160241"/>
                          <a:pt x="264349" y="160183"/>
                        </a:cubicBezTo>
                        <a:close/>
                        <a:moveTo>
                          <a:pt x="92987" y="160183"/>
                        </a:moveTo>
                        <a:lnTo>
                          <a:pt x="136964" y="160183"/>
                        </a:lnTo>
                        <a:cubicBezTo>
                          <a:pt x="136848" y="160241"/>
                          <a:pt x="136848" y="160414"/>
                          <a:pt x="136791" y="160472"/>
                        </a:cubicBezTo>
                        <a:lnTo>
                          <a:pt x="137022" y="160472"/>
                        </a:lnTo>
                        <a:cubicBezTo>
                          <a:pt x="136617" y="161281"/>
                          <a:pt x="135923" y="162726"/>
                          <a:pt x="135923" y="162726"/>
                        </a:cubicBezTo>
                        <a:cubicBezTo>
                          <a:pt x="132104" y="170989"/>
                          <a:pt x="128458" y="178848"/>
                          <a:pt x="126896" y="187227"/>
                        </a:cubicBezTo>
                        <a:lnTo>
                          <a:pt x="131988" y="242470"/>
                        </a:lnTo>
                        <a:lnTo>
                          <a:pt x="149752" y="242470"/>
                        </a:lnTo>
                        <a:lnTo>
                          <a:pt x="149752" y="337471"/>
                        </a:lnTo>
                        <a:cubicBezTo>
                          <a:pt x="149752" y="360296"/>
                          <a:pt x="161267" y="380406"/>
                          <a:pt x="178742" y="392483"/>
                        </a:cubicBezTo>
                        <a:lnTo>
                          <a:pt x="178742" y="574624"/>
                        </a:lnTo>
                        <a:cubicBezTo>
                          <a:pt x="178742" y="592249"/>
                          <a:pt x="164392" y="606580"/>
                          <a:pt x="146743" y="606580"/>
                        </a:cubicBezTo>
                        <a:cubicBezTo>
                          <a:pt x="130310" y="606580"/>
                          <a:pt x="116712" y="594098"/>
                          <a:pt x="114976" y="578149"/>
                        </a:cubicBezTo>
                        <a:cubicBezTo>
                          <a:pt x="113182" y="594214"/>
                          <a:pt x="99584" y="606580"/>
                          <a:pt x="83151" y="606580"/>
                        </a:cubicBezTo>
                        <a:cubicBezTo>
                          <a:pt x="65502" y="606580"/>
                          <a:pt x="51152" y="592249"/>
                          <a:pt x="51152" y="574624"/>
                        </a:cubicBezTo>
                        <a:lnTo>
                          <a:pt x="51152" y="382833"/>
                        </a:lnTo>
                        <a:lnTo>
                          <a:pt x="45365" y="382833"/>
                        </a:lnTo>
                        <a:cubicBezTo>
                          <a:pt x="20310" y="382833"/>
                          <a:pt x="0" y="362608"/>
                          <a:pt x="0" y="337528"/>
                        </a:cubicBezTo>
                        <a:lnTo>
                          <a:pt x="0" y="205545"/>
                        </a:lnTo>
                        <a:cubicBezTo>
                          <a:pt x="0" y="180524"/>
                          <a:pt x="20310" y="160241"/>
                          <a:pt x="45365" y="160241"/>
                        </a:cubicBezTo>
                        <a:lnTo>
                          <a:pt x="61972" y="160241"/>
                        </a:lnTo>
                        <a:lnTo>
                          <a:pt x="78464" y="242528"/>
                        </a:lnTo>
                        <a:lnTo>
                          <a:pt x="97964" y="242528"/>
                        </a:lnTo>
                        <a:lnTo>
                          <a:pt x="103056" y="186996"/>
                        </a:lnTo>
                        <a:cubicBezTo>
                          <a:pt x="102940" y="186013"/>
                          <a:pt x="102709" y="184973"/>
                          <a:pt x="102477" y="183991"/>
                        </a:cubicBezTo>
                        <a:cubicBezTo>
                          <a:pt x="100683" y="176768"/>
                          <a:pt x="97501" y="169891"/>
                          <a:pt x="94145" y="162726"/>
                        </a:cubicBezTo>
                        <a:cubicBezTo>
                          <a:pt x="94145" y="162726"/>
                          <a:pt x="93450" y="161281"/>
                          <a:pt x="93045" y="160472"/>
                        </a:cubicBezTo>
                        <a:lnTo>
                          <a:pt x="93103" y="160472"/>
                        </a:lnTo>
                        <a:cubicBezTo>
                          <a:pt x="93045" y="160356"/>
                          <a:pt x="93045" y="160241"/>
                          <a:pt x="92987" y="160183"/>
                        </a:cubicBezTo>
                        <a:close/>
                        <a:moveTo>
                          <a:pt x="457411" y="751"/>
                        </a:moveTo>
                        <a:lnTo>
                          <a:pt x="458047" y="751"/>
                        </a:lnTo>
                        <a:cubicBezTo>
                          <a:pt x="488012" y="751"/>
                          <a:pt x="514158" y="20971"/>
                          <a:pt x="521621" y="49915"/>
                        </a:cubicBezTo>
                        <a:cubicBezTo>
                          <a:pt x="523009" y="55403"/>
                          <a:pt x="523761" y="61007"/>
                          <a:pt x="523761" y="66553"/>
                        </a:cubicBezTo>
                        <a:cubicBezTo>
                          <a:pt x="523761" y="102718"/>
                          <a:pt x="494317" y="132124"/>
                          <a:pt x="458105" y="132124"/>
                        </a:cubicBezTo>
                        <a:lnTo>
                          <a:pt x="457469" y="132124"/>
                        </a:lnTo>
                        <a:cubicBezTo>
                          <a:pt x="427504" y="132124"/>
                          <a:pt x="401358" y="111904"/>
                          <a:pt x="393895" y="82960"/>
                        </a:cubicBezTo>
                        <a:cubicBezTo>
                          <a:pt x="392507" y="77472"/>
                          <a:pt x="391755" y="71868"/>
                          <a:pt x="391755" y="66322"/>
                        </a:cubicBezTo>
                        <a:cubicBezTo>
                          <a:pt x="391755" y="30157"/>
                          <a:pt x="421199" y="751"/>
                          <a:pt x="457411" y="751"/>
                        </a:cubicBezTo>
                        <a:close/>
                        <a:moveTo>
                          <a:pt x="285868" y="751"/>
                        </a:moveTo>
                        <a:lnTo>
                          <a:pt x="286621" y="751"/>
                        </a:lnTo>
                        <a:cubicBezTo>
                          <a:pt x="316601" y="751"/>
                          <a:pt x="342761" y="20971"/>
                          <a:pt x="350227" y="49915"/>
                        </a:cubicBezTo>
                        <a:cubicBezTo>
                          <a:pt x="351674" y="55403"/>
                          <a:pt x="352369" y="61007"/>
                          <a:pt x="352369" y="66553"/>
                        </a:cubicBezTo>
                        <a:cubicBezTo>
                          <a:pt x="352369" y="102718"/>
                          <a:pt x="322909" y="132124"/>
                          <a:pt x="286736" y="132124"/>
                        </a:cubicBezTo>
                        <a:lnTo>
                          <a:pt x="286100" y="132124"/>
                        </a:lnTo>
                        <a:cubicBezTo>
                          <a:pt x="256119" y="132124"/>
                          <a:pt x="229959" y="111846"/>
                          <a:pt x="222493" y="82845"/>
                        </a:cubicBezTo>
                        <a:cubicBezTo>
                          <a:pt x="221046" y="77414"/>
                          <a:pt x="220351" y="71810"/>
                          <a:pt x="220351" y="66264"/>
                        </a:cubicBezTo>
                        <a:cubicBezTo>
                          <a:pt x="220351" y="30157"/>
                          <a:pt x="249753" y="751"/>
                          <a:pt x="285868" y="751"/>
                        </a:cubicBezTo>
                        <a:close/>
                        <a:moveTo>
                          <a:pt x="114639" y="751"/>
                        </a:moveTo>
                        <a:lnTo>
                          <a:pt x="115275" y="751"/>
                        </a:lnTo>
                        <a:cubicBezTo>
                          <a:pt x="145256" y="751"/>
                          <a:pt x="171416" y="20971"/>
                          <a:pt x="178882" y="49915"/>
                        </a:cubicBezTo>
                        <a:cubicBezTo>
                          <a:pt x="180329" y="55403"/>
                          <a:pt x="181024" y="61007"/>
                          <a:pt x="181024" y="66553"/>
                        </a:cubicBezTo>
                        <a:cubicBezTo>
                          <a:pt x="181024" y="102718"/>
                          <a:pt x="151564" y="132124"/>
                          <a:pt x="115333" y="132124"/>
                        </a:cubicBezTo>
                        <a:lnTo>
                          <a:pt x="114754" y="132124"/>
                        </a:lnTo>
                        <a:cubicBezTo>
                          <a:pt x="84774" y="132124"/>
                          <a:pt x="58614" y="111904"/>
                          <a:pt x="51148" y="82960"/>
                        </a:cubicBezTo>
                        <a:cubicBezTo>
                          <a:pt x="49701" y="77472"/>
                          <a:pt x="49006" y="71868"/>
                          <a:pt x="49006" y="66322"/>
                        </a:cubicBezTo>
                        <a:cubicBezTo>
                          <a:pt x="49006" y="30157"/>
                          <a:pt x="78466" y="751"/>
                          <a:pt x="114639" y="751"/>
                        </a:cubicBezTo>
                        <a:close/>
                        <a:moveTo>
                          <a:pt x="457410" y="423"/>
                        </a:moveTo>
                        <a:cubicBezTo>
                          <a:pt x="420880" y="423"/>
                          <a:pt x="391355" y="29894"/>
                          <a:pt x="391355" y="66356"/>
                        </a:cubicBezTo>
                        <a:cubicBezTo>
                          <a:pt x="391355" y="72135"/>
                          <a:pt x="392108" y="77740"/>
                          <a:pt x="393497" y="83056"/>
                        </a:cubicBezTo>
                        <a:cubicBezTo>
                          <a:pt x="400849" y="111487"/>
                          <a:pt x="426669" y="132521"/>
                          <a:pt x="457468" y="132521"/>
                        </a:cubicBezTo>
                        <a:lnTo>
                          <a:pt x="457815" y="132521"/>
                        </a:lnTo>
                        <a:lnTo>
                          <a:pt x="458104" y="132521"/>
                        </a:lnTo>
                        <a:cubicBezTo>
                          <a:pt x="494634" y="132521"/>
                          <a:pt x="524159" y="103050"/>
                          <a:pt x="524159" y="66587"/>
                        </a:cubicBezTo>
                        <a:cubicBezTo>
                          <a:pt x="524159" y="60809"/>
                          <a:pt x="523406" y="55204"/>
                          <a:pt x="522017" y="49887"/>
                        </a:cubicBezTo>
                        <a:cubicBezTo>
                          <a:pt x="514665" y="21457"/>
                          <a:pt x="488845" y="423"/>
                          <a:pt x="458046" y="423"/>
                        </a:cubicBezTo>
                        <a:lnTo>
                          <a:pt x="457699" y="423"/>
                        </a:lnTo>
                        <a:close/>
                        <a:moveTo>
                          <a:pt x="114646" y="423"/>
                        </a:moveTo>
                        <a:cubicBezTo>
                          <a:pt x="78190" y="423"/>
                          <a:pt x="48620" y="29894"/>
                          <a:pt x="48620" y="66356"/>
                        </a:cubicBezTo>
                        <a:cubicBezTo>
                          <a:pt x="48620" y="72135"/>
                          <a:pt x="49372" y="77740"/>
                          <a:pt x="50761" y="83056"/>
                        </a:cubicBezTo>
                        <a:cubicBezTo>
                          <a:pt x="58110" y="111487"/>
                          <a:pt x="83977" y="132521"/>
                          <a:pt x="114762" y="132521"/>
                        </a:cubicBezTo>
                        <a:lnTo>
                          <a:pt x="115051" y="132521"/>
                        </a:lnTo>
                        <a:lnTo>
                          <a:pt x="115340" y="132521"/>
                        </a:lnTo>
                        <a:cubicBezTo>
                          <a:pt x="151854" y="132521"/>
                          <a:pt x="181424" y="103050"/>
                          <a:pt x="181424" y="66587"/>
                        </a:cubicBezTo>
                        <a:cubicBezTo>
                          <a:pt x="181424" y="60809"/>
                          <a:pt x="180614" y="55204"/>
                          <a:pt x="179225" y="49887"/>
                        </a:cubicBezTo>
                        <a:cubicBezTo>
                          <a:pt x="171934" y="21457"/>
                          <a:pt x="146067" y="423"/>
                          <a:pt x="115282" y="423"/>
                        </a:cubicBezTo>
                        <a:lnTo>
                          <a:pt x="114993" y="423"/>
                        </a:lnTo>
                        <a:close/>
                        <a:moveTo>
                          <a:pt x="286036" y="397"/>
                        </a:moveTo>
                        <a:cubicBezTo>
                          <a:pt x="249522" y="282"/>
                          <a:pt x="219952" y="29874"/>
                          <a:pt x="219952" y="66286"/>
                        </a:cubicBezTo>
                        <a:cubicBezTo>
                          <a:pt x="219952" y="72066"/>
                          <a:pt x="220762" y="77672"/>
                          <a:pt x="222151" y="82990"/>
                        </a:cubicBezTo>
                        <a:cubicBezTo>
                          <a:pt x="229442" y="111484"/>
                          <a:pt x="255309" y="132522"/>
                          <a:pt x="286094" y="132522"/>
                        </a:cubicBezTo>
                        <a:lnTo>
                          <a:pt x="286383" y="132522"/>
                        </a:lnTo>
                        <a:lnTo>
                          <a:pt x="286730" y="132522"/>
                        </a:lnTo>
                        <a:cubicBezTo>
                          <a:pt x="323186" y="132522"/>
                          <a:pt x="352756" y="103045"/>
                          <a:pt x="352756" y="66575"/>
                        </a:cubicBezTo>
                        <a:cubicBezTo>
                          <a:pt x="352756" y="60796"/>
                          <a:pt x="352004" y="55189"/>
                          <a:pt x="350615" y="49872"/>
                        </a:cubicBezTo>
                        <a:cubicBezTo>
                          <a:pt x="343266" y="21436"/>
                          <a:pt x="317399" y="397"/>
                          <a:pt x="286614" y="397"/>
                        </a:cubicBezTo>
                        <a:lnTo>
                          <a:pt x="286325" y="397"/>
                        </a:lnTo>
                        <a:close/>
                        <a:moveTo>
                          <a:pt x="457411" y="0"/>
                        </a:moveTo>
                        <a:lnTo>
                          <a:pt x="458047" y="0"/>
                        </a:lnTo>
                        <a:cubicBezTo>
                          <a:pt x="488359" y="0"/>
                          <a:pt x="514795" y="20451"/>
                          <a:pt x="522315" y="49741"/>
                        </a:cubicBezTo>
                        <a:cubicBezTo>
                          <a:pt x="523761" y="55230"/>
                          <a:pt x="524513" y="60891"/>
                          <a:pt x="524513" y="66553"/>
                        </a:cubicBezTo>
                        <a:cubicBezTo>
                          <a:pt x="524513" y="103122"/>
                          <a:pt x="494722" y="132875"/>
                          <a:pt x="458105" y="132875"/>
                        </a:cubicBezTo>
                        <a:lnTo>
                          <a:pt x="457469" y="132875"/>
                        </a:lnTo>
                        <a:cubicBezTo>
                          <a:pt x="427157" y="132875"/>
                          <a:pt x="400721" y="112424"/>
                          <a:pt x="393201" y="83133"/>
                        </a:cubicBezTo>
                        <a:cubicBezTo>
                          <a:pt x="391755" y="77645"/>
                          <a:pt x="391003" y="71983"/>
                          <a:pt x="391003" y="66322"/>
                        </a:cubicBezTo>
                        <a:cubicBezTo>
                          <a:pt x="391003" y="29752"/>
                          <a:pt x="420794" y="0"/>
                          <a:pt x="457411" y="0"/>
                        </a:cubicBezTo>
                        <a:close/>
                        <a:moveTo>
                          <a:pt x="285868" y="0"/>
                        </a:moveTo>
                        <a:lnTo>
                          <a:pt x="286621" y="0"/>
                        </a:lnTo>
                        <a:cubicBezTo>
                          <a:pt x="316948" y="0"/>
                          <a:pt x="343456" y="20451"/>
                          <a:pt x="350980" y="49741"/>
                        </a:cubicBezTo>
                        <a:cubicBezTo>
                          <a:pt x="352427" y="55287"/>
                          <a:pt x="353179" y="60891"/>
                          <a:pt x="353179" y="66553"/>
                        </a:cubicBezTo>
                        <a:cubicBezTo>
                          <a:pt x="353179" y="103122"/>
                          <a:pt x="323372" y="132875"/>
                          <a:pt x="286736" y="132875"/>
                        </a:cubicBezTo>
                        <a:lnTo>
                          <a:pt x="286100" y="132875"/>
                        </a:lnTo>
                        <a:cubicBezTo>
                          <a:pt x="255772" y="132875"/>
                          <a:pt x="229322" y="112366"/>
                          <a:pt x="221740" y="83076"/>
                        </a:cubicBezTo>
                        <a:cubicBezTo>
                          <a:pt x="220294" y="77530"/>
                          <a:pt x="219599" y="71868"/>
                          <a:pt x="219599" y="66264"/>
                        </a:cubicBezTo>
                        <a:cubicBezTo>
                          <a:pt x="219599" y="29695"/>
                          <a:pt x="249348" y="0"/>
                          <a:pt x="285868" y="0"/>
                        </a:cubicBezTo>
                        <a:close/>
                        <a:moveTo>
                          <a:pt x="114639" y="0"/>
                        </a:moveTo>
                        <a:lnTo>
                          <a:pt x="115275" y="0"/>
                        </a:lnTo>
                        <a:cubicBezTo>
                          <a:pt x="145603" y="0"/>
                          <a:pt x="172053" y="20451"/>
                          <a:pt x="179635" y="49741"/>
                        </a:cubicBezTo>
                        <a:cubicBezTo>
                          <a:pt x="181081" y="55230"/>
                          <a:pt x="181776" y="60891"/>
                          <a:pt x="181776" y="66553"/>
                        </a:cubicBezTo>
                        <a:cubicBezTo>
                          <a:pt x="181776" y="103122"/>
                          <a:pt x="151969" y="132875"/>
                          <a:pt x="115333" y="132875"/>
                        </a:cubicBezTo>
                        <a:lnTo>
                          <a:pt x="114754" y="132875"/>
                        </a:lnTo>
                        <a:cubicBezTo>
                          <a:pt x="84427" y="132875"/>
                          <a:pt x="57919" y="112424"/>
                          <a:pt x="50395" y="83133"/>
                        </a:cubicBezTo>
                        <a:cubicBezTo>
                          <a:pt x="48948" y="77645"/>
                          <a:pt x="48196" y="71983"/>
                          <a:pt x="48196" y="66322"/>
                        </a:cubicBezTo>
                        <a:cubicBezTo>
                          <a:pt x="48196" y="29752"/>
                          <a:pt x="78003" y="0"/>
                          <a:pt x="11463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 dirty="0"/>
                  </a:p>
                </p:txBody>
              </p:sp>
            </p:grpSp>
          </p:grpSp>
          <p:grpSp>
            <p:nvGrpSpPr>
              <p:cNvPr id="6" name="组合 5"/>
              <p:cNvGrpSpPr/>
              <p:nvPr/>
            </p:nvGrpSpPr>
            <p:grpSpPr>
              <a:xfrm>
                <a:off x="5731115" y="2947091"/>
                <a:ext cx="717071" cy="1095364"/>
                <a:chOff x="4290758" y="2947091"/>
                <a:chExt cx="717071" cy="1095364"/>
              </a:xfrm>
            </p:grpSpPr>
            <p:sp>
              <p:nvSpPr>
                <p:cNvPr id="13" name="椭圆 12"/>
                <p:cNvSpPr>
                  <a:spLocks noChangeAspect="1"/>
                </p:cNvSpPr>
                <p:nvPr/>
              </p:nvSpPr>
              <p:spPr>
                <a:xfrm>
                  <a:off x="4559293" y="3862455"/>
                  <a:ext cx="180000" cy="180000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21" name="组合 20"/>
                <p:cNvGrpSpPr/>
                <p:nvPr/>
              </p:nvGrpSpPr>
              <p:grpSpPr>
                <a:xfrm rot="16200000">
                  <a:off x="4290758" y="2947091"/>
                  <a:ext cx="717071" cy="717071"/>
                  <a:chOff x="5756383" y="3054536"/>
                  <a:chExt cx="717071" cy="717071"/>
                </a:xfrm>
              </p:grpSpPr>
              <p:sp>
                <p:nvSpPr>
                  <p:cNvPr id="22" name="泪滴形 21"/>
                  <p:cNvSpPr/>
                  <p:nvPr/>
                </p:nvSpPr>
                <p:spPr>
                  <a:xfrm rot="18900000" flipH="1">
                    <a:off x="5756383" y="3054536"/>
                    <a:ext cx="717071" cy="717071"/>
                  </a:xfrm>
                  <a:prstGeom prst="teardrop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/>
                  </a:p>
                </p:txBody>
              </p:sp>
              <p:sp>
                <p:nvSpPr>
                  <p:cNvPr id="23" name="椭圆 22"/>
                  <p:cNvSpPr/>
                  <p:nvPr/>
                </p:nvSpPr>
                <p:spPr>
                  <a:xfrm flipH="1">
                    <a:off x="5866587" y="3159713"/>
                    <a:ext cx="496662" cy="49666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rmAutofit fontScale="70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914400">
                      <a:lnSpc>
                        <a:spcPct val="140000"/>
                      </a:lnSpc>
                      <a:spcAft>
                        <a:spcPts val="600"/>
                      </a:spcAft>
                    </a:pPr>
                    <a:endParaRPr lang="zh-CN" altLang="en-US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4" name="任意多边形 132"/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6004588" y="3308737"/>
                    <a:ext cx="220661" cy="198613"/>
                  </a:xfrm>
                  <a:custGeom>
                    <a:avLst/>
                    <a:gdLst>
                      <a:gd name="T0" fmla="*/ 56 w 12800"/>
                      <a:gd name="T1" fmla="*/ 0 h 11520"/>
                      <a:gd name="T2" fmla="*/ 0 w 12800"/>
                      <a:gd name="T3" fmla="*/ 11464 h 11520"/>
                      <a:gd name="T4" fmla="*/ 2337 w 12800"/>
                      <a:gd name="T5" fmla="*/ 11520 h 11520"/>
                      <a:gd name="T6" fmla="*/ 4424 w 12800"/>
                      <a:gd name="T7" fmla="*/ 9322 h 11520"/>
                      <a:gd name="T8" fmla="*/ 6706 w 12800"/>
                      <a:gd name="T9" fmla="*/ 11520 h 11520"/>
                      <a:gd name="T10" fmla="*/ 6762 w 12800"/>
                      <a:gd name="T11" fmla="*/ 83 h 11520"/>
                      <a:gd name="T12" fmla="*/ 2894 w 12800"/>
                      <a:gd name="T13" fmla="*/ 7652 h 11520"/>
                      <a:gd name="T14" fmla="*/ 1280 w 12800"/>
                      <a:gd name="T15" fmla="*/ 6066 h 11520"/>
                      <a:gd name="T16" fmla="*/ 2894 w 12800"/>
                      <a:gd name="T17" fmla="*/ 7652 h 11520"/>
                      <a:gd name="T18" fmla="*/ 1280 w 12800"/>
                      <a:gd name="T19" fmla="*/ 5287 h 11520"/>
                      <a:gd name="T20" fmla="*/ 2894 w 12800"/>
                      <a:gd name="T21" fmla="*/ 3701 h 11520"/>
                      <a:gd name="T22" fmla="*/ 2894 w 12800"/>
                      <a:gd name="T23" fmla="*/ 2922 h 11520"/>
                      <a:gd name="T24" fmla="*/ 1280 w 12800"/>
                      <a:gd name="T25" fmla="*/ 1336 h 11520"/>
                      <a:gd name="T26" fmla="*/ 2894 w 12800"/>
                      <a:gd name="T27" fmla="*/ 2922 h 11520"/>
                      <a:gd name="T28" fmla="*/ 3840 w 12800"/>
                      <a:gd name="T29" fmla="*/ 7652 h 11520"/>
                      <a:gd name="T30" fmla="*/ 5454 w 12800"/>
                      <a:gd name="T31" fmla="*/ 6066 h 11520"/>
                      <a:gd name="T32" fmla="*/ 5454 w 12800"/>
                      <a:gd name="T33" fmla="*/ 5287 h 11520"/>
                      <a:gd name="T34" fmla="*/ 3840 w 12800"/>
                      <a:gd name="T35" fmla="*/ 3701 h 11520"/>
                      <a:gd name="T36" fmla="*/ 5454 w 12800"/>
                      <a:gd name="T37" fmla="*/ 5287 h 11520"/>
                      <a:gd name="T38" fmla="*/ 3840 w 12800"/>
                      <a:gd name="T39" fmla="*/ 2922 h 11520"/>
                      <a:gd name="T40" fmla="*/ 5454 w 12800"/>
                      <a:gd name="T41" fmla="*/ 1336 h 11520"/>
                      <a:gd name="T42" fmla="*/ 12466 w 12800"/>
                      <a:gd name="T43" fmla="*/ 3701 h 11520"/>
                      <a:gd name="T44" fmla="*/ 7763 w 12800"/>
                      <a:gd name="T45" fmla="*/ 4035 h 11520"/>
                      <a:gd name="T46" fmla="*/ 7791 w 12800"/>
                      <a:gd name="T47" fmla="*/ 11492 h 11520"/>
                      <a:gd name="T48" fmla="*/ 9544 w 12800"/>
                      <a:gd name="T49" fmla="*/ 10045 h 11520"/>
                      <a:gd name="T50" fmla="*/ 11019 w 12800"/>
                      <a:gd name="T51" fmla="*/ 11492 h 11520"/>
                      <a:gd name="T52" fmla="*/ 12772 w 12800"/>
                      <a:gd name="T53" fmla="*/ 11464 h 11520"/>
                      <a:gd name="T54" fmla="*/ 12466 w 12800"/>
                      <a:gd name="T55" fmla="*/ 3701 h 11520"/>
                      <a:gd name="T56" fmla="*/ 8403 w 12800"/>
                      <a:gd name="T57" fmla="*/ 8821 h 11520"/>
                      <a:gd name="T58" fmla="*/ 12104 w 12800"/>
                      <a:gd name="T59" fmla="*/ 8042 h 11520"/>
                      <a:gd name="T60" fmla="*/ 12104 w 12800"/>
                      <a:gd name="T61" fmla="*/ 7263 h 11520"/>
                      <a:gd name="T62" fmla="*/ 8403 w 12800"/>
                      <a:gd name="T63" fmla="*/ 6483 h 11520"/>
                      <a:gd name="T64" fmla="*/ 12104 w 12800"/>
                      <a:gd name="T65" fmla="*/ 7263 h 11520"/>
                      <a:gd name="T66" fmla="*/ 8403 w 12800"/>
                      <a:gd name="T67" fmla="*/ 5677 h 11520"/>
                      <a:gd name="T68" fmla="*/ 12104 w 12800"/>
                      <a:gd name="T69" fmla="*/ 4897 h 11520"/>
                      <a:gd name="T70" fmla="*/ 12104 w 12800"/>
                      <a:gd name="T71" fmla="*/ 5677 h 115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12800" h="11520">
                        <a:moveTo>
                          <a:pt x="6706" y="0"/>
                        </a:moveTo>
                        <a:lnTo>
                          <a:pt x="56" y="0"/>
                        </a:lnTo>
                        <a:cubicBezTo>
                          <a:pt x="28" y="0"/>
                          <a:pt x="0" y="28"/>
                          <a:pt x="0" y="83"/>
                        </a:cubicBezTo>
                        <a:lnTo>
                          <a:pt x="0" y="11464"/>
                        </a:lnTo>
                        <a:cubicBezTo>
                          <a:pt x="0" y="11492"/>
                          <a:pt x="28" y="11520"/>
                          <a:pt x="56" y="11520"/>
                        </a:cubicBezTo>
                        <a:lnTo>
                          <a:pt x="2337" y="11520"/>
                        </a:lnTo>
                        <a:lnTo>
                          <a:pt x="2337" y="9322"/>
                        </a:lnTo>
                        <a:lnTo>
                          <a:pt x="4424" y="9322"/>
                        </a:lnTo>
                        <a:lnTo>
                          <a:pt x="4424" y="11520"/>
                        </a:lnTo>
                        <a:lnTo>
                          <a:pt x="6706" y="11520"/>
                        </a:lnTo>
                        <a:cubicBezTo>
                          <a:pt x="6734" y="11520"/>
                          <a:pt x="6762" y="11492"/>
                          <a:pt x="6762" y="11464"/>
                        </a:cubicBezTo>
                        <a:lnTo>
                          <a:pt x="6762" y="83"/>
                        </a:lnTo>
                        <a:cubicBezTo>
                          <a:pt x="6762" y="28"/>
                          <a:pt x="6734" y="0"/>
                          <a:pt x="6706" y="0"/>
                        </a:cubicBezTo>
                        <a:close/>
                        <a:moveTo>
                          <a:pt x="2894" y="7652"/>
                        </a:moveTo>
                        <a:lnTo>
                          <a:pt x="1280" y="7652"/>
                        </a:lnTo>
                        <a:lnTo>
                          <a:pt x="1280" y="6066"/>
                        </a:lnTo>
                        <a:lnTo>
                          <a:pt x="2894" y="6066"/>
                        </a:lnTo>
                        <a:lnTo>
                          <a:pt x="2894" y="7652"/>
                        </a:lnTo>
                        <a:close/>
                        <a:moveTo>
                          <a:pt x="2894" y="5287"/>
                        </a:moveTo>
                        <a:lnTo>
                          <a:pt x="1280" y="5287"/>
                        </a:lnTo>
                        <a:lnTo>
                          <a:pt x="1280" y="3701"/>
                        </a:lnTo>
                        <a:lnTo>
                          <a:pt x="2894" y="3701"/>
                        </a:lnTo>
                        <a:lnTo>
                          <a:pt x="2894" y="5287"/>
                        </a:lnTo>
                        <a:close/>
                        <a:moveTo>
                          <a:pt x="2894" y="2922"/>
                        </a:moveTo>
                        <a:lnTo>
                          <a:pt x="1280" y="2922"/>
                        </a:lnTo>
                        <a:lnTo>
                          <a:pt x="1280" y="1336"/>
                        </a:lnTo>
                        <a:lnTo>
                          <a:pt x="2894" y="1336"/>
                        </a:lnTo>
                        <a:lnTo>
                          <a:pt x="2894" y="2922"/>
                        </a:lnTo>
                        <a:close/>
                        <a:moveTo>
                          <a:pt x="5454" y="7652"/>
                        </a:moveTo>
                        <a:lnTo>
                          <a:pt x="3840" y="7652"/>
                        </a:lnTo>
                        <a:lnTo>
                          <a:pt x="3840" y="6066"/>
                        </a:lnTo>
                        <a:lnTo>
                          <a:pt x="5454" y="6066"/>
                        </a:lnTo>
                        <a:lnTo>
                          <a:pt x="5454" y="7652"/>
                        </a:lnTo>
                        <a:close/>
                        <a:moveTo>
                          <a:pt x="5454" y="5287"/>
                        </a:moveTo>
                        <a:lnTo>
                          <a:pt x="3840" y="5287"/>
                        </a:lnTo>
                        <a:lnTo>
                          <a:pt x="3840" y="3701"/>
                        </a:lnTo>
                        <a:lnTo>
                          <a:pt x="5454" y="3701"/>
                        </a:lnTo>
                        <a:lnTo>
                          <a:pt x="5454" y="5287"/>
                        </a:lnTo>
                        <a:close/>
                        <a:moveTo>
                          <a:pt x="5454" y="2922"/>
                        </a:moveTo>
                        <a:lnTo>
                          <a:pt x="3840" y="2922"/>
                        </a:lnTo>
                        <a:lnTo>
                          <a:pt x="3840" y="1336"/>
                        </a:lnTo>
                        <a:lnTo>
                          <a:pt x="5454" y="1336"/>
                        </a:lnTo>
                        <a:lnTo>
                          <a:pt x="5454" y="2922"/>
                        </a:lnTo>
                        <a:close/>
                        <a:moveTo>
                          <a:pt x="12466" y="3701"/>
                        </a:moveTo>
                        <a:lnTo>
                          <a:pt x="8097" y="3701"/>
                        </a:lnTo>
                        <a:cubicBezTo>
                          <a:pt x="7903" y="3701"/>
                          <a:pt x="7763" y="3840"/>
                          <a:pt x="7763" y="4035"/>
                        </a:cubicBezTo>
                        <a:lnTo>
                          <a:pt x="7763" y="11464"/>
                        </a:lnTo>
                        <a:cubicBezTo>
                          <a:pt x="7763" y="11492"/>
                          <a:pt x="7791" y="11492"/>
                          <a:pt x="7791" y="11492"/>
                        </a:cubicBezTo>
                        <a:lnTo>
                          <a:pt x="9544" y="11492"/>
                        </a:lnTo>
                        <a:lnTo>
                          <a:pt x="9544" y="10045"/>
                        </a:lnTo>
                        <a:lnTo>
                          <a:pt x="11019" y="10045"/>
                        </a:lnTo>
                        <a:lnTo>
                          <a:pt x="11019" y="11492"/>
                        </a:lnTo>
                        <a:lnTo>
                          <a:pt x="12744" y="11492"/>
                        </a:lnTo>
                        <a:cubicBezTo>
                          <a:pt x="12772" y="11492"/>
                          <a:pt x="12772" y="11464"/>
                          <a:pt x="12772" y="11464"/>
                        </a:cubicBezTo>
                        <a:lnTo>
                          <a:pt x="12772" y="4035"/>
                        </a:lnTo>
                        <a:cubicBezTo>
                          <a:pt x="12800" y="3868"/>
                          <a:pt x="12633" y="3701"/>
                          <a:pt x="12466" y="3701"/>
                        </a:cubicBezTo>
                        <a:close/>
                        <a:moveTo>
                          <a:pt x="12104" y="8821"/>
                        </a:moveTo>
                        <a:lnTo>
                          <a:pt x="8403" y="8821"/>
                        </a:lnTo>
                        <a:lnTo>
                          <a:pt x="8403" y="8042"/>
                        </a:lnTo>
                        <a:lnTo>
                          <a:pt x="12104" y="8042"/>
                        </a:lnTo>
                        <a:lnTo>
                          <a:pt x="12104" y="8821"/>
                        </a:lnTo>
                        <a:close/>
                        <a:moveTo>
                          <a:pt x="12104" y="7263"/>
                        </a:moveTo>
                        <a:lnTo>
                          <a:pt x="8403" y="7263"/>
                        </a:lnTo>
                        <a:lnTo>
                          <a:pt x="8403" y="6483"/>
                        </a:lnTo>
                        <a:lnTo>
                          <a:pt x="12104" y="6483"/>
                        </a:lnTo>
                        <a:lnTo>
                          <a:pt x="12104" y="7263"/>
                        </a:lnTo>
                        <a:close/>
                        <a:moveTo>
                          <a:pt x="12104" y="5677"/>
                        </a:moveTo>
                        <a:lnTo>
                          <a:pt x="8403" y="5677"/>
                        </a:lnTo>
                        <a:lnTo>
                          <a:pt x="8403" y="4897"/>
                        </a:lnTo>
                        <a:lnTo>
                          <a:pt x="12104" y="4897"/>
                        </a:lnTo>
                        <a:lnTo>
                          <a:pt x="12104" y="5677"/>
                        </a:lnTo>
                        <a:close/>
                        <a:moveTo>
                          <a:pt x="12104" y="5677"/>
                        </a:move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 dirty="0"/>
                  </a:p>
                </p:txBody>
              </p:sp>
            </p:grpSp>
          </p:grpSp>
          <p:sp>
            <p:nvSpPr>
              <p:cNvPr id="33" name="文本框 32"/>
              <p:cNvSpPr txBox="1"/>
              <p:nvPr/>
            </p:nvSpPr>
            <p:spPr>
              <a:xfrm>
                <a:off x="660400" y="1670321"/>
                <a:ext cx="10858500" cy="813749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L="172720" marR="0" lvl="0" indent="-172720" fontAlgn="auto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Pct val="25000"/>
                  <a:buFont typeface="Wingdings" panose="05000000000000000000" pitchFamily="2" charset="2"/>
                  <a:buChar char="l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Theme  color makes PPT more convenient to </a:t>
                </a:r>
                <a:r>
                  <a:rPr lang="en-US" altLang="zh-CN" sz="1200" dirty="0" err="1">
                    <a:latin typeface="Arial" panose="020B0604020202020204" pitchFamily="34" charset="0"/>
                    <a:ea typeface="微软雅黑" panose="020B0503020204020204" charset="-122"/>
                  </a:rPr>
                  <a:t>change.Adjust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 the spacing to adapt to Chinese typesetting, use the reference line in PPT . Copy paste  fonts. Choose the only option to retain text. 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marL="172720" marR="0" lvl="0" indent="-172720" fontAlgn="auto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Pct val="25000"/>
                  <a:buFont typeface="Wingdings" panose="05000000000000000000" pitchFamily="2" charset="2"/>
                  <a:buChar char="l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Copy paste  fonts. Choose the only option to retain text. 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660400" y="4172575"/>
                <a:ext cx="3187958" cy="32707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400" b="1" dirty="0"/>
                  <a:t>Text Here-14pt</a:t>
                </a:r>
                <a:endParaRPr lang="zh-CN" altLang="en-US" sz="1400" b="1" dirty="0"/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660400" y="4653345"/>
                <a:ext cx="3187958" cy="126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180000" tIns="72000" rIns="180000" bIns="720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71755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SzPct val="25000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Copy paste fonts. Choose the only option to retain text.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marL="71755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200" dirty="0"/>
                  <a:t>.……-12pt</a:t>
                </a:r>
                <a:endParaRPr lang="en-US" altLang="zh-CN" sz="1200" dirty="0"/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4495671" y="4172575"/>
                <a:ext cx="3187958" cy="32707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400" b="1" dirty="0"/>
                  <a:t>Text Here-14pt</a:t>
                </a:r>
                <a:endParaRPr lang="zh-CN" altLang="en-US" sz="1400" b="1" dirty="0"/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4495671" y="4653345"/>
                <a:ext cx="3187958" cy="126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180000" tIns="72000" rIns="180000" bIns="72000" anchor="t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SzPct val="25000"/>
                  <a:defRPr sz="1200"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71755"/>
                <a:r>
                  <a:rPr lang="en-US" altLang="zh-CN" dirty="0"/>
                  <a:t>Copy paste fonts. Choose the only option to retain text.</a:t>
                </a:r>
                <a:endParaRPr lang="en-US" altLang="zh-CN" dirty="0"/>
              </a:p>
              <a:p>
                <a:pPr marL="71755"/>
                <a:r>
                  <a:rPr lang="en-US" altLang="zh-CN" dirty="0"/>
                  <a:t>.……-12pt</a:t>
                </a:r>
                <a:endParaRPr lang="en-US" altLang="zh-CN" dirty="0"/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8330942" y="4172575"/>
                <a:ext cx="3187958" cy="32707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400" b="1" dirty="0"/>
                  <a:t>Text Here-14pt</a:t>
                </a:r>
                <a:endParaRPr lang="zh-CN" altLang="en-US" sz="1400" b="1" dirty="0"/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8330942" y="4653345"/>
                <a:ext cx="3187958" cy="126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180000" tIns="72000" rIns="180000" bIns="72000" anchor="t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SzPct val="25000"/>
                  <a:defRPr sz="1200"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71755"/>
                <a:r>
                  <a:rPr lang="en-US" altLang="zh-CN" dirty="0"/>
                  <a:t>Copy paste fonts. Choose the only option to retain text.</a:t>
                </a:r>
                <a:endParaRPr lang="en-US" altLang="zh-CN" dirty="0"/>
              </a:p>
              <a:p>
                <a:pPr marL="71755"/>
                <a:r>
                  <a:rPr lang="en-US" altLang="zh-CN" dirty="0"/>
                  <a:t>.……-12pt</a:t>
                </a:r>
                <a:endParaRPr lang="en-US" altLang="zh-CN" dirty="0"/>
              </a:p>
            </p:txBody>
          </p:sp>
          <p:grpSp>
            <p:nvGrpSpPr>
              <p:cNvPr id="7" name="组合 6"/>
              <p:cNvGrpSpPr/>
              <p:nvPr/>
            </p:nvGrpSpPr>
            <p:grpSpPr>
              <a:xfrm>
                <a:off x="9566386" y="2947091"/>
                <a:ext cx="717071" cy="1095364"/>
                <a:chOff x="7171470" y="2947091"/>
                <a:chExt cx="717071" cy="1095364"/>
              </a:xfrm>
            </p:grpSpPr>
            <p:grpSp>
              <p:nvGrpSpPr>
                <p:cNvPr id="29" name="组合 28"/>
                <p:cNvGrpSpPr/>
                <p:nvPr/>
              </p:nvGrpSpPr>
              <p:grpSpPr>
                <a:xfrm rot="16200000">
                  <a:off x="7171470" y="2947091"/>
                  <a:ext cx="717071" cy="717071"/>
                  <a:chOff x="5756383" y="3054536"/>
                  <a:chExt cx="717071" cy="717071"/>
                </a:xfrm>
              </p:grpSpPr>
              <p:sp>
                <p:nvSpPr>
                  <p:cNvPr id="30" name="泪滴形 29"/>
                  <p:cNvSpPr/>
                  <p:nvPr/>
                </p:nvSpPr>
                <p:spPr>
                  <a:xfrm rot="18900000" flipH="1">
                    <a:off x="5756383" y="3054536"/>
                    <a:ext cx="717071" cy="717071"/>
                  </a:xfrm>
                  <a:prstGeom prst="teardrop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 dirty="0"/>
                  </a:p>
                </p:txBody>
              </p:sp>
              <p:sp>
                <p:nvSpPr>
                  <p:cNvPr id="31" name="椭圆 30"/>
                  <p:cNvSpPr/>
                  <p:nvPr/>
                </p:nvSpPr>
                <p:spPr>
                  <a:xfrm flipH="1">
                    <a:off x="5866587" y="3159713"/>
                    <a:ext cx="496662" cy="49666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rmAutofit fontScale="70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914400">
                      <a:lnSpc>
                        <a:spcPct val="140000"/>
                      </a:lnSpc>
                      <a:spcAft>
                        <a:spcPts val="600"/>
                      </a:spcAft>
                    </a:pPr>
                    <a:endParaRPr lang="zh-CN" altLang="en-US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2" name="任意多边形 132"/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6004588" y="3297867"/>
                    <a:ext cx="220660" cy="220353"/>
                  </a:xfrm>
                  <a:custGeom>
                    <a:avLst/>
                    <a:gdLst>
                      <a:gd name="connsiteX0" fmla="*/ 199404 w 608416"/>
                      <a:gd name="connsiteY0" fmla="*/ 274640 h 607568"/>
                      <a:gd name="connsiteX1" fmla="*/ 409013 w 608416"/>
                      <a:gd name="connsiteY1" fmla="*/ 274640 h 607568"/>
                      <a:gd name="connsiteX2" fmla="*/ 426992 w 608416"/>
                      <a:gd name="connsiteY2" fmla="*/ 292590 h 607568"/>
                      <a:gd name="connsiteX3" fmla="*/ 409013 w 608416"/>
                      <a:gd name="connsiteY3" fmla="*/ 310541 h 607568"/>
                      <a:gd name="connsiteX4" fmla="*/ 322188 w 608416"/>
                      <a:gd name="connsiteY4" fmla="*/ 310541 h 607568"/>
                      <a:gd name="connsiteX5" fmla="*/ 322188 w 608416"/>
                      <a:gd name="connsiteY5" fmla="*/ 589617 h 607568"/>
                      <a:gd name="connsiteX6" fmla="*/ 304208 w 608416"/>
                      <a:gd name="connsiteY6" fmla="*/ 607568 h 607568"/>
                      <a:gd name="connsiteX7" fmla="*/ 286229 w 608416"/>
                      <a:gd name="connsiteY7" fmla="*/ 589617 h 607568"/>
                      <a:gd name="connsiteX8" fmla="*/ 286229 w 608416"/>
                      <a:gd name="connsiteY8" fmla="*/ 310541 h 607568"/>
                      <a:gd name="connsiteX9" fmla="*/ 199404 w 608416"/>
                      <a:gd name="connsiteY9" fmla="*/ 310541 h 607568"/>
                      <a:gd name="connsiteX10" fmla="*/ 181424 w 608416"/>
                      <a:gd name="connsiteY10" fmla="*/ 292590 h 607568"/>
                      <a:gd name="connsiteX11" fmla="*/ 199404 w 608416"/>
                      <a:gd name="connsiteY11" fmla="*/ 274640 h 607568"/>
                      <a:gd name="connsiteX12" fmla="*/ 538360 w 608416"/>
                      <a:gd name="connsiteY12" fmla="*/ 210638 h 607568"/>
                      <a:gd name="connsiteX13" fmla="*/ 601500 w 608416"/>
                      <a:gd name="connsiteY13" fmla="*/ 273691 h 607568"/>
                      <a:gd name="connsiteX14" fmla="*/ 601500 w 608416"/>
                      <a:gd name="connsiteY14" fmla="*/ 418820 h 607568"/>
                      <a:gd name="connsiteX15" fmla="*/ 541125 w 608416"/>
                      <a:gd name="connsiteY15" fmla="*/ 479112 h 607568"/>
                      <a:gd name="connsiteX16" fmla="*/ 462315 w 608416"/>
                      <a:gd name="connsiteY16" fmla="*/ 479112 h 607568"/>
                      <a:gd name="connsiteX17" fmla="*/ 462315 w 608416"/>
                      <a:gd name="connsiteY17" fmla="*/ 586348 h 607568"/>
                      <a:gd name="connsiteX18" fmla="*/ 447566 w 608416"/>
                      <a:gd name="connsiteY18" fmla="*/ 601076 h 607568"/>
                      <a:gd name="connsiteX19" fmla="*/ 377666 w 608416"/>
                      <a:gd name="connsiteY19" fmla="*/ 601076 h 607568"/>
                      <a:gd name="connsiteX20" fmla="*/ 362918 w 608416"/>
                      <a:gd name="connsiteY20" fmla="*/ 586348 h 607568"/>
                      <a:gd name="connsiteX21" fmla="*/ 362918 w 608416"/>
                      <a:gd name="connsiteY21" fmla="*/ 431707 h 607568"/>
                      <a:gd name="connsiteX22" fmla="*/ 413922 w 608416"/>
                      <a:gd name="connsiteY22" fmla="*/ 380774 h 607568"/>
                      <a:gd name="connsiteX23" fmla="*/ 475373 w 608416"/>
                      <a:gd name="connsiteY23" fmla="*/ 380774 h 607568"/>
                      <a:gd name="connsiteX24" fmla="*/ 475373 w 608416"/>
                      <a:gd name="connsiteY24" fmla="*/ 273691 h 607568"/>
                      <a:gd name="connsiteX25" fmla="*/ 538360 w 608416"/>
                      <a:gd name="connsiteY25" fmla="*/ 210638 h 607568"/>
                      <a:gd name="connsiteX26" fmla="*/ 70055 w 608416"/>
                      <a:gd name="connsiteY26" fmla="*/ 210638 h 607568"/>
                      <a:gd name="connsiteX27" fmla="*/ 133042 w 608416"/>
                      <a:gd name="connsiteY27" fmla="*/ 273691 h 607568"/>
                      <a:gd name="connsiteX28" fmla="*/ 133042 w 608416"/>
                      <a:gd name="connsiteY28" fmla="*/ 380774 h 607568"/>
                      <a:gd name="connsiteX29" fmla="*/ 194493 w 608416"/>
                      <a:gd name="connsiteY29" fmla="*/ 380774 h 607568"/>
                      <a:gd name="connsiteX30" fmla="*/ 245497 w 608416"/>
                      <a:gd name="connsiteY30" fmla="*/ 431707 h 607568"/>
                      <a:gd name="connsiteX31" fmla="*/ 245497 w 608416"/>
                      <a:gd name="connsiteY31" fmla="*/ 586348 h 607568"/>
                      <a:gd name="connsiteX32" fmla="*/ 230749 w 608416"/>
                      <a:gd name="connsiteY32" fmla="*/ 601076 h 607568"/>
                      <a:gd name="connsiteX33" fmla="*/ 160849 w 608416"/>
                      <a:gd name="connsiteY33" fmla="*/ 601076 h 607568"/>
                      <a:gd name="connsiteX34" fmla="*/ 146100 w 608416"/>
                      <a:gd name="connsiteY34" fmla="*/ 586348 h 607568"/>
                      <a:gd name="connsiteX35" fmla="*/ 146100 w 608416"/>
                      <a:gd name="connsiteY35" fmla="*/ 479112 h 607568"/>
                      <a:gd name="connsiteX36" fmla="*/ 67290 w 608416"/>
                      <a:gd name="connsiteY36" fmla="*/ 479112 h 607568"/>
                      <a:gd name="connsiteX37" fmla="*/ 6915 w 608416"/>
                      <a:gd name="connsiteY37" fmla="*/ 418820 h 607568"/>
                      <a:gd name="connsiteX38" fmla="*/ 6915 w 608416"/>
                      <a:gd name="connsiteY38" fmla="*/ 273691 h 607568"/>
                      <a:gd name="connsiteX39" fmla="*/ 70055 w 608416"/>
                      <a:gd name="connsiteY39" fmla="*/ 210638 h 607568"/>
                      <a:gd name="connsiteX40" fmla="*/ 349065 w 608416"/>
                      <a:gd name="connsiteY40" fmla="*/ 71077 h 607568"/>
                      <a:gd name="connsiteX41" fmla="*/ 336314 w 608416"/>
                      <a:gd name="connsiteY41" fmla="*/ 76255 h 607568"/>
                      <a:gd name="connsiteX42" fmla="*/ 289307 w 608416"/>
                      <a:gd name="connsiteY42" fmla="*/ 123358 h 607568"/>
                      <a:gd name="connsiteX43" fmla="*/ 272101 w 608416"/>
                      <a:gd name="connsiteY43" fmla="*/ 106174 h 607568"/>
                      <a:gd name="connsiteX44" fmla="*/ 246600 w 608416"/>
                      <a:gd name="connsiteY44" fmla="*/ 106174 h 607568"/>
                      <a:gd name="connsiteX45" fmla="*/ 246600 w 608416"/>
                      <a:gd name="connsiteY45" fmla="*/ 131490 h 607568"/>
                      <a:gd name="connsiteX46" fmla="*/ 276556 w 608416"/>
                      <a:gd name="connsiteY46" fmla="*/ 161409 h 607568"/>
                      <a:gd name="connsiteX47" fmla="*/ 289307 w 608416"/>
                      <a:gd name="connsiteY47" fmla="*/ 166626 h 607568"/>
                      <a:gd name="connsiteX48" fmla="*/ 301903 w 608416"/>
                      <a:gd name="connsiteY48" fmla="*/ 161409 h 607568"/>
                      <a:gd name="connsiteX49" fmla="*/ 361816 w 608416"/>
                      <a:gd name="connsiteY49" fmla="*/ 101724 h 607568"/>
                      <a:gd name="connsiteX50" fmla="*/ 361816 w 608416"/>
                      <a:gd name="connsiteY50" fmla="*/ 76255 h 607568"/>
                      <a:gd name="connsiteX51" fmla="*/ 349065 w 608416"/>
                      <a:gd name="connsiteY51" fmla="*/ 71077 h 607568"/>
                      <a:gd name="connsiteX52" fmla="*/ 538450 w 608416"/>
                      <a:gd name="connsiteY52" fmla="*/ 33730 h 607568"/>
                      <a:gd name="connsiteX53" fmla="*/ 608416 w 608416"/>
                      <a:gd name="connsiteY53" fmla="*/ 103696 h 607568"/>
                      <a:gd name="connsiteX54" fmla="*/ 538450 w 608416"/>
                      <a:gd name="connsiteY54" fmla="*/ 173662 h 607568"/>
                      <a:gd name="connsiteX55" fmla="*/ 468484 w 608416"/>
                      <a:gd name="connsiteY55" fmla="*/ 103696 h 607568"/>
                      <a:gd name="connsiteX56" fmla="*/ 538450 w 608416"/>
                      <a:gd name="connsiteY56" fmla="*/ 33730 h 607568"/>
                      <a:gd name="connsiteX57" fmla="*/ 70001 w 608416"/>
                      <a:gd name="connsiteY57" fmla="*/ 33730 h 607568"/>
                      <a:gd name="connsiteX58" fmla="*/ 140002 w 608416"/>
                      <a:gd name="connsiteY58" fmla="*/ 103696 h 607568"/>
                      <a:gd name="connsiteX59" fmla="*/ 70001 w 608416"/>
                      <a:gd name="connsiteY59" fmla="*/ 173662 h 607568"/>
                      <a:gd name="connsiteX60" fmla="*/ 0 w 608416"/>
                      <a:gd name="connsiteY60" fmla="*/ 103696 h 607568"/>
                      <a:gd name="connsiteX61" fmla="*/ 70001 w 608416"/>
                      <a:gd name="connsiteY61" fmla="*/ 33730 h 607568"/>
                      <a:gd name="connsiteX62" fmla="*/ 304208 w 608416"/>
                      <a:gd name="connsiteY62" fmla="*/ 0 h 607568"/>
                      <a:gd name="connsiteX63" fmla="*/ 423110 w 608416"/>
                      <a:gd name="connsiteY63" fmla="*/ 118909 h 607568"/>
                      <a:gd name="connsiteX64" fmla="*/ 304208 w 608416"/>
                      <a:gd name="connsiteY64" fmla="*/ 237664 h 607568"/>
                      <a:gd name="connsiteX65" fmla="*/ 185305 w 608416"/>
                      <a:gd name="connsiteY65" fmla="*/ 118909 h 607568"/>
                      <a:gd name="connsiteX66" fmla="*/ 304208 w 608416"/>
                      <a:gd name="connsiteY66" fmla="*/ 0 h 6075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</a:cxnLst>
                    <a:rect l="l" t="t" r="r" b="b"/>
                    <a:pathLst>
                      <a:path w="608416" h="607568">
                        <a:moveTo>
                          <a:pt x="199404" y="274640"/>
                        </a:moveTo>
                        <a:lnTo>
                          <a:pt x="409013" y="274640"/>
                        </a:lnTo>
                        <a:cubicBezTo>
                          <a:pt x="418848" y="274640"/>
                          <a:pt x="426992" y="282771"/>
                          <a:pt x="426992" y="292590"/>
                        </a:cubicBezTo>
                        <a:cubicBezTo>
                          <a:pt x="426992" y="302563"/>
                          <a:pt x="418848" y="310541"/>
                          <a:pt x="409013" y="310541"/>
                        </a:cubicBezTo>
                        <a:lnTo>
                          <a:pt x="322188" y="310541"/>
                        </a:lnTo>
                        <a:lnTo>
                          <a:pt x="322188" y="589617"/>
                        </a:lnTo>
                        <a:cubicBezTo>
                          <a:pt x="322188" y="599437"/>
                          <a:pt x="314197" y="607568"/>
                          <a:pt x="304208" y="607568"/>
                        </a:cubicBezTo>
                        <a:cubicBezTo>
                          <a:pt x="294220" y="607568"/>
                          <a:pt x="286229" y="599437"/>
                          <a:pt x="286229" y="589617"/>
                        </a:cubicBezTo>
                        <a:lnTo>
                          <a:pt x="286229" y="310541"/>
                        </a:lnTo>
                        <a:lnTo>
                          <a:pt x="199404" y="310541"/>
                        </a:lnTo>
                        <a:cubicBezTo>
                          <a:pt x="189569" y="310541"/>
                          <a:pt x="181424" y="302563"/>
                          <a:pt x="181424" y="292590"/>
                        </a:cubicBezTo>
                        <a:cubicBezTo>
                          <a:pt x="181424" y="282771"/>
                          <a:pt x="189569" y="274640"/>
                          <a:pt x="199404" y="274640"/>
                        </a:cubicBezTo>
                        <a:close/>
                        <a:moveTo>
                          <a:pt x="538360" y="210638"/>
                        </a:moveTo>
                        <a:cubicBezTo>
                          <a:pt x="573233" y="210638"/>
                          <a:pt x="601500" y="238866"/>
                          <a:pt x="601500" y="273691"/>
                        </a:cubicBezTo>
                        <a:lnTo>
                          <a:pt x="601500" y="418820"/>
                        </a:lnTo>
                        <a:cubicBezTo>
                          <a:pt x="601500" y="452111"/>
                          <a:pt x="574462" y="479112"/>
                          <a:pt x="541125" y="479112"/>
                        </a:cubicBezTo>
                        <a:lnTo>
                          <a:pt x="462315" y="479112"/>
                        </a:lnTo>
                        <a:lnTo>
                          <a:pt x="462315" y="586348"/>
                        </a:lnTo>
                        <a:cubicBezTo>
                          <a:pt x="462315" y="594479"/>
                          <a:pt x="455709" y="601076"/>
                          <a:pt x="447566" y="601076"/>
                        </a:cubicBezTo>
                        <a:lnTo>
                          <a:pt x="377666" y="601076"/>
                        </a:lnTo>
                        <a:cubicBezTo>
                          <a:pt x="369524" y="601076"/>
                          <a:pt x="362918" y="594479"/>
                          <a:pt x="362918" y="586348"/>
                        </a:cubicBezTo>
                        <a:lnTo>
                          <a:pt x="362918" y="431707"/>
                        </a:lnTo>
                        <a:cubicBezTo>
                          <a:pt x="362918" y="403633"/>
                          <a:pt x="385655" y="380774"/>
                          <a:pt x="413922" y="380774"/>
                        </a:cubicBezTo>
                        <a:lnTo>
                          <a:pt x="475373" y="380774"/>
                        </a:lnTo>
                        <a:lnTo>
                          <a:pt x="475373" y="273691"/>
                        </a:lnTo>
                        <a:cubicBezTo>
                          <a:pt x="475373" y="238866"/>
                          <a:pt x="503640" y="210638"/>
                          <a:pt x="538360" y="210638"/>
                        </a:cubicBezTo>
                        <a:close/>
                        <a:moveTo>
                          <a:pt x="70055" y="210638"/>
                        </a:moveTo>
                        <a:cubicBezTo>
                          <a:pt x="104775" y="210638"/>
                          <a:pt x="133042" y="238866"/>
                          <a:pt x="133042" y="273691"/>
                        </a:cubicBezTo>
                        <a:lnTo>
                          <a:pt x="133042" y="380774"/>
                        </a:lnTo>
                        <a:lnTo>
                          <a:pt x="194493" y="380774"/>
                        </a:lnTo>
                        <a:cubicBezTo>
                          <a:pt x="222761" y="380774"/>
                          <a:pt x="245497" y="403633"/>
                          <a:pt x="245497" y="431707"/>
                        </a:cubicBezTo>
                        <a:lnTo>
                          <a:pt x="245497" y="586348"/>
                        </a:lnTo>
                        <a:cubicBezTo>
                          <a:pt x="245497" y="594479"/>
                          <a:pt x="238891" y="601076"/>
                          <a:pt x="230749" y="601076"/>
                        </a:cubicBezTo>
                        <a:lnTo>
                          <a:pt x="160849" y="601076"/>
                        </a:lnTo>
                        <a:cubicBezTo>
                          <a:pt x="152706" y="601076"/>
                          <a:pt x="146100" y="594479"/>
                          <a:pt x="146100" y="586348"/>
                        </a:cubicBezTo>
                        <a:lnTo>
                          <a:pt x="146100" y="479112"/>
                        </a:lnTo>
                        <a:lnTo>
                          <a:pt x="67290" y="479112"/>
                        </a:lnTo>
                        <a:cubicBezTo>
                          <a:pt x="33953" y="479112"/>
                          <a:pt x="6915" y="452111"/>
                          <a:pt x="6915" y="418820"/>
                        </a:cubicBezTo>
                        <a:lnTo>
                          <a:pt x="6915" y="273691"/>
                        </a:lnTo>
                        <a:cubicBezTo>
                          <a:pt x="6915" y="238866"/>
                          <a:pt x="35182" y="210638"/>
                          <a:pt x="70055" y="210638"/>
                        </a:cubicBezTo>
                        <a:close/>
                        <a:moveTo>
                          <a:pt x="349065" y="71077"/>
                        </a:moveTo>
                        <a:cubicBezTo>
                          <a:pt x="344457" y="71077"/>
                          <a:pt x="339848" y="72803"/>
                          <a:pt x="336314" y="76255"/>
                        </a:cubicBezTo>
                        <a:lnTo>
                          <a:pt x="289307" y="123358"/>
                        </a:lnTo>
                        <a:lnTo>
                          <a:pt x="272101" y="106174"/>
                        </a:lnTo>
                        <a:cubicBezTo>
                          <a:pt x="265034" y="99116"/>
                          <a:pt x="253667" y="99116"/>
                          <a:pt x="246600" y="106174"/>
                        </a:cubicBezTo>
                        <a:cubicBezTo>
                          <a:pt x="239687" y="113232"/>
                          <a:pt x="239687" y="124586"/>
                          <a:pt x="246600" y="131490"/>
                        </a:cubicBezTo>
                        <a:lnTo>
                          <a:pt x="276556" y="161409"/>
                        </a:lnTo>
                        <a:cubicBezTo>
                          <a:pt x="280089" y="164938"/>
                          <a:pt x="284698" y="166626"/>
                          <a:pt x="289307" y="166626"/>
                        </a:cubicBezTo>
                        <a:cubicBezTo>
                          <a:pt x="293915" y="166626"/>
                          <a:pt x="298524" y="164938"/>
                          <a:pt x="301903" y="161409"/>
                        </a:cubicBezTo>
                        <a:lnTo>
                          <a:pt x="361816" y="101724"/>
                        </a:lnTo>
                        <a:cubicBezTo>
                          <a:pt x="368728" y="94667"/>
                          <a:pt x="368728" y="83313"/>
                          <a:pt x="361816" y="76255"/>
                        </a:cubicBezTo>
                        <a:cubicBezTo>
                          <a:pt x="358282" y="72803"/>
                          <a:pt x="353674" y="71077"/>
                          <a:pt x="349065" y="71077"/>
                        </a:cubicBezTo>
                        <a:close/>
                        <a:moveTo>
                          <a:pt x="538450" y="33730"/>
                        </a:moveTo>
                        <a:cubicBezTo>
                          <a:pt x="577091" y="33730"/>
                          <a:pt x="608416" y="65055"/>
                          <a:pt x="608416" y="103696"/>
                        </a:cubicBezTo>
                        <a:cubicBezTo>
                          <a:pt x="608416" y="142337"/>
                          <a:pt x="577091" y="173662"/>
                          <a:pt x="538450" y="173662"/>
                        </a:cubicBezTo>
                        <a:cubicBezTo>
                          <a:pt x="499809" y="173662"/>
                          <a:pt x="468484" y="142337"/>
                          <a:pt x="468484" y="103696"/>
                        </a:cubicBezTo>
                        <a:cubicBezTo>
                          <a:pt x="468484" y="65055"/>
                          <a:pt x="499809" y="33730"/>
                          <a:pt x="538450" y="33730"/>
                        </a:cubicBezTo>
                        <a:close/>
                        <a:moveTo>
                          <a:pt x="70001" y="33730"/>
                        </a:moveTo>
                        <a:cubicBezTo>
                          <a:pt x="108661" y="33730"/>
                          <a:pt x="140002" y="65055"/>
                          <a:pt x="140002" y="103696"/>
                        </a:cubicBezTo>
                        <a:cubicBezTo>
                          <a:pt x="140002" y="142337"/>
                          <a:pt x="108661" y="173662"/>
                          <a:pt x="70001" y="173662"/>
                        </a:cubicBezTo>
                        <a:cubicBezTo>
                          <a:pt x="31341" y="173662"/>
                          <a:pt x="0" y="142337"/>
                          <a:pt x="0" y="103696"/>
                        </a:cubicBezTo>
                        <a:cubicBezTo>
                          <a:pt x="0" y="65055"/>
                          <a:pt x="31341" y="33730"/>
                          <a:pt x="70001" y="33730"/>
                        </a:cubicBezTo>
                        <a:close/>
                        <a:moveTo>
                          <a:pt x="304208" y="0"/>
                        </a:moveTo>
                        <a:cubicBezTo>
                          <a:pt x="369804" y="0"/>
                          <a:pt x="423110" y="53394"/>
                          <a:pt x="423110" y="118909"/>
                        </a:cubicBezTo>
                        <a:cubicBezTo>
                          <a:pt x="423110" y="184424"/>
                          <a:pt x="369804" y="237664"/>
                          <a:pt x="304208" y="237664"/>
                        </a:cubicBezTo>
                        <a:cubicBezTo>
                          <a:pt x="238612" y="237664"/>
                          <a:pt x="185305" y="184424"/>
                          <a:pt x="185305" y="118909"/>
                        </a:cubicBezTo>
                        <a:cubicBezTo>
                          <a:pt x="185305" y="53394"/>
                          <a:pt x="238612" y="0"/>
                          <a:pt x="304208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 dirty="0"/>
                  </a:p>
                </p:txBody>
              </p:sp>
            </p:grpSp>
            <p:sp>
              <p:nvSpPr>
                <p:cNvPr id="48" name="椭圆 47"/>
                <p:cNvSpPr>
                  <a:spLocks noChangeAspect="1"/>
                </p:cNvSpPr>
                <p:nvPr/>
              </p:nvSpPr>
              <p:spPr>
                <a:xfrm>
                  <a:off x="7440005" y="3862455"/>
                  <a:ext cx="180000" cy="180000"/>
                </a:xfrm>
                <a:prstGeom prst="ellipse">
                  <a:avLst/>
                </a:prstGeom>
                <a:solidFill>
                  <a:schemeClr val="accent5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34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76411" y="1250779"/>
            <a:ext cx="11130927" cy="5235255"/>
            <a:chOff x="76411" y="1250779"/>
            <a:chExt cx="11130927" cy="5235255"/>
          </a:xfrm>
        </p:grpSpPr>
        <p:sp>
          <p:nvSpPr>
            <p:cNvPr id="81" name="弧形 80"/>
            <p:cNvSpPr/>
            <p:nvPr/>
          </p:nvSpPr>
          <p:spPr>
            <a:xfrm>
              <a:off x="76411" y="2273727"/>
              <a:ext cx="3994645" cy="4212307"/>
            </a:xfrm>
            <a:prstGeom prst="arc">
              <a:avLst>
                <a:gd name="adj1" fmla="val 18260907"/>
                <a:gd name="adj2" fmla="val 3357172"/>
              </a:avLst>
            </a:prstGeom>
            <a:noFill/>
            <a:ln w="6350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601896" y="1250779"/>
              <a:ext cx="10605442" cy="4965134"/>
              <a:chOff x="601896" y="1250779"/>
              <a:chExt cx="10605442" cy="4965134"/>
            </a:xfrm>
          </p:grpSpPr>
          <p:grpSp>
            <p:nvGrpSpPr>
              <p:cNvPr id="116" name="组合 115"/>
              <p:cNvGrpSpPr/>
              <p:nvPr/>
            </p:nvGrpSpPr>
            <p:grpSpPr>
              <a:xfrm>
                <a:off x="5043172" y="3537515"/>
                <a:ext cx="737725" cy="737725"/>
                <a:chOff x="8488680" y="3055410"/>
                <a:chExt cx="737725" cy="737725"/>
              </a:xfrm>
            </p:grpSpPr>
            <p:sp>
              <p:nvSpPr>
                <p:cNvPr id="117" name="椭圆 116"/>
                <p:cNvSpPr/>
                <p:nvPr/>
              </p:nvSpPr>
              <p:spPr>
                <a:xfrm>
                  <a:off x="8488680" y="3055410"/>
                  <a:ext cx="737725" cy="73772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pic>
              <p:nvPicPr>
                <p:cNvPr id="118" name="图形 117"/>
                <p:cNvPicPr>
                  <a:picLocks noChangeAspect="1"/>
                </p:cNvPicPr>
                <p:nvPr/>
              </p:nvPicPr>
              <p:blipFill>
                <a:blip r:embed="rId1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 rot="3343740">
                  <a:off x="8609000" y="3127017"/>
                  <a:ext cx="487608" cy="594510"/>
                </a:xfrm>
                <a:prstGeom prst="rect">
                  <a:avLst/>
                </a:prstGeom>
              </p:spPr>
            </p:pic>
            <p:sp>
              <p:nvSpPr>
                <p:cNvPr id="119" name="椭圆 118"/>
                <p:cNvSpPr/>
                <p:nvPr/>
              </p:nvSpPr>
              <p:spPr>
                <a:xfrm rot="19543740">
                  <a:off x="8625514" y="3196982"/>
                  <a:ext cx="454580" cy="454580"/>
                </a:xfrm>
                <a:prstGeom prst="ellipse">
                  <a:avLst/>
                </a:prstGeom>
                <a:solidFill>
                  <a:schemeClr val="accent3">
                    <a:alpha val="15000"/>
                  </a:schemeClr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</p:grpSp>
          <p:sp>
            <p:nvSpPr>
              <p:cNvPr id="67" name="文本框 66"/>
              <p:cNvSpPr txBox="1"/>
              <p:nvPr/>
            </p:nvSpPr>
            <p:spPr>
              <a:xfrm>
                <a:off x="5138281" y="1324603"/>
                <a:ext cx="6069057" cy="813749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L="172720" marR="0" lvl="0" indent="-172720" fontAlgn="auto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Copy paste  fonts. </a:t>
                </a:r>
                <a:r>
                  <a:rPr lang="en-US" altLang="zh-CN" sz="12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Choose</a:t>
                </a:r>
                <a:r>
                  <a:rPr lang="zh-CN" altLang="en-US" sz="12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rPr>
                  <a:t>（重点加粗）</a:t>
                </a: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charset="-122"/>
                  </a:rPr>
                  <a:t> 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the only option to retain text. -12pt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marL="172720" marR="0" lvl="0" indent="-172720" fontAlgn="auto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Theme color makes PPT more convenient to change. Adjust the spacing to adapt to Chinese typesetting, use the reference line in PPT . 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8" name="五边形 6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669925" y="1250779"/>
                <a:ext cx="4282233" cy="962614"/>
              </a:xfrm>
              <a:prstGeom prst="homePlate">
                <a:avLst/>
              </a:prstGeom>
              <a:solidFill>
                <a:schemeClr val="accent1"/>
              </a:solidFill>
              <a:ln w="3175" algn="ctr">
                <a:solidFill>
                  <a:schemeClr val="accent1"/>
                </a:solidFill>
                <a:round/>
              </a:ln>
            </p:spPr>
            <p:txBody>
              <a:bodyPr wrap="square" lIns="1152000" tIns="45720" rIns="612000" bIns="45720" anchor="ctr">
                <a:normAutofit/>
              </a:bodyPr>
              <a:lstStyle/>
              <a:p>
                <a:pPr lvl="0" defTabSz="914400">
                  <a:defRPr/>
                </a:pPr>
                <a:r>
                  <a:rPr lang="en-US" altLang="zh-CN" sz="1400" b="1" kern="0" dirty="0">
                    <a:solidFill>
                      <a:schemeClr val="bg1"/>
                    </a:solidFill>
                  </a:rPr>
                  <a:t>Copy paste fonts. Choose the only option to retain text. -14pt</a:t>
                </a:r>
                <a:endParaRPr lang="en-US" altLang="zh-CN" sz="1400" b="1" kern="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42" name="组合 41"/>
              <p:cNvGrpSpPr/>
              <p:nvPr/>
            </p:nvGrpSpPr>
            <p:grpSpPr>
              <a:xfrm>
                <a:off x="601896" y="3049219"/>
                <a:ext cx="2956178" cy="2489002"/>
                <a:chOff x="4231438" y="2508114"/>
                <a:chExt cx="3704677" cy="3119214"/>
              </a:xfrm>
            </p:grpSpPr>
            <p:sp>
              <p:nvSpPr>
                <p:cNvPr id="8" name="任意多边形: 形状 7"/>
                <p:cNvSpPr/>
                <p:nvPr/>
              </p:nvSpPr>
              <p:spPr>
                <a:xfrm>
                  <a:off x="4972769" y="2508114"/>
                  <a:ext cx="2246463" cy="3119214"/>
                </a:xfrm>
                <a:custGeom>
                  <a:avLst/>
                  <a:gdLst>
                    <a:gd name="connsiteX0" fmla="*/ 3737432 w 3749975"/>
                    <a:gd name="connsiteY0" fmla="*/ 659437 h 5206841"/>
                    <a:gd name="connsiteX1" fmla="*/ 1874571 w 3749975"/>
                    <a:gd name="connsiteY1" fmla="*/ -256 h 5206841"/>
                    <a:gd name="connsiteX2" fmla="*/ 11747 w 3749975"/>
                    <a:gd name="connsiteY2" fmla="*/ 659437 h 5206841"/>
                    <a:gd name="connsiteX3" fmla="*/ 119716 w 3749975"/>
                    <a:gd name="connsiteY3" fmla="*/ 3598293 h 5206841"/>
                    <a:gd name="connsiteX4" fmla="*/ 1874571 w 3749975"/>
                    <a:gd name="connsiteY4" fmla="*/ 5206586 h 5206841"/>
                    <a:gd name="connsiteX5" fmla="*/ 3629426 w 3749975"/>
                    <a:gd name="connsiteY5" fmla="*/ 3598293 h 5206841"/>
                    <a:gd name="connsiteX6" fmla="*/ 3737432 w 3749975"/>
                    <a:gd name="connsiteY6" fmla="*/ 659437 h 52068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49975" h="5206841">
                      <a:moveTo>
                        <a:pt x="3737432" y="659437"/>
                      </a:moveTo>
                      <a:cubicBezTo>
                        <a:pt x="2777213" y="728851"/>
                        <a:pt x="1874571" y="-256"/>
                        <a:pt x="1874571" y="-256"/>
                      </a:cubicBezTo>
                      <a:cubicBezTo>
                        <a:pt x="1874571" y="-256"/>
                        <a:pt x="972075" y="728851"/>
                        <a:pt x="11747" y="659437"/>
                      </a:cubicBezTo>
                      <a:cubicBezTo>
                        <a:pt x="11747" y="659437"/>
                        <a:pt x="-53819" y="3228059"/>
                        <a:pt x="119716" y="3598293"/>
                      </a:cubicBezTo>
                      <a:cubicBezTo>
                        <a:pt x="293252" y="3968527"/>
                        <a:pt x="1434886" y="5206586"/>
                        <a:pt x="1874571" y="5206586"/>
                      </a:cubicBezTo>
                      <a:cubicBezTo>
                        <a:pt x="2314256" y="5206586"/>
                        <a:pt x="3455854" y="3968563"/>
                        <a:pt x="3629426" y="3598293"/>
                      </a:cubicBezTo>
                      <a:cubicBezTo>
                        <a:pt x="3802998" y="3228022"/>
                        <a:pt x="3737432" y="659437"/>
                        <a:pt x="3737432" y="65943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5500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6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" name="任意多边形: 形状 8"/>
                <p:cNvSpPr/>
                <p:nvPr/>
              </p:nvSpPr>
              <p:spPr>
                <a:xfrm>
                  <a:off x="5212645" y="2841242"/>
                  <a:ext cx="1766711" cy="2453067"/>
                </a:xfrm>
                <a:custGeom>
                  <a:avLst/>
                  <a:gdLst>
                    <a:gd name="connsiteX0" fmla="*/ 2939249 w 2949134"/>
                    <a:gd name="connsiteY0" fmla="*/ 518446 h 4094856"/>
                    <a:gd name="connsiteX1" fmla="*/ 1474183 w 2949134"/>
                    <a:gd name="connsiteY1" fmla="*/ -256 h 4094856"/>
                    <a:gd name="connsiteX2" fmla="*/ 9153 w 2949134"/>
                    <a:gd name="connsiteY2" fmla="*/ 518446 h 4094856"/>
                    <a:gd name="connsiteX3" fmla="*/ 94070 w 2949134"/>
                    <a:gd name="connsiteY3" fmla="*/ 2829751 h 4094856"/>
                    <a:gd name="connsiteX4" fmla="*/ 1474183 w 2949134"/>
                    <a:gd name="connsiteY4" fmla="*/ 4094601 h 4094856"/>
                    <a:gd name="connsiteX5" fmla="*/ 2854222 w 2949134"/>
                    <a:gd name="connsiteY5" fmla="*/ 2829751 h 4094856"/>
                    <a:gd name="connsiteX6" fmla="*/ 2939249 w 2949134"/>
                    <a:gd name="connsiteY6" fmla="*/ 518446 h 4094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49134" h="4094856">
                      <a:moveTo>
                        <a:pt x="2939249" y="518446"/>
                      </a:moveTo>
                      <a:cubicBezTo>
                        <a:pt x="2183975" y="573017"/>
                        <a:pt x="1474183" y="-256"/>
                        <a:pt x="1474183" y="-256"/>
                      </a:cubicBezTo>
                      <a:cubicBezTo>
                        <a:pt x="1474183" y="-256"/>
                        <a:pt x="764427" y="573017"/>
                        <a:pt x="9153" y="518446"/>
                      </a:cubicBezTo>
                      <a:cubicBezTo>
                        <a:pt x="9153" y="518446"/>
                        <a:pt x="-42413" y="2538533"/>
                        <a:pt x="94070" y="2829751"/>
                      </a:cubicBezTo>
                      <a:cubicBezTo>
                        <a:pt x="230553" y="3120969"/>
                        <a:pt x="1128394" y="4094601"/>
                        <a:pt x="1474183" y="4094601"/>
                      </a:cubicBezTo>
                      <a:cubicBezTo>
                        <a:pt x="1819972" y="4094601"/>
                        <a:pt x="2717813" y="3120858"/>
                        <a:pt x="2854222" y="2829751"/>
                      </a:cubicBezTo>
                      <a:cubicBezTo>
                        <a:pt x="2990632" y="2538643"/>
                        <a:pt x="2939249" y="518446"/>
                        <a:pt x="2939249" y="51844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36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 rot="20242852">
                  <a:off x="4255885" y="3638142"/>
                  <a:ext cx="3680230" cy="1040847"/>
                </a:xfrm>
                <a:prstGeom prst="ellipse">
                  <a:avLst/>
                </a:prstGeom>
                <a:noFill/>
                <a:ln>
                  <a:gradFill>
                    <a:gsLst>
                      <a:gs pos="2500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48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7" name="椭圆 46"/>
                <p:cNvSpPr/>
                <p:nvPr/>
              </p:nvSpPr>
              <p:spPr>
                <a:xfrm rot="591178" flipH="1">
                  <a:off x="4231438" y="3903578"/>
                  <a:ext cx="3510068" cy="441262"/>
                </a:xfrm>
                <a:prstGeom prst="ellipse">
                  <a:avLst/>
                </a:prstGeom>
                <a:noFill/>
                <a:ln>
                  <a:gradFill>
                    <a:gsLst>
                      <a:gs pos="2500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48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任意多边形: 形状 20"/>
                <p:cNvSpPr/>
                <p:nvPr/>
              </p:nvSpPr>
              <p:spPr>
                <a:xfrm>
                  <a:off x="5787644" y="3703180"/>
                  <a:ext cx="616712" cy="1040847"/>
                </a:xfrm>
                <a:custGeom>
                  <a:avLst/>
                  <a:gdLst>
                    <a:gd name="connsiteX0" fmla="*/ 517318 w 2837019"/>
                    <a:gd name="connsiteY0" fmla="*/ 865320 h 1867502"/>
                    <a:gd name="connsiteX1" fmla="*/ 866509 w 2837019"/>
                    <a:gd name="connsiteY1" fmla="*/ 865320 h 1867502"/>
                    <a:gd name="connsiteX2" fmla="*/ 32328 w 2837019"/>
                    <a:gd name="connsiteY2" fmla="*/ 1867502 h 1867502"/>
                    <a:gd name="connsiteX3" fmla="*/ 310388 w 2837019"/>
                    <a:gd name="connsiteY3" fmla="*/ 1161813 h 1867502"/>
                    <a:gd name="connsiteX4" fmla="*/ 0 w 2837019"/>
                    <a:gd name="connsiteY4" fmla="*/ 1161813 h 1867502"/>
                    <a:gd name="connsiteX5" fmla="*/ 310388 w 2837019"/>
                    <a:gd name="connsiteY5" fmla="*/ 328666 h 1867502"/>
                    <a:gd name="connsiteX6" fmla="*/ 911775 w 2837019"/>
                    <a:gd name="connsiteY6" fmla="*/ 328666 h 1867502"/>
                    <a:gd name="connsiteX7" fmla="*/ 2826247 w 2837019"/>
                    <a:gd name="connsiteY7" fmla="*/ 5385 h 1867502"/>
                    <a:gd name="connsiteX8" fmla="*/ 2831624 w 2837019"/>
                    <a:gd name="connsiteY8" fmla="*/ 10772 h 1867502"/>
                    <a:gd name="connsiteX9" fmla="*/ 2837020 w 2837019"/>
                    <a:gd name="connsiteY9" fmla="*/ 5387 h 1867502"/>
                    <a:gd name="connsiteX10" fmla="*/ 2831624 w 2837019"/>
                    <a:gd name="connsiteY10" fmla="*/ 0 h 1867502"/>
                    <a:gd name="connsiteX11" fmla="*/ 2826247 w 2837019"/>
                    <a:gd name="connsiteY11" fmla="*/ 5385 h 1867502"/>
                    <a:gd name="connsiteX0-1" fmla="*/ 517318 w 2837020"/>
                    <a:gd name="connsiteY0-2" fmla="*/ 865469 h 1867651"/>
                    <a:gd name="connsiteX1-3" fmla="*/ 866509 w 2837020"/>
                    <a:gd name="connsiteY1-4" fmla="*/ 865469 h 1867651"/>
                    <a:gd name="connsiteX2-5" fmla="*/ 32328 w 2837020"/>
                    <a:gd name="connsiteY2-6" fmla="*/ 1867651 h 1867651"/>
                    <a:gd name="connsiteX3-7" fmla="*/ 310388 w 2837020"/>
                    <a:gd name="connsiteY3-8" fmla="*/ 1161962 h 1867651"/>
                    <a:gd name="connsiteX4-9" fmla="*/ 0 w 2837020"/>
                    <a:gd name="connsiteY4-10" fmla="*/ 1161962 h 1867651"/>
                    <a:gd name="connsiteX5-11" fmla="*/ 310388 w 2837020"/>
                    <a:gd name="connsiteY5-12" fmla="*/ 328815 h 1867651"/>
                    <a:gd name="connsiteX6-13" fmla="*/ 911775 w 2837020"/>
                    <a:gd name="connsiteY6-14" fmla="*/ 328815 h 1867651"/>
                    <a:gd name="connsiteX7-15" fmla="*/ 517318 w 2837020"/>
                    <a:gd name="connsiteY7-16" fmla="*/ 865469 h 1867651"/>
                    <a:gd name="connsiteX8-17" fmla="*/ 2831624 w 2837020"/>
                    <a:gd name="connsiteY8-18" fmla="*/ 149 h 1867651"/>
                    <a:gd name="connsiteX9-19" fmla="*/ 2831624 w 2837020"/>
                    <a:gd name="connsiteY9-20" fmla="*/ 10921 h 1867651"/>
                    <a:gd name="connsiteX10-21" fmla="*/ 2837020 w 2837020"/>
                    <a:gd name="connsiteY10-22" fmla="*/ 5536 h 1867651"/>
                    <a:gd name="connsiteX11-23" fmla="*/ 2831624 w 2837020"/>
                    <a:gd name="connsiteY11-24" fmla="*/ 149 h 1867651"/>
                    <a:gd name="connsiteX0-25" fmla="*/ 517318 w 2837020"/>
                    <a:gd name="connsiteY0-26" fmla="*/ 859933 h 1862115"/>
                    <a:gd name="connsiteX1-27" fmla="*/ 866509 w 2837020"/>
                    <a:gd name="connsiteY1-28" fmla="*/ 859933 h 1862115"/>
                    <a:gd name="connsiteX2-29" fmla="*/ 32328 w 2837020"/>
                    <a:gd name="connsiteY2-30" fmla="*/ 1862115 h 1862115"/>
                    <a:gd name="connsiteX3-31" fmla="*/ 310388 w 2837020"/>
                    <a:gd name="connsiteY3-32" fmla="*/ 1156426 h 1862115"/>
                    <a:gd name="connsiteX4-33" fmla="*/ 0 w 2837020"/>
                    <a:gd name="connsiteY4-34" fmla="*/ 1156426 h 1862115"/>
                    <a:gd name="connsiteX5-35" fmla="*/ 310388 w 2837020"/>
                    <a:gd name="connsiteY5-36" fmla="*/ 323279 h 1862115"/>
                    <a:gd name="connsiteX6-37" fmla="*/ 911775 w 2837020"/>
                    <a:gd name="connsiteY6-38" fmla="*/ 323279 h 1862115"/>
                    <a:gd name="connsiteX7-39" fmla="*/ 517318 w 2837020"/>
                    <a:gd name="connsiteY7-40" fmla="*/ 859933 h 1862115"/>
                    <a:gd name="connsiteX8-41" fmla="*/ 2837020 w 2837020"/>
                    <a:gd name="connsiteY8-42" fmla="*/ 0 h 1862115"/>
                    <a:gd name="connsiteX9-43" fmla="*/ 2831624 w 2837020"/>
                    <a:gd name="connsiteY9-44" fmla="*/ 5385 h 1862115"/>
                    <a:gd name="connsiteX10-45" fmla="*/ 2837020 w 2837020"/>
                    <a:gd name="connsiteY10-46" fmla="*/ 0 h 1862115"/>
                    <a:gd name="connsiteX0-47" fmla="*/ 517318 w 911775"/>
                    <a:gd name="connsiteY0-48" fmla="*/ 536654 h 1538836"/>
                    <a:gd name="connsiteX1-49" fmla="*/ 866509 w 911775"/>
                    <a:gd name="connsiteY1-50" fmla="*/ 536654 h 1538836"/>
                    <a:gd name="connsiteX2-51" fmla="*/ 32328 w 911775"/>
                    <a:gd name="connsiteY2-52" fmla="*/ 1538836 h 1538836"/>
                    <a:gd name="connsiteX3-53" fmla="*/ 310388 w 911775"/>
                    <a:gd name="connsiteY3-54" fmla="*/ 833147 h 1538836"/>
                    <a:gd name="connsiteX4-55" fmla="*/ 0 w 911775"/>
                    <a:gd name="connsiteY4-56" fmla="*/ 833147 h 1538836"/>
                    <a:gd name="connsiteX5-57" fmla="*/ 310388 w 911775"/>
                    <a:gd name="connsiteY5-58" fmla="*/ 0 h 1538836"/>
                    <a:gd name="connsiteX6-59" fmla="*/ 911775 w 911775"/>
                    <a:gd name="connsiteY6-60" fmla="*/ 0 h 1538836"/>
                    <a:gd name="connsiteX7-61" fmla="*/ 517318 w 911775"/>
                    <a:gd name="connsiteY7-62" fmla="*/ 536654 h 153883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</a:cxnLst>
                  <a:rect l="l" t="t" r="r" b="b"/>
                  <a:pathLst>
                    <a:path w="911775" h="1538836">
                      <a:moveTo>
                        <a:pt x="517318" y="536654"/>
                      </a:moveTo>
                      <a:lnTo>
                        <a:pt x="866509" y="536654"/>
                      </a:lnTo>
                      <a:lnTo>
                        <a:pt x="32328" y="1538836"/>
                      </a:lnTo>
                      <a:lnTo>
                        <a:pt x="310388" y="833147"/>
                      </a:lnTo>
                      <a:lnTo>
                        <a:pt x="0" y="833147"/>
                      </a:lnTo>
                      <a:lnTo>
                        <a:pt x="310388" y="0"/>
                      </a:lnTo>
                      <a:lnTo>
                        <a:pt x="911775" y="0"/>
                      </a:lnTo>
                      <a:lnTo>
                        <a:pt x="517318" y="53665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86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1" name="组合 40"/>
              <p:cNvGrpSpPr/>
              <p:nvPr/>
            </p:nvGrpSpPr>
            <p:grpSpPr>
              <a:xfrm>
                <a:off x="948366" y="5737205"/>
                <a:ext cx="2287684" cy="219693"/>
                <a:chOff x="4995547" y="5612750"/>
                <a:chExt cx="2287684" cy="219693"/>
              </a:xfrm>
            </p:grpSpPr>
            <p:sp>
              <p:nvSpPr>
                <p:cNvPr id="49" name="椭圆 48"/>
                <p:cNvSpPr/>
                <p:nvPr/>
              </p:nvSpPr>
              <p:spPr>
                <a:xfrm>
                  <a:off x="4995547" y="5612750"/>
                  <a:ext cx="2287684" cy="219693"/>
                </a:xfrm>
                <a:prstGeom prst="ellipse">
                  <a:avLst/>
                </a:prstGeom>
                <a:solidFill>
                  <a:schemeClr val="accent4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>
                  <a:off x="5493232" y="5671042"/>
                  <a:ext cx="1292315" cy="103108"/>
                </a:xfrm>
                <a:prstGeom prst="ellipse">
                  <a:avLst/>
                </a:prstGeom>
                <a:solidFill>
                  <a:schemeClr val="accent4">
                    <a:alpha val="2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52" name="直接连接符 51"/>
              <p:cNvCxnSpPr/>
              <p:nvPr/>
            </p:nvCxnSpPr>
            <p:spPr>
              <a:xfrm>
                <a:off x="4891413" y="2240593"/>
                <a:ext cx="5892739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  <a:prstDash val="dash"/>
                <a:head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图形 44"/>
              <p:cNvSpPr/>
              <p:nvPr/>
            </p:nvSpPr>
            <p:spPr>
              <a:xfrm>
                <a:off x="984662" y="1549192"/>
                <a:ext cx="354134" cy="321941"/>
              </a:xfrm>
              <a:custGeom>
                <a:avLst/>
                <a:gdLst>
                  <a:gd name="connsiteX0" fmla="*/ 317499 w 1746249"/>
                  <a:gd name="connsiteY0" fmla="*/ 1270000 h 1587500"/>
                  <a:gd name="connsiteX1" fmla="*/ 158750 w 1746249"/>
                  <a:gd name="connsiteY1" fmla="*/ 1270000 h 1587500"/>
                  <a:gd name="connsiteX2" fmla="*/ 0 w 1746249"/>
                  <a:gd name="connsiteY2" fmla="*/ 1428750 h 1587500"/>
                  <a:gd name="connsiteX3" fmla="*/ 158750 w 1746249"/>
                  <a:gd name="connsiteY3" fmla="*/ 1587501 h 1587500"/>
                  <a:gd name="connsiteX4" fmla="*/ 317499 w 1746249"/>
                  <a:gd name="connsiteY4" fmla="*/ 1587501 h 1587500"/>
                  <a:gd name="connsiteX5" fmla="*/ 476251 w 1746249"/>
                  <a:gd name="connsiteY5" fmla="*/ 1428750 h 1587500"/>
                  <a:gd name="connsiteX6" fmla="*/ 317499 w 1746249"/>
                  <a:gd name="connsiteY6" fmla="*/ 1270000 h 1587500"/>
                  <a:gd name="connsiteX7" fmla="*/ 952501 w 1746249"/>
                  <a:gd name="connsiteY7" fmla="*/ 1111251 h 1587500"/>
                  <a:gd name="connsiteX8" fmla="*/ 793749 w 1746249"/>
                  <a:gd name="connsiteY8" fmla="*/ 1111251 h 1587500"/>
                  <a:gd name="connsiteX9" fmla="*/ 635000 w 1746249"/>
                  <a:gd name="connsiteY9" fmla="*/ 1270000 h 1587500"/>
                  <a:gd name="connsiteX10" fmla="*/ 635000 w 1746249"/>
                  <a:gd name="connsiteY10" fmla="*/ 1428750 h 1587500"/>
                  <a:gd name="connsiteX11" fmla="*/ 793749 w 1746249"/>
                  <a:gd name="connsiteY11" fmla="*/ 1587501 h 1587500"/>
                  <a:gd name="connsiteX12" fmla="*/ 952501 w 1746249"/>
                  <a:gd name="connsiteY12" fmla="*/ 1587501 h 1587500"/>
                  <a:gd name="connsiteX13" fmla="*/ 1111250 w 1746249"/>
                  <a:gd name="connsiteY13" fmla="*/ 1428750 h 1587500"/>
                  <a:gd name="connsiteX14" fmla="*/ 1111250 w 1746249"/>
                  <a:gd name="connsiteY14" fmla="*/ 1270000 h 1587500"/>
                  <a:gd name="connsiteX15" fmla="*/ 952501 w 1746249"/>
                  <a:gd name="connsiteY15" fmla="*/ 1111251 h 1587500"/>
                  <a:gd name="connsiteX16" fmla="*/ 1587500 w 1746249"/>
                  <a:gd name="connsiteY16" fmla="*/ 793750 h 1587500"/>
                  <a:gd name="connsiteX17" fmla="*/ 1428751 w 1746249"/>
                  <a:gd name="connsiteY17" fmla="*/ 793750 h 1587500"/>
                  <a:gd name="connsiteX18" fmla="*/ 1269999 w 1746249"/>
                  <a:gd name="connsiteY18" fmla="*/ 952499 h 1587500"/>
                  <a:gd name="connsiteX19" fmla="*/ 1269999 w 1746249"/>
                  <a:gd name="connsiteY19" fmla="*/ 1428750 h 1587500"/>
                  <a:gd name="connsiteX20" fmla="*/ 1428751 w 1746249"/>
                  <a:gd name="connsiteY20" fmla="*/ 1587501 h 1587500"/>
                  <a:gd name="connsiteX21" fmla="*/ 1587500 w 1746249"/>
                  <a:gd name="connsiteY21" fmla="*/ 1587501 h 1587500"/>
                  <a:gd name="connsiteX22" fmla="*/ 1746249 w 1746249"/>
                  <a:gd name="connsiteY22" fmla="*/ 1428750 h 1587500"/>
                  <a:gd name="connsiteX23" fmla="*/ 1746249 w 1746249"/>
                  <a:gd name="connsiteY23" fmla="*/ 952499 h 1587500"/>
                  <a:gd name="connsiteX24" fmla="*/ 1587500 w 1746249"/>
                  <a:gd name="connsiteY24" fmla="*/ 793750 h 1587500"/>
                  <a:gd name="connsiteX25" fmla="*/ 1666876 w 1746249"/>
                  <a:gd name="connsiteY25" fmla="*/ 0 h 1587500"/>
                  <a:gd name="connsiteX26" fmla="*/ 1143001 w 1746249"/>
                  <a:gd name="connsiteY26" fmla="*/ 0 h 1587500"/>
                  <a:gd name="connsiteX27" fmla="*/ 1087438 w 1746249"/>
                  <a:gd name="connsiteY27" fmla="*/ 134938 h 1587500"/>
                  <a:gd name="connsiteX28" fmla="*/ 1238251 w 1746249"/>
                  <a:gd name="connsiteY28" fmla="*/ 285749 h 1587500"/>
                  <a:gd name="connsiteX29" fmla="*/ 79375 w 1746249"/>
                  <a:gd name="connsiteY29" fmla="*/ 873126 h 1587500"/>
                  <a:gd name="connsiteX30" fmla="*/ 0 w 1746249"/>
                  <a:gd name="connsiteY30" fmla="*/ 952499 h 1587500"/>
                  <a:gd name="connsiteX31" fmla="*/ 79375 w 1746249"/>
                  <a:gd name="connsiteY31" fmla="*/ 1031875 h 1587500"/>
                  <a:gd name="connsiteX32" fmla="*/ 1460499 w 1746249"/>
                  <a:gd name="connsiteY32" fmla="*/ 508000 h 1587500"/>
                  <a:gd name="connsiteX33" fmla="*/ 1603374 w 1746249"/>
                  <a:gd name="connsiteY33" fmla="*/ 650875 h 1587500"/>
                  <a:gd name="connsiteX34" fmla="*/ 1738313 w 1746249"/>
                  <a:gd name="connsiteY34" fmla="*/ 595312 h 1587500"/>
                  <a:gd name="connsiteX35" fmla="*/ 1738313 w 1746249"/>
                  <a:gd name="connsiteY35" fmla="*/ 79375 h 1587500"/>
                  <a:gd name="connsiteX36" fmla="*/ 1666876 w 1746249"/>
                  <a:gd name="connsiteY36" fmla="*/ 0 h 1587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746249" h="1587500">
                    <a:moveTo>
                      <a:pt x="317499" y="1270000"/>
                    </a:moveTo>
                    <a:lnTo>
                      <a:pt x="158750" y="1270000"/>
                    </a:lnTo>
                    <a:cubicBezTo>
                      <a:pt x="71438" y="1270000"/>
                      <a:pt x="0" y="1341438"/>
                      <a:pt x="0" y="1428750"/>
                    </a:cubicBezTo>
                    <a:cubicBezTo>
                      <a:pt x="0" y="1516063"/>
                      <a:pt x="71438" y="1587501"/>
                      <a:pt x="158750" y="1587501"/>
                    </a:cubicBezTo>
                    <a:lnTo>
                      <a:pt x="317499" y="1587501"/>
                    </a:lnTo>
                    <a:cubicBezTo>
                      <a:pt x="404813" y="1587501"/>
                      <a:pt x="476251" y="1516063"/>
                      <a:pt x="476251" y="1428750"/>
                    </a:cubicBezTo>
                    <a:cubicBezTo>
                      <a:pt x="476251" y="1341438"/>
                      <a:pt x="404813" y="1270000"/>
                      <a:pt x="317499" y="1270000"/>
                    </a:cubicBezTo>
                    <a:close/>
                    <a:moveTo>
                      <a:pt x="952501" y="1111251"/>
                    </a:moveTo>
                    <a:lnTo>
                      <a:pt x="793749" y="1111251"/>
                    </a:lnTo>
                    <a:cubicBezTo>
                      <a:pt x="706437" y="1111251"/>
                      <a:pt x="635000" y="1182688"/>
                      <a:pt x="635000" y="1270000"/>
                    </a:cubicBezTo>
                    <a:lnTo>
                      <a:pt x="635000" y="1428750"/>
                    </a:lnTo>
                    <a:cubicBezTo>
                      <a:pt x="635000" y="1516063"/>
                      <a:pt x="706437" y="1587501"/>
                      <a:pt x="793749" y="1587501"/>
                    </a:cubicBezTo>
                    <a:lnTo>
                      <a:pt x="952501" y="1587501"/>
                    </a:lnTo>
                    <a:cubicBezTo>
                      <a:pt x="1039812" y="1587501"/>
                      <a:pt x="1111250" y="1516063"/>
                      <a:pt x="1111250" y="1428750"/>
                    </a:cubicBezTo>
                    <a:lnTo>
                      <a:pt x="1111250" y="1270000"/>
                    </a:lnTo>
                    <a:cubicBezTo>
                      <a:pt x="1111250" y="1182688"/>
                      <a:pt x="1039812" y="1111251"/>
                      <a:pt x="952501" y="1111251"/>
                    </a:cubicBezTo>
                    <a:close/>
                    <a:moveTo>
                      <a:pt x="1587500" y="793750"/>
                    </a:moveTo>
                    <a:lnTo>
                      <a:pt x="1428751" y="793750"/>
                    </a:lnTo>
                    <a:cubicBezTo>
                      <a:pt x="1341437" y="793750"/>
                      <a:pt x="1269999" y="865188"/>
                      <a:pt x="1269999" y="952499"/>
                    </a:cubicBezTo>
                    <a:lnTo>
                      <a:pt x="1269999" y="1428750"/>
                    </a:lnTo>
                    <a:cubicBezTo>
                      <a:pt x="1269999" y="1516063"/>
                      <a:pt x="1341437" y="1587501"/>
                      <a:pt x="1428751" y="1587501"/>
                    </a:cubicBezTo>
                    <a:lnTo>
                      <a:pt x="1587500" y="1587501"/>
                    </a:lnTo>
                    <a:cubicBezTo>
                      <a:pt x="1674812" y="1587501"/>
                      <a:pt x="1746249" y="1516063"/>
                      <a:pt x="1746249" y="1428750"/>
                    </a:cubicBezTo>
                    <a:lnTo>
                      <a:pt x="1746249" y="952499"/>
                    </a:lnTo>
                    <a:cubicBezTo>
                      <a:pt x="1746249" y="865188"/>
                      <a:pt x="1674812" y="793750"/>
                      <a:pt x="1587500" y="793750"/>
                    </a:cubicBezTo>
                    <a:close/>
                    <a:moveTo>
                      <a:pt x="1666876" y="0"/>
                    </a:moveTo>
                    <a:lnTo>
                      <a:pt x="1143001" y="0"/>
                    </a:lnTo>
                    <a:cubicBezTo>
                      <a:pt x="1071563" y="0"/>
                      <a:pt x="1039812" y="87313"/>
                      <a:pt x="1087438" y="134938"/>
                    </a:cubicBezTo>
                    <a:lnTo>
                      <a:pt x="1238251" y="285749"/>
                    </a:lnTo>
                    <a:cubicBezTo>
                      <a:pt x="944563" y="619124"/>
                      <a:pt x="523876" y="873126"/>
                      <a:pt x="79375" y="873126"/>
                    </a:cubicBezTo>
                    <a:cubicBezTo>
                      <a:pt x="31750" y="873126"/>
                      <a:pt x="0" y="904874"/>
                      <a:pt x="0" y="952499"/>
                    </a:cubicBezTo>
                    <a:cubicBezTo>
                      <a:pt x="0" y="1000124"/>
                      <a:pt x="31750" y="1031875"/>
                      <a:pt x="79375" y="1031875"/>
                    </a:cubicBezTo>
                    <a:cubicBezTo>
                      <a:pt x="611187" y="1031875"/>
                      <a:pt x="1103312" y="881062"/>
                      <a:pt x="1460499" y="508000"/>
                    </a:cubicBezTo>
                    <a:lnTo>
                      <a:pt x="1603374" y="650875"/>
                    </a:lnTo>
                    <a:cubicBezTo>
                      <a:pt x="1650999" y="698500"/>
                      <a:pt x="1738313" y="666749"/>
                      <a:pt x="1738313" y="595312"/>
                    </a:cubicBezTo>
                    <a:lnTo>
                      <a:pt x="1738313" y="79375"/>
                    </a:lnTo>
                    <a:cubicBezTo>
                      <a:pt x="1746249" y="31750"/>
                      <a:pt x="1714501" y="0"/>
                      <a:pt x="166687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平行四边形 58"/>
              <p:cNvSpPr/>
              <p:nvPr/>
            </p:nvSpPr>
            <p:spPr>
              <a:xfrm rot="16200000" flipV="1">
                <a:off x="781255" y="1501693"/>
                <a:ext cx="357205" cy="103580"/>
              </a:xfrm>
              <a:prstGeom prst="parallelogram">
                <a:avLst>
                  <a:gd name="adj" fmla="val 85923"/>
                </a:avLst>
              </a:prstGeom>
              <a:gradFill flip="none" rotWithShape="1">
                <a:gsLst>
                  <a:gs pos="4000">
                    <a:schemeClr val="bg1">
                      <a:alpha val="0"/>
                    </a:schemeClr>
                  </a:gs>
                  <a:gs pos="100000">
                    <a:schemeClr val="bg1">
                      <a:alpha val="3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0" name="平行四边形 59"/>
              <p:cNvSpPr/>
              <p:nvPr/>
            </p:nvSpPr>
            <p:spPr>
              <a:xfrm rot="16200000" flipV="1">
                <a:off x="933525" y="1617677"/>
                <a:ext cx="300877" cy="61248"/>
              </a:xfrm>
              <a:prstGeom prst="parallelogram">
                <a:avLst>
                  <a:gd name="adj" fmla="val 46840"/>
                </a:avLst>
              </a:prstGeom>
              <a:gradFill flip="none" rotWithShape="1">
                <a:gsLst>
                  <a:gs pos="4000">
                    <a:schemeClr val="bg1">
                      <a:alpha val="0"/>
                    </a:schemeClr>
                  </a:gs>
                  <a:gs pos="100000">
                    <a:schemeClr val="bg1">
                      <a:alpha val="1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1" name="平行四边形 60"/>
              <p:cNvSpPr/>
              <p:nvPr/>
            </p:nvSpPr>
            <p:spPr>
              <a:xfrm rot="16200000" flipV="1">
                <a:off x="443269" y="1916098"/>
                <a:ext cx="762003" cy="36000"/>
              </a:xfrm>
              <a:prstGeom prst="parallelogram">
                <a:avLst>
                  <a:gd name="adj" fmla="val 46840"/>
                </a:avLst>
              </a:prstGeom>
              <a:gradFill flip="none" rotWithShape="1">
                <a:gsLst>
                  <a:gs pos="4000">
                    <a:schemeClr val="bg1">
                      <a:alpha val="0"/>
                    </a:schemeClr>
                  </a:gs>
                  <a:gs pos="100000">
                    <a:schemeClr val="bg1">
                      <a:alpha val="1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2" name="平行四边形 61"/>
              <p:cNvSpPr/>
              <p:nvPr/>
            </p:nvSpPr>
            <p:spPr>
              <a:xfrm rot="16200000" flipV="1">
                <a:off x="1268497" y="1831650"/>
                <a:ext cx="357205" cy="103580"/>
              </a:xfrm>
              <a:prstGeom prst="parallelogram">
                <a:avLst>
                  <a:gd name="adj" fmla="val 85923"/>
                </a:avLst>
              </a:prstGeom>
              <a:gradFill flip="none" rotWithShape="1">
                <a:gsLst>
                  <a:gs pos="4000">
                    <a:schemeClr val="bg1">
                      <a:alpha val="0"/>
                    </a:schemeClr>
                  </a:gs>
                  <a:gs pos="100000">
                    <a:schemeClr val="bg1">
                      <a:alpha val="3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3" name="平行四边形 62"/>
              <p:cNvSpPr/>
              <p:nvPr/>
            </p:nvSpPr>
            <p:spPr>
              <a:xfrm rot="16200000" flipV="1">
                <a:off x="1272531" y="1740569"/>
                <a:ext cx="762003" cy="36000"/>
              </a:xfrm>
              <a:prstGeom prst="parallelogram">
                <a:avLst>
                  <a:gd name="adj" fmla="val 46840"/>
                </a:avLst>
              </a:prstGeom>
              <a:gradFill flip="none" rotWithShape="1">
                <a:gsLst>
                  <a:gs pos="4000">
                    <a:schemeClr val="bg1">
                      <a:alpha val="0"/>
                    </a:schemeClr>
                  </a:gs>
                  <a:gs pos="100000">
                    <a:schemeClr val="bg1">
                      <a:alpha val="1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4563079" y="2567178"/>
                <a:ext cx="737725" cy="737725"/>
                <a:chOff x="2436285" y="3202526"/>
                <a:chExt cx="737725" cy="737725"/>
              </a:xfrm>
            </p:grpSpPr>
            <p:sp>
              <p:nvSpPr>
                <p:cNvPr id="72" name="椭圆 71"/>
                <p:cNvSpPr/>
                <p:nvPr/>
              </p:nvSpPr>
              <p:spPr>
                <a:xfrm>
                  <a:off x="2436285" y="3202526"/>
                  <a:ext cx="737725" cy="73772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pic>
              <p:nvPicPr>
                <p:cNvPr id="73" name="图形 72"/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3343740">
                  <a:off x="2556605" y="3274133"/>
                  <a:ext cx="487608" cy="594510"/>
                </a:xfrm>
                <a:prstGeom prst="rect">
                  <a:avLst/>
                </a:prstGeom>
              </p:spPr>
            </p:pic>
            <p:sp>
              <p:nvSpPr>
                <p:cNvPr id="74" name="椭圆 73"/>
                <p:cNvSpPr/>
                <p:nvPr/>
              </p:nvSpPr>
              <p:spPr>
                <a:xfrm rot="19543740">
                  <a:off x="2573119" y="3344098"/>
                  <a:ext cx="454580" cy="454580"/>
                </a:xfrm>
                <a:prstGeom prst="ellipse">
                  <a:avLst/>
                </a:prstGeom>
                <a:solidFill>
                  <a:schemeClr val="accent1">
                    <a:alpha val="15000"/>
                  </a:schemeClr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</p:grpSp>
          <p:grpSp>
            <p:nvGrpSpPr>
              <p:cNvPr id="87" name="组合 86"/>
              <p:cNvGrpSpPr/>
              <p:nvPr/>
            </p:nvGrpSpPr>
            <p:grpSpPr>
              <a:xfrm>
                <a:off x="4563079" y="5478188"/>
                <a:ext cx="737725" cy="737725"/>
                <a:chOff x="8488680" y="4864236"/>
                <a:chExt cx="737725" cy="737725"/>
              </a:xfrm>
            </p:grpSpPr>
            <p:sp>
              <p:nvSpPr>
                <p:cNvPr id="88" name="椭圆 87"/>
                <p:cNvSpPr/>
                <p:nvPr/>
              </p:nvSpPr>
              <p:spPr>
                <a:xfrm>
                  <a:off x="8488680" y="4864236"/>
                  <a:ext cx="737725" cy="73772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pic>
              <p:nvPicPr>
                <p:cNvPr id="89" name="图形 88"/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3343740">
                  <a:off x="8609000" y="4935843"/>
                  <a:ext cx="487608" cy="594510"/>
                </a:xfrm>
                <a:prstGeom prst="rect">
                  <a:avLst/>
                </a:prstGeom>
              </p:spPr>
            </p:pic>
            <p:sp>
              <p:nvSpPr>
                <p:cNvPr id="90" name="椭圆 89"/>
                <p:cNvSpPr/>
                <p:nvPr/>
              </p:nvSpPr>
              <p:spPr>
                <a:xfrm rot="19543740">
                  <a:off x="8625514" y="5005808"/>
                  <a:ext cx="454580" cy="454580"/>
                </a:xfrm>
                <a:prstGeom prst="ellipse">
                  <a:avLst/>
                </a:prstGeom>
                <a:solidFill>
                  <a:schemeClr val="accent5">
                    <a:alpha val="15000"/>
                  </a:schemeClr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5043172" y="4507852"/>
                <a:ext cx="737725" cy="737725"/>
                <a:chOff x="8488680" y="3055410"/>
                <a:chExt cx="737725" cy="737725"/>
              </a:xfrm>
            </p:grpSpPr>
            <p:sp>
              <p:nvSpPr>
                <p:cNvPr id="93" name="椭圆 92"/>
                <p:cNvSpPr/>
                <p:nvPr/>
              </p:nvSpPr>
              <p:spPr>
                <a:xfrm>
                  <a:off x="8488680" y="3055410"/>
                  <a:ext cx="737725" cy="73772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pic>
              <p:nvPicPr>
                <p:cNvPr id="94" name="图形 93"/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 rot="3343740">
                  <a:off x="8609000" y="3127017"/>
                  <a:ext cx="487608" cy="594510"/>
                </a:xfrm>
                <a:prstGeom prst="rect">
                  <a:avLst/>
                </a:prstGeom>
              </p:spPr>
            </p:pic>
            <p:sp>
              <p:nvSpPr>
                <p:cNvPr id="95" name="椭圆 94"/>
                <p:cNvSpPr/>
                <p:nvPr/>
              </p:nvSpPr>
              <p:spPr>
                <a:xfrm rot="19543740">
                  <a:off x="8625514" y="3196982"/>
                  <a:ext cx="454580" cy="454580"/>
                </a:xfrm>
                <a:prstGeom prst="ellipse">
                  <a:avLst/>
                </a:prstGeom>
                <a:solidFill>
                  <a:schemeClr val="accent4">
                    <a:alpha val="15000"/>
                  </a:schemeClr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5043172" y="2625428"/>
                <a:ext cx="5358128" cy="621226"/>
                <a:chOff x="5836780" y="2625428"/>
                <a:chExt cx="5358128" cy="621226"/>
              </a:xfrm>
            </p:grpSpPr>
            <p:sp>
              <p:nvSpPr>
                <p:cNvPr id="97" name="矩形: 圆顶角 96"/>
                <p:cNvSpPr/>
                <p:nvPr/>
              </p:nvSpPr>
              <p:spPr>
                <a:xfrm rot="5400000">
                  <a:off x="8205231" y="256977"/>
                  <a:ext cx="621226" cy="5358128"/>
                </a:xfrm>
                <a:prstGeom prst="round2SameRect">
                  <a:avLst>
                    <a:gd name="adj1" fmla="val 10000"/>
                    <a:gd name="adj2" fmla="val 0"/>
                  </a:avLst>
                </a:prstGeom>
                <a:gradFill>
                  <a:gsLst>
                    <a:gs pos="0">
                      <a:schemeClr val="accent1">
                        <a:alpha val="10000"/>
                      </a:schemeClr>
                    </a:gs>
                    <a:gs pos="98000">
                      <a:schemeClr val="accent1">
                        <a:alpha val="0"/>
                      </a:schemeClr>
                    </a:gs>
                  </a:gsLst>
                  <a:lin ang="5400000" scaled="0"/>
                </a:gradFill>
                <a:ln w="3175">
                  <a:gradFill flip="none" rotWithShape="1">
                    <a:gsLst>
                      <a:gs pos="0">
                        <a:schemeClr val="accent1"/>
                      </a:gs>
                      <a:gs pos="98000">
                        <a:schemeClr val="accent1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</a:ln>
                <a:scene3d>
                  <a:camera prst="orthographicFront"/>
                  <a:lightRig rig="threePt" dir="t"/>
                </a:scene3d>
                <a:sp3d prstMaterial="dkEdge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微软雅黑" panose="020B0503020204020204" charset="-122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8038935" y="2677829"/>
                  <a:ext cx="2793803" cy="5164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Copy paste  fonts. Choose the only option to retain text. -12pt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99" name="直接连接符 98"/>
                <p:cNvCxnSpPr/>
                <p:nvPr/>
              </p:nvCxnSpPr>
              <p:spPr>
                <a:xfrm>
                  <a:off x="7902760" y="2690066"/>
                  <a:ext cx="0" cy="479070"/>
                </a:xfrm>
                <a:prstGeom prst="line">
                  <a:avLst/>
                </a:prstGeom>
                <a:ln w="3175">
                  <a:solidFill>
                    <a:schemeClr val="accent5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íṧľíḋé"/>
                <p:cNvSpPr txBox="1"/>
                <p:nvPr/>
              </p:nvSpPr>
              <p:spPr bwMode="auto">
                <a:xfrm>
                  <a:off x="6286766" y="2642498"/>
                  <a:ext cx="1414364" cy="5870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1400" b="1" dirty="0">
                      <a:solidFill>
                        <a:schemeClr val="accent1"/>
                      </a:solidFill>
                    </a:rPr>
                    <a:t>Supporting text here-14pt</a:t>
                  </a:r>
                  <a:endParaRPr lang="zh-CN" altLang="en-US" sz="1400" b="1" dirty="0">
                    <a:solidFill>
                      <a:schemeClr val="accent1"/>
                    </a:solidFill>
                  </a:endParaRPr>
                </a:p>
              </p:txBody>
            </p:sp>
          </p:grpSp>
          <p:grpSp>
            <p:nvGrpSpPr>
              <p:cNvPr id="101" name="组合 100"/>
              <p:cNvGrpSpPr/>
              <p:nvPr/>
            </p:nvGrpSpPr>
            <p:grpSpPr>
              <a:xfrm>
                <a:off x="5505445" y="3595764"/>
                <a:ext cx="5431279" cy="621226"/>
                <a:chOff x="5836780" y="2625428"/>
                <a:chExt cx="5431279" cy="621226"/>
              </a:xfrm>
            </p:grpSpPr>
            <p:sp>
              <p:nvSpPr>
                <p:cNvPr id="102" name="矩形: 圆顶角 101"/>
                <p:cNvSpPr/>
                <p:nvPr/>
              </p:nvSpPr>
              <p:spPr>
                <a:xfrm rot="5400000">
                  <a:off x="8241807" y="220401"/>
                  <a:ext cx="621226" cy="5431279"/>
                </a:xfrm>
                <a:prstGeom prst="round2SameRect">
                  <a:avLst>
                    <a:gd name="adj1" fmla="val 10000"/>
                    <a:gd name="adj2" fmla="val 0"/>
                  </a:avLst>
                </a:prstGeom>
                <a:gradFill>
                  <a:gsLst>
                    <a:gs pos="0">
                      <a:schemeClr val="accent3">
                        <a:alpha val="15000"/>
                      </a:schemeClr>
                    </a:gs>
                    <a:gs pos="98000">
                      <a:schemeClr val="accent3">
                        <a:alpha val="0"/>
                      </a:schemeClr>
                    </a:gs>
                  </a:gsLst>
                  <a:lin ang="5400000" scaled="0"/>
                </a:gradFill>
                <a:ln w="3175">
                  <a:gradFill flip="none" rotWithShape="1">
                    <a:gsLst>
                      <a:gs pos="0">
                        <a:schemeClr val="accent4"/>
                      </a:gs>
                      <a:gs pos="98000">
                        <a:schemeClr val="accent4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</a:ln>
                <a:scene3d>
                  <a:camera prst="orthographicFront"/>
                  <a:lightRig rig="threePt" dir="t"/>
                </a:scene3d>
                <a:sp3d prstMaterial="dkEdge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微软雅黑" panose="020B0503020204020204" charset="-122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03" name="矩形 102"/>
                <p:cNvSpPr/>
                <p:nvPr/>
              </p:nvSpPr>
              <p:spPr>
                <a:xfrm>
                  <a:off x="8038936" y="2677829"/>
                  <a:ext cx="2800002" cy="5164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Copy paste  fonts. Choose the only option to retain text. -12pt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04" name="直接连接符 103"/>
                <p:cNvCxnSpPr/>
                <p:nvPr/>
              </p:nvCxnSpPr>
              <p:spPr>
                <a:xfrm>
                  <a:off x="7902760" y="2690066"/>
                  <a:ext cx="0" cy="479070"/>
                </a:xfrm>
                <a:prstGeom prst="line">
                  <a:avLst/>
                </a:prstGeom>
                <a:ln w="3175">
                  <a:solidFill>
                    <a:schemeClr val="accent5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5" name="íṧľíḋé"/>
                <p:cNvSpPr txBox="1"/>
                <p:nvPr/>
              </p:nvSpPr>
              <p:spPr bwMode="auto">
                <a:xfrm>
                  <a:off x="6286766" y="2642498"/>
                  <a:ext cx="1414364" cy="5870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1400" b="1" dirty="0">
                      <a:solidFill>
                        <a:schemeClr val="accent3"/>
                      </a:solidFill>
                    </a:rPr>
                    <a:t>Supporting text here-14pt</a:t>
                  </a:r>
                  <a:endParaRPr lang="en-US" altLang="zh-CN" sz="1400" b="1" dirty="0">
                    <a:solidFill>
                      <a:schemeClr val="accent3"/>
                    </a:solidFill>
                  </a:endParaRPr>
                </a:p>
              </p:txBody>
            </p:sp>
          </p:grpSp>
          <p:grpSp>
            <p:nvGrpSpPr>
              <p:cNvPr id="106" name="组合 105"/>
              <p:cNvGrpSpPr/>
              <p:nvPr/>
            </p:nvGrpSpPr>
            <p:grpSpPr>
              <a:xfrm>
                <a:off x="5505445" y="4566101"/>
                <a:ext cx="5431279" cy="621226"/>
                <a:chOff x="5836780" y="2625428"/>
                <a:chExt cx="5431279" cy="621226"/>
              </a:xfrm>
            </p:grpSpPr>
            <p:sp>
              <p:nvSpPr>
                <p:cNvPr id="107" name="矩形: 圆顶角 106"/>
                <p:cNvSpPr/>
                <p:nvPr/>
              </p:nvSpPr>
              <p:spPr>
                <a:xfrm rot="5400000">
                  <a:off x="8241807" y="220401"/>
                  <a:ext cx="621226" cy="5431279"/>
                </a:xfrm>
                <a:prstGeom prst="round2SameRect">
                  <a:avLst>
                    <a:gd name="adj1" fmla="val 10000"/>
                    <a:gd name="adj2" fmla="val 0"/>
                  </a:avLst>
                </a:prstGeom>
                <a:gradFill>
                  <a:gsLst>
                    <a:gs pos="0">
                      <a:schemeClr val="accent4">
                        <a:alpha val="10000"/>
                      </a:schemeClr>
                    </a:gs>
                    <a:gs pos="98000">
                      <a:schemeClr val="accent4">
                        <a:alpha val="0"/>
                      </a:schemeClr>
                    </a:gs>
                  </a:gsLst>
                  <a:lin ang="5400000" scaled="0"/>
                </a:gradFill>
                <a:ln w="3175">
                  <a:gradFill flip="none" rotWithShape="1">
                    <a:gsLst>
                      <a:gs pos="0">
                        <a:schemeClr val="accent4"/>
                      </a:gs>
                      <a:gs pos="98000">
                        <a:schemeClr val="accent4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</a:ln>
                <a:scene3d>
                  <a:camera prst="orthographicFront"/>
                  <a:lightRig rig="threePt" dir="t"/>
                </a:scene3d>
                <a:sp3d prstMaterial="dkEdge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微软雅黑" panose="020B0503020204020204" charset="-122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08" name="矩形 107"/>
                <p:cNvSpPr/>
                <p:nvPr/>
              </p:nvSpPr>
              <p:spPr>
                <a:xfrm>
                  <a:off x="8038936" y="2677829"/>
                  <a:ext cx="2800002" cy="5164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200" dirty="0">
                      <a:solidFill>
                        <a:schemeClr val="tx1"/>
                      </a:solidFill>
                    </a:rPr>
                    <a:t>Copy paste  fonts. Choose the only option to retain text. -12pt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09" name="直接连接符 108"/>
                <p:cNvCxnSpPr/>
                <p:nvPr/>
              </p:nvCxnSpPr>
              <p:spPr>
                <a:xfrm>
                  <a:off x="7902760" y="2690066"/>
                  <a:ext cx="0" cy="479070"/>
                </a:xfrm>
                <a:prstGeom prst="line">
                  <a:avLst/>
                </a:prstGeom>
                <a:ln w="3175">
                  <a:solidFill>
                    <a:schemeClr val="accent5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0" name="íṧľíḋé"/>
                <p:cNvSpPr txBox="1"/>
                <p:nvPr/>
              </p:nvSpPr>
              <p:spPr bwMode="auto">
                <a:xfrm>
                  <a:off x="6221314" y="2642498"/>
                  <a:ext cx="1545268" cy="5870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1400" b="1" dirty="0">
                      <a:solidFill>
                        <a:schemeClr val="accent4"/>
                      </a:solidFill>
                    </a:rPr>
                    <a:t>Supporting text here-14pt</a:t>
                  </a:r>
                  <a:endParaRPr lang="en-US" altLang="zh-CN" sz="1400" b="1" dirty="0">
                    <a:solidFill>
                      <a:schemeClr val="accent4"/>
                    </a:solidFill>
                  </a:endParaRPr>
                </a:p>
              </p:txBody>
            </p:sp>
          </p:grpSp>
          <p:grpSp>
            <p:nvGrpSpPr>
              <p:cNvPr id="111" name="组合 110"/>
              <p:cNvGrpSpPr/>
              <p:nvPr/>
            </p:nvGrpSpPr>
            <p:grpSpPr>
              <a:xfrm>
                <a:off x="5043172" y="5536437"/>
                <a:ext cx="5358128" cy="621226"/>
                <a:chOff x="5836780" y="2625428"/>
                <a:chExt cx="5358128" cy="621226"/>
              </a:xfrm>
            </p:grpSpPr>
            <p:sp>
              <p:nvSpPr>
                <p:cNvPr id="112" name="矩形: 圆顶角 111"/>
                <p:cNvSpPr/>
                <p:nvPr/>
              </p:nvSpPr>
              <p:spPr>
                <a:xfrm rot="5400000">
                  <a:off x="8205231" y="256977"/>
                  <a:ext cx="621226" cy="5358128"/>
                </a:xfrm>
                <a:prstGeom prst="round2SameRect">
                  <a:avLst>
                    <a:gd name="adj1" fmla="val 10000"/>
                    <a:gd name="adj2" fmla="val 0"/>
                  </a:avLst>
                </a:prstGeom>
                <a:gradFill>
                  <a:gsLst>
                    <a:gs pos="0">
                      <a:schemeClr val="accent5">
                        <a:alpha val="10000"/>
                      </a:schemeClr>
                    </a:gs>
                    <a:gs pos="98000">
                      <a:schemeClr val="accent5">
                        <a:alpha val="0"/>
                      </a:schemeClr>
                    </a:gs>
                  </a:gsLst>
                  <a:lin ang="5400000" scaled="0"/>
                </a:gradFill>
                <a:ln w="3175">
                  <a:gradFill flip="none" rotWithShape="1">
                    <a:gsLst>
                      <a:gs pos="0">
                        <a:schemeClr val="accent5"/>
                      </a:gs>
                      <a:gs pos="98000">
                        <a:schemeClr val="accent5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</a:ln>
                <a:scene3d>
                  <a:camera prst="orthographicFront"/>
                  <a:lightRig rig="threePt" dir="t"/>
                </a:scene3d>
                <a:sp3d prstMaterial="dkEdge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微软雅黑" panose="020B0503020204020204" charset="-122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15" name="íṧľíḋé"/>
                <p:cNvSpPr txBox="1"/>
                <p:nvPr/>
              </p:nvSpPr>
              <p:spPr bwMode="auto">
                <a:xfrm>
                  <a:off x="6286766" y="2771765"/>
                  <a:ext cx="3600184" cy="3285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1400" b="1" dirty="0">
                      <a:solidFill>
                        <a:schemeClr val="accent5"/>
                      </a:solidFill>
                    </a:rPr>
                    <a:t>Supporting text here-14pt</a:t>
                  </a:r>
                  <a:endParaRPr lang="en-US" altLang="zh-CN" sz="1400" b="1" dirty="0">
                    <a:solidFill>
                      <a:schemeClr val="accent5"/>
                    </a:solidFill>
                  </a:endParaRPr>
                </a:p>
              </p:txBody>
            </p:sp>
          </p:grpSp>
          <p:sp>
            <p:nvSpPr>
              <p:cNvPr id="57" name="图形 50"/>
              <p:cNvSpPr/>
              <p:nvPr/>
            </p:nvSpPr>
            <p:spPr>
              <a:xfrm>
                <a:off x="4825912" y="2839097"/>
                <a:ext cx="189829" cy="177809"/>
              </a:xfrm>
              <a:custGeom>
                <a:avLst/>
                <a:gdLst>
                  <a:gd name="connsiteX0" fmla="*/ 1560197 w 1700214"/>
                  <a:gd name="connsiteY0" fmla="*/ 0 h 1592552"/>
                  <a:gd name="connsiteX1" fmla="*/ 140026 w 1700214"/>
                  <a:gd name="connsiteY1" fmla="*/ 0 h 1592552"/>
                  <a:gd name="connsiteX2" fmla="*/ 0 w 1700214"/>
                  <a:gd name="connsiteY2" fmla="*/ 140020 h 1592552"/>
                  <a:gd name="connsiteX3" fmla="*/ 0 w 1700214"/>
                  <a:gd name="connsiteY3" fmla="*/ 1452521 h 1592552"/>
                  <a:gd name="connsiteX4" fmla="*/ 140026 w 1700214"/>
                  <a:gd name="connsiteY4" fmla="*/ 1592547 h 1592552"/>
                  <a:gd name="connsiteX5" fmla="*/ 243394 w 1700214"/>
                  <a:gd name="connsiteY5" fmla="*/ 1592547 h 1592552"/>
                  <a:gd name="connsiteX6" fmla="*/ 290728 w 1700214"/>
                  <a:gd name="connsiteY6" fmla="*/ 1570029 h 1592552"/>
                  <a:gd name="connsiteX7" fmla="*/ 630633 w 1700214"/>
                  <a:gd name="connsiteY7" fmla="*/ 1148619 h 1592552"/>
                  <a:gd name="connsiteX8" fmla="*/ 785795 w 1700214"/>
                  <a:gd name="connsiteY8" fmla="*/ 1276676 h 1592552"/>
                  <a:gd name="connsiteX9" fmla="*/ 869068 w 1700214"/>
                  <a:gd name="connsiteY9" fmla="*/ 1271120 h 1592552"/>
                  <a:gd name="connsiteX10" fmla="*/ 1323664 w 1700214"/>
                  <a:gd name="connsiteY10" fmla="*/ 738529 h 1592552"/>
                  <a:gd name="connsiteX11" fmla="*/ 1310940 w 1700214"/>
                  <a:gd name="connsiteY11" fmla="*/ 850846 h 1592552"/>
                  <a:gd name="connsiteX12" fmla="*/ 1371681 w 1700214"/>
                  <a:gd name="connsiteY12" fmla="*/ 911588 h 1592552"/>
                  <a:gd name="connsiteX13" fmla="*/ 1432423 w 1700214"/>
                  <a:gd name="connsiteY13" fmla="*/ 850846 h 1592552"/>
                  <a:gd name="connsiteX14" fmla="*/ 1462679 w 1700214"/>
                  <a:gd name="connsiteY14" fmla="*/ 583758 h 1592552"/>
                  <a:gd name="connsiteX15" fmla="*/ 1464002 w 1700214"/>
                  <a:gd name="connsiteY15" fmla="*/ 572087 h 1592552"/>
                  <a:gd name="connsiteX16" fmla="*/ 1464060 w 1700214"/>
                  <a:gd name="connsiteY16" fmla="*/ 571582 h 1592552"/>
                  <a:gd name="connsiteX17" fmla="*/ 1464041 w 1700214"/>
                  <a:gd name="connsiteY17" fmla="*/ 571266 h 1592552"/>
                  <a:gd name="connsiteX18" fmla="*/ 1464060 w 1700214"/>
                  <a:gd name="connsiteY18" fmla="*/ 570951 h 1592552"/>
                  <a:gd name="connsiteX19" fmla="*/ 1403318 w 1700214"/>
                  <a:gd name="connsiteY19" fmla="*/ 510209 h 1592552"/>
                  <a:gd name="connsiteX20" fmla="*/ 1124056 w 1700214"/>
                  <a:gd name="connsiteY20" fmla="*/ 541846 h 1592552"/>
                  <a:gd name="connsiteX21" fmla="*/ 1063314 w 1700214"/>
                  <a:gd name="connsiteY21" fmla="*/ 602588 h 1592552"/>
                  <a:gd name="connsiteX22" fmla="*/ 1124056 w 1700214"/>
                  <a:gd name="connsiteY22" fmla="*/ 663329 h 1592552"/>
                  <a:gd name="connsiteX23" fmla="*/ 1238242 w 1700214"/>
                  <a:gd name="connsiteY23" fmla="*/ 650393 h 1592552"/>
                  <a:gd name="connsiteX24" fmla="*/ 818949 w 1700214"/>
                  <a:gd name="connsiteY24" fmla="*/ 1146335 h 1592552"/>
                  <a:gd name="connsiteX25" fmla="*/ 660762 w 1700214"/>
                  <a:gd name="connsiteY25" fmla="*/ 1015746 h 1592552"/>
                  <a:gd name="connsiteX26" fmla="*/ 615961 w 1700214"/>
                  <a:gd name="connsiteY26" fmla="*/ 1002080 h 1592552"/>
                  <a:gd name="connsiteX27" fmla="*/ 574695 w 1700214"/>
                  <a:gd name="connsiteY27" fmla="*/ 1024349 h 1592552"/>
                  <a:gd name="connsiteX28" fmla="*/ 215363 w 1700214"/>
                  <a:gd name="connsiteY28" fmla="*/ 1470040 h 1592552"/>
                  <a:gd name="connsiteX29" fmla="*/ 192519 w 1700214"/>
                  <a:gd name="connsiteY29" fmla="*/ 1470040 h 1592552"/>
                  <a:gd name="connsiteX30" fmla="*/ 122498 w 1700214"/>
                  <a:gd name="connsiteY30" fmla="*/ 1400020 h 1592552"/>
                  <a:gd name="connsiteX31" fmla="*/ 122498 w 1700214"/>
                  <a:gd name="connsiteY31" fmla="*/ 192530 h 1592552"/>
                  <a:gd name="connsiteX32" fmla="*/ 192519 w 1700214"/>
                  <a:gd name="connsiteY32" fmla="*/ 122508 h 1592552"/>
                  <a:gd name="connsiteX33" fmla="*/ 1507677 w 1700214"/>
                  <a:gd name="connsiteY33" fmla="*/ 122508 h 1592552"/>
                  <a:gd name="connsiteX34" fmla="*/ 1577710 w 1700214"/>
                  <a:gd name="connsiteY34" fmla="*/ 192530 h 1592552"/>
                  <a:gd name="connsiteX35" fmla="*/ 1577710 w 1700214"/>
                  <a:gd name="connsiteY35" fmla="*/ 1400018 h 1592552"/>
                  <a:gd name="connsiteX36" fmla="*/ 1507677 w 1700214"/>
                  <a:gd name="connsiteY36" fmla="*/ 1470038 h 1592552"/>
                  <a:gd name="connsiteX37" fmla="*/ 876667 w 1700214"/>
                  <a:gd name="connsiteY37" fmla="*/ 1470038 h 1592552"/>
                  <a:gd name="connsiteX38" fmla="*/ 815410 w 1700214"/>
                  <a:gd name="connsiteY38" fmla="*/ 1531295 h 1592552"/>
                  <a:gd name="connsiteX39" fmla="*/ 876667 w 1700214"/>
                  <a:gd name="connsiteY39" fmla="*/ 1592552 h 1592552"/>
                  <a:gd name="connsiteX40" fmla="*/ 1560193 w 1700214"/>
                  <a:gd name="connsiteY40" fmla="*/ 1592552 h 1592552"/>
                  <a:gd name="connsiteX41" fmla="*/ 1700214 w 1700214"/>
                  <a:gd name="connsiteY41" fmla="*/ 1452526 h 1592552"/>
                  <a:gd name="connsiteX42" fmla="*/ 1700214 w 1700214"/>
                  <a:gd name="connsiteY42" fmla="*/ 140025 h 1592552"/>
                  <a:gd name="connsiteX43" fmla="*/ 1560193 w 1700214"/>
                  <a:gd name="connsiteY43" fmla="*/ 5 h 1592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700214" h="1592552">
                    <a:moveTo>
                      <a:pt x="1560197" y="0"/>
                    </a:moveTo>
                    <a:lnTo>
                      <a:pt x="140026" y="0"/>
                    </a:lnTo>
                    <a:cubicBezTo>
                      <a:pt x="62675" y="0"/>
                      <a:pt x="0" y="62687"/>
                      <a:pt x="0" y="140020"/>
                    </a:cubicBezTo>
                    <a:lnTo>
                      <a:pt x="0" y="1452521"/>
                    </a:lnTo>
                    <a:cubicBezTo>
                      <a:pt x="0" y="1529872"/>
                      <a:pt x="62694" y="1592547"/>
                      <a:pt x="140026" y="1592547"/>
                    </a:cubicBezTo>
                    <a:lnTo>
                      <a:pt x="243394" y="1592547"/>
                    </a:lnTo>
                    <a:cubicBezTo>
                      <a:pt x="261871" y="1592547"/>
                      <a:pt x="279086" y="1584210"/>
                      <a:pt x="290728" y="1570029"/>
                    </a:cubicBezTo>
                    <a:lnTo>
                      <a:pt x="630633" y="1148619"/>
                    </a:lnTo>
                    <a:lnTo>
                      <a:pt x="785795" y="1276676"/>
                    </a:lnTo>
                    <a:cubicBezTo>
                      <a:pt x="810601" y="1297181"/>
                      <a:pt x="847044" y="1294647"/>
                      <a:pt x="869068" y="1271120"/>
                    </a:cubicBezTo>
                    <a:lnTo>
                      <a:pt x="1323664" y="738529"/>
                    </a:lnTo>
                    <a:lnTo>
                      <a:pt x="1310940" y="850846"/>
                    </a:lnTo>
                    <a:cubicBezTo>
                      <a:pt x="1310940" y="884390"/>
                      <a:pt x="1338135" y="911588"/>
                      <a:pt x="1371681" y="911588"/>
                    </a:cubicBezTo>
                    <a:cubicBezTo>
                      <a:pt x="1405226" y="911588"/>
                      <a:pt x="1432423" y="884392"/>
                      <a:pt x="1432423" y="850846"/>
                    </a:cubicBezTo>
                    <a:lnTo>
                      <a:pt x="1462679" y="583758"/>
                    </a:lnTo>
                    <a:cubicBezTo>
                      <a:pt x="1463492" y="579990"/>
                      <a:pt x="1463929" y="576083"/>
                      <a:pt x="1464002" y="572087"/>
                    </a:cubicBezTo>
                    <a:lnTo>
                      <a:pt x="1464060" y="571582"/>
                    </a:lnTo>
                    <a:cubicBezTo>
                      <a:pt x="1464060" y="571476"/>
                      <a:pt x="1464043" y="571375"/>
                      <a:pt x="1464041" y="571266"/>
                    </a:cubicBezTo>
                    <a:cubicBezTo>
                      <a:pt x="1464041" y="571161"/>
                      <a:pt x="1464060" y="571059"/>
                      <a:pt x="1464060" y="570951"/>
                    </a:cubicBezTo>
                    <a:cubicBezTo>
                      <a:pt x="1464060" y="537406"/>
                      <a:pt x="1436865" y="510209"/>
                      <a:pt x="1403318" y="510209"/>
                    </a:cubicBezTo>
                    <a:lnTo>
                      <a:pt x="1124056" y="541846"/>
                    </a:lnTo>
                    <a:cubicBezTo>
                      <a:pt x="1090511" y="541846"/>
                      <a:pt x="1063314" y="569041"/>
                      <a:pt x="1063314" y="602588"/>
                    </a:cubicBezTo>
                    <a:cubicBezTo>
                      <a:pt x="1063314" y="636132"/>
                      <a:pt x="1090509" y="663329"/>
                      <a:pt x="1124056" y="663329"/>
                    </a:cubicBezTo>
                    <a:lnTo>
                      <a:pt x="1238242" y="650393"/>
                    </a:lnTo>
                    <a:lnTo>
                      <a:pt x="818949" y="1146335"/>
                    </a:lnTo>
                    <a:lnTo>
                      <a:pt x="660762" y="1015746"/>
                    </a:lnTo>
                    <a:cubicBezTo>
                      <a:pt x="648353" y="1005365"/>
                      <a:pt x="632152" y="1000557"/>
                      <a:pt x="615961" y="1002080"/>
                    </a:cubicBezTo>
                    <a:cubicBezTo>
                      <a:pt x="599757" y="1003585"/>
                      <a:pt x="585078" y="1011694"/>
                      <a:pt x="574695" y="1024349"/>
                    </a:cubicBezTo>
                    <a:lnTo>
                      <a:pt x="215363" y="1470040"/>
                    </a:lnTo>
                    <a:lnTo>
                      <a:pt x="192519" y="1470040"/>
                    </a:lnTo>
                    <a:cubicBezTo>
                      <a:pt x="153853" y="1470040"/>
                      <a:pt x="122498" y="1438723"/>
                      <a:pt x="122498" y="1400020"/>
                    </a:cubicBezTo>
                    <a:lnTo>
                      <a:pt x="122498" y="192530"/>
                    </a:lnTo>
                    <a:cubicBezTo>
                      <a:pt x="122498" y="153856"/>
                      <a:pt x="153826" y="122508"/>
                      <a:pt x="192519" y="122508"/>
                    </a:cubicBezTo>
                    <a:lnTo>
                      <a:pt x="1507677" y="122508"/>
                    </a:lnTo>
                    <a:cubicBezTo>
                      <a:pt x="1546350" y="122508"/>
                      <a:pt x="1577710" y="153836"/>
                      <a:pt x="1577710" y="192530"/>
                    </a:cubicBezTo>
                    <a:lnTo>
                      <a:pt x="1577710" y="1400018"/>
                    </a:lnTo>
                    <a:cubicBezTo>
                      <a:pt x="1577710" y="1438691"/>
                      <a:pt x="1546382" y="1470038"/>
                      <a:pt x="1507677" y="1470038"/>
                    </a:cubicBezTo>
                    <a:lnTo>
                      <a:pt x="876667" y="1470038"/>
                    </a:lnTo>
                    <a:cubicBezTo>
                      <a:pt x="842836" y="1470038"/>
                      <a:pt x="815410" y="1497461"/>
                      <a:pt x="815410" y="1531295"/>
                    </a:cubicBezTo>
                    <a:cubicBezTo>
                      <a:pt x="815410" y="1565130"/>
                      <a:pt x="842833" y="1592552"/>
                      <a:pt x="876667" y="1592552"/>
                    </a:cubicBezTo>
                    <a:lnTo>
                      <a:pt x="1560193" y="1592552"/>
                    </a:lnTo>
                    <a:cubicBezTo>
                      <a:pt x="1637533" y="1592552"/>
                      <a:pt x="1700214" y="1529857"/>
                      <a:pt x="1700214" y="1452526"/>
                    </a:cubicBezTo>
                    <a:lnTo>
                      <a:pt x="1700214" y="140025"/>
                    </a:lnTo>
                    <a:cubicBezTo>
                      <a:pt x="1700214" y="62684"/>
                      <a:pt x="1637519" y="5"/>
                      <a:pt x="1560193" y="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69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任意多边形: 形状 64"/>
              <p:cNvSpPr/>
              <p:nvPr/>
            </p:nvSpPr>
            <p:spPr>
              <a:xfrm>
                <a:off x="5300553" y="3785510"/>
                <a:ext cx="215461" cy="252142"/>
              </a:xfrm>
              <a:custGeom>
                <a:avLst/>
                <a:gdLst>
                  <a:gd name="connsiteX0" fmla="*/ 1052118 w 1627867"/>
                  <a:gd name="connsiteY0" fmla="*/ 571500 h 1905000"/>
                  <a:gd name="connsiteX1" fmla="*/ 1385493 w 1627867"/>
                  <a:gd name="connsiteY1" fmla="*/ 571500 h 1905000"/>
                  <a:gd name="connsiteX2" fmla="*/ 1385493 w 1627867"/>
                  <a:gd name="connsiteY2" fmla="*/ 904875 h 1905000"/>
                  <a:gd name="connsiteX3" fmla="*/ 1337868 w 1627867"/>
                  <a:gd name="connsiteY3" fmla="*/ 952500 h 1905000"/>
                  <a:gd name="connsiteX4" fmla="*/ 1290243 w 1627867"/>
                  <a:gd name="connsiteY4" fmla="*/ 904875 h 1905000"/>
                  <a:gd name="connsiteX5" fmla="*/ 1290243 w 1627867"/>
                  <a:gd name="connsiteY5" fmla="*/ 753572 h 1905000"/>
                  <a:gd name="connsiteX6" fmla="*/ 970202 w 1627867"/>
                  <a:gd name="connsiteY6" fmla="*/ 1129665 h 1905000"/>
                  <a:gd name="connsiteX7" fmla="*/ 711122 w 1627867"/>
                  <a:gd name="connsiteY7" fmla="*/ 981075 h 1905000"/>
                  <a:gd name="connsiteX8" fmla="*/ 392987 w 1627867"/>
                  <a:gd name="connsiteY8" fmla="*/ 1248727 h 1905000"/>
                  <a:gd name="connsiteX9" fmla="*/ 359650 w 1627867"/>
                  <a:gd name="connsiteY9" fmla="*/ 1257300 h 1905000"/>
                  <a:gd name="connsiteX10" fmla="*/ 308949 w 1627867"/>
                  <a:gd name="connsiteY10" fmla="*/ 1207037 h 1905000"/>
                  <a:gd name="connsiteX11" fmla="*/ 326312 w 1627867"/>
                  <a:gd name="connsiteY11" fmla="*/ 1168717 h 1905000"/>
                  <a:gd name="connsiteX12" fmla="*/ 327265 w 1627867"/>
                  <a:gd name="connsiteY12" fmla="*/ 1167765 h 1905000"/>
                  <a:gd name="connsiteX13" fmla="*/ 699692 w 1627867"/>
                  <a:gd name="connsiteY13" fmla="*/ 854392 h 1905000"/>
                  <a:gd name="connsiteX14" fmla="*/ 947342 w 1627867"/>
                  <a:gd name="connsiteY14" fmla="*/ 997267 h 1905000"/>
                  <a:gd name="connsiteX15" fmla="*/ 1229282 w 1627867"/>
                  <a:gd name="connsiteY15" fmla="*/ 666750 h 1905000"/>
                  <a:gd name="connsiteX16" fmla="*/ 1052118 w 1627867"/>
                  <a:gd name="connsiteY16" fmla="*/ 666750 h 1905000"/>
                  <a:gd name="connsiteX17" fmla="*/ 1004493 w 1627867"/>
                  <a:gd name="connsiteY17" fmla="*/ 619125 h 1905000"/>
                  <a:gd name="connsiteX18" fmla="*/ 1052118 w 1627867"/>
                  <a:gd name="connsiteY18" fmla="*/ 571500 h 1905000"/>
                  <a:gd name="connsiteX19" fmla="*/ 804467 w 1627867"/>
                  <a:gd name="connsiteY19" fmla="*/ 123825 h 1905000"/>
                  <a:gd name="connsiteX20" fmla="*/ 431087 w 1627867"/>
                  <a:gd name="connsiteY20" fmla="*/ 290513 h 1905000"/>
                  <a:gd name="connsiteX21" fmla="*/ 102475 w 1627867"/>
                  <a:gd name="connsiteY21" fmla="*/ 363855 h 1905000"/>
                  <a:gd name="connsiteX22" fmla="*/ 167245 w 1627867"/>
                  <a:gd name="connsiteY22" fmla="*/ 1191578 h 1905000"/>
                  <a:gd name="connsiteX23" fmla="*/ 846377 w 1627867"/>
                  <a:gd name="connsiteY23" fmla="*/ 1786890 h 1905000"/>
                  <a:gd name="connsiteX24" fmla="*/ 1456930 w 1627867"/>
                  <a:gd name="connsiteY24" fmla="*/ 1200150 h 1905000"/>
                  <a:gd name="connsiteX25" fmla="*/ 1525510 w 1627867"/>
                  <a:gd name="connsiteY25" fmla="*/ 341948 h 1905000"/>
                  <a:gd name="connsiteX26" fmla="*/ 1254047 w 1627867"/>
                  <a:gd name="connsiteY26" fmla="*/ 306705 h 1905000"/>
                  <a:gd name="connsiteX27" fmla="*/ 804467 w 1627867"/>
                  <a:gd name="connsiteY27" fmla="*/ 123825 h 1905000"/>
                  <a:gd name="connsiteX28" fmla="*/ 807325 w 1627867"/>
                  <a:gd name="connsiteY28" fmla="*/ 0 h 1905000"/>
                  <a:gd name="connsiteX29" fmla="*/ 835900 w 1627867"/>
                  <a:gd name="connsiteY29" fmla="*/ 20955 h 1905000"/>
                  <a:gd name="connsiteX30" fmla="*/ 1275955 w 1627867"/>
                  <a:gd name="connsiteY30" fmla="*/ 207645 h 1905000"/>
                  <a:gd name="connsiteX31" fmla="*/ 1575040 w 1627867"/>
                  <a:gd name="connsiteY31" fmla="*/ 240982 h 1905000"/>
                  <a:gd name="connsiteX32" fmla="*/ 1624570 w 1627867"/>
                  <a:gd name="connsiteY32" fmla="*/ 240982 h 1905000"/>
                  <a:gd name="connsiteX33" fmla="*/ 1625522 w 1627867"/>
                  <a:gd name="connsiteY33" fmla="*/ 290513 h 1905000"/>
                  <a:gd name="connsiteX34" fmla="*/ 1554085 w 1627867"/>
                  <a:gd name="connsiteY34" fmla="*/ 1230630 h 1905000"/>
                  <a:gd name="connsiteX35" fmla="*/ 871142 w 1627867"/>
                  <a:gd name="connsiteY35" fmla="*/ 1890713 h 1905000"/>
                  <a:gd name="connsiteX36" fmla="*/ 846377 w 1627867"/>
                  <a:gd name="connsiteY36" fmla="*/ 1905000 h 1905000"/>
                  <a:gd name="connsiteX37" fmla="*/ 820660 w 1627867"/>
                  <a:gd name="connsiteY37" fmla="*/ 1889764 h 1905000"/>
                  <a:gd name="connsiteX38" fmla="*/ 72947 w 1627867"/>
                  <a:gd name="connsiteY38" fmla="*/ 1226820 h 1905000"/>
                  <a:gd name="connsiteX39" fmla="*/ 2462 w 1627867"/>
                  <a:gd name="connsiteY39" fmla="*/ 314325 h 1905000"/>
                  <a:gd name="connsiteX40" fmla="*/ 3415 w 1627867"/>
                  <a:gd name="connsiteY40" fmla="*/ 267653 h 1905000"/>
                  <a:gd name="connsiteX41" fmla="*/ 50087 w 1627867"/>
                  <a:gd name="connsiteY41" fmla="*/ 264795 h 1905000"/>
                  <a:gd name="connsiteX42" fmla="*/ 399655 w 1627867"/>
                  <a:gd name="connsiteY42" fmla="*/ 193358 h 1905000"/>
                  <a:gd name="connsiteX43" fmla="*/ 777797 w 1627867"/>
                  <a:gd name="connsiteY43" fmla="*/ 19050 h 190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627867" h="1905000">
                    <a:moveTo>
                      <a:pt x="1052118" y="571500"/>
                    </a:moveTo>
                    <a:lnTo>
                      <a:pt x="1385493" y="571500"/>
                    </a:lnTo>
                    <a:lnTo>
                      <a:pt x="1385493" y="904875"/>
                    </a:lnTo>
                    <a:cubicBezTo>
                      <a:pt x="1385493" y="931545"/>
                      <a:pt x="1364538" y="952500"/>
                      <a:pt x="1337868" y="952500"/>
                    </a:cubicBezTo>
                    <a:cubicBezTo>
                      <a:pt x="1311198" y="952500"/>
                      <a:pt x="1290243" y="931545"/>
                      <a:pt x="1290243" y="904875"/>
                    </a:cubicBezTo>
                    <a:lnTo>
                      <a:pt x="1290243" y="753572"/>
                    </a:lnTo>
                    <a:lnTo>
                      <a:pt x="970202" y="1129665"/>
                    </a:lnTo>
                    <a:lnTo>
                      <a:pt x="711122" y="981075"/>
                    </a:lnTo>
                    <a:lnTo>
                      <a:pt x="392987" y="1248727"/>
                    </a:lnTo>
                    <a:cubicBezTo>
                      <a:pt x="382510" y="1253490"/>
                      <a:pt x="370127" y="1257300"/>
                      <a:pt x="359650" y="1257300"/>
                    </a:cubicBezTo>
                    <a:cubicBezTo>
                      <a:pt x="331769" y="1257421"/>
                      <a:pt x="309070" y="1234918"/>
                      <a:pt x="308949" y="1207037"/>
                    </a:cubicBezTo>
                    <a:cubicBezTo>
                      <a:pt x="308884" y="1192346"/>
                      <a:pt x="315224" y="1178356"/>
                      <a:pt x="326312" y="1168717"/>
                    </a:cubicBezTo>
                    <a:lnTo>
                      <a:pt x="327265" y="1167765"/>
                    </a:lnTo>
                    <a:lnTo>
                      <a:pt x="699692" y="854392"/>
                    </a:lnTo>
                    <a:lnTo>
                      <a:pt x="947342" y="997267"/>
                    </a:lnTo>
                    <a:lnTo>
                      <a:pt x="1229282" y="666750"/>
                    </a:lnTo>
                    <a:lnTo>
                      <a:pt x="1052118" y="666750"/>
                    </a:lnTo>
                    <a:cubicBezTo>
                      <a:pt x="1025448" y="666750"/>
                      <a:pt x="1004493" y="645795"/>
                      <a:pt x="1004493" y="619125"/>
                    </a:cubicBezTo>
                    <a:cubicBezTo>
                      <a:pt x="1004493" y="592455"/>
                      <a:pt x="1025448" y="571500"/>
                      <a:pt x="1052118" y="571500"/>
                    </a:cubicBezTo>
                    <a:close/>
                    <a:moveTo>
                      <a:pt x="804467" y="123825"/>
                    </a:moveTo>
                    <a:cubicBezTo>
                      <a:pt x="694930" y="188595"/>
                      <a:pt x="567295" y="246698"/>
                      <a:pt x="431087" y="290513"/>
                    </a:cubicBezTo>
                    <a:cubicBezTo>
                      <a:pt x="316787" y="326708"/>
                      <a:pt x="204392" y="352425"/>
                      <a:pt x="102475" y="363855"/>
                    </a:cubicBezTo>
                    <a:cubicBezTo>
                      <a:pt x="92950" y="879158"/>
                      <a:pt x="132955" y="1099185"/>
                      <a:pt x="167245" y="1191578"/>
                    </a:cubicBezTo>
                    <a:cubicBezTo>
                      <a:pt x="200582" y="1280160"/>
                      <a:pt x="332980" y="1473518"/>
                      <a:pt x="846377" y="1786890"/>
                    </a:cubicBezTo>
                    <a:cubicBezTo>
                      <a:pt x="1194992" y="1583055"/>
                      <a:pt x="1398827" y="1385888"/>
                      <a:pt x="1456930" y="1200150"/>
                    </a:cubicBezTo>
                    <a:cubicBezTo>
                      <a:pt x="1509317" y="1032510"/>
                      <a:pt x="1531225" y="743903"/>
                      <a:pt x="1525510" y="341948"/>
                    </a:cubicBezTo>
                    <a:cubicBezTo>
                      <a:pt x="1437880" y="339090"/>
                      <a:pt x="1344535" y="326708"/>
                      <a:pt x="1254047" y="306705"/>
                    </a:cubicBezTo>
                    <a:cubicBezTo>
                      <a:pt x="1079740" y="267653"/>
                      <a:pt x="920672" y="202883"/>
                      <a:pt x="804467" y="123825"/>
                    </a:cubicBezTo>
                    <a:close/>
                    <a:moveTo>
                      <a:pt x="807325" y="0"/>
                    </a:moveTo>
                    <a:lnTo>
                      <a:pt x="835900" y="20955"/>
                    </a:lnTo>
                    <a:cubicBezTo>
                      <a:pt x="942580" y="100013"/>
                      <a:pt x="1102600" y="168593"/>
                      <a:pt x="1275955" y="207645"/>
                    </a:cubicBezTo>
                    <a:cubicBezTo>
                      <a:pt x="1377872" y="230505"/>
                      <a:pt x="1480742" y="240982"/>
                      <a:pt x="1575040" y="240982"/>
                    </a:cubicBezTo>
                    <a:lnTo>
                      <a:pt x="1624570" y="240982"/>
                    </a:lnTo>
                    <a:lnTo>
                      <a:pt x="1625522" y="290513"/>
                    </a:lnTo>
                    <a:cubicBezTo>
                      <a:pt x="1636000" y="728663"/>
                      <a:pt x="1611235" y="1044893"/>
                      <a:pt x="1554085" y="1230630"/>
                    </a:cubicBezTo>
                    <a:cubicBezTo>
                      <a:pt x="1486457" y="1446848"/>
                      <a:pt x="1257857" y="1668780"/>
                      <a:pt x="871142" y="1890713"/>
                    </a:cubicBezTo>
                    <a:lnTo>
                      <a:pt x="846377" y="1905000"/>
                    </a:lnTo>
                    <a:lnTo>
                      <a:pt x="820660" y="1889764"/>
                    </a:lnTo>
                    <a:cubicBezTo>
                      <a:pt x="393940" y="1630680"/>
                      <a:pt x="142480" y="1407795"/>
                      <a:pt x="72947" y="1226820"/>
                    </a:cubicBezTo>
                    <a:cubicBezTo>
                      <a:pt x="14845" y="1075373"/>
                      <a:pt x="-8015" y="767715"/>
                      <a:pt x="2462" y="314325"/>
                    </a:cubicBezTo>
                    <a:lnTo>
                      <a:pt x="3415" y="267653"/>
                    </a:lnTo>
                    <a:lnTo>
                      <a:pt x="50087" y="264795"/>
                    </a:lnTo>
                    <a:cubicBezTo>
                      <a:pt x="154862" y="259080"/>
                      <a:pt x="274877" y="233363"/>
                      <a:pt x="399655" y="193358"/>
                    </a:cubicBezTo>
                    <a:cubicBezTo>
                      <a:pt x="539672" y="147638"/>
                      <a:pt x="671117" y="87630"/>
                      <a:pt x="777797" y="1905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图形 46"/>
              <p:cNvSpPr/>
              <p:nvPr/>
            </p:nvSpPr>
            <p:spPr>
              <a:xfrm>
                <a:off x="5300553" y="4745356"/>
                <a:ext cx="219981" cy="249836"/>
              </a:xfrm>
              <a:custGeom>
                <a:avLst/>
                <a:gdLst>
                  <a:gd name="connsiteX0" fmla="*/ 1434354 w 1568823"/>
                  <a:gd name="connsiteY0" fmla="*/ 504264 h 1781735"/>
                  <a:gd name="connsiteX1" fmla="*/ 1467970 w 1568823"/>
                  <a:gd name="connsiteY1" fmla="*/ 470647 h 1781735"/>
                  <a:gd name="connsiteX2" fmla="*/ 1479177 w 1568823"/>
                  <a:gd name="connsiteY2" fmla="*/ 403412 h 1781735"/>
                  <a:gd name="connsiteX3" fmla="*/ 1434354 w 1568823"/>
                  <a:gd name="connsiteY3" fmla="*/ 347382 h 1781735"/>
                  <a:gd name="connsiteX4" fmla="*/ 885265 w 1568823"/>
                  <a:gd name="connsiteY4" fmla="*/ 33618 h 1781735"/>
                  <a:gd name="connsiteX5" fmla="*/ 661147 w 1568823"/>
                  <a:gd name="connsiteY5" fmla="*/ 33618 h 1781735"/>
                  <a:gd name="connsiteX6" fmla="*/ 123265 w 1568823"/>
                  <a:gd name="connsiteY6" fmla="*/ 347382 h 1781735"/>
                  <a:gd name="connsiteX7" fmla="*/ 89647 w 1568823"/>
                  <a:gd name="connsiteY7" fmla="*/ 381001 h 1781735"/>
                  <a:gd name="connsiteX8" fmla="*/ 78442 w 1568823"/>
                  <a:gd name="connsiteY8" fmla="*/ 448236 h 1781735"/>
                  <a:gd name="connsiteX9" fmla="*/ 123265 w 1568823"/>
                  <a:gd name="connsiteY9" fmla="*/ 504264 h 1781735"/>
                  <a:gd name="connsiteX10" fmla="*/ 672354 w 1568823"/>
                  <a:gd name="connsiteY10" fmla="*/ 818029 h 1781735"/>
                  <a:gd name="connsiteX11" fmla="*/ 784412 w 1568823"/>
                  <a:gd name="connsiteY11" fmla="*/ 851647 h 1781735"/>
                  <a:gd name="connsiteX12" fmla="*/ 896470 w 1568823"/>
                  <a:gd name="connsiteY12" fmla="*/ 818029 h 1781735"/>
                  <a:gd name="connsiteX13" fmla="*/ 1434354 w 1568823"/>
                  <a:gd name="connsiteY13" fmla="*/ 504264 h 1781735"/>
                  <a:gd name="connsiteX14" fmla="*/ 717177 w 1568823"/>
                  <a:gd name="connsiteY14" fmla="*/ 717176 h 1781735"/>
                  <a:gd name="connsiteX15" fmla="*/ 212912 w 1568823"/>
                  <a:gd name="connsiteY15" fmla="*/ 425824 h 1781735"/>
                  <a:gd name="connsiteX16" fmla="*/ 728382 w 1568823"/>
                  <a:gd name="connsiteY16" fmla="*/ 134470 h 1781735"/>
                  <a:gd name="connsiteX17" fmla="*/ 840442 w 1568823"/>
                  <a:gd name="connsiteY17" fmla="*/ 134470 h 1781735"/>
                  <a:gd name="connsiteX18" fmla="*/ 1344705 w 1568823"/>
                  <a:gd name="connsiteY18" fmla="*/ 425824 h 1781735"/>
                  <a:gd name="connsiteX19" fmla="*/ 829235 w 1568823"/>
                  <a:gd name="connsiteY19" fmla="*/ 717176 h 1781735"/>
                  <a:gd name="connsiteX20" fmla="*/ 717177 w 1568823"/>
                  <a:gd name="connsiteY20" fmla="*/ 717176 h 1781735"/>
                  <a:gd name="connsiteX21" fmla="*/ 616324 w 1568823"/>
                  <a:gd name="connsiteY21" fmla="*/ 907676 h 1781735"/>
                  <a:gd name="connsiteX22" fmla="*/ 168089 w 1568823"/>
                  <a:gd name="connsiteY22" fmla="*/ 649941 h 1781735"/>
                  <a:gd name="connsiteX23" fmla="*/ 112058 w 1568823"/>
                  <a:gd name="connsiteY23" fmla="*/ 638736 h 1781735"/>
                  <a:gd name="connsiteX24" fmla="*/ 0 w 1568823"/>
                  <a:gd name="connsiteY24" fmla="*/ 750794 h 1781735"/>
                  <a:gd name="connsiteX25" fmla="*/ 0 w 1568823"/>
                  <a:gd name="connsiteY25" fmla="*/ 1322294 h 1781735"/>
                  <a:gd name="connsiteX26" fmla="*/ 112058 w 1568823"/>
                  <a:gd name="connsiteY26" fmla="*/ 1512794 h 1781735"/>
                  <a:gd name="connsiteX27" fmla="*/ 560293 w 1568823"/>
                  <a:gd name="connsiteY27" fmla="*/ 1770529 h 1781735"/>
                  <a:gd name="connsiteX28" fmla="*/ 616324 w 1568823"/>
                  <a:gd name="connsiteY28" fmla="*/ 1781736 h 1781735"/>
                  <a:gd name="connsiteX29" fmla="*/ 728382 w 1568823"/>
                  <a:gd name="connsiteY29" fmla="*/ 1669676 h 1781735"/>
                  <a:gd name="connsiteX30" fmla="*/ 728382 w 1568823"/>
                  <a:gd name="connsiteY30" fmla="*/ 1098176 h 1781735"/>
                  <a:gd name="connsiteX31" fmla="*/ 616324 w 1568823"/>
                  <a:gd name="connsiteY31" fmla="*/ 907676 h 1781735"/>
                  <a:gd name="connsiteX32" fmla="*/ 616324 w 1568823"/>
                  <a:gd name="connsiteY32" fmla="*/ 1680882 h 1781735"/>
                  <a:gd name="connsiteX33" fmla="*/ 168089 w 1568823"/>
                  <a:gd name="connsiteY33" fmla="*/ 1423147 h 1781735"/>
                  <a:gd name="connsiteX34" fmla="*/ 112058 w 1568823"/>
                  <a:gd name="connsiteY34" fmla="*/ 1322294 h 1781735"/>
                  <a:gd name="connsiteX35" fmla="*/ 112058 w 1568823"/>
                  <a:gd name="connsiteY35" fmla="*/ 750794 h 1781735"/>
                  <a:gd name="connsiteX36" fmla="*/ 134470 w 1568823"/>
                  <a:gd name="connsiteY36" fmla="*/ 705971 h 1781735"/>
                  <a:gd name="connsiteX37" fmla="*/ 112058 w 1568823"/>
                  <a:gd name="connsiteY37" fmla="*/ 750794 h 1781735"/>
                  <a:gd name="connsiteX38" fmla="*/ 560293 w 1568823"/>
                  <a:gd name="connsiteY38" fmla="*/ 1008529 h 1781735"/>
                  <a:gd name="connsiteX39" fmla="*/ 616324 w 1568823"/>
                  <a:gd name="connsiteY39" fmla="*/ 1109382 h 1781735"/>
                  <a:gd name="connsiteX40" fmla="*/ 616324 w 1568823"/>
                  <a:gd name="connsiteY40" fmla="*/ 1680882 h 1781735"/>
                  <a:gd name="connsiteX41" fmla="*/ 1456765 w 1568823"/>
                  <a:gd name="connsiteY41" fmla="*/ 638736 h 1781735"/>
                  <a:gd name="connsiteX42" fmla="*/ 1400735 w 1568823"/>
                  <a:gd name="connsiteY42" fmla="*/ 649941 h 1781735"/>
                  <a:gd name="connsiteX43" fmla="*/ 952500 w 1568823"/>
                  <a:gd name="connsiteY43" fmla="*/ 907676 h 1781735"/>
                  <a:gd name="connsiteX44" fmla="*/ 840442 w 1568823"/>
                  <a:gd name="connsiteY44" fmla="*/ 1098176 h 1781735"/>
                  <a:gd name="connsiteX45" fmla="*/ 840442 w 1568823"/>
                  <a:gd name="connsiteY45" fmla="*/ 1669676 h 1781735"/>
                  <a:gd name="connsiteX46" fmla="*/ 952500 w 1568823"/>
                  <a:gd name="connsiteY46" fmla="*/ 1781736 h 1781735"/>
                  <a:gd name="connsiteX47" fmla="*/ 1008530 w 1568823"/>
                  <a:gd name="connsiteY47" fmla="*/ 1770529 h 1781735"/>
                  <a:gd name="connsiteX48" fmla="*/ 1456765 w 1568823"/>
                  <a:gd name="connsiteY48" fmla="*/ 1512794 h 1781735"/>
                  <a:gd name="connsiteX49" fmla="*/ 1568824 w 1568823"/>
                  <a:gd name="connsiteY49" fmla="*/ 1322294 h 1781735"/>
                  <a:gd name="connsiteX50" fmla="*/ 1568824 w 1568823"/>
                  <a:gd name="connsiteY50" fmla="*/ 750794 h 1781735"/>
                  <a:gd name="connsiteX51" fmla="*/ 1456765 w 1568823"/>
                  <a:gd name="connsiteY51" fmla="*/ 638736 h 1781735"/>
                  <a:gd name="connsiteX52" fmla="*/ 1456765 w 1568823"/>
                  <a:gd name="connsiteY52" fmla="*/ 1322294 h 1781735"/>
                  <a:gd name="connsiteX53" fmla="*/ 1400735 w 1568823"/>
                  <a:gd name="connsiteY53" fmla="*/ 1423147 h 1781735"/>
                  <a:gd name="connsiteX54" fmla="*/ 952500 w 1568823"/>
                  <a:gd name="connsiteY54" fmla="*/ 1680882 h 1781735"/>
                  <a:gd name="connsiteX55" fmla="*/ 952500 w 1568823"/>
                  <a:gd name="connsiteY55" fmla="*/ 1109382 h 1781735"/>
                  <a:gd name="connsiteX56" fmla="*/ 1008530 w 1568823"/>
                  <a:gd name="connsiteY56" fmla="*/ 1008529 h 1781735"/>
                  <a:gd name="connsiteX57" fmla="*/ 1456765 w 1568823"/>
                  <a:gd name="connsiteY57" fmla="*/ 750794 h 1781735"/>
                  <a:gd name="connsiteX58" fmla="*/ 1456765 w 1568823"/>
                  <a:gd name="connsiteY58" fmla="*/ 1322294 h 1781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1568823" h="1781735">
                    <a:moveTo>
                      <a:pt x="1434354" y="504264"/>
                    </a:moveTo>
                    <a:lnTo>
                      <a:pt x="1467970" y="470647"/>
                    </a:lnTo>
                    <a:cubicBezTo>
                      <a:pt x="1479177" y="448236"/>
                      <a:pt x="1479177" y="425824"/>
                      <a:pt x="1479177" y="403412"/>
                    </a:cubicBezTo>
                    <a:cubicBezTo>
                      <a:pt x="1467970" y="381001"/>
                      <a:pt x="1456765" y="358589"/>
                      <a:pt x="1434354" y="347382"/>
                    </a:cubicBezTo>
                    <a:lnTo>
                      <a:pt x="885265" y="33618"/>
                    </a:lnTo>
                    <a:cubicBezTo>
                      <a:pt x="818030" y="-11206"/>
                      <a:pt x="728382" y="-11206"/>
                      <a:pt x="661147" y="33618"/>
                    </a:cubicBezTo>
                    <a:lnTo>
                      <a:pt x="123265" y="347382"/>
                    </a:lnTo>
                    <a:cubicBezTo>
                      <a:pt x="100854" y="347382"/>
                      <a:pt x="89647" y="358589"/>
                      <a:pt x="89647" y="381001"/>
                    </a:cubicBezTo>
                    <a:cubicBezTo>
                      <a:pt x="78442" y="403412"/>
                      <a:pt x="67235" y="425824"/>
                      <a:pt x="78442" y="448236"/>
                    </a:cubicBezTo>
                    <a:cubicBezTo>
                      <a:pt x="89647" y="470647"/>
                      <a:pt x="100854" y="493059"/>
                      <a:pt x="123265" y="504264"/>
                    </a:cubicBezTo>
                    <a:lnTo>
                      <a:pt x="672354" y="818029"/>
                    </a:lnTo>
                    <a:cubicBezTo>
                      <a:pt x="705970" y="840441"/>
                      <a:pt x="750793" y="851647"/>
                      <a:pt x="784412" y="851647"/>
                    </a:cubicBezTo>
                    <a:cubicBezTo>
                      <a:pt x="818030" y="851647"/>
                      <a:pt x="862854" y="840441"/>
                      <a:pt x="896470" y="818029"/>
                    </a:cubicBezTo>
                    <a:lnTo>
                      <a:pt x="1434354" y="504264"/>
                    </a:lnTo>
                    <a:close/>
                    <a:moveTo>
                      <a:pt x="717177" y="717176"/>
                    </a:moveTo>
                    <a:lnTo>
                      <a:pt x="212912" y="425824"/>
                    </a:lnTo>
                    <a:lnTo>
                      <a:pt x="728382" y="134470"/>
                    </a:lnTo>
                    <a:cubicBezTo>
                      <a:pt x="762000" y="112059"/>
                      <a:pt x="806824" y="112059"/>
                      <a:pt x="840442" y="134470"/>
                    </a:cubicBezTo>
                    <a:lnTo>
                      <a:pt x="1344705" y="425824"/>
                    </a:lnTo>
                    <a:lnTo>
                      <a:pt x="829235" y="717176"/>
                    </a:lnTo>
                    <a:cubicBezTo>
                      <a:pt x="795619" y="739589"/>
                      <a:pt x="750793" y="739589"/>
                      <a:pt x="717177" y="717176"/>
                    </a:cubicBezTo>
                    <a:close/>
                    <a:moveTo>
                      <a:pt x="616324" y="907676"/>
                    </a:moveTo>
                    <a:lnTo>
                      <a:pt x="168089" y="649941"/>
                    </a:lnTo>
                    <a:cubicBezTo>
                      <a:pt x="145677" y="649941"/>
                      <a:pt x="134470" y="638736"/>
                      <a:pt x="112058" y="638736"/>
                    </a:cubicBezTo>
                    <a:cubicBezTo>
                      <a:pt x="44824" y="638736"/>
                      <a:pt x="0" y="694764"/>
                      <a:pt x="0" y="750794"/>
                    </a:cubicBezTo>
                    <a:lnTo>
                      <a:pt x="0" y="1322294"/>
                    </a:lnTo>
                    <a:cubicBezTo>
                      <a:pt x="0" y="1400736"/>
                      <a:pt x="44824" y="1479176"/>
                      <a:pt x="112058" y="1512794"/>
                    </a:cubicBezTo>
                    <a:lnTo>
                      <a:pt x="560293" y="1770529"/>
                    </a:lnTo>
                    <a:cubicBezTo>
                      <a:pt x="582705" y="1781736"/>
                      <a:pt x="593912" y="1781736"/>
                      <a:pt x="616324" y="1781736"/>
                    </a:cubicBezTo>
                    <a:cubicBezTo>
                      <a:pt x="683558" y="1781736"/>
                      <a:pt x="728382" y="1736912"/>
                      <a:pt x="728382" y="1669676"/>
                    </a:cubicBezTo>
                    <a:lnTo>
                      <a:pt x="728382" y="1098176"/>
                    </a:lnTo>
                    <a:cubicBezTo>
                      <a:pt x="728382" y="1019736"/>
                      <a:pt x="683558" y="952501"/>
                      <a:pt x="616324" y="907676"/>
                    </a:cubicBezTo>
                    <a:close/>
                    <a:moveTo>
                      <a:pt x="616324" y="1680882"/>
                    </a:moveTo>
                    <a:lnTo>
                      <a:pt x="168089" y="1423147"/>
                    </a:lnTo>
                    <a:cubicBezTo>
                      <a:pt x="134470" y="1400736"/>
                      <a:pt x="112058" y="1367117"/>
                      <a:pt x="112058" y="1322294"/>
                    </a:cubicBezTo>
                    <a:lnTo>
                      <a:pt x="112058" y="750794"/>
                    </a:lnTo>
                    <a:lnTo>
                      <a:pt x="134470" y="705971"/>
                    </a:lnTo>
                    <a:lnTo>
                      <a:pt x="112058" y="750794"/>
                    </a:lnTo>
                    <a:lnTo>
                      <a:pt x="560293" y="1008529"/>
                    </a:lnTo>
                    <a:cubicBezTo>
                      <a:pt x="593912" y="1030941"/>
                      <a:pt x="616324" y="1064559"/>
                      <a:pt x="616324" y="1109382"/>
                    </a:cubicBezTo>
                    <a:lnTo>
                      <a:pt x="616324" y="1680882"/>
                    </a:lnTo>
                    <a:close/>
                    <a:moveTo>
                      <a:pt x="1456765" y="638736"/>
                    </a:moveTo>
                    <a:cubicBezTo>
                      <a:pt x="1434354" y="638736"/>
                      <a:pt x="1423147" y="638736"/>
                      <a:pt x="1400735" y="649941"/>
                    </a:cubicBezTo>
                    <a:lnTo>
                      <a:pt x="952500" y="907676"/>
                    </a:lnTo>
                    <a:cubicBezTo>
                      <a:pt x="885265" y="952501"/>
                      <a:pt x="840442" y="1019736"/>
                      <a:pt x="840442" y="1098176"/>
                    </a:cubicBezTo>
                    <a:lnTo>
                      <a:pt x="840442" y="1669676"/>
                    </a:lnTo>
                    <a:cubicBezTo>
                      <a:pt x="840442" y="1736912"/>
                      <a:pt x="885265" y="1781736"/>
                      <a:pt x="952500" y="1781736"/>
                    </a:cubicBezTo>
                    <a:cubicBezTo>
                      <a:pt x="974912" y="1781736"/>
                      <a:pt x="986119" y="1781736"/>
                      <a:pt x="1008530" y="1770529"/>
                    </a:cubicBezTo>
                    <a:lnTo>
                      <a:pt x="1456765" y="1512794"/>
                    </a:lnTo>
                    <a:cubicBezTo>
                      <a:pt x="1524000" y="1467971"/>
                      <a:pt x="1568824" y="1400736"/>
                      <a:pt x="1568824" y="1322294"/>
                    </a:cubicBezTo>
                    <a:lnTo>
                      <a:pt x="1568824" y="750794"/>
                    </a:lnTo>
                    <a:cubicBezTo>
                      <a:pt x="1568824" y="694764"/>
                      <a:pt x="1524000" y="638736"/>
                      <a:pt x="1456765" y="638736"/>
                    </a:cubicBezTo>
                    <a:close/>
                    <a:moveTo>
                      <a:pt x="1456765" y="1322294"/>
                    </a:moveTo>
                    <a:cubicBezTo>
                      <a:pt x="1456765" y="1367117"/>
                      <a:pt x="1434354" y="1400736"/>
                      <a:pt x="1400735" y="1423147"/>
                    </a:cubicBezTo>
                    <a:lnTo>
                      <a:pt x="952500" y="1680882"/>
                    </a:lnTo>
                    <a:lnTo>
                      <a:pt x="952500" y="1109382"/>
                    </a:lnTo>
                    <a:cubicBezTo>
                      <a:pt x="952500" y="1064559"/>
                      <a:pt x="974912" y="1030941"/>
                      <a:pt x="1008530" y="1008529"/>
                    </a:cubicBezTo>
                    <a:lnTo>
                      <a:pt x="1456765" y="750794"/>
                    </a:lnTo>
                    <a:lnTo>
                      <a:pt x="1456765" y="1322294"/>
                    </a:lnTo>
                    <a:close/>
                  </a:path>
                </a:pathLst>
              </a:custGeom>
              <a:solidFill>
                <a:schemeClr val="accent4"/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任意多边形: 形状 57"/>
              <p:cNvSpPr/>
              <p:nvPr/>
            </p:nvSpPr>
            <p:spPr>
              <a:xfrm>
                <a:off x="4815663" y="5742216"/>
                <a:ext cx="227509" cy="224948"/>
              </a:xfrm>
              <a:custGeom>
                <a:avLst/>
                <a:gdLst>
                  <a:gd name="connsiteX0" fmla="*/ 997738 w 1717956"/>
                  <a:gd name="connsiteY0" fmla="*/ 1573225 h 1698622"/>
                  <a:gd name="connsiteX1" fmla="*/ 1352978 w 1717956"/>
                  <a:gd name="connsiteY1" fmla="*/ 1573225 h 1698622"/>
                  <a:gd name="connsiteX2" fmla="*/ 1415687 w 1717956"/>
                  <a:gd name="connsiteY2" fmla="*/ 1635918 h 1698622"/>
                  <a:gd name="connsiteX3" fmla="*/ 1415687 w 1717956"/>
                  <a:gd name="connsiteY3" fmla="*/ 1635928 h 1698622"/>
                  <a:gd name="connsiteX4" fmla="*/ 1352978 w 1717956"/>
                  <a:gd name="connsiteY4" fmla="*/ 1698622 h 1698622"/>
                  <a:gd name="connsiteX5" fmla="*/ 997738 w 1717956"/>
                  <a:gd name="connsiteY5" fmla="*/ 1698622 h 1698622"/>
                  <a:gd name="connsiteX6" fmla="*/ 935024 w 1717956"/>
                  <a:gd name="connsiteY6" fmla="*/ 1635924 h 1698622"/>
                  <a:gd name="connsiteX7" fmla="*/ 997738 w 1717956"/>
                  <a:gd name="connsiteY7" fmla="*/ 1573225 h 1698622"/>
                  <a:gd name="connsiteX8" fmla="*/ 857267 w 1717956"/>
                  <a:gd name="connsiteY8" fmla="*/ 434940 h 1698622"/>
                  <a:gd name="connsiteX9" fmla="*/ 807908 w 1717956"/>
                  <a:gd name="connsiteY9" fmla="*/ 534828 h 1698622"/>
                  <a:gd name="connsiteX10" fmla="*/ 697726 w 1717956"/>
                  <a:gd name="connsiteY10" fmla="*/ 550935 h 1698622"/>
                  <a:gd name="connsiteX11" fmla="*/ 777497 w 1717956"/>
                  <a:gd name="connsiteY11" fmla="*/ 628478 h 1698622"/>
                  <a:gd name="connsiteX12" fmla="*/ 758557 w 1717956"/>
                  <a:gd name="connsiteY12" fmla="*/ 738444 h 1698622"/>
                  <a:gd name="connsiteX13" fmla="*/ 857258 w 1717956"/>
                  <a:gd name="connsiteY13" fmla="*/ 686676 h 1698622"/>
                  <a:gd name="connsiteX14" fmla="*/ 955971 w 1717956"/>
                  <a:gd name="connsiteY14" fmla="*/ 738444 h 1698622"/>
                  <a:gd name="connsiteX15" fmla="*/ 937030 w 1717956"/>
                  <a:gd name="connsiteY15" fmla="*/ 628478 h 1698622"/>
                  <a:gd name="connsiteX16" fmla="*/ 1016802 w 1717956"/>
                  <a:gd name="connsiteY16" fmla="*/ 550935 h 1698622"/>
                  <a:gd name="connsiteX17" fmla="*/ 906619 w 1717956"/>
                  <a:gd name="connsiteY17" fmla="*/ 534828 h 1698622"/>
                  <a:gd name="connsiteX18" fmla="*/ 1452242 w 1717956"/>
                  <a:gd name="connsiteY18" fmla="*/ 356300 h 1698622"/>
                  <a:gd name="connsiteX19" fmla="*/ 1452242 w 1717956"/>
                  <a:gd name="connsiteY19" fmla="*/ 716194 h 1698622"/>
                  <a:gd name="connsiteX20" fmla="*/ 1481730 w 1717956"/>
                  <a:gd name="connsiteY20" fmla="*/ 707024 h 1698622"/>
                  <a:gd name="connsiteX21" fmla="*/ 1595046 w 1717956"/>
                  <a:gd name="connsiteY21" fmla="*/ 536248 h 1698622"/>
                  <a:gd name="connsiteX22" fmla="*/ 1481734 w 1717956"/>
                  <a:gd name="connsiteY22" fmla="*/ 365472 h 1698622"/>
                  <a:gd name="connsiteX23" fmla="*/ 265905 w 1717956"/>
                  <a:gd name="connsiteY23" fmla="*/ 355831 h 1698622"/>
                  <a:gd name="connsiteX24" fmla="*/ 236228 w 1717956"/>
                  <a:gd name="connsiteY24" fmla="*/ 365061 h 1698622"/>
                  <a:gd name="connsiteX25" fmla="*/ 122920 w 1717956"/>
                  <a:gd name="connsiteY25" fmla="*/ 535838 h 1698622"/>
                  <a:gd name="connsiteX26" fmla="*/ 236228 w 1717956"/>
                  <a:gd name="connsiteY26" fmla="*/ 706614 h 1698622"/>
                  <a:gd name="connsiteX27" fmla="*/ 265905 w 1717956"/>
                  <a:gd name="connsiteY27" fmla="*/ 715844 h 1698622"/>
                  <a:gd name="connsiteX28" fmla="*/ 852549 w 1717956"/>
                  <a:gd name="connsiteY28" fmla="*/ 332932 h 1698622"/>
                  <a:gd name="connsiteX29" fmla="*/ 920510 w 1717956"/>
                  <a:gd name="connsiteY29" fmla="*/ 372094 h 1698622"/>
                  <a:gd name="connsiteX30" fmla="*/ 962610 w 1717956"/>
                  <a:gd name="connsiteY30" fmla="*/ 457486 h 1698622"/>
                  <a:gd name="connsiteX31" fmla="*/ 1056682 w 1717956"/>
                  <a:gd name="connsiteY31" fmla="*/ 471182 h 1698622"/>
                  <a:gd name="connsiteX32" fmla="*/ 1113903 w 1717956"/>
                  <a:gd name="connsiteY32" fmla="*/ 519722 h 1698622"/>
                  <a:gd name="connsiteX33" fmla="*/ 1095362 w 1717956"/>
                  <a:gd name="connsiteY33" fmla="*/ 592226 h 1698622"/>
                  <a:gd name="connsiteX34" fmla="*/ 1027682 w 1717956"/>
                  <a:gd name="connsiteY34" fmla="*/ 658091 h 1698622"/>
                  <a:gd name="connsiteX35" fmla="*/ 1043802 w 1717956"/>
                  <a:gd name="connsiteY35" fmla="*/ 751742 h 1698622"/>
                  <a:gd name="connsiteX36" fmla="*/ 1044849 w 1717956"/>
                  <a:gd name="connsiteY36" fmla="*/ 763752 h 1698622"/>
                  <a:gd name="connsiteX37" fmla="*/ 974300 w 1717956"/>
                  <a:gd name="connsiteY37" fmla="*/ 834514 h 1698622"/>
                  <a:gd name="connsiteX38" fmla="*/ 941470 w 1717956"/>
                  <a:gd name="connsiteY38" fmla="*/ 826455 h 1698622"/>
                  <a:gd name="connsiteX39" fmla="*/ 857068 w 1717956"/>
                  <a:gd name="connsiteY39" fmla="*/ 782344 h 1698622"/>
                  <a:gd name="connsiteX40" fmla="*/ 772866 w 1717956"/>
                  <a:gd name="connsiteY40" fmla="*/ 826455 h 1698622"/>
                  <a:gd name="connsiteX41" fmla="*/ 728231 w 1717956"/>
                  <a:gd name="connsiteY41" fmla="*/ 833495 h 1698622"/>
                  <a:gd name="connsiteX42" fmla="*/ 670125 w 1717956"/>
                  <a:gd name="connsiteY42" fmla="*/ 751732 h 1698622"/>
                  <a:gd name="connsiteX43" fmla="*/ 686245 w 1717956"/>
                  <a:gd name="connsiteY43" fmla="*/ 657872 h 1698622"/>
                  <a:gd name="connsiteX44" fmla="*/ 618155 w 1717956"/>
                  <a:gd name="connsiteY44" fmla="*/ 591616 h 1698622"/>
                  <a:gd name="connsiteX45" fmla="*/ 597322 w 1717956"/>
                  <a:gd name="connsiteY45" fmla="*/ 550427 h 1698622"/>
                  <a:gd name="connsiteX46" fmla="*/ 657834 w 1717956"/>
                  <a:gd name="connsiteY46" fmla="*/ 470782 h 1698622"/>
                  <a:gd name="connsiteX47" fmla="*/ 751506 w 1717956"/>
                  <a:gd name="connsiteY47" fmla="*/ 457086 h 1698622"/>
                  <a:gd name="connsiteX48" fmla="*/ 793606 w 1717956"/>
                  <a:gd name="connsiteY48" fmla="*/ 371893 h 1698622"/>
                  <a:gd name="connsiteX49" fmla="*/ 825342 w 1717956"/>
                  <a:gd name="connsiteY49" fmla="*/ 340265 h 1698622"/>
                  <a:gd name="connsiteX50" fmla="*/ 852549 w 1717956"/>
                  <a:gd name="connsiteY50" fmla="*/ 332932 h 1698622"/>
                  <a:gd name="connsiteX51" fmla="*/ 388625 w 1717956"/>
                  <a:gd name="connsiteY51" fmla="*/ 122891 h 1698622"/>
                  <a:gd name="connsiteX52" fmla="*/ 388625 w 1717956"/>
                  <a:gd name="connsiteY52" fmla="*/ 745093 h 1698622"/>
                  <a:gd name="connsiteX53" fmla="*/ 388492 w 1717956"/>
                  <a:gd name="connsiteY53" fmla="*/ 747655 h 1698622"/>
                  <a:gd name="connsiteX54" fmla="*/ 858678 w 1717956"/>
                  <a:gd name="connsiteY54" fmla="*/ 1215038 h 1698622"/>
                  <a:gd name="connsiteX55" fmla="*/ 1328931 w 1717956"/>
                  <a:gd name="connsiteY55" fmla="*/ 744892 h 1698622"/>
                  <a:gd name="connsiteX56" fmla="*/ 1329322 w 1717956"/>
                  <a:gd name="connsiteY56" fmla="*/ 738148 h 1698622"/>
                  <a:gd name="connsiteX57" fmla="*/ 1329322 w 1717956"/>
                  <a:gd name="connsiteY57" fmla="*/ 122891 h 1698622"/>
                  <a:gd name="connsiteX58" fmla="*/ 265905 w 1717956"/>
                  <a:gd name="connsiteY58" fmla="*/ 0 h 1698622"/>
                  <a:gd name="connsiteX59" fmla="*/ 1452242 w 1717956"/>
                  <a:gd name="connsiteY59" fmla="*/ 0 h 1698622"/>
                  <a:gd name="connsiteX60" fmla="*/ 1452242 w 1717956"/>
                  <a:gd name="connsiteY60" fmla="*/ 232498 h 1698622"/>
                  <a:gd name="connsiteX61" fmla="*/ 1471689 w 1717956"/>
                  <a:gd name="connsiteY61" fmla="*/ 234464 h 1698622"/>
                  <a:gd name="connsiteX62" fmla="*/ 1717956 w 1717956"/>
                  <a:gd name="connsiteY62" fmla="*/ 536438 h 1698622"/>
                  <a:gd name="connsiteX63" fmla="*/ 1471617 w 1717956"/>
                  <a:gd name="connsiteY63" fmla="*/ 838031 h 1698622"/>
                  <a:gd name="connsiteX64" fmla="*/ 1441861 w 1717956"/>
                  <a:gd name="connsiteY64" fmla="*/ 841038 h 1698622"/>
                  <a:gd name="connsiteX65" fmla="*/ 1438892 w 1717956"/>
                  <a:gd name="connsiteY65" fmla="*/ 867978 h 1698622"/>
                  <a:gd name="connsiteX66" fmla="*/ 1278275 w 1717956"/>
                  <a:gd name="connsiteY66" fmla="*/ 1163907 h 1698622"/>
                  <a:gd name="connsiteX67" fmla="*/ 918424 w 1717956"/>
                  <a:gd name="connsiteY67" fmla="*/ 1334957 h 1698622"/>
                  <a:gd name="connsiteX68" fmla="*/ 918424 w 1717956"/>
                  <a:gd name="connsiteY68" fmla="*/ 1698613 h 1698622"/>
                  <a:gd name="connsiteX69" fmla="*/ 365141 w 1717956"/>
                  <a:gd name="connsiteY69" fmla="*/ 1698613 h 1698622"/>
                  <a:gd name="connsiteX70" fmla="*/ 303776 w 1717956"/>
                  <a:gd name="connsiteY70" fmla="*/ 1637281 h 1698622"/>
                  <a:gd name="connsiteX71" fmla="*/ 365141 w 1717956"/>
                  <a:gd name="connsiteY71" fmla="*/ 1575939 h 1698622"/>
                  <a:gd name="connsiteX72" fmla="*/ 795703 w 1717956"/>
                  <a:gd name="connsiteY72" fmla="*/ 1575939 h 1698622"/>
                  <a:gd name="connsiteX73" fmla="*/ 795703 w 1717956"/>
                  <a:gd name="connsiteY73" fmla="*/ 1334529 h 1698622"/>
                  <a:gd name="connsiteX74" fmla="*/ 276276 w 1717956"/>
                  <a:gd name="connsiteY74" fmla="*/ 856690 h 1698622"/>
                  <a:gd name="connsiteX75" fmla="*/ 274784 w 1717956"/>
                  <a:gd name="connsiteY75" fmla="*/ 840905 h 1698622"/>
                  <a:gd name="connsiteX76" fmla="*/ 246269 w 1717956"/>
                  <a:gd name="connsiteY76" fmla="*/ 838022 h 1698622"/>
                  <a:gd name="connsiteX77" fmla="*/ 0 w 1717956"/>
                  <a:gd name="connsiteY77" fmla="*/ 536038 h 1698622"/>
                  <a:gd name="connsiteX78" fmla="*/ 246269 w 1717956"/>
                  <a:gd name="connsiteY78" fmla="*/ 234055 h 1698622"/>
                  <a:gd name="connsiteX79" fmla="*/ 265905 w 1717956"/>
                  <a:gd name="connsiteY79" fmla="*/ 232070 h 1698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717956" h="1698622">
                    <a:moveTo>
                      <a:pt x="997738" y="1573225"/>
                    </a:moveTo>
                    <a:lnTo>
                      <a:pt x="1352978" y="1573225"/>
                    </a:lnTo>
                    <a:cubicBezTo>
                      <a:pt x="1387611" y="1573225"/>
                      <a:pt x="1415687" y="1601294"/>
                      <a:pt x="1415687" y="1635918"/>
                    </a:cubicBezTo>
                    <a:cubicBezTo>
                      <a:pt x="1415687" y="1635922"/>
                      <a:pt x="1415687" y="1635924"/>
                      <a:pt x="1415687" y="1635928"/>
                    </a:cubicBezTo>
                    <a:cubicBezTo>
                      <a:pt x="1415687" y="1670553"/>
                      <a:pt x="1387611" y="1698622"/>
                      <a:pt x="1352978" y="1698622"/>
                    </a:cubicBezTo>
                    <a:lnTo>
                      <a:pt x="997738" y="1698622"/>
                    </a:lnTo>
                    <a:cubicBezTo>
                      <a:pt x="963101" y="1698622"/>
                      <a:pt x="935024" y="1670551"/>
                      <a:pt x="935024" y="1635924"/>
                    </a:cubicBezTo>
                    <a:cubicBezTo>
                      <a:pt x="935024" y="1601295"/>
                      <a:pt x="963101" y="1573225"/>
                      <a:pt x="997738" y="1573225"/>
                    </a:cubicBezTo>
                    <a:close/>
                    <a:moveTo>
                      <a:pt x="857267" y="434940"/>
                    </a:moveTo>
                    <a:lnTo>
                      <a:pt x="807908" y="534828"/>
                    </a:lnTo>
                    <a:lnTo>
                      <a:pt x="697726" y="550935"/>
                    </a:lnTo>
                    <a:lnTo>
                      <a:pt x="777497" y="628478"/>
                    </a:lnTo>
                    <a:lnTo>
                      <a:pt x="758557" y="738444"/>
                    </a:lnTo>
                    <a:lnTo>
                      <a:pt x="857258" y="686676"/>
                    </a:lnTo>
                    <a:lnTo>
                      <a:pt x="955971" y="738444"/>
                    </a:lnTo>
                    <a:lnTo>
                      <a:pt x="937030" y="628478"/>
                    </a:lnTo>
                    <a:lnTo>
                      <a:pt x="1016802" y="550935"/>
                    </a:lnTo>
                    <a:lnTo>
                      <a:pt x="906619" y="534828"/>
                    </a:lnTo>
                    <a:close/>
                    <a:moveTo>
                      <a:pt x="1452242" y="356300"/>
                    </a:moveTo>
                    <a:lnTo>
                      <a:pt x="1452242" y="716194"/>
                    </a:lnTo>
                    <a:lnTo>
                      <a:pt x="1481730" y="707024"/>
                    </a:lnTo>
                    <a:cubicBezTo>
                      <a:pt x="1548256" y="678846"/>
                      <a:pt x="1595046" y="612908"/>
                      <a:pt x="1595046" y="536248"/>
                    </a:cubicBezTo>
                    <a:cubicBezTo>
                      <a:pt x="1595046" y="459588"/>
                      <a:pt x="1548261" y="393649"/>
                      <a:pt x="1481734" y="365472"/>
                    </a:cubicBezTo>
                    <a:close/>
                    <a:moveTo>
                      <a:pt x="265905" y="355831"/>
                    </a:moveTo>
                    <a:lnTo>
                      <a:pt x="236228" y="365061"/>
                    </a:lnTo>
                    <a:cubicBezTo>
                      <a:pt x="169705" y="393239"/>
                      <a:pt x="122920" y="459178"/>
                      <a:pt x="122920" y="535838"/>
                    </a:cubicBezTo>
                    <a:cubicBezTo>
                      <a:pt x="122920" y="612497"/>
                      <a:pt x="169705" y="678436"/>
                      <a:pt x="236228" y="706614"/>
                    </a:cubicBezTo>
                    <a:lnTo>
                      <a:pt x="265905" y="715844"/>
                    </a:lnTo>
                    <a:close/>
                    <a:moveTo>
                      <a:pt x="852549" y="332932"/>
                    </a:moveTo>
                    <a:cubicBezTo>
                      <a:pt x="880148" y="331207"/>
                      <a:pt x="907393" y="345796"/>
                      <a:pt x="920510" y="372094"/>
                    </a:cubicBezTo>
                    <a:lnTo>
                      <a:pt x="962610" y="457486"/>
                    </a:lnTo>
                    <a:lnTo>
                      <a:pt x="1056682" y="471182"/>
                    </a:lnTo>
                    <a:cubicBezTo>
                      <a:pt x="1083434" y="475169"/>
                      <a:pt x="1105611" y="493981"/>
                      <a:pt x="1113903" y="519722"/>
                    </a:cubicBezTo>
                    <a:cubicBezTo>
                      <a:pt x="1122228" y="545442"/>
                      <a:pt x="1115014" y="573656"/>
                      <a:pt x="1095362" y="592226"/>
                    </a:cubicBezTo>
                    <a:lnTo>
                      <a:pt x="1027682" y="658091"/>
                    </a:lnTo>
                    <a:lnTo>
                      <a:pt x="1043802" y="751742"/>
                    </a:lnTo>
                    <a:cubicBezTo>
                      <a:pt x="1044492" y="755708"/>
                      <a:pt x="1044844" y="759726"/>
                      <a:pt x="1044849" y="763752"/>
                    </a:cubicBezTo>
                    <a:cubicBezTo>
                      <a:pt x="1044913" y="802769"/>
                      <a:pt x="1013326" y="834451"/>
                      <a:pt x="974300" y="834514"/>
                    </a:cubicBezTo>
                    <a:cubicBezTo>
                      <a:pt x="962856" y="834613"/>
                      <a:pt x="951568" y="831843"/>
                      <a:pt x="941470" y="826455"/>
                    </a:cubicBezTo>
                    <a:lnTo>
                      <a:pt x="857068" y="782344"/>
                    </a:lnTo>
                    <a:lnTo>
                      <a:pt x="772866" y="826455"/>
                    </a:lnTo>
                    <a:cubicBezTo>
                      <a:pt x="759154" y="833603"/>
                      <a:pt x="743480" y="836075"/>
                      <a:pt x="728231" y="833495"/>
                    </a:cubicBezTo>
                    <a:cubicBezTo>
                      <a:pt x="689603" y="826959"/>
                      <a:pt x="663588" y="790351"/>
                      <a:pt x="670125" y="751732"/>
                    </a:cubicBezTo>
                    <a:lnTo>
                      <a:pt x="686245" y="657872"/>
                    </a:lnTo>
                    <a:lnTo>
                      <a:pt x="618155" y="591616"/>
                    </a:lnTo>
                    <a:cubicBezTo>
                      <a:pt x="606799" y="580602"/>
                      <a:pt x="599463" y="566099"/>
                      <a:pt x="597322" y="550427"/>
                    </a:cubicBezTo>
                    <a:cubicBezTo>
                      <a:pt x="592033" y="511726"/>
                      <a:pt x="619126" y="476069"/>
                      <a:pt x="657834" y="470782"/>
                    </a:cubicBezTo>
                    <a:lnTo>
                      <a:pt x="751506" y="457086"/>
                    </a:lnTo>
                    <a:lnTo>
                      <a:pt x="793606" y="371893"/>
                    </a:lnTo>
                    <a:cubicBezTo>
                      <a:pt x="800491" y="358201"/>
                      <a:pt x="811624" y="347104"/>
                      <a:pt x="825342" y="340265"/>
                    </a:cubicBezTo>
                    <a:cubicBezTo>
                      <a:pt x="834110" y="335894"/>
                      <a:pt x="843349" y="333507"/>
                      <a:pt x="852549" y="332932"/>
                    </a:cubicBezTo>
                    <a:close/>
                    <a:moveTo>
                      <a:pt x="388625" y="122891"/>
                    </a:moveTo>
                    <a:lnTo>
                      <a:pt x="388625" y="745093"/>
                    </a:lnTo>
                    <a:cubicBezTo>
                      <a:pt x="388625" y="745960"/>
                      <a:pt x="388529" y="746797"/>
                      <a:pt x="388492" y="747655"/>
                    </a:cubicBezTo>
                    <a:cubicBezTo>
                      <a:pt x="389988" y="1005620"/>
                      <a:pt x="600301" y="1215038"/>
                      <a:pt x="858678" y="1215038"/>
                    </a:cubicBezTo>
                    <a:cubicBezTo>
                      <a:pt x="1117971" y="1215038"/>
                      <a:pt x="1328931" y="1004134"/>
                      <a:pt x="1328931" y="744892"/>
                    </a:cubicBezTo>
                    <a:cubicBezTo>
                      <a:pt x="1328941" y="742639"/>
                      <a:pt x="1329071" y="740388"/>
                      <a:pt x="1329322" y="738148"/>
                    </a:cubicBezTo>
                    <a:lnTo>
                      <a:pt x="1329322" y="122891"/>
                    </a:lnTo>
                    <a:close/>
                    <a:moveTo>
                      <a:pt x="265905" y="0"/>
                    </a:moveTo>
                    <a:lnTo>
                      <a:pt x="1452242" y="0"/>
                    </a:lnTo>
                    <a:lnTo>
                      <a:pt x="1452242" y="232498"/>
                    </a:lnTo>
                    <a:lnTo>
                      <a:pt x="1471689" y="234464"/>
                    </a:lnTo>
                    <a:cubicBezTo>
                      <a:pt x="1612058" y="263256"/>
                      <a:pt x="1717956" y="387720"/>
                      <a:pt x="1717956" y="536438"/>
                    </a:cubicBezTo>
                    <a:cubicBezTo>
                      <a:pt x="1717773" y="684982"/>
                      <a:pt x="1611844" y="809278"/>
                      <a:pt x="1471617" y="838031"/>
                    </a:cubicBezTo>
                    <a:lnTo>
                      <a:pt x="1441861" y="841038"/>
                    </a:lnTo>
                    <a:lnTo>
                      <a:pt x="1438892" y="867978"/>
                    </a:lnTo>
                    <a:cubicBezTo>
                      <a:pt x="1415616" y="979193"/>
                      <a:pt x="1360619" y="1081476"/>
                      <a:pt x="1278275" y="1163907"/>
                    </a:cubicBezTo>
                    <a:cubicBezTo>
                      <a:pt x="1180346" y="1261938"/>
                      <a:pt x="1054300" y="1321480"/>
                      <a:pt x="918424" y="1334957"/>
                    </a:cubicBezTo>
                    <a:lnTo>
                      <a:pt x="918424" y="1698613"/>
                    </a:lnTo>
                    <a:lnTo>
                      <a:pt x="365141" y="1698613"/>
                    </a:lnTo>
                    <a:cubicBezTo>
                      <a:pt x="331298" y="1698613"/>
                      <a:pt x="303776" y="1671094"/>
                      <a:pt x="303776" y="1637281"/>
                    </a:cubicBezTo>
                    <a:cubicBezTo>
                      <a:pt x="303776" y="1603467"/>
                      <a:pt x="331298" y="1575939"/>
                      <a:pt x="365141" y="1575939"/>
                    </a:cubicBezTo>
                    <a:lnTo>
                      <a:pt x="795703" y="1575939"/>
                    </a:lnTo>
                    <a:lnTo>
                      <a:pt x="795703" y="1334529"/>
                    </a:lnTo>
                    <a:cubicBezTo>
                      <a:pt x="535411" y="1306849"/>
                      <a:pt x="324850" y="1110195"/>
                      <a:pt x="276276" y="856690"/>
                    </a:cubicBezTo>
                    <a:lnTo>
                      <a:pt x="274784" y="840905"/>
                    </a:lnTo>
                    <a:lnTo>
                      <a:pt x="246269" y="838022"/>
                    </a:lnTo>
                    <a:cubicBezTo>
                      <a:pt x="105899" y="809230"/>
                      <a:pt x="0" y="684765"/>
                      <a:pt x="0" y="536038"/>
                    </a:cubicBezTo>
                    <a:cubicBezTo>
                      <a:pt x="0" y="387312"/>
                      <a:pt x="105899" y="262847"/>
                      <a:pt x="246269" y="234055"/>
                    </a:cubicBezTo>
                    <a:lnTo>
                      <a:pt x="265905" y="232070"/>
                    </a:lnTo>
                    <a:close/>
                  </a:path>
                </a:pathLst>
              </a:custGeom>
              <a:solidFill>
                <a:schemeClr val="accent5"/>
              </a:solidFill>
              <a:ln w="18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cxnSp>
            <p:nvCxnSpPr>
              <p:cNvPr id="120" name="直接连接符 119"/>
              <p:cNvCxnSpPr/>
              <p:nvPr/>
            </p:nvCxnSpPr>
            <p:spPr>
              <a:xfrm flipH="1">
                <a:off x="3515692" y="2936040"/>
                <a:ext cx="1028576" cy="0"/>
              </a:xfrm>
              <a:prstGeom prst="line">
                <a:avLst/>
              </a:prstGeom>
              <a:noFill/>
              <a:ln w="6350">
                <a:solidFill>
                  <a:srgbClr val="C00000"/>
                </a:solidFill>
                <a:prstDash val="dash"/>
                <a:headEnd type="stealth"/>
                <a:tailEnd type="oval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1" name="直接连接符 120"/>
              <p:cNvCxnSpPr/>
              <p:nvPr/>
            </p:nvCxnSpPr>
            <p:spPr>
              <a:xfrm flipH="1">
                <a:off x="4014596" y="3906377"/>
                <a:ext cx="1028576" cy="0"/>
              </a:xfrm>
              <a:prstGeom prst="line">
                <a:avLst/>
              </a:prstGeom>
              <a:noFill/>
              <a:ln w="6350">
                <a:solidFill>
                  <a:srgbClr val="C00000"/>
                </a:solidFill>
                <a:prstDash val="dash"/>
                <a:headEnd type="stealth"/>
                <a:tailEnd type="oval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2" name="直接连接符 121"/>
              <p:cNvCxnSpPr/>
              <p:nvPr/>
            </p:nvCxnSpPr>
            <p:spPr>
              <a:xfrm flipH="1">
                <a:off x="4014596" y="4876714"/>
                <a:ext cx="1028576" cy="0"/>
              </a:xfrm>
              <a:prstGeom prst="line">
                <a:avLst/>
              </a:prstGeom>
              <a:noFill/>
              <a:ln w="6350">
                <a:solidFill>
                  <a:srgbClr val="C00000"/>
                </a:solidFill>
                <a:prstDash val="dash"/>
                <a:headEnd type="stealth"/>
                <a:tailEnd type="oval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>
              <a:xfrm flipH="1">
                <a:off x="3515692" y="5847050"/>
                <a:ext cx="1028576" cy="0"/>
              </a:xfrm>
              <a:prstGeom prst="line">
                <a:avLst/>
              </a:prstGeom>
              <a:noFill/>
              <a:ln w="6350">
                <a:solidFill>
                  <a:srgbClr val="C00000"/>
                </a:solidFill>
                <a:prstDash val="dash"/>
                <a:headEnd type="stealth"/>
                <a:tailEnd type="oval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20459" y="1266657"/>
            <a:ext cx="10951083" cy="4867446"/>
            <a:chOff x="620459" y="1266657"/>
            <a:chExt cx="10951083" cy="4867446"/>
          </a:xfrm>
        </p:grpSpPr>
        <p:grpSp>
          <p:nvGrpSpPr>
            <p:cNvPr id="17" name="组合 16"/>
            <p:cNvGrpSpPr/>
            <p:nvPr/>
          </p:nvGrpSpPr>
          <p:grpSpPr>
            <a:xfrm>
              <a:off x="620459" y="1670321"/>
              <a:ext cx="10951083" cy="4463782"/>
              <a:chOff x="620459" y="1670321"/>
              <a:chExt cx="10951083" cy="4463782"/>
            </a:xfrm>
          </p:grpSpPr>
          <p:sp>
            <p:nvSpPr>
              <p:cNvPr id="31" name="文本框 30"/>
              <p:cNvSpPr txBox="1"/>
              <p:nvPr/>
            </p:nvSpPr>
            <p:spPr>
              <a:xfrm>
                <a:off x="660400" y="1670321"/>
                <a:ext cx="10858500" cy="29360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R="0" lvl="0" indent="0" fontAlgn="auto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Pct val="25000"/>
                  <a:buFontTx/>
                  <a:buNone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Theme color makes PPT more convenient to change. Adjust the spacing to adapt to Chinese typesetting, use the reference line in PPT . 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grpSp>
            <p:nvGrpSpPr>
              <p:cNvPr id="4" name="组合 3"/>
              <p:cNvGrpSpPr/>
              <p:nvPr/>
            </p:nvGrpSpPr>
            <p:grpSpPr>
              <a:xfrm>
                <a:off x="700172" y="2612056"/>
                <a:ext cx="10791657" cy="1591394"/>
                <a:chOff x="662406" y="2612055"/>
                <a:chExt cx="10853158" cy="1600463"/>
              </a:xfrm>
            </p:grpSpPr>
            <p:sp>
              <p:nvSpPr>
                <p:cNvPr id="5" name="Freeform: Shape 142"/>
                <p:cNvSpPr/>
                <p:nvPr/>
              </p:nvSpPr>
              <p:spPr>
                <a:xfrm>
                  <a:off x="2188682" y="3077768"/>
                  <a:ext cx="855871" cy="669035"/>
                </a:xfrm>
                <a:custGeom>
                  <a:avLst/>
                  <a:gdLst>
                    <a:gd name="connsiteX0" fmla="*/ 0 w 984200"/>
                    <a:gd name="connsiteY0" fmla="*/ 0 h 769351"/>
                    <a:gd name="connsiteX1" fmla="*/ 376008 w 984200"/>
                    <a:gd name="connsiteY1" fmla="*/ 247951 h 769351"/>
                    <a:gd name="connsiteX2" fmla="*/ 492100 w 984200"/>
                    <a:gd name="connsiteY2" fmla="*/ 259008 h 769351"/>
                    <a:gd name="connsiteX3" fmla="*/ 608192 w 984200"/>
                    <a:gd name="connsiteY3" fmla="*/ 247951 h 769351"/>
                    <a:gd name="connsiteX4" fmla="*/ 984200 w 984200"/>
                    <a:gd name="connsiteY4" fmla="*/ 0 h 769351"/>
                    <a:gd name="connsiteX5" fmla="*/ 984200 w 984200"/>
                    <a:gd name="connsiteY5" fmla="*/ 375986 h 769351"/>
                    <a:gd name="connsiteX6" fmla="*/ 984200 w 984200"/>
                    <a:gd name="connsiteY6" fmla="*/ 393365 h 769351"/>
                    <a:gd name="connsiteX7" fmla="*/ 984200 w 984200"/>
                    <a:gd name="connsiteY7" fmla="*/ 769351 h 769351"/>
                    <a:gd name="connsiteX8" fmla="*/ 608192 w 984200"/>
                    <a:gd name="connsiteY8" fmla="*/ 521400 h 769351"/>
                    <a:gd name="connsiteX9" fmla="*/ 492100 w 984200"/>
                    <a:gd name="connsiteY9" fmla="*/ 510343 h 769351"/>
                    <a:gd name="connsiteX10" fmla="*/ 376008 w 984200"/>
                    <a:gd name="connsiteY10" fmla="*/ 521400 h 769351"/>
                    <a:gd name="connsiteX11" fmla="*/ 0 w 984200"/>
                    <a:gd name="connsiteY11" fmla="*/ 769351 h 769351"/>
                    <a:gd name="connsiteX12" fmla="*/ 0 w 984200"/>
                    <a:gd name="connsiteY12" fmla="*/ 393365 h 769351"/>
                    <a:gd name="connsiteX13" fmla="*/ 0 w 984200"/>
                    <a:gd name="connsiteY13" fmla="*/ 375986 h 769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984200" h="769351">
                      <a:moveTo>
                        <a:pt x="0" y="0"/>
                      </a:moveTo>
                      <a:cubicBezTo>
                        <a:pt x="0" y="0"/>
                        <a:pt x="122161" y="198361"/>
                        <a:pt x="376008" y="247951"/>
                      </a:cubicBezTo>
                      <a:lnTo>
                        <a:pt x="492100" y="259008"/>
                      </a:lnTo>
                      <a:lnTo>
                        <a:pt x="608192" y="247951"/>
                      </a:lnTo>
                      <a:cubicBezTo>
                        <a:pt x="862038" y="198361"/>
                        <a:pt x="984200" y="0"/>
                        <a:pt x="984200" y="0"/>
                      </a:cubicBezTo>
                      <a:lnTo>
                        <a:pt x="984200" y="375986"/>
                      </a:lnTo>
                      <a:lnTo>
                        <a:pt x="984200" y="393365"/>
                      </a:lnTo>
                      <a:lnTo>
                        <a:pt x="984200" y="769351"/>
                      </a:lnTo>
                      <a:cubicBezTo>
                        <a:pt x="984200" y="769351"/>
                        <a:pt x="862038" y="570990"/>
                        <a:pt x="608192" y="521400"/>
                      </a:cubicBezTo>
                      <a:lnTo>
                        <a:pt x="492100" y="510343"/>
                      </a:lnTo>
                      <a:lnTo>
                        <a:pt x="376008" y="521400"/>
                      </a:lnTo>
                      <a:cubicBezTo>
                        <a:pt x="122161" y="570990"/>
                        <a:pt x="0" y="769351"/>
                        <a:pt x="0" y="769351"/>
                      </a:cubicBezTo>
                      <a:lnTo>
                        <a:pt x="0" y="393365"/>
                      </a:lnTo>
                      <a:lnTo>
                        <a:pt x="0" y="37598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" name="Freeform: Shape 143"/>
                <p:cNvSpPr/>
                <p:nvPr/>
              </p:nvSpPr>
              <p:spPr>
                <a:xfrm>
                  <a:off x="4499391" y="3077768"/>
                  <a:ext cx="851750" cy="669035"/>
                </a:xfrm>
                <a:custGeom>
                  <a:avLst/>
                  <a:gdLst>
                    <a:gd name="connsiteX0" fmla="*/ 0 w 979461"/>
                    <a:gd name="connsiteY0" fmla="*/ 0 h 769351"/>
                    <a:gd name="connsiteX1" fmla="*/ 376461 w 979461"/>
                    <a:gd name="connsiteY1" fmla="*/ 247951 h 769351"/>
                    <a:gd name="connsiteX2" fmla="*/ 489736 w 979461"/>
                    <a:gd name="connsiteY2" fmla="*/ 258782 h 769351"/>
                    <a:gd name="connsiteX3" fmla="*/ 603453 w 979461"/>
                    <a:gd name="connsiteY3" fmla="*/ 247951 h 769351"/>
                    <a:gd name="connsiteX4" fmla="*/ 979461 w 979461"/>
                    <a:gd name="connsiteY4" fmla="*/ 0 h 769351"/>
                    <a:gd name="connsiteX5" fmla="*/ 979461 w 979461"/>
                    <a:gd name="connsiteY5" fmla="*/ 375986 h 769351"/>
                    <a:gd name="connsiteX6" fmla="*/ 979461 w 979461"/>
                    <a:gd name="connsiteY6" fmla="*/ 393365 h 769351"/>
                    <a:gd name="connsiteX7" fmla="*/ 979461 w 979461"/>
                    <a:gd name="connsiteY7" fmla="*/ 769351 h 769351"/>
                    <a:gd name="connsiteX8" fmla="*/ 602999 w 979461"/>
                    <a:gd name="connsiteY8" fmla="*/ 521400 h 769351"/>
                    <a:gd name="connsiteX9" fmla="*/ 489724 w 979461"/>
                    <a:gd name="connsiteY9" fmla="*/ 510569 h 769351"/>
                    <a:gd name="connsiteX10" fmla="*/ 376007 w 979461"/>
                    <a:gd name="connsiteY10" fmla="*/ 521400 h 769351"/>
                    <a:gd name="connsiteX11" fmla="*/ 0 w 979461"/>
                    <a:gd name="connsiteY11" fmla="*/ 769351 h 769351"/>
                    <a:gd name="connsiteX12" fmla="*/ 0 w 979461"/>
                    <a:gd name="connsiteY12" fmla="*/ 393365 h 769351"/>
                    <a:gd name="connsiteX13" fmla="*/ 0 w 979461"/>
                    <a:gd name="connsiteY13" fmla="*/ 375986 h 769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979461" h="769351">
                      <a:moveTo>
                        <a:pt x="0" y="0"/>
                      </a:moveTo>
                      <a:cubicBezTo>
                        <a:pt x="0" y="0"/>
                        <a:pt x="123370" y="198361"/>
                        <a:pt x="376461" y="247951"/>
                      </a:cubicBezTo>
                      <a:lnTo>
                        <a:pt x="489736" y="258782"/>
                      </a:lnTo>
                      <a:lnTo>
                        <a:pt x="603453" y="247951"/>
                      </a:lnTo>
                      <a:cubicBezTo>
                        <a:pt x="857299" y="198361"/>
                        <a:pt x="979461" y="0"/>
                        <a:pt x="979461" y="0"/>
                      </a:cubicBezTo>
                      <a:lnTo>
                        <a:pt x="979461" y="375986"/>
                      </a:lnTo>
                      <a:lnTo>
                        <a:pt x="979461" y="393365"/>
                      </a:lnTo>
                      <a:lnTo>
                        <a:pt x="979461" y="769351"/>
                      </a:lnTo>
                      <a:cubicBezTo>
                        <a:pt x="979461" y="769351"/>
                        <a:pt x="856090" y="570990"/>
                        <a:pt x="602999" y="521400"/>
                      </a:cubicBezTo>
                      <a:lnTo>
                        <a:pt x="489724" y="510569"/>
                      </a:lnTo>
                      <a:lnTo>
                        <a:pt x="376007" y="521400"/>
                      </a:lnTo>
                      <a:cubicBezTo>
                        <a:pt x="122161" y="570990"/>
                        <a:pt x="0" y="769351"/>
                        <a:pt x="0" y="769351"/>
                      </a:cubicBezTo>
                      <a:lnTo>
                        <a:pt x="0" y="393365"/>
                      </a:lnTo>
                      <a:lnTo>
                        <a:pt x="0" y="37598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" name="Freeform: Shape 136"/>
                <p:cNvSpPr/>
                <p:nvPr/>
              </p:nvSpPr>
              <p:spPr>
                <a:xfrm>
                  <a:off x="662406" y="2613428"/>
                  <a:ext cx="1599089" cy="1599090"/>
                </a:xfrm>
                <a:custGeom>
                  <a:avLst/>
                  <a:gdLst>
                    <a:gd name="connsiteX0" fmla="*/ 1108710 w 1108710"/>
                    <a:gd name="connsiteY0" fmla="*/ 554355 h 1108710"/>
                    <a:gd name="connsiteX1" fmla="*/ 554355 w 1108710"/>
                    <a:gd name="connsiteY1" fmla="*/ 1108710 h 1108710"/>
                    <a:gd name="connsiteX2" fmla="*/ 0 w 1108710"/>
                    <a:gd name="connsiteY2" fmla="*/ 554355 h 1108710"/>
                    <a:gd name="connsiteX3" fmla="*/ 554355 w 1108710"/>
                    <a:gd name="connsiteY3" fmla="*/ 0 h 1108710"/>
                    <a:gd name="connsiteX4" fmla="*/ 1108710 w 1108710"/>
                    <a:gd name="connsiteY4" fmla="*/ 554355 h 11087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08710" h="1108710">
                      <a:moveTo>
                        <a:pt x="1108710" y="554355"/>
                      </a:moveTo>
                      <a:cubicBezTo>
                        <a:pt x="1108710" y="860517"/>
                        <a:pt x="860517" y="1108710"/>
                        <a:pt x="554355" y="1108710"/>
                      </a:cubicBezTo>
                      <a:cubicBezTo>
                        <a:pt x="248193" y="1108710"/>
                        <a:pt x="0" y="860517"/>
                        <a:pt x="0" y="554355"/>
                      </a:cubicBezTo>
                      <a:cubicBezTo>
                        <a:pt x="0" y="248193"/>
                        <a:pt x="248193" y="0"/>
                        <a:pt x="554355" y="0"/>
                      </a:cubicBezTo>
                      <a:cubicBezTo>
                        <a:pt x="860517" y="0"/>
                        <a:pt x="1108710" y="248193"/>
                        <a:pt x="1108710" y="554355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Freeform: Shape 137"/>
                <p:cNvSpPr/>
                <p:nvPr/>
              </p:nvSpPr>
              <p:spPr>
                <a:xfrm>
                  <a:off x="786363" y="2737387"/>
                  <a:ext cx="1351171" cy="1351175"/>
                </a:xfrm>
                <a:custGeom>
                  <a:avLst/>
                  <a:gdLst>
                    <a:gd name="connsiteX0" fmla="*/ 853440 w 853440"/>
                    <a:gd name="connsiteY0" fmla="*/ 426720 h 853440"/>
                    <a:gd name="connsiteX1" fmla="*/ 426720 w 853440"/>
                    <a:gd name="connsiteY1" fmla="*/ 853440 h 853440"/>
                    <a:gd name="connsiteX2" fmla="*/ 0 w 853440"/>
                    <a:gd name="connsiteY2" fmla="*/ 426720 h 853440"/>
                    <a:gd name="connsiteX3" fmla="*/ 426720 w 853440"/>
                    <a:gd name="connsiteY3" fmla="*/ 0 h 853440"/>
                    <a:gd name="connsiteX4" fmla="*/ 853440 w 853440"/>
                    <a:gd name="connsiteY4" fmla="*/ 426720 h 8534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3440" h="853440">
                      <a:moveTo>
                        <a:pt x="853440" y="426720"/>
                      </a:moveTo>
                      <a:cubicBezTo>
                        <a:pt x="853440" y="662391"/>
                        <a:pt x="662391" y="853440"/>
                        <a:pt x="426720" y="853440"/>
                      </a:cubicBezTo>
                      <a:cubicBezTo>
                        <a:pt x="191049" y="853440"/>
                        <a:pt x="0" y="662391"/>
                        <a:pt x="0" y="426720"/>
                      </a:cubicBezTo>
                      <a:cubicBezTo>
                        <a:pt x="0" y="191049"/>
                        <a:pt x="191049" y="0"/>
                        <a:pt x="426720" y="0"/>
                      </a:cubicBezTo>
                      <a:cubicBezTo>
                        <a:pt x="662391" y="0"/>
                        <a:pt x="853440" y="191049"/>
                        <a:pt x="853440" y="42672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285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Freeform: Shape 138"/>
                <p:cNvSpPr/>
                <p:nvPr/>
              </p:nvSpPr>
              <p:spPr>
                <a:xfrm>
                  <a:off x="926479" y="2881625"/>
                  <a:ext cx="1073687" cy="1073689"/>
                </a:xfrm>
                <a:custGeom>
                  <a:avLst/>
                  <a:gdLst>
                    <a:gd name="connsiteX0" fmla="*/ 622935 w 622935"/>
                    <a:gd name="connsiteY0" fmla="*/ 311468 h 622935"/>
                    <a:gd name="connsiteX1" fmla="*/ 311468 w 622935"/>
                    <a:gd name="connsiteY1" fmla="*/ 622935 h 622935"/>
                    <a:gd name="connsiteX2" fmla="*/ 0 w 622935"/>
                    <a:gd name="connsiteY2" fmla="*/ 311468 h 622935"/>
                    <a:gd name="connsiteX3" fmla="*/ 311468 w 622935"/>
                    <a:gd name="connsiteY3" fmla="*/ 0 h 622935"/>
                    <a:gd name="connsiteX4" fmla="*/ 622935 w 622935"/>
                    <a:gd name="connsiteY4" fmla="*/ 311468 h 62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2935" h="622935">
                      <a:moveTo>
                        <a:pt x="622935" y="311468"/>
                      </a:moveTo>
                      <a:cubicBezTo>
                        <a:pt x="622935" y="483486"/>
                        <a:pt x="483486" y="622935"/>
                        <a:pt x="311468" y="622935"/>
                      </a:cubicBezTo>
                      <a:cubicBezTo>
                        <a:pt x="139449" y="622935"/>
                        <a:pt x="0" y="483486"/>
                        <a:pt x="0" y="311468"/>
                      </a:cubicBezTo>
                      <a:cubicBezTo>
                        <a:pt x="0" y="139449"/>
                        <a:pt x="139449" y="0"/>
                        <a:pt x="311468" y="0"/>
                      </a:cubicBezTo>
                      <a:cubicBezTo>
                        <a:pt x="483486" y="0"/>
                        <a:pt x="622935" y="139449"/>
                        <a:pt x="622935" y="31146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TextBox 181"/>
                <p:cNvSpPr txBox="1"/>
                <p:nvPr/>
              </p:nvSpPr>
              <p:spPr>
                <a:xfrm>
                  <a:off x="926481" y="3090431"/>
                  <a:ext cx="1073686" cy="656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Text Here</a:t>
                  </a:r>
                  <a:endPara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" name="Freeform: Shape 126"/>
                <p:cNvSpPr/>
                <p:nvPr/>
              </p:nvSpPr>
              <p:spPr>
                <a:xfrm>
                  <a:off x="2971741" y="2612055"/>
                  <a:ext cx="1599089" cy="1599090"/>
                </a:xfrm>
                <a:custGeom>
                  <a:avLst/>
                  <a:gdLst>
                    <a:gd name="connsiteX0" fmla="*/ 1108710 w 1108710"/>
                    <a:gd name="connsiteY0" fmla="*/ 554355 h 1108710"/>
                    <a:gd name="connsiteX1" fmla="*/ 554355 w 1108710"/>
                    <a:gd name="connsiteY1" fmla="*/ 1108710 h 1108710"/>
                    <a:gd name="connsiteX2" fmla="*/ 0 w 1108710"/>
                    <a:gd name="connsiteY2" fmla="*/ 554355 h 1108710"/>
                    <a:gd name="connsiteX3" fmla="*/ 554355 w 1108710"/>
                    <a:gd name="connsiteY3" fmla="*/ 0 h 1108710"/>
                    <a:gd name="connsiteX4" fmla="*/ 1108710 w 1108710"/>
                    <a:gd name="connsiteY4" fmla="*/ 554355 h 11087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08710" h="1108710">
                      <a:moveTo>
                        <a:pt x="1108710" y="554355"/>
                      </a:moveTo>
                      <a:cubicBezTo>
                        <a:pt x="1108710" y="860517"/>
                        <a:pt x="860517" y="1108710"/>
                        <a:pt x="554355" y="1108710"/>
                      </a:cubicBezTo>
                      <a:cubicBezTo>
                        <a:pt x="248193" y="1108710"/>
                        <a:pt x="0" y="860517"/>
                        <a:pt x="0" y="554355"/>
                      </a:cubicBezTo>
                      <a:cubicBezTo>
                        <a:pt x="0" y="248193"/>
                        <a:pt x="248193" y="0"/>
                        <a:pt x="554355" y="0"/>
                      </a:cubicBezTo>
                      <a:cubicBezTo>
                        <a:pt x="860517" y="0"/>
                        <a:pt x="1108710" y="248193"/>
                        <a:pt x="1108710" y="554355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Freeform: Shape 127"/>
                <p:cNvSpPr/>
                <p:nvPr/>
              </p:nvSpPr>
              <p:spPr>
                <a:xfrm>
                  <a:off x="3095698" y="2736013"/>
                  <a:ext cx="1351170" cy="1351175"/>
                </a:xfrm>
                <a:custGeom>
                  <a:avLst/>
                  <a:gdLst>
                    <a:gd name="connsiteX0" fmla="*/ 853440 w 853439"/>
                    <a:gd name="connsiteY0" fmla="*/ 426720 h 853439"/>
                    <a:gd name="connsiteX1" fmla="*/ 426720 w 853439"/>
                    <a:gd name="connsiteY1" fmla="*/ 853440 h 853439"/>
                    <a:gd name="connsiteX2" fmla="*/ 0 w 853439"/>
                    <a:gd name="connsiteY2" fmla="*/ 426720 h 853439"/>
                    <a:gd name="connsiteX3" fmla="*/ 426720 w 853439"/>
                    <a:gd name="connsiteY3" fmla="*/ 0 h 853439"/>
                    <a:gd name="connsiteX4" fmla="*/ 853440 w 853439"/>
                    <a:gd name="connsiteY4" fmla="*/ 426720 h 8534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3439" h="853439">
                      <a:moveTo>
                        <a:pt x="853440" y="426720"/>
                      </a:moveTo>
                      <a:cubicBezTo>
                        <a:pt x="853440" y="662391"/>
                        <a:pt x="662391" y="853440"/>
                        <a:pt x="426720" y="853440"/>
                      </a:cubicBezTo>
                      <a:cubicBezTo>
                        <a:pt x="191049" y="853440"/>
                        <a:pt x="0" y="662391"/>
                        <a:pt x="0" y="426720"/>
                      </a:cubicBezTo>
                      <a:cubicBezTo>
                        <a:pt x="0" y="191049"/>
                        <a:pt x="191049" y="0"/>
                        <a:pt x="426720" y="0"/>
                      </a:cubicBezTo>
                      <a:cubicBezTo>
                        <a:pt x="662391" y="0"/>
                        <a:pt x="853440" y="191049"/>
                        <a:pt x="853440" y="42672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285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Freeform: Shape 128"/>
                <p:cNvSpPr/>
                <p:nvPr/>
              </p:nvSpPr>
              <p:spPr>
                <a:xfrm>
                  <a:off x="3235814" y="2878877"/>
                  <a:ext cx="1073685" cy="1073689"/>
                </a:xfrm>
                <a:custGeom>
                  <a:avLst/>
                  <a:gdLst>
                    <a:gd name="connsiteX0" fmla="*/ 622935 w 622934"/>
                    <a:gd name="connsiteY0" fmla="*/ 311467 h 622935"/>
                    <a:gd name="connsiteX1" fmla="*/ 311468 w 622934"/>
                    <a:gd name="connsiteY1" fmla="*/ 622935 h 622935"/>
                    <a:gd name="connsiteX2" fmla="*/ 0 w 622934"/>
                    <a:gd name="connsiteY2" fmla="*/ 311467 h 622935"/>
                    <a:gd name="connsiteX3" fmla="*/ 311468 w 622934"/>
                    <a:gd name="connsiteY3" fmla="*/ 0 h 622935"/>
                    <a:gd name="connsiteX4" fmla="*/ 622935 w 622934"/>
                    <a:gd name="connsiteY4" fmla="*/ 311467 h 62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2934" h="622935">
                      <a:moveTo>
                        <a:pt x="622935" y="311467"/>
                      </a:moveTo>
                      <a:cubicBezTo>
                        <a:pt x="622935" y="483486"/>
                        <a:pt x="483486" y="622935"/>
                        <a:pt x="311468" y="622935"/>
                      </a:cubicBezTo>
                      <a:cubicBezTo>
                        <a:pt x="139449" y="622935"/>
                        <a:pt x="0" y="483486"/>
                        <a:pt x="0" y="311467"/>
                      </a:cubicBezTo>
                      <a:cubicBezTo>
                        <a:pt x="0" y="139449"/>
                        <a:pt x="139449" y="0"/>
                        <a:pt x="311468" y="0"/>
                      </a:cubicBezTo>
                      <a:cubicBezTo>
                        <a:pt x="483486" y="0"/>
                        <a:pt x="622935" y="139449"/>
                        <a:pt x="622935" y="31146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TextBox 182"/>
                <p:cNvSpPr txBox="1"/>
                <p:nvPr/>
              </p:nvSpPr>
              <p:spPr>
                <a:xfrm>
                  <a:off x="3235814" y="3090431"/>
                  <a:ext cx="1073686" cy="656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Text Here</a:t>
                  </a:r>
                  <a:endPara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Freeform: Shape 131"/>
                <p:cNvSpPr/>
                <p:nvPr/>
              </p:nvSpPr>
              <p:spPr>
                <a:xfrm>
                  <a:off x="5276955" y="2612055"/>
                  <a:ext cx="1599086" cy="1599090"/>
                </a:xfrm>
                <a:custGeom>
                  <a:avLst/>
                  <a:gdLst>
                    <a:gd name="connsiteX0" fmla="*/ 1108710 w 1108709"/>
                    <a:gd name="connsiteY0" fmla="*/ 554355 h 1108710"/>
                    <a:gd name="connsiteX1" fmla="*/ 554355 w 1108709"/>
                    <a:gd name="connsiteY1" fmla="*/ 1108710 h 1108710"/>
                    <a:gd name="connsiteX2" fmla="*/ 0 w 1108709"/>
                    <a:gd name="connsiteY2" fmla="*/ 554355 h 1108710"/>
                    <a:gd name="connsiteX3" fmla="*/ 554355 w 1108709"/>
                    <a:gd name="connsiteY3" fmla="*/ 0 h 1108710"/>
                    <a:gd name="connsiteX4" fmla="*/ 1108710 w 1108709"/>
                    <a:gd name="connsiteY4" fmla="*/ 554355 h 11087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08709" h="1108710">
                      <a:moveTo>
                        <a:pt x="1108710" y="554355"/>
                      </a:moveTo>
                      <a:cubicBezTo>
                        <a:pt x="1108710" y="860517"/>
                        <a:pt x="860517" y="1108710"/>
                        <a:pt x="554355" y="1108710"/>
                      </a:cubicBezTo>
                      <a:cubicBezTo>
                        <a:pt x="248193" y="1108710"/>
                        <a:pt x="0" y="860517"/>
                        <a:pt x="0" y="554355"/>
                      </a:cubicBezTo>
                      <a:cubicBezTo>
                        <a:pt x="0" y="248193"/>
                        <a:pt x="248193" y="0"/>
                        <a:pt x="554355" y="0"/>
                      </a:cubicBezTo>
                      <a:cubicBezTo>
                        <a:pt x="860517" y="0"/>
                        <a:pt x="1108710" y="248193"/>
                        <a:pt x="1108710" y="554355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Freeform: Shape 132"/>
                <p:cNvSpPr/>
                <p:nvPr/>
              </p:nvSpPr>
              <p:spPr>
                <a:xfrm>
                  <a:off x="5400912" y="2736013"/>
                  <a:ext cx="1351171" cy="1351175"/>
                </a:xfrm>
                <a:custGeom>
                  <a:avLst/>
                  <a:gdLst>
                    <a:gd name="connsiteX0" fmla="*/ 853440 w 853440"/>
                    <a:gd name="connsiteY0" fmla="*/ 426720 h 853439"/>
                    <a:gd name="connsiteX1" fmla="*/ 426720 w 853440"/>
                    <a:gd name="connsiteY1" fmla="*/ 853440 h 853439"/>
                    <a:gd name="connsiteX2" fmla="*/ 0 w 853440"/>
                    <a:gd name="connsiteY2" fmla="*/ 426720 h 853439"/>
                    <a:gd name="connsiteX3" fmla="*/ 426720 w 853440"/>
                    <a:gd name="connsiteY3" fmla="*/ 0 h 853439"/>
                    <a:gd name="connsiteX4" fmla="*/ 853440 w 853440"/>
                    <a:gd name="connsiteY4" fmla="*/ 426720 h 8534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3440" h="853439">
                      <a:moveTo>
                        <a:pt x="853440" y="426720"/>
                      </a:moveTo>
                      <a:cubicBezTo>
                        <a:pt x="853440" y="662391"/>
                        <a:pt x="662391" y="853440"/>
                        <a:pt x="426720" y="853440"/>
                      </a:cubicBezTo>
                      <a:cubicBezTo>
                        <a:pt x="191049" y="853440"/>
                        <a:pt x="0" y="662391"/>
                        <a:pt x="0" y="426720"/>
                      </a:cubicBezTo>
                      <a:cubicBezTo>
                        <a:pt x="0" y="191049"/>
                        <a:pt x="191049" y="0"/>
                        <a:pt x="426720" y="0"/>
                      </a:cubicBezTo>
                      <a:cubicBezTo>
                        <a:pt x="662391" y="0"/>
                        <a:pt x="853440" y="191049"/>
                        <a:pt x="853440" y="42672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285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0" name="Freeform: Shape 133"/>
                <p:cNvSpPr/>
                <p:nvPr/>
              </p:nvSpPr>
              <p:spPr>
                <a:xfrm>
                  <a:off x="5542403" y="2878877"/>
                  <a:ext cx="1073684" cy="1073689"/>
                </a:xfrm>
                <a:custGeom>
                  <a:avLst/>
                  <a:gdLst>
                    <a:gd name="connsiteX0" fmla="*/ 622935 w 622934"/>
                    <a:gd name="connsiteY0" fmla="*/ 311467 h 622935"/>
                    <a:gd name="connsiteX1" fmla="*/ 311467 w 622934"/>
                    <a:gd name="connsiteY1" fmla="*/ 622935 h 622935"/>
                    <a:gd name="connsiteX2" fmla="*/ 0 w 622934"/>
                    <a:gd name="connsiteY2" fmla="*/ 311467 h 622935"/>
                    <a:gd name="connsiteX3" fmla="*/ 311467 w 622934"/>
                    <a:gd name="connsiteY3" fmla="*/ 0 h 622935"/>
                    <a:gd name="connsiteX4" fmla="*/ 622935 w 622934"/>
                    <a:gd name="connsiteY4" fmla="*/ 311467 h 62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2934" h="622935">
                      <a:moveTo>
                        <a:pt x="622935" y="311467"/>
                      </a:moveTo>
                      <a:cubicBezTo>
                        <a:pt x="622935" y="483486"/>
                        <a:pt x="483486" y="622935"/>
                        <a:pt x="311467" y="622935"/>
                      </a:cubicBezTo>
                      <a:cubicBezTo>
                        <a:pt x="139449" y="622935"/>
                        <a:pt x="0" y="483486"/>
                        <a:pt x="0" y="311467"/>
                      </a:cubicBezTo>
                      <a:cubicBezTo>
                        <a:pt x="0" y="139449"/>
                        <a:pt x="139449" y="0"/>
                        <a:pt x="311467" y="0"/>
                      </a:cubicBezTo>
                      <a:cubicBezTo>
                        <a:pt x="483486" y="0"/>
                        <a:pt x="622935" y="139449"/>
                        <a:pt x="622935" y="3114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TextBox 183"/>
                <p:cNvSpPr txBox="1"/>
                <p:nvPr/>
              </p:nvSpPr>
              <p:spPr>
                <a:xfrm>
                  <a:off x="5546524" y="3090431"/>
                  <a:ext cx="1065442" cy="656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Text Here</a:t>
                  </a:r>
                  <a:endPara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Freeform: Shape 142"/>
                <p:cNvSpPr/>
                <p:nvPr/>
              </p:nvSpPr>
              <p:spPr>
                <a:xfrm>
                  <a:off x="6828206" y="3077768"/>
                  <a:ext cx="855871" cy="669035"/>
                </a:xfrm>
                <a:custGeom>
                  <a:avLst/>
                  <a:gdLst>
                    <a:gd name="connsiteX0" fmla="*/ 0 w 984200"/>
                    <a:gd name="connsiteY0" fmla="*/ 0 h 769351"/>
                    <a:gd name="connsiteX1" fmla="*/ 376008 w 984200"/>
                    <a:gd name="connsiteY1" fmla="*/ 247951 h 769351"/>
                    <a:gd name="connsiteX2" fmla="*/ 492100 w 984200"/>
                    <a:gd name="connsiteY2" fmla="*/ 259008 h 769351"/>
                    <a:gd name="connsiteX3" fmla="*/ 608192 w 984200"/>
                    <a:gd name="connsiteY3" fmla="*/ 247951 h 769351"/>
                    <a:gd name="connsiteX4" fmla="*/ 984200 w 984200"/>
                    <a:gd name="connsiteY4" fmla="*/ 0 h 769351"/>
                    <a:gd name="connsiteX5" fmla="*/ 984200 w 984200"/>
                    <a:gd name="connsiteY5" fmla="*/ 375986 h 769351"/>
                    <a:gd name="connsiteX6" fmla="*/ 984200 w 984200"/>
                    <a:gd name="connsiteY6" fmla="*/ 393365 h 769351"/>
                    <a:gd name="connsiteX7" fmla="*/ 984200 w 984200"/>
                    <a:gd name="connsiteY7" fmla="*/ 769351 h 769351"/>
                    <a:gd name="connsiteX8" fmla="*/ 608192 w 984200"/>
                    <a:gd name="connsiteY8" fmla="*/ 521400 h 769351"/>
                    <a:gd name="connsiteX9" fmla="*/ 492100 w 984200"/>
                    <a:gd name="connsiteY9" fmla="*/ 510343 h 769351"/>
                    <a:gd name="connsiteX10" fmla="*/ 376008 w 984200"/>
                    <a:gd name="connsiteY10" fmla="*/ 521400 h 769351"/>
                    <a:gd name="connsiteX11" fmla="*/ 0 w 984200"/>
                    <a:gd name="connsiteY11" fmla="*/ 769351 h 769351"/>
                    <a:gd name="connsiteX12" fmla="*/ 0 w 984200"/>
                    <a:gd name="connsiteY12" fmla="*/ 393365 h 769351"/>
                    <a:gd name="connsiteX13" fmla="*/ 0 w 984200"/>
                    <a:gd name="connsiteY13" fmla="*/ 375986 h 769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984200" h="769351">
                      <a:moveTo>
                        <a:pt x="0" y="0"/>
                      </a:moveTo>
                      <a:cubicBezTo>
                        <a:pt x="0" y="0"/>
                        <a:pt x="122161" y="198361"/>
                        <a:pt x="376008" y="247951"/>
                      </a:cubicBezTo>
                      <a:lnTo>
                        <a:pt x="492100" y="259008"/>
                      </a:lnTo>
                      <a:lnTo>
                        <a:pt x="608192" y="247951"/>
                      </a:lnTo>
                      <a:cubicBezTo>
                        <a:pt x="862038" y="198361"/>
                        <a:pt x="984200" y="0"/>
                        <a:pt x="984200" y="0"/>
                      </a:cubicBezTo>
                      <a:lnTo>
                        <a:pt x="984200" y="375986"/>
                      </a:lnTo>
                      <a:lnTo>
                        <a:pt x="984200" y="393365"/>
                      </a:lnTo>
                      <a:lnTo>
                        <a:pt x="984200" y="769351"/>
                      </a:lnTo>
                      <a:cubicBezTo>
                        <a:pt x="984200" y="769351"/>
                        <a:pt x="862038" y="570990"/>
                        <a:pt x="608192" y="521400"/>
                      </a:cubicBezTo>
                      <a:lnTo>
                        <a:pt x="492100" y="510343"/>
                      </a:lnTo>
                      <a:lnTo>
                        <a:pt x="376008" y="521400"/>
                      </a:lnTo>
                      <a:cubicBezTo>
                        <a:pt x="122161" y="570990"/>
                        <a:pt x="0" y="769351"/>
                        <a:pt x="0" y="769351"/>
                      </a:cubicBezTo>
                      <a:lnTo>
                        <a:pt x="0" y="393365"/>
                      </a:lnTo>
                      <a:lnTo>
                        <a:pt x="0" y="37598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Freeform: Shape 143"/>
                <p:cNvSpPr/>
                <p:nvPr/>
              </p:nvSpPr>
              <p:spPr>
                <a:xfrm>
                  <a:off x="9138915" y="3077768"/>
                  <a:ext cx="851750" cy="669035"/>
                </a:xfrm>
                <a:custGeom>
                  <a:avLst/>
                  <a:gdLst>
                    <a:gd name="connsiteX0" fmla="*/ 0 w 979461"/>
                    <a:gd name="connsiteY0" fmla="*/ 0 h 769351"/>
                    <a:gd name="connsiteX1" fmla="*/ 376461 w 979461"/>
                    <a:gd name="connsiteY1" fmla="*/ 247951 h 769351"/>
                    <a:gd name="connsiteX2" fmla="*/ 489736 w 979461"/>
                    <a:gd name="connsiteY2" fmla="*/ 258782 h 769351"/>
                    <a:gd name="connsiteX3" fmla="*/ 603453 w 979461"/>
                    <a:gd name="connsiteY3" fmla="*/ 247951 h 769351"/>
                    <a:gd name="connsiteX4" fmla="*/ 979461 w 979461"/>
                    <a:gd name="connsiteY4" fmla="*/ 0 h 769351"/>
                    <a:gd name="connsiteX5" fmla="*/ 979461 w 979461"/>
                    <a:gd name="connsiteY5" fmla="*/ 375986 h 769351"/>
                    <a:gd name="connsiteX6" fmla="*/ 979461 w 979461"/>
                    <a:gd name="connsiteY6" fmla="*/ 393365 h 769351"/>
                    <a:gd name="connsiteX7" fmla="*/ 979461 w 979461"/>
                    <a:gd name="connsiteY7" fmla="*/ 769351 h 769351"/>
                    <a:gd name="connsiteX8" fmla="*/ 602999 w 979461"/>
                    <a:gd name="connsiteY8" fmla="*/ 521400 h 769351"/>
                    <a:gd name="connsiteX9" fmla="*/ 489724 w 979461"/>
                    <a:gd name="connsiteY9" fmla="*/ 510569 h 769351"/>
                    <a:gd name="connsiteX10" fmla="*/ 376007 w 979461"/>
                    <a:gd name="connsiteY10" fmla="*/ 521400 h 769351"/>
                    <a:gd name="connsiteX11" fmla="*/ 0 w 979461"/>
                    <a:gd name="connsiteY11" fmla="*/ 769351 h 769351"/>
                    <a:gd name="connsiteX12" fmla="*/ 0 w 979461"/>
                    <a:gd name="connsiteY12" fmla="*/ 393365 h 769351"/>
                    <a:gd name="connsiteX13" fmla="*/ 0 w 979461"/>
                    <a:gd name="connsiteY13" fmla="*/ 375986 h 769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979461" h="769351">
                      <a:moveTo>
                        <a:pt x="0" y="0"/>
                      </a:moveTo>
                      <a:cubicBezTo>
                        <a:pt x="0" y="0"/>
                        <a:pt x="123370" y="198361"/>
                        <a:pt x="376461" y="247951"/>
                      </a:cubicBezTo>
                      <a:lnTo>
                        <a:pt x="489736" y="258782"/>
                      </a:lnTo>
                      <a:lnTo>
                        <a:pt x="603453" y="247951"/>
                      </a:lnTo>
                      <a:cubicBezTo>
                        <a:pt x="857299" y="198361"/>
                        <a:pt x="979461" y="0"/>
                        <a:pt x="979461" y="0"/>
                      </a:cubicBezTo>
                      <a:lnTo>
                        <a:pt x="979461" y="375986"/>
                      </a:lnTo>
                      <a:lnTo>
                        <a:pt x="979461" y="393365"/>
                      </a:lnTo>
                      <a:lnTo>
                        <a:pt x="979461" y="769351"/>
                      </a:lnTo>
                      <a:cubicBezTo>
                        <a:pt x="979461" y="769351"/>
                        <a:pt x="856090" y="570990"/>
                        <a:pt x="602999" y="521400"/>
                      </a:cubicBezTo>
                      <a:lnTo>
                        <a:pt x="489724" y="510569"/>
                      </a:lnTo>
                      <a:lnTo>
                        <a:pt x="376007" y="521400"/>
                      </a:lnTo>
                      <a:cubicBezTo>
                        <a:pt x="122161" y="570990"/>
                        <a:pt x="0" y="769351"/>
                        <a:pt x="0" y="769351"/>
                      </a:cubicBezTo>
                      <a:lnTo>
                        <a:pt x="0" y="393365"/>
                      </a:lnTo>
                      <a:lnTo>
                        <a:pt x="0" y="37598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Freeform: Shape 126"/>
                <p:cNvSpPr/>
                <p:nvPr/>
              </p:nvSpPr>
              <p:spPr>
                <a:xfrm>
                  <a:off x="7611264" y="2612055"/>
                  <a:ext cx="1599089" cy="1599090"/>
                </a:xfrm>
                <a:custGeom>
                  <a:avLst/>
                  <a:gdLst>
                    <a:gd name="connsiteX0" fmla="*/ 1108710 w 1108710"/>
                    <a:gd name="connsiteY0" fmla="*/ 554355 h 1108710"/>
                    <a:gd name="connsiteX1" fmla="*/ 554355 w 1108710"/>
                    <a:gd name="connsiteY1" fmla="*/ 1108710 h 1108710"/>
                    <a:gd name="connsiteX2" fmla="*/ 0 w 1108710"/>
                    <a:gd name="connsiteY2" fmla="*/ 554355 h 1108710"/>
                    <a:gd name="connsiteX3" fmla="*/ 554355 w 1108710"/>
                    <a:gd name="connsiteY3" fmla="*/ 0 h 1108710"/>
                    <a:gd name="connsiteX4" fmla="*/ 1108710 w 1108710"/>
                    <a:gd name="connsiteY4" fmla="*/ 554355 h 11087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08710" h="1108710">
                      <a:moveTo>
                        <a:pt x="1108710" y="554355"/>
                      </a:moveTo>
                      <a:cubicBezTo>
                        <a:pt x="1108710" y="860517"/>
                        <a:pt x="860517" y="1108710"/>
                        <a:pt x="554355" y="1108710"/>
                      </a:cubicBezTo>
                      <a:cubicBezTo>
                        <a:pt x="248193" y="1108710"/>
                        <a:pt x="0" y="860517"/>
                        <a:pt x="0" y="554355"/>
                      </a:cubicBezTo>
                      <a:cubicBezTo>
                        <a:pt x="0" y="248193"/>
                        <a:pt x="248193" y="0"/>
                        <a:pt x="554355" y="0"/>
                      </a:cubicBezTo>
                      <a:cubicBezTo>
                        <a:pt x="860517" y="0"/>
                        <a:pt x="1108710" y="248193"/>
                        <a:pt x="1108710" y="554355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Freeform: Shape 127"/>
                <p:cNvSpPr/>
                <p:nvPr/>
              </p:nvSpPr>
              <p:spPr>
                <a:xfrm>
                  <a:off x="7735222" y="2736013"/>
                  <a:ext cx="1351170" cy="1351175"/>
                </a:xfrm>
                <a:custGeom>
                  <a:avLst/>
                  <a:gdLst>
                    <a:gd name="connsiteX0" fmla="*/ 853440 w 853439"/>
                    <a:gd name="connsiteY0" fmla="*/ 426720 h 853439"/>
                    <a:gd name="connsiteX1" fmla="*/ 426720 w 853439"/>
                    <a:gd name="connsiteY1" fmla="*/ 853440 h 853439"/>
                    <a:gd name="connsiteX2" fmla="*/ 0 w 853439"/>
                    <a:gd name="connsiteY2" fmla="*/ 426720 h 853439"/>
                    <a:gd name="connsiteX3" fmla="*/ 426720 w 853439"/>
                    <a:gd name="connsiteY3" fmla="*/ 0 h 853439"/>
                    <a:gd name="connsiteX4" fmla="*/ 853440 w 853439"/>
                    <a:gd name="connsiteY4" fmla="*/ 426720 h 8534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3439" h="853439">
                      <a:moveTo>
                        <a:pt x="853440" y="426720"/>
                      </a:moveTo>
                      <a:cubicBezTo>
                        <a:pt x="853440" y="662391"/>
                        <a:pt x="662391" y="853440"/>
                        <a:pt x="426720" y="853440"/>
                      </a:cubicBezTo>
                      <a:cubicBezTo>
                        <a:pt x="191049" y="853440"/>
                        <a:pt x="0" y="662391"/>
                        <a:pt x="0" y="426720"/>
                      </a:cubicBezTo>
                      <a:cubicBezTo>
                        <a:pt x="0" y="191049"/>
                        <a:pt x="191049" y="0"/>
                        <a:pt x="426720" y="0"/>
                      </a:cubicBezTo>
                      <a:cubicBezTo>
                        <a:pt x="662391" y="0"/>
                        <a:pt x="853440" y="191049"/>
                        <a:pt x="853440" y="42672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285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Freeform: Shape 128"/>
                <p:cNvSpPr/>
                <p:nvPr/>
              </p:nvSpPr>
              <p:spPr>
                <a:xfrm>
                  <a:off x="7875338" y="2878877"/>
                  <a:ext cx="1073685" cy="1073689"/>
                </a:xfrm>
                <a:custGeom>
                  <a:avLst/>
                  <a:gdLst>
                    <a:gd name="connsiteX0" fmla="*/ 622935 w 622934"/>
                    <a:gd name="connsiteY0" fmla="*/ 311467 h 622935"/>
                    <a:gd name="connsiteX1" fmla="*/ 311468 w 622934"/>
                    <a:gd name="connsiteY1" fmla="*/ 622935 h 622935"/>
                    <a:gd name="connsiteX2" fmla="*/ 0 w 622934"/>
                    <a:gd name="connsiteY2" fmla="*/ 311467 h 622935"/>
                    <a:gd name="connsiteX3" fmla="*/ 311468 w 622934"/>
                    <a:gd name="connsiteY3" fmla="*/ 0 h 622935"/>
                    <a:gd name="connsiteX4" fmla="*/ 622935 w 622934"/>
                    <a:gd name="connsiteY4" fmla="*/ 311467 h 62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2934" h="622935">
                      <a:moveTo>
                        <a:pt x="622935" y="311467"/>
                      </a:moveTo>
                      <a:cubicBezTo>
                        <a:pt x="622935" y="483486"/>
                        <a:pt x="483486" y="622935"/>
                        <a:pt x="311468" y="622935"/>
                      </a:cubicBezTo>
                      <a:cubicBezTo>
                        <a:pt x="139449" y="622935"/>
                        <a:pt x="0" y="483486"/>
                        <a:pt x="0" y="311467"/>
                      </a:cubicBezTo>
                      <a:cubicBezTo>
                        <a:pt x="0" y="139449"/>
                        <a:pt x="139449" y="0"/>
                        <a:pt x="311468" y="0"/>
                      </a:cubicBezTo>
                      <a:cubicBezTo>
                        <a:pt x="483486" y="0"/>
                        <a:pt x="622935" y="139449"/>
                        <a:pt x="622935" y="31146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TextBox 182"/>
                <p:cNvSpPr txBox="1"/>
                <p:nvPr/>
              </p:nvSpPr>
              <p:spPr>
                <a:xfrm>
                  <a:off x="7875339" y="3090431"/>
                  <a:ext cx="1073686" cy="656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Text Here</a:t>
                  </a:r>
                  <a:endPara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Freeform: Shape 131"/>
                <p:cNvSpPr/>
                <p:nvPr/>
              </p:nvSpPr>
              <p:spPr>
                <a:xfrm>
                  <a:off x="9916478" y="2612055"/>
                  <a:ext cx="1599086" cy="1599090"/>
                </a:xfrm>
                <a:custGeom>
                  <a:avLst/>
                  <a:gdLst>
                    <a:gd name="connsiteX0" fmla="*/ 1108710 w 1108709"/>
                    <a:gd name="connsiteY0" fmla="*/ 554355 h 1108710"/>
                    <a:gd name="connsiteX1" fmla="*/ 554355 w 1108709"/>
                    <a:gd name="connsiteY1" fmla="*/ 1108710 h 1108710"/>
                    <a:gd name="connsiteX2" fmla="*/ 0 w 1108709"/>
                    <a:gd name="connsiteY2" fmla="*/ 554355 h 1108710"/>
                    <a:gd name="connsiteX3" fmla="*/ 554355 w 1108709"/>
                    <a:gd name="connsiteY3" fmla="*/ 0 h 1108710"/>
                    <a:gd name="connsiteX4" fmla="*/ 1108710 w 1108709"/>
                    <a:gd name="connsiteY4" fmla="*/ 554355 h 11087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08709" h="1108710">
                      <a:moveTo>
                        <a:pt x="1108710" y="554355"/>
                      </a:moveTo>
                      <a:cubicBezTo>
                        <a:pt x="1108710" y="860517"/>
                        <a:pt x="860517" y="1108710"/>
                        <a:pt x="554355" y="1108710"/>
                      </a:cubicBezTo>
                      <a:cubicBezTo>
                        <a:pt x="248193" y="1108710"/>
                        <a:pt x="0" y="860517"/>
                        <a:pt x="0" y="554355"/>
                      </a:cubicBezTo>
                      <a:cubicBezTo>
                        <a:pt x="0" y="248193"/>
                        <a:pt x="248193" y="0"/>
                        <a:pt x="554355" y="0"/>
                      </a:cubicBezTo>
                      <a:cubicBezTo>
                        <a:pt x="860517" y="0"/>
                        <a:pt x="1108710" y="248193"/>
                        <a:pt x="1108710" y="554355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Freeform: Shape 132"/>
                <p:cNvSpPr/>
                <p:nvPr/>
              </p:nvSpPr>
              <p:spPr>
                <a:xfrm>
                  <a:off x="10040436" y="2736013"/>
                  <a:ext cx="1351171" cy="1351175"/>
                </a:xfrm>
                <a:custGeom>
                  <a:avLst/>
                  <a:gdLst>
                    <a:gd name="connsiteX0" fmla="*/ 853440 w 853440"/>
                    <a:gd name="connsiteY0" fmla="*/ 426720 h 853439"/>
                    <a:gd name="connsiteX1" fmla="*/ 426720 w 853440"/>
                    <a:gd name="connsiteY1" fmla="*/ 853440 h 853439"/>
                    <a:gd name="connsiteX2" fmla="*/ 0 w 853440"/>
                    <a:gd name="connsiteY2" fmla="*/ 426720 h 853439"/>
                    <a:gd name="connsiteX3" fmla="*/ 426720 w 853440"/>
                    <a:gd name="connsiteY3" fmla="*/ 0 h 853439"/>
                    <a:gd name="connsiteX4" fmla="*/ 853440 w 853440"/>
                    <a:gd name="connsiteY4" fmla="*/ 426720 h 8534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3440" h="853439">
                      <a:moveTo>
                        <a:pt x="853440" y="426720"/>
                      </a:moveTo>
                      <a:cubicBezTo>
                        <a:pt x="853440" y="662391"/>
                        <a:pt x="662391" y="853440"/>
                        <a:pt x="426720" y="853440"/>
                      </a:cubicBezTo>
                      <a:cubicBezTo>
                        <a:pt x="191049" y="853440"/>
                        <a:pt x="0" y="662391"/>
                        <a:pt x="0" y="426720"/>
                      </a:cubicBezTo>
                      <a:cubicBezTo>
                        <a:pt x="0" y="191049"/>
                        <a:pt x="191049" y="0"/>
                        <a:pt x="426720" y="0"/>
                      </a:cubicBezTo>
                      <a:cubicBezTo>
                        <a:pt x="662391" y="0"/>
                        <a:pt x="853440" y="191049"/>
                        <a:pt x="853440" y="42672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285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Freeform: Shape 133"/>
                <p:cNvSpPr/>
                <p:nvPr/>
              </p:nvSpPr>
              <p:spPr>
                <a:xfrm>
                  <a:off x="10181927" y="2878877"/>
                  <a:ext cx="1073684" cy="1073689"/>
                </a:xfrm>
                <a:custGeom>
                  <a:avLst/>
                  <a:gdLst>
                    <a:gd name="connsiteX0" fmla="*/ 622935 w 622934"/>
                    <a:gd name="connsiteY0" fmla="*/ 311467 h 622935"/>
                    <a:gd name="connsiteX1" fmla="*/ 311467 w 622934"/>
                    <a:gd name="connsiteY1" fmla="*/ 622935 h 622935"/>
                    <a:gd name="connsiteX2" fmla="*/ 0 w 622934"/>
                    <a:gd name="connsiteY2" fmla="*/ 311467 h 622935"/>
                    <a:gd name="connsiteX3" fmla="*/ 311467 w 622934"/>
                    <a:gd name="connsiteY3" fmla="*/ 0 h 622935"/>
                    <a:gd name="connsiteX4" fmla="*/ 622935 w 622934"/>
                    <a:gd name="connsiteY4" fmla="*/ 311467 h 62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2934" h="622935">
                      <a:moveTo>
                        <a:pt x="622935" y="311467"/>
                      </a:moveTo>
                      <a:cubicBezTo>
                        <a:pt x="622935" y="483486"/>
                        <a:pt x="483486" y="622935"/>
                        <a:pt x="311467" y="622935"/>
                      </a:cubicBezTo>
                      <a:cubicBezTo>
                        <a:pt x="139449" y="622935"/>
                        <a:pt x="0" y="483486"/>
                        <a:pt x="0" y="311467"/>
                      </a:cubicBezTo>
                      <a:cubicBezTo>
                        <a:pt x="0" y="139449"/>
                        <a:pt x="139449" y="0"/>
                        <a:pt x="311467" y="0"/>
                      </a:cubicBezTo>
                      <a:cubicBezTo>
                        <a:pt x="483486" y="0"/>
                        <a:pt x="622935" y="139449"/>
                        <a:pt x="622935" y="3114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TextBox 183"/>
                <p:cNvSpPr txBox="1"/>
                <p:nvPr/>
              </p:nvSpPr>
              <p:spPr>
                <a:xfrm>
                  <a:off x="10186048" y="3090431"/>
                  <a:ext cx="1065442" cy="656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Text Here</a:t>
                  </a:r>
                  <a:endPara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20459" y="4314485"/>
                <a:ext cx="10951083" cy="1819618"/>
                <a:chOff x="564482" y="4314485"/>
                <a:chExt cx="10951083" cy="1819618"/>
              </a:xfrm>
            </p:grpSpPr>
            <p:sp>
              <p:nvSpPr>
                <p:cNvPr id="23" name="TextBox 185"/>
                <p:cNvSpPr txBox="1"/>
                <p:nvPr/>
              </p:nvSpPr>
              <p:spPr>
                <a:xfrm>
                  <a:off x="2801039" y="4538706"/>
                  <a:ext cx="1889998" cy="15953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SzPct val="25000"/>
                    <a:defRPr/>
                  </a:pPr>
                  <a:r>
                    <a:rPr lang="en-US" altLang="zh-CN" sz="1100" dirty="0">
                      <a:latin typeface="Arial" panose="020B0604020202020204" pitchFamily="34" charset="0"/>
                      <a:ea typeface="微软雅黑" panose="020B0503020204020204" charset="-122"/>
                    </a:rPr>
                    <a:t>Copy paste fonts. Choose the only option to retain text.</a:t>
                  </a:r>
                  <a:endParaRPr lang="en-US" altLang="zh-CN" sz="1100" dirty="0"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  <p:sp>
              <p:nvSpPr>
                <p:cNvPr id="24" name="TextBox 186"/>
                <p:cNvSpPr txBox="1"/>
                <p:nvPr/>
              </p:nvSpPr>
              <p:spPr>
                <a:xfrm>
                  <a:off x="2804927" y="4314487"/>
                  <a:ext cx="1890000" cy="2936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Text Here-14pt</a:t>
                  </a:r>
                  <a:endParaRPr kumimoji="0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TextBox 188"/>
                <p:cNvSpPr txBox="1"/>
                <p:nvPr/>
              </p:nvSpPr>
              <p:spPr>
                <a:xfrm>
                  <a:off x="5162823" y="4538706"/>
                  <a:ext cx="1759585" cy="15953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marL="171450" indent="-171450">
                    <a:lnSpc>
                      <a:spcPct val="12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Supporting text here.</a:t>
                  </a:r>
                  <a:endParaRPr lang="en-US" altLang="zh-CN" sz="1100" dirty="0">
                    <a:solidFill>
                      <a:schemeClr val="tx1"/>
                    </a:solidFill>
                  </a:endParaRPr>
                </a:p>
                <a:p>
                  <a:pPr marL="171450" indent="-171450">
                    <a:lnSpc>
                      <a:spcPct val="12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……</a:t>
                  </a:r>
                  <a:endParaRPr lang="en-US" altLang="zh-CN" sz="1100" dirty="0">
                    <a:solidFill>
                      <a:schemeClr val="tx1"/>
                    </a:solidFill>
                  </a:endParaRPr>
                </a:p>
                <a:p>
                  <a:pPr marL="171450" indent="-171450">
                    <a:lnSpc>
                      <a:spcPct val="12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…</a:t>
                  </a:r>
                  <a:endParaRPr lang="en-US" altLang="zh-CN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TextBox 189"/>
                <p:cNvSpPr txBox="1"/>
                <p:nvPr/>
              </p:nvSpPr>
              <p:spPr>
                <a:xfrm>
                  <a:off x="5165416" y="4314487"/>
                  <a:ext cx="1759585" cy="2936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Text Here-14pt</a:t>
                  </a:r>
                  <a:endParaRPr kumimoji="0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TextBox 191"/>
                <p:cNvSpPr txBox="1"/>
                <p:nvPr/>
              </p:nvSpPr>
              <p:spPr>
                <a:xfrm>
                  <a:off x="569668" y="4538709"/>
                  <a:ext cx="1759585" cy="15953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marL="171450" indent="-171450">
                    <a:lnSpc>
                      <a:spcPct val="12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Supporting text here.</a:t>
                  </a:r>
                  <a:endParaRPr lang="en-US" altLang="zh-CN" sz="1100" dirty="0">
                    <a:solidFill>
                      <a:schemeClr val="tx1"/>
                    </a:solidFill>
                  </a:endParaRPr>
                </a:p>
                <a:p>
                  <a:pPr marL="171450" indent="-171450">
                    <a:lnSpc>
                      <a:spcPct val="12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……</a:t>
                  </a:r>
                  <a:endParaRPr lang="en-US" altLang="zh-CN" sz="1100" dirty="0">
                    <a:solidFill>
                      <a:schemeClr val="tx1"/>
                    </a:solidFill>
                  </a:endParaRPr>
                </a:p>
                <a:p>
                  <a:pPr marL="171450" indent="-171450">
                    <a:lnSpc>
                      <a:spcPct val="12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…</a:t>
                  </a:r>
                  <a:endParaRPr lang="en-US" altLang="zh-CN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TextBox 192"/>
                <p:cNvSpPr txBox="1"/>
                <p:nvPr/>
              </p:nvSpPr>
              <p:spPr>
                <a:xfrm>
                  <a:off x="564482" y="4314485"/>
                  <a:ext cx="1769956" cy="2936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Text Here-14pt</a:t>
                  </a:r>
                  <a:endParaRPr kumimoji="0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TextBox 185"/>
                <p:cNvSpPr txBox="1"/>
                <p:nvPr/>
              </p:nvSpPr>
              <p:spPr>
                <a:xfrm>
                  <a:off x="7394194" y="4538706"/>
                  <a:ext cx="1889998" cy="15953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SzPct val="25000"/>
                    <a:defRPr/>
                  </a:pPr>
                  <a:r>
                    <a:rPr lang="en-US" altLang="zh-CN" sz="1100" dirty="0">
                      <a:latin typeface="Arial" panose="020B0604020202020204" pitchFamily="34" charset="0"/>
                      <a:ea typeface="微软雅黑" panose="020B0503020204020204" charset="-122"/>
                    </a:rPr>
                    <a:t>Copy paste fonts. Choose the only option to retain text.</a:t>
                  </a:r>
                  <a:endParaRPr lang="en-US" altLang="zh-CN" sz="1100" dirty="0"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  <p:sp>
              <p:nvSpPr>
                <p:cNvPr id="48" name="TextBox 186"/>
                <p:cNvSpPr txBox="1"/>
                <p:nvPr/>
              </p:nvSpPr>
              <p:spPr>
                <a:xfrm>
                  <a:off x="7395490" y="4314488"/>
                  <a:ext cx="1890000" cy="2936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Text Here-14pt</a:t>
                  </a:r>
                  <a:endParaRPr kumimoji="0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TextBox 188"/>
                <p:cNvSpPr txBox="1"/>
                <p:nvPr/>
              </p:nvSpPr>
              <p:spPr>
                <a:xfrm>
                  <a:off x="9755980" y="4538706"/>
                  <a:ext cx="1759585" cy="15953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marL="171450" indent="-171450">
                    <a:lnSpc>
                      <a:spcPct val="12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Supporting text here.</a:t>
                  </a:r>
                  <a:endParaRPr lang="en-US" altLang="zh-CN" sz="1100" dirty="0">
                    <a:solidFill>
                      <a:schemeClr val="tx1"/>
                    </a:solidFill>
                  </a:endParaRPr>
                </a:p>
                <a:p>
                  <a:pPr marL="171450" indent="-171450">
                    <a:lnSpc>
                      <a:spcPct val="12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……</a:t>
                  </a:r>
                  <a:endParaRPr lang="en-US" altLang="zh-CN" sz="1100" dirty="0">
                    <a:solidFill>
                      <a:schemeClr val="tx1"/>
                    </a:solidFill>
                  </a:endParaRPr>
                </a:p>
                <a:p>
                  <a:pPr marL="171450" indent="-171450">
                    <a:lnSpc>
                      <a:spcPct val="120000"/>
                    </a:lnSpc>
                    <a:spcBef>
                      <a:spcPct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…</a:t>
                  </a:r>
                  <a:endParaRPr lang="en-US" altLang="zh-CN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" name="TextBox 189"/>
                <p:cNvSpPr txBox="1"/>
                <p:nvPr/>
              </p:nvSpPr>
              <p:spPr>
                <a:xfrm>
                  <a:off x="9755980" y="4314488"/>
                  <a:ext cx="1759585" cy="2936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Text Here-14pt</a:t>
                  </a:r>
                  <a:endParaRPr kumimoji="0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51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58500" cy="4193974"/>
            <a:chOff x="660400" y="1266657"/>
            <a:chExt cx="10858500" cy="4193974"/>
          </a:xfrm>
        </p:grpSpPr>
        <p:grpSp>
          <p:nvGrpSpPr>
            <p:cNvPr id="12" name="组合 11"/>
            <p:cNvGrpSpPr/>
            <p:nvPr/>
          </p:nvGrpSpPr>
          <p:grpSpPr>
            <a:xfrm>
              <a:off x="660400" y="1670321"/>
              <a:ext cx="10858500" cy="3790310"/>
              <a:chOff x="660400" y="1670321"/>
              <a:chExt cx="10858500" cy="3790310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660400" y="1963928"/>
                <a:ext cx="10858500" cy="3496703"/>
                <a:chOff x="1" y="1963928"/>
                <a:chExt cx="12191999" cy="3496703"/>
              </a:xfrm>
            </p:grpSpPr>
            <p:sp>
              <p:nvSpPr>
                <p:cNvPr id="6" name="Notched Right Arrow 2"/>
                <p:cNvSpPr/>
                <p:nvPr/>
              </p:nvSpPr>
              <p:spPr>
                <a:xfrm>
                  <a:off x="1" y="1963928"/>
                  <a:ext cx="12191999" cy="2796836"/>
                </a:xfrm>
                <a:prstGeom prst="notchedRightArrow">
                  <a:avLst>
                    <a:gd name="adj1" fmla="val 50000"/>
                    <a:gd name="adj2" fmla="val 33653"/>
                  </a:avLst>
                </a:prstGeom>
                <a:solidFill>
                  <a:schemeClr val="bg1">
                    <a:lumMod val="95000"/>
                  </a:schemeClr>
                </a:solidFill>
                <a:ln w="25400">
                  <a:noFill/>
                </a:ln>
              </p:spPr>
              <p:style>
                <a:lnRef idx="0">
                  <a:scrgbClr r="0" g="0" b="0"/>
                </a:lnRef>
                <a:fillRef idx="1">
                  <a:scrgbClr r="0" g="0" b="0"/>
                </a:fillRef>
                <a:effectRef idx="0">
                  <a:schemeClr val="accent2">
                    <a:tint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7" name="Freeform 3"/>
                <p:cNvSpPr/>
                <p:nvPr/>
              </p:nvSpPr>
              <p:spPr>
                <a:xfrm>
                  <a:off x="842781" y="2872835"/>
                  <a:ext cx="2159172" cy="979023"/>
                </a:xfrm>
                <a:custGeom>
                  <a:avLst/>
                  <a:gdLst>
                    <a:gd name="connsiteX0" fmla="*/ 0 w 10000"/>
                    <a:gd name="connsiteY0" fmla="*/ 5000 h 10000"/>
                    <a:gd name="connsiteX1" fmla="*/ 2000 w 10000"/>
                    <a:gd name="connsiteY1" fmla="*/ 0 h 10000"/>
                    <a:gd name="connsiteX2" fmla="*/ 8000 w 10000"/>
                    <a:gd name="connsiteY2" fmla="*/ 0 h 10000"/>
                    <a:gd name="connsiteX3" fmla="*/ 10000 w 10000"/>
                    <a:gd name="connsiteY3" fmla="*/ 5000 h 10000"/>
                    <a:gd name="connsiteX4" fmla="*/ 8000 w 10000"/>
                    <a:gd name="connsiteY4" fmla="*/ 10000 h 10000"/>
                    <a:gd name="connsiteX5" fmla="*/ 2000 w 10000"/>
                    <a:gd name="connsiteY5" fmla="*/ 10000 h 10000"/>
                    <a:gd name="connsiteX6" fmla="*/ 0 w 10000"/>
                    <a:gd name="connsiteY6" fmla="*/ 5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00" h="10000">
                      <a:moveTo>
                        <a:pt x="0" y="5000"/>
                      </a:moveTo>
                      <a:lnTo>
                        <a:pt x="2000" y="0"/>
                      </a:lnTo>
                      <a:lnTo>
                        <a:pt x="8000" y="0"/>
                      </a:lnTo>
                      <a:lnTo>
                        <a:pt x="10000" y="5000"/>
                      </a:lnTo>
                      <a:lnTo>
                        <a:pt x="8000" y="10000"/>
                      </a:lnTo>
                      <a:lnTo>
                        <a:pt x="2000" y="10000"/>
                      </a:lnTo>
                      <a:lnTo>
                        <a:pt x="0" y="500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971834" tIns="53340" rIns="485174" bIns="53340" numCol="1" spcCol="1270" anchor="ctr" anchorCtr="0">
                  <a:noAutofit/>
                </a:bodyPr>
                <a:lstStyle/>
                <a:p>
                  <a:pPr lvl="0" algn="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1400" b="1" kern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" name="Freeform 4"/>
                <p:cNvSpPr/>
                <p:nvPr/>
              </p:nvSpPr>
              <p:spPr>
                <a:xfrm>
                  <a:off x="3369768" y="2872835"/>
                  <a:ext cx="2159172" cy="979023"/>
                </a:xfrm>
                <a:custGeom>
                  <a:avLst/>
                  <a:gdLst>
                    <a:gd name="connsiteX0" fmla="*/ 0 w 10000"/>
                    <a:gd name="connsiteY0" fmla="*/ 5000 h 10000"/>
                    <a:gd name="connsiteX1" fmla="*/ 2000 w 10000"/>
                    <a:gd name="connsiteY1" fmla="*/ 0 h 10000"/>
                    <a:gd name="connsiteX2" fmla="*/ 8000 w 10000"/>
                    <a:gd name="connsiteY2" fmla="*/ 0 h 10000"/>
                    <a:gd name="connsiteX3" fmla="*/ 10000 w 10000"/>
                    <a:gd name="connsiteY3" fmla="*/ 5000 h 10000"/>
                    <a:gd name="connsiteX4" fmla="*/ 8000 w 10000"/>
                    <a:gd name="connsiteY4" fmla="*/ 10000 h 10000"/>
                    <a:gd name="connsiteX5" fmla="*/ 2000 w 10000"/>
                    <a:gd name="connsiteY5" fmla="*/ 10000 h 10000"/>
                    <a:gd name="connsiteX6" fmla="*/ 0 w 10000"/>
                    <a:gd name="connsiteY6" fmla="*/ 5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00" h="10000">
                      <a:moveTo>
                        <a:pt x="0" y="5000"/>
                      </a:moveTo>
                      <a:lnTo>
                        <a:pt x="2000" y="0"/>
                      </a:lnTo>
                      <a:lnTo>
                        <a:pt x="8000" y="0"/>
                      </a:lnTo>
                      <a:lnTo>
                        <a:pt x="10000" y="5000"/>
                      </a:lnTo>
                      <a:lnTo>
                        <a:pt x="8000" y="10000"/>
                      </a:lnTo>
                      <a:lnTo>
                        <a:pt x="2000" y="10000"/>
                      </a:lnTo>
                      <a:lnTo>
                        <a:pt x="0" y="500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2700"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971834" tIns="53340" rIns="485174" bIns="53340" numCol="1" spcCol="1270" anchor="ctr" anchorCtr="0">
                  <a:noAutofit/>
                </a:bodyPr>
                <a:lstStyle/>
                <a:p>
                  <a:pPr lvl="0" algn="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1400" b="1" kern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" name="Freeform 5"/>
                <p:cNvSpPr/>
                <p:nvPr/>
              </p:nvSpPr>
              <p:spPr>
                <a:xfrm>
                  <a:off x="5896755" y="2872835"/>
                  <a:ext cx="2159172" cy="979023"/>
                </a:xfrm>
                <a:custGeom>
                  <a:avLst/>
                  <a:gdLst>
                    <a:gd name="connsiteX0" fmla="*/ 0 w 10000"/>
                    <a:gd name="connsiteY0" fmla="*/ 5000 h 10000"/>
                    <a:gd name="connsiteX1" fmla="*/ 2000 w 10000"/>
                    <a:gd name="connsiteY1" fmla="*/ 0 h 10000"/>
                    <a:gd name="connsiteX2" fmla="*/ 8000 w 10000"/>
                    <a:gd name="connsiteY2" fmla="*/ 0 h 10000"/>
                    <a:gd name="connsiteX3" fmla="*/ 10000 w 10000"/>
                    <a:gd name="connsiteY3" fmla="*/ 5000 h 10000"/>
                    <a:gd name="connsiteX4" fmla="*/ 8000 w 10000"/>
                    <a:gd name="connsiteY4" fmla="*/ 10000 h 10000"/>
                    <a:gd name="connsiteX5" fmla="*/ 2000 w 10000"/>
                    <a:gd name="connsiteY5" fmla="*/ 10000 h 10000"/>
                    <a:gd name="connsiteX6" fmla="*/ 0 w 10000"/>
                    <a:gd name="connsiteY6" fmla="*/ 5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00" h="10000">
                      <a:moveTo>
                        <a:pt x="0" y="5000"/>
                      </a:moveTo>
                      <a:lnTo>
                        <a:pt x="2000" y="0"/>
                      </a:lnTo>
                      <a:lnTo>
                        <a:pt x="8000" y="0"/>
                      </a:lnTo>
                      <a:lnTo>
                        <a:pt x="10000" y="5000"/>
                      </a:lnTo>
                      <a:lnTo>
                        <a:pt x="8000" y="10000"/>
                      </a:lnTo>
                      <a:lnTo>
                        <a:pt x="2000" y="10000"/>
                      </a:lnTo>
                      <a:lnTo>
                        <a:pt x="0" y="500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971834" tIns="53340" rIns="485174" bIns="53340" numCol="1" spcCol="1270" anchor="ctr" anchorCtr="0">
                  <a:noAutofit/>
                </a:bodyPr>
                <a:lstStyle/>
                <a:p>
                  <a:pPr lvl="0" algn="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1400" b="1" kern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" name="Freeform 26"/>
                <p:cNvSpPr/>
                <p:nvPr/>
              </p:nvSpPr>
              <p:spPr>
                <a:xfrm>
                  <a:off x="8423743" y="2872835"/>
                  <a:ext cx="2159172" cy="979023"/>
                </a:xfrm>
                <a:custGeom>
                  <a:avLst/>
                  <a:gdLst>
                    <a:gd name="connsiteX0" fmla="*/ 0 w 10000"/>
                    <a:gd name="connsiteY0" fmla="*/ 5000 h 10000"/>
                    <a:gd name="connsiteX1" fmla="*/ 2000 w 10000"/>
                    <a:gd name="connsiteY1" fmla="*/ 0 h 10000"/>
                    <a:gd name="connsiteX2" fmla="*/ 8000 w 10000"/>
                    <a:gd name="connsiteY2" fmla="*/ 0 h 10000"/>
                    <a:gd name="connsiteX3" fmla="*/ 10000 w 10000"/>
                    <a:gd name="connsiteY3" fmla="*/ 5000 h 10000"/>
                    <a:gd name="connsiteX4" fmla="*/ 8000 w 10000"/>
                    <a:gd name="connsiteY4" fmla="*/ 10000 h 10000"/>
                    <a:gd name="connsiteX5" fmla="*/ 2000 w 10000"/>
                    <a:gd name="connsiteY5" fmla="*/ 10000 h 10000"/>
                    <a:gd name="connsiteX6" fmla="*/ 0 w 10000"/>
                    <a:gd name="connsiteY6" fmla="*/ 5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00" h="10000">
                      <a:moveTo>
                        <a:pt x="0" y="5000"/>
                      </a:moveTo>
                      <a:lnTo>
                        <a:pt x="2000" y="0"/>
                      </a:lnTo>
                      <a:lnTo>
                        <a:pt x="8000" y="0"/>
                      </a:lnTo>
                      <a:lnTo>
                        <a:pt x="10000" y="5000"/>
                      </a:lnTo>
                      <a:lnTo>
                        <a:pt x="8000" y="10000"/>
                      </a:lnTo>
                      <a:lnTo>
                        <a:pt x="2000" y="10000"/>
                      </a:lnTo>
                      <a:lnTo>
                        <a:pt x="0" y="500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12700"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971834" tIns="53340" rIns="485174" bIns="53340" numCol="1" spcCol="1270" anchor="ctr" anchorCtr="0">
                  <a:noAutofit/>
                </a:bodyPr>
                <a:lstStyle/>
                <a:p>
                  <a:pPr lvl="0" algn="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1400" b="1" kern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0" name="Freeform 6"/>
                <p:cNvSpPr>
                  <a:spLocks noChangeAspect="1" noEditPoints="1"/>
                </p:cNvSpPr>
                <p:nvPr/>
              </p:nvSpPr>
              <p:spPr bwMode="auto">
                <a:xfrm>
                  <a:off x="1742916" y="3200826"/>
                  <a:ext cx="358902" cy="323040"/>
                </a:xfrm>
                <a:custGeom>
                  <a:avLst/>
                  <a:gdLst>
                    <a:gd name="T0" fmla="*/ 56 w 12800"/>
                    <a:gd name="T1" fmla="*/ 0 h 11520"/>
                    <a:gd name="T2" fmla="*/ 0 w 12800"/>
                    <a:gd name="T3" fmla="*/ 11464 h 11520"/>
                    <a:gd name="T4" fmla="*/ 2337 w 12800"/>
                    <a:gd name="T5" fmla="*/ 11520 h 11520"/>
                    <a:gd name="T6" fmla="*/ 4424 w 12800"/>
                    <a:gd name="T7" fmla="*/ 9322 h 11520"/>
                    <a:gd name="T8" fmla="*/ 6706 w 12800"/>
                    <a:gd name="T9" fmla="*/ 11520 h 11520"/>
                    <a:gd name="T10" fmla="*/ 6762 w 12800"/>
                    <a:gd name="T11" fmla="*/ 83 h 11520"/>
                    <a:gd name="T12" fmla="*/ 2894 w 12800"/>
                    <a:gd name="T13" fmla="*/ 7652 h 11520"/>
                    <a:gd name="T14" fmla="*/ 1280 w 12800"/>
                    <a:gd name="T15" fmla="*/ 6066 h 11520"/>
                    <a:gd name="T16" fmla="*/ 2894 w 12800"/>
                    <a:gd name="T17" fmla="*/ 7652 h 11520"/>
                    <a:gd name="T18" fmla="*/ 1280 w 12800"/>
                    <a:gd name="T19" fmla="*/ 5287 h 11520"/>
                    <a:gd name="T20" fmla="*/ 2894 w 12800"/>
                    <a:gd name="T21" fmla="*/ 3701 h 11520"/>
                    <a:gd name="T22" fmla="*/ 2894 w 12800"/>
                    <a:gd name="T23" fmla="*/ 2922 h 11520"/>
                    <a:gd name="T24" fmla="*/ 1280 w 12800"/>
                    <a:gd name="T25" fmla="*/ 1336 h 11520"/>
                    <a:gd name="T26" fmla="*/ 2894 w 12800"/>
                    <a:gd name="T27" fmla="*/ 2922 h 11520"/>
                    <a:gd name="T28" fmla="*/ 3840 w 12800"/>
                    <a:gd name="T29" fmla="*/ 7652 h 11520"/>
                    <a:gd name="T30" fmla="*/ 5454 w 12800"/>
                    <a:gd name="T31" fmla="*/ 6066 h 11520"/>
                    <a:gd name="T32" fmla="*/ 5454 w 12800"/>
                    <a:gd name="T33" fmla="*/ 5287 h 11520"/>
                    <a:gd name="T34" fmla="*/ 3840 w 12800"/>
                    <a:gd name="T35" fmla="*/ 3701 h 11520"/>
                    <a:gd name="T36" fmla="*/ 5454 w 12800"/>
                    <a:gd name="T37" fmla="*/ 5287 h 11520"/>
                    <a:gd name="T38" fmla="*/ 3840 w 12800"/>
                    <a:gd name="T39" fmla="*/ 2922 h 11520"/>
                    <a:gd name="T40" fmla="*/ 5454 w 12800"/>
                    <a:gd name="T41" fmla="*/ 1336 h 11520"/>
                    <a:gd name="T42" fmla="*/ 12466 w 12800"/>
                    <a:gd name="T43" fmla="*/ 3701 h 11520"/>
                    <a:gd name="T44" fmla="*/ 7763 w 12800"/>
                    <a:gd name="T45" fmla="*/ 4035 h 11520"/>
                    <a:gd name="T46" fmla="*/ 7791 w 12800"/>
                    <a:gd name="T47" fmla="*/ 11492 h 11520"/>
                    <a:gd name="T48" fmla="*/ 9544 w 12800"/>
                    <a:gd name="T49" fmla="*/ 10045 h 11520"/>
                    <a:gd name="T50" fmla="*/ 11019 w 12800"/>
                    <a:gd name="T51" fmla="*/ 11492 h 11520"/>
                    <a:gd name="T52" fmla="*/ 12772 w 12800"/>
                    <a:gd name="T53" fmla="*/ 11464 h 11520"/>
                    <a:gd name="T54" fmla="*/ 12466 w 12800"/>
                    <a:gd name="T55" fmla="*/ 3701 h 11520"/>
                    <a:gd name="T56" fmla="*/ 8403 w 12800"/>
                    <a:gd name="T57" fmla="*/ 8821 h 11520"/>
                    <a:gd name="T58" fmla="*/ 12104 w 12800"/>
                    <a:gd name="T59" fmla="*/ 8042 h 11520"/>
                    <a:gd name="T60" fmla="*/ 12104 w 12800"/>
                    <a:gd name="T61" fmla="*/ 7263 h 11520"/>
                    <a:gd name="T62" fmla="*/ 8403 w 12800"/>
                    <a:gd name="T63" fmla="*/ 6483 h 11520"/>
                    <a:gd name="T64" fmla="*/ 12104 w 12800"/>
                    <a:gd name="T65" fmla="*/ 7263 h 11520"/>
                    <a:gd name="T66" fmla="*/ 8403 w 12800"/>
                    <a:gd name="T67" fmla="*/ 5677 h 11520"/>
                    <a:gd name="T68" fmla="*/ 12104 w 12800"/>
                    <a:gd name="T69" fmla="*/ 4897 h 11520"/>
                    <a:gd name="T70" fmla="*/ 12104 w 12800"/>
                    <a:gd name="T71" fmla="*/ 5677 h 115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2800" h="11520">
                      <a:moveTo>
                        <a:pt x="6706" y="0"/>
                      </a:moveTo>
                      <a:lnTo>
                        <a:pt x="56" y="0"/>
                      </a:lnTo>
                      <a:cubicBezTo>
                        <a:pt x="28" y="0"/>
                        <a:pt x="0" y="28"/>
                        <a:pt x="0" y="83"/>
                      </a:cubicBezTo>
                      <a:lnTo>
                        <a:pt x="0" y="11464"/>
                      </a:lnTo>
                      <a:cubicBezTo>
                        <a:pt x="0" y="11492"/>
                        <a:pt x="28" y="11520"/>
                        <a:pt x="56" y="11520"/>
                      </a:cubicBezTo>
                      <a:lnTo>
                        <a:pt x="2337" y="11520"/>
                      </a:lnTo>
                      <a:lnTo>
                        <a:pt x="2337" y="9322"/>
                      </a:lnTo>
                      <a:lnTo>
                        <a:pt x="4424" y="9322"/>
                      </a:lnTo>
                      <a:lnTo>
                        <a:pt x="4424" y="11520"/>
                      </a:lnTo>
                      <a:lnTo>
                        <a:pt x="6706" y="11520"/>
                      </a:lnTo>
                      <a:cubicBezTo>
                        <a:pt x="6734" y="11520"/>
                        <a:pt x="6762" y="11492"/>
                        <a:pt x="6762" y="11464"/>
                      </a:cubicBezTo>
                      <a:lnTo>
                        <a:pt x="6762" y="83"/>
                      </a:lnTo>
                      <a:cubicBezTo>
                        <a:pt x="6762" y="28"/>
                        <a:pt x="6734" y="0"/>
                        <a:pt x="6706" y="0"/>
                      </a:cubicBezTo>
                      <a:close/>
                      <a:moveTo>
                        <a:pt x="2894" y="7652"/>
                      </a:moveTo>
                      <a:lnTo>
                        <a:pt x="1280" y="7652"/>
                      </a:lnTo>
                      <a:lnTo>
                        <a:pt x="1280" y="6066"/>
                      </a:lnTo>
                      <a:lnTo>
                        <a:pt x="2894" y="6066"/>
                      </a:lnTo>
                      <a:lnTo>
                        <a:pt x="2894" y="7652"/>
                      </a:lnTo>
                      <a:close/>
                      <a:moveTo>
                        <a:pt x="2894" y="5287"/>
                      </a:moveTo>
                      <a:lnTo>
                        <a:pt x="1280" y="5287"/>
                      </a:lnTo>
                      <a:lnTo>
                        <a:pt x="1280" y="3701"/>
                      </a:lnTo>
                      <a:lnTo>
                        <a:pt x="2894" y="3701"/>
                      </a:lnTo>
                      <a:lnTo>
                        <a:pt x="2894" y="5287"/>
                      </a:lnTo>
                      <a:close/>
                      <a:moveTo>
                        <a:pt x="2894" y="2922"/>
                      </a:moveTo>
                      <a:lnTo>
                        <a:pt x="1280" y="2922"/>
                      </a:lnTo>
                      <a:lnTo>
                        <a:pt x="1280" y="1336"/>
                      </a:lnTo>
                      <a:lnTo>
                        <a:pt x="2894" y="1336"/>
                      </a:lnTo>
                      <a:lnTo>
                        <a:pt x="2894" y="2922"/>
                      </a:lnTo>
                      <a:close/>
                      <a:moveTo>
                        <a:pt x="5454" y="7652"/>
                      </a:moveTo>
                      <a:lnTo>
                        <a:pt x="3840" y="7652"/>
                      </a:lnTo>
                      <a:lnTo>
                        <a:pt x="3840" y="6066"/>
                      </a:lnTo>
                      <a:lnTo>
                        <a:pt x="5454" y="6066"/>
                      </a:lnTo>
                      <a:lnTo>
                        <a:pt x="5454" y="7652"/>
                      </a:lnTo>
                      <a:close/>
                      <a:moveTo>
                        <a:pt x="5454" y="5287"/>
                      </a:moveTo>
                      <a:lnTo>
                        <a:pt x="3840" y="5287"/>
                      </a:lnTo>
                      <a:lnTo>
                        <a:pt x="3840" y="3701"/>
                      </a:lnTo>
                      <a:lnTo>
                        <a:pt x="5454" y="3701"/>
                      </a:lnTo>
                      <a:lnTo>
                        <a:pt x="5454" y="5287"/>
                      </a:lnTo>
                      <a:close/>
                      <a:moveTo>
                        <a:pt x="5454" y="2922"/>
                      </a:moveTo>
                      <a:lnTo>
                        <a:pt x="3840" y="2922"/>
                      </a:lnTo>
                      <a:lnTo>
                        <a:pt x="3840" y="1336"/>
                      </a:lnTo>
                      <a:lnTo>
                        <a:pt x="5454" y="1336"/>
                      </a:lnTo>
                      <a:lnTo>
                        <a:pt x="5454" y="2922"/>
                      </a:lnTo>
                      <a:close/>
                      <a:moveTo>
                        <a:pt x="12466" y="3701"/>
                      </a:moveTo>
                      <a:lnTo>
                        <a:pt x="8097" y="3701"/>
                      </a:lnTo>
                      <a:cubicBezTo>
                        <a:pt x="7903" y="3701"/>
                        <a:pt x="7763" y="3840"/>
                        <a:pt x="7763" y="4035"/>
                      </a:cubicBezTo>
                      <a:lnTo>
                        <a:pt x="7763" y="11464"/>
                      </a:lnTo>
                      <a:cubicBezTo>
                        <a:pt x="7763" y="11492"/>
                        <a:pt x="7791" y="11492"/>
                        <a:pt x="7791" y="11492"/>
                      </a:cubicBezTo>
                      <a:lnTo>
                        <a:pt x="9544" y="11492"/>
                      </a:lnTo>
                      <a:lnTo>
                        <a:pt x="9544" y="10045"/>
                      </a:lnTo>
                      <a:lnTo>
                        <a:pt x="11019" y="10045"/>
                      </a:lnTo>
                      <a:lnTo>
                        <a:pt x="11019" y="11492"/>
                      </a:lnTo>
                      <a:lnTo>
                        <a:pt x="12744" y="11492"/>
                      </a:lnTo>
                      <a:cubicBezTo>
                        <a:pt x="12772" y="11492"/>
                        <a:pt x="12772" y="11464"/>
                        <a:pt x="12772" y="11464"/>
                      </a:cubicBezTo>
                      <a:lnTo>
                        <a:pt x="12772" y="4035"/>
                      </a:lnTo>
                      <a:cubicBezTo>
                        <a:pt x="12800" y="3868"/>
                        <a:pt x="12633" y="3701"/>
                        <a:pt x="12466" y="3701"/>
                      </a:cubicBezTo>
                      <a:close/>
                      <a:moveTo>
                        <a:pt x="12104" y="8821"/>
                      </a:moveTo>
                      <a:lnTo>
                        <a:pt x="8403" y="8821"/>
                      </a:lnTo>
                      <a:lnTo>
                        <a:pt x="8403" y="8042"/>
                      </a:lnTo>
                      <a:lnTo>
                        <a:pt x="12104" y="8042"/>
                      </a:lnTo>
                      <a:lnTo>
                        <a:pt x="12104" y="8821"/>
                      </a:lnTo>
                      <a:close/>
                      <a:moveTo>
                        <a:pt x="12104" y="7263"/>
                      </a:moveTo>
                      <a:lnTo>
                        <a:pt x="8403" y="7263"/>
                      </a:lnTo>
                      <a:lnTo>
                        <a:pt x="8403" y="6483"/>
                      </a:lnTo>
                      <a:lnTo>
                        <a:pt x="12104" y="6483"/>
                      </a:lnTo>
                      <a:lnTo>
                        <a:pt x="12104" y="7263"/>
                      </a:lnTo>
                      <a:close/>
                      <a:moveTo>
                        <a:pt x="12104" y="5677"/>
                      </a:moveTo>
                      <a:lnTo>
                        <a:pt x="8403" y="5677"/>
                      </a:lnTo>
                      <a:lnTo>
                        <a:pt x="8403" y="4897"/>
                      </a:lnTo>
                      <a:lnTo>
                        <a:pt x="12104" y="4897"/>
                      </a:lnTo>
                      <a:lnTo>
                        <a:pt x="12104" y="5677"/>
                      </a:lnTo>
                      <a:close/>
                      <a:moveTo>
                        <a:pt x="12104" y="5677"/>
                      </a:move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41" name="Freeform 31"/>
                <p:cNvSpPr>
                  <a:spLocks noChangeAspect="1" noEditPoints="1"/>
                </p:cNvSpPr>
                <p:nvPr/>
              </p:nvSpPr>
              <p:spPr bwMode="auto">
                <a:xfrm>
                  <a:off x="4271493" y="3173989"/>
                  <a:ext cx="355722" cy="376715"/>
                </a:xfrm>
                <a:custGeom>
                  <a:avLst/>
                  <a:gdLst>
                    <a:gd name="connsiteX0" fmla="*/ 435703 w 572779"/>
                    <a:gd name="connsiteY0" fmla="*/ 160183 h 606580"/>
                    <a:gd name="connsiteX1" fmla="*/ 479697 w 572779"/>
                    <a:gd name="connsiteY1" fmla="*/ 160183 h 606580"/>
                    <a:gd name="connsiteX2" fmla="*/ 479581 w 572779"/>
                    <a:gd name="connsiteY2" fmla="*/ 160472 h 606580"/>
                    <a:gd name="connsiteX3" fmla="*/ 479812 w 572779"/>
                    <a:gd name="connsiteY3" fmla="*/ 160472 h 606580"/>
                    <a:gd name="connsiteX4" fmla="*/ 478713 w 572779"/>
                    <a:gd name="connsiteY4" fmla="*/ 162726 h 606580"/>
                    <a:gd name="connsiteX5" fmla="*/ 469682 w 572779"/>
                    <a:gd name="connsiteY5" fmla="*/ 187227 h 606580"/>
                    <a:gd name="connsiteX6" fmla="*/ 474776 w 572779"/>
                    <a:gd name="connsiteY6" fmla="*/ 242470 h 606580"/>
                    <a:gd name="connsiteX7" fmla="*/ 494284 w 572779"/>
                    <a:gd name="connsiteY7" fmla="*/ 242470 h 606580"/>
                    <a:gd name="connsiteX8" fmla="*/ 510840 w 572779"/>
                    <a:gd name="connsiteY8" fmla="*/ 160183 h 606580"/>
                    <a:gd name="connsiteX9" fmla="*/ 527338 w 572779"/>
                    <a:gd name="connsiteY9" fmla="*/ 160183 h 606580"/>
                    <a:gd name="connsiteX10" fmla="*/ 572779 w 572779"/>
                    <a:gd name="connsiteY10" fmla="*/ 205430 h 606580"/>
                    <a:gd name="connsiteX11" fmla="*/ 572779 w 572779"/>
                    <a:gd name="connsiteY11" fmla="*/ 337413 h 606580"/>
                    <a:gd name="connsiteX12" fmla="*/ 527396 w 572779"/>
                    <a:gd name="connsiteY12" fmla="*/ 382717 h 606580"/>
                    <a:gd name="connsiteX13" fmla="*/ 521607 w 572779"/>
                    <a:gd name="connsiteY13" fmla="*/ 382717 h 606580"/>
                    <a:gd name="connsiteX14" fmla="*/ 521607 w 572779"/>
                    <a:gd name="connsiteY14" fmla="*/ 574624 h 606580"/>
                    <a:gd name="connsiteX15" fmla="*/ 489595 w 572779"/>
                    <a:gd name="connsiteY15" fmla="*/ 606580 h 606580"/>
                    <a:gd name="connsiteX16" fmla="*/ 457815 w 572779"/>
                    <a:gd name="connsiteY16" fmla="*/ 578149 h 606580"/>
                    <a:gd name="connsiteX17" fmla="*/ 425978 w 572779"/>
                    <a:gd name="connsiteY17" fmla="*/ 606580 h 606580"/>
                    <a:gd name="connsiteX18" fmla="*/ 393966 w 572779"/>
                    <a:gd name="connsiteY18" fmla="*/ 574624 h 606580"/>
                    <a:gd name="connsiteX19" fmla="*/ 393966 w 572779"/>
                    <a:gd name="connsiteY19" fmla="*/ 392541 h 606580"/>
                    <a:gd name="connsiteX20" fmla="*/ 422967 w 572779"/>
                    <a:gd name="connsiteY20" fmla="*/ 337528 h 606580"/>
                    <a:gd name="connsiteX21" fmla="*/ 422967 w 572779"/>
                    <a:gd name="connsiteY21" fmla="*/ 242528 h 606580"/>
                    <a:gd name="connsiteX22" fmla="*/ 440739 w 572779"/>
                    <a:gd name="connsiteY22" fmla="*/ 242528 h 606580"/>
                    <a:gd name="connsiteX23" fmla="*/ 445833 w 572779"/>
                    <a:gd name="connsiteY23" fmla="*/ 186996 h 606580"/>
                    <a:gd name="connsiteX24" fmla="*/ 445196 w 572779"/>
                    <a:gd name="connsiteY24" fmla="*/ 183991 h 606580"/>
                    <a:gd name="connsiteX25" fmla="*/ 436860 w 572779"/>
                    <a:gd name="connsiteY25" fmla="*/ 162726 h 606580"/>
                    <a:gd name="connsiteX26" fmla="*/ 435818 w 572779"/>
                    <a:gd name="connsiteY26" fmla="*/ 160472 h 606580"/>
                    <a:gd name="connsiteX27" fmla="*/ 435876 w 572779"/>
                    <a:gd name="connsiteY27" fmla="*/ 160472 h 606580"/>
                    <a:gd name="connsiteX28" fmla="*/ 435703 w 572779"/>
                    <a:gd name="connsiteY28" fmla="*/ 160183 h 606580"/>
                    <a:gd name="connsiteX29" fmla="*/ 264349 w 572779"/>
                    <a:gd name="connsiteY29" fmla="*/ 160183 h 606580"/>
                    <a:gd name="connsiteX30" fmla="*/ 308327 w 572779"/>
                    <a:gd name="connsiteY30" fmla="*/ 160183 h 606580"/>
                    <a:gd name="connsiteX31" fmla="*/ 308154 w 572779"/>
                    <a:gd name="connsiteY31" fmla="*/ 160472 h 606580"/>
                    <a:gd name="connsiteX32" fmla="*/ 308385 w 572779"/>
                    <a:gd name="connsiteY32" fmla="*/ 160472 h 606580"/>
                    <a:gd name="connsiteX33" fmla="*/ 307344 w 572779"/>
                    <a:gd name="connsiteY33" fmla="*/ 162726 h 606580"/>
                    <a:gd name="connsiteX34" fmla="*/ 298316 w 572779"/>
                    <a:gd name="connsiteY34" fmla="*/ 187227 h 606580"/>
                    <a:gd name="connsiteX35" fmla="*/ 303409 w 572779"/>
                    <a:gd name="connsiteY35" fmla="*/ 242470 h 606580"/>
                    <a:gd name="connsiteX36" fmla="*/ 322910 w 572779"/>
                    <a:gd name="connsiteY36" fmla="*/ 242470 h 606580"/>
                    <a:gd name="connsiteX37" fmla="*/ 339401 w 572779"/>
                    <a:gd name="connsiteY37" fmla="*/ 160183 h 606580"/>
                    <a:gd name="connsiteX38" fmla="*/ 355951 w 572779"/>
                    <a:gd name="connsiteY38" fmla="*/ 160183 h 606580"/>
                    <a:gd name="connsiteX39" fmla="*/ 401376 w 572779"/>
                    <a:gd name="connsiteY39" fmla="*/ 205430 h 606580"/>
                    <a:gd name="connsiteX40" fmla="*/ 401376 w 572779"/>
                    <a:gd name="connsiteY40" fmla="*/ 337413 h 606580"/>
                    <a:gd name="connsiteX41" fmla="*/ 356009 w 572779"/>
                    <a:gd name="connsiteY41" fmla="*/ 382717 h 606580"/>
                    <a:gd name="connsiteX42" fmla="*/ 350222 w 572779"/>
                    <a:gd name="connsiteY42" fmla="*/ 382717 h 606580"/>
                    <a:gd name="connsiteX43" fmla="*/ 350222 w 572779"/>
                    <a:gd name="connsiteY43" fmla="*/ 574624 h 606580"/>
                    <a:gd name="connsiteX44" fmla="*/ 318222 w 572779"/>
                    <a:gd name="connsiteY44" fmla="*/ 606580 h 606580"/>
                    <a:gd name="connsiteX45" fmla="*/ 286396 w 572779"/>
                    <a:gd name="connsiteY45" fmla="*/ 578149 h 606580"/>
                    <a:gd name="connsiteX46" fmla="*/ 254628 w 572779"/>
                    <a:gd name="connsiteY46" fmla="*/ 606580 h 606580"/>
                    <a:gd name="connsiteX47" fmla="*/ 222628 w 572779"/>
                    <a:gd name="connsiteY47" fmla="*/ 574624 h 606580"/>
                    <a:gd name="connsiteX48" fmla="*/ 222628 w 572779"/>
                    <a:gd name="connsiteY48" fmla="*/ 382833 h 606580"/>
                    <a:gd name="connsiteX49" fmla="*/ 216841 w 572779"/>
                    <a:gd name="connsiteY49" fmla="*/ 382833 h 606580"/>
                    <a:gd name="connsiteX50" fmla="*/ 171474 w 572779"/>
                    <a:gd name="connsiteY50" fmla="*/ 337528 h 606580"/>
                    <a:gd name="connsiteX51" fmla="*/ 171474 w 572779"/>
                    <a:gd name="connsiteY51" fmla="*/ 205545 h 606580"/>
                    <a:gd name="connsiteX52" fmla="*/ 216841 w 572779"/>
                    <a:gd name="connsiteY52" fmla="*/ 160241 h 606580"/>
                    <a:gd name="connsiteX53" fmla="*/ 233333 w 572779"/>
                    <a:gd name="connsiteY53" fmla="*/ 160241 h 606580"/>
                    <a:gd name="connsiteX54" fmla="*/ 249825 w 572779"/>
                    <a:gd name="connsiteY54" fmla="*/ 242528 h 606580"/>
                    <a:gd name="connsiteX55" fmla="*/ 269383 w 572779"/>
                    <a:gd name="connsiteY55" fmla="*/ 242528 h 606580"/>
                    <a:gd name="connsiteX56" fmla="*/ 274476 w 572779"/>
                    <a:gd name="connsiteY56" fmla="*/ 186996 h 606580"/>
                    <a:gd name="connsiteX57" fmla="*/ 273839 w 572779"/>
                    <a:gd name="connsiteY57" fmla="*/ 183991 h 606580"/>
                    <a:gd name="connsiteX58" fmla="*/ 265506 w 572779"/>
                    <a:gd name="connsiteY58" fmla="*/ 162726 h 606580"/>
                    <a:gd name="connsiteX59" fmla="*/ 264407 w 572779"/>
                    <a:gd name="connsiteY59" fmla="*/ 160472 h 606580"/>
                    <a:gd name="connsiteX60" fmla="*/ 264523 w 572779"/>
                    <a:gd name="connsiteY60" fmla="*/ 160472 h 606580"/>
                    <a:gd name="connsiteX61" fmla="*/ 264349 w 572779"/>
                    <a:gd name="connsiteY61" fmla="*/ 160183 h 606580"/>
                    <a:gd name="connsiteX62" fmla="*/ 92987 w 572779"/>
                    <a:gd name="connsiteY62" fmla="*/ 160183 h 606580"/>
                    <a:gd name="connsiteX63" fmla="*/ 136964 w 572779"/>
                    <a:gd name="connsiteY63" fmla="*/ 160183 h 606580"/>
                    <a:gd name="connsiteX64" fmla="*/ 136791 w 572779"/>
                    <a:gd name="connsiteY64" fmla="*/ 160472 h 606580"/>
                    <a:gd name="connsiteX65" fmla="*/ 137022 w 572779"/>
                    <a:gd name="connsiteY65" fmla="*/ 160472 h 606580"/>
                    <a:gd name="connsiteX66" fmla="*/ 135923 w 572779"/>
                    <a:gd name="connsiteY66" fmla="*/ 162726 h 606580"/>
                    <a:gd name="connsiteX67" fmla="*/ 126896 w 572779"/>
                    <a:gd name="connsiteY67" fmla="*/ 187227 h 606580"/>
                    <a:gd name="connsiteX68" fmla="*/ 131988 w 572779"/>
                    <a:gd name="connsiteY68" fmla="*/ 242470 h 606580"/>
                    <a:gd name="connsiteX69" fmla="*/ 149752 w 572779"/>
                    <a:gd name="connsiteY69" fmla="*/ 242470 h 606580"/>
                    <a:gd name="connsiteX70" fmla="*/ 149752 w 572779"/>
                    <a:gd name="connsiteY70" fmla="*/ 337471 h 606580"/>
                    <a:gd name="connsiteX71" fmla="*/ 178742 w 572779"/>
                    <a:gd name="connsiteY71" fmla="*/ 392483 h 606580"/>
                    <a:gd name="connsiteX72" fmla="*/ 178742 w 572779"/>
                    <a:gd name="connsiteY72" fmla="*/ 574624 h 606580"/>
                    <a:gd name="connsiteX73" fmla="*/ 146743 w 572779"/>
                    <a:gd name="connsiteY73" fmla="*/ 606580 h 606580"/>
                    <a:gd name="connsiteX74" fmla="*/ 114976 w 572779"/>
                    <a:gd name="connsiteY74" fmla="*/ 578149 h 606580"/>
                    <a:gd name="connsiteX75" fmla="*/ 83151 w 572779"/>
                    <a:gd name="connsiteY75" fmla="*/ 606580 h 606580"/>
                    <a:gd name="connsiteX76" fmla="*/ 51152 w 572779"/>
                    <a:gd name="connsiteY76" fmla="*/ 574624 h 606580"/>
                    <a:gd name="connsiteX77" fmla="*/ 51152 w 572779"/>
                    <a:gd name="connsiteY77" fmla="*/ 382833 h 606580"/>
                    <a:gd name="connsiteX78" fmla="*/ 45365 w 572779"/>
                    <a:gd name="connsiteY78" fmla="*/ 382833 h 606580"/>
                    <a:gd name="connsiteX79" fmla="*/ 0 w 572779"/>
                    <a:gd name="connsiteY79" fmla="*/ 337528 h 606580"/>
                    <a:gd name="connsiteX80" fmla="*/ 0 w 572779"/>
                    <a:gd name="connsiteY80" fmla="*/ 205545 h 606580"/>
                    <a:gd name="connsiteX81" fmla="*/ 45365 w 572779"/>
                    <a:gd name="connsiteY81" fmla="*/ 160241 h 606580"/>
                    <a:gd name="connsiteX82" fmla="*/ 61972 w 572779"/>
                    <a:gd name="connsiteY82" fmla="*/ 160241 h 606580"/>
                    <a:gd name="connsiteX83" fmla="*/ 78464 w 572779"/>
                    <a:gd name="connsiteY83" fmla="*/ 242528 h 606580"/>
                    <a:gd name="connsiteX84" fmla="*/ 97964 w 572779"/>
                    <a:gd name="connsiteY84" fmla="*/ 242528 h 606580"/>
                    <a:gd name="connsiteX85" fmla="*/ 103056 w 572779"/>
                    <a:gd name="connsiteY85" fmla="*/ 186996 h 606580"/>
                    <a:gd name="connsiteX86" fmla="*/ 102477 w 572779"/>
                    <a:gd name="connsiteY86" fmla="*/ 183991 h 606580"/>
                    <a:gd name="connsiteX87" fmla="*/ 94145 w 572779"/>
                    <a:gd name="connsiteY87" fmla="*/ 162726 h 606580"/>
                    <a:gd name="connsiteX88" fmla="*/ 93045 w 572779"/>
                    <a:gd name="connsiteY88" fmla="*/ 160472 h 606580"/>
                    <a:gd name="connsiteX89" fmla="*/ 93103 w 572779"/>
                    <a:gd name="connsiteY89" fmla="*/ 160472 h 606580"/>
                    <a:gd name="connsiteX90" fmla="*/ 92987 w 572779"/>
                    <a:gd name="connsiteY90" fmla="*/ 160183 h 606580"/>
                    <a:gd name="connsiteX91" fmla="*/ 457411 w 572779"/>
                    <a:gd name="connsiteY91" fmla="*/ 751 h 606580"/>
                    <a:gd name="connsiteX92" fmla="*/ 458047 w 572779"/>
                    <a:gd name="connsiteY92" fmla="*/ 751 h 606580"/>
                    <a:gd name="connsiteX93" fmla="*/ 521621 w 572779"/>
                    <a:gd name="connsiteY93" fmla="*/ 49915 h 606580"/>
                    <a:gd name="connsiteX94" fmla="*/ 523761 w 572779"/>
                    <a:gd name="connsiteY94" fmla="*/ 66553 h 606580"/>
                    <a:gd name="connsiteX95" fmla="*/ 458105 w 572779"/>
                    <a:gd name="connsiteY95" fmla="*/ 132124 h 606580"/>
                    <a:gd name="connsiteX96" fmla="*/ 457469 w 572779"/>
                    <a:gd name="connsiteY96" fmla="*/ 132124 h 606580"/>
                    <a:gd name="connsiteX97" fmla="*/ 393895 w 572779"/>
                    <a:gd name="connsiteY97" fmla="*/ 82960 h 606580"/>
                    <a:gd name="connsiteX98" fmla="*/ 391755 w 572779"/>
                    <a:gd name="connsiteY98" fmla="*/ 66322 h 606580"/>
                    <a:gd name="connsiteX99" fmla="*/ 457411 w 572779"/>
                    <a:gd name="connsiteY99" fmla="*/ 751 h 606580"/>
                    <a:gd name="connsiteX100" fmla="*/ 285868 w 572779"/>
                    <a:gd name="connsiteY100" fmla="*/ 751 h 606580"/>
                    <a:gd name="connsiteX101" fmla="*/ 286621 w 572779"/>
                    <a:gd name="connsiteY101" fmla="*/ 751 h 606580"/>
                    <a:gd name="connsiteX102" fmla="*/ 350227 w 572779"/>
                    <a:gd name="connsiteY102" fmla="*/ 49915 h 606580"/>
                    <a:gd name="connsiteX103" fmla="*/ 352369 w 572779"/>
                    <a:gd name="connsiteY103" fmla="*/ 66553 h 606580"/>
                    <a:gd name="connsiteX104" fmla="*/ 286736 w 572779"/>
                    <a:gd name="connsiteY104" fmla="*/ 132124 h 606580"/>
                    <a:gd name="connsiteX105" fmla="*/ 286100 w 572779"/>
                    <a:gd name="connsiteY105" fmla="*/ 132124 h 606580"/>
                    <a:gd name="connsiteX106" fmla="*/ 222493 w 572779"/>
                    <a:gd name="connsiteY106" fmla="*/ 82845 h 606580"/>
                    <a:gd name="connsiteX107" fmla="*/ 220351 w 572779"/>
                    <a:gd name="connsiteY107" fmla="*/ 66264 h 606580"/>
                    <a:gd name="connsiteX108" fmla="*/ 285868 w 572779"/>
                    <a:gd name="connsiteY108" fmla="*/ 751 h 606580"/>
                    <a:gd name="connsiteX109" fmla="*/ 114639 w 572779"/>
                    <a:gd name="connsiteY109" fmla="*/ 751 h 606580"/>
                    <a:gd name="connsiteX110" fmla="*/ 115275 w 572779"/>
                    <a:gd name="connsiteY110" fmla="*/ 751 h 606580"/>
                    <a:gd name="connsiteX111" fmla="*/ 178882 w 572779"/>
                    <a:gd name="connsiteY111" fmla="*/ 49915 h 606580"/>
                    <a:gd name="connsiteX112" fmla="*/ 181024 w 572779"/>
                    <a:gd name="connsiteY112" fmla="*/ 66553 h 606580"/>
                    <a:gd name="connsiteX113" fmla="*/ 115333 w 572779"/>
                    <a:gd name="connsiteY113" fmla="*/ 132124 h 606580"/>
                    <a:gd name="connsiteX114" fmla="*/ 114754 w 572779"/>
                    <a:gd name="connsiteY114" fmla="*/ 132124 h 606580"/>
                    <a:gd name="connsiteX115" fmla="*/ 51148 w 572779"/>
                    <a:gd name="connsiteY115" fmla="*/ 82960 h 606580"/>
                    <a:gd name="connsiteX116" fmla="*/ 49006 w 572779"/>
                    <a:gd name="connsiteY116" fmla="*/ 66322 h 606580"/>
                    <a:gd name="connsiteX117" fmla="*/ 114639 w 572779"/>
                    <a:gd name="connsiteY117" fmla="*/ 751 h 606580"/>
                    <a:gd name="connsiteX118" fmla="*/ 457410 w 572779"/>
                    <a:gd name="connsiteY118" fmla="*/ 423 h 606580"/>
                    <a:gd name="connsiteX119" fmla="*/ 391355 w 572779"/>
                    <a:gd name="connsiteY119" fmla="*/ 66356 h 606580"/>
                    <a:gd name="connsiteX120" fmla="*/ 393497 w 572779"/>
                    <a:gd name="connsiteY120" fmla="*/ 83056 h 606580"/>
                    <a:gd name="connsiteX121" fmla="*/ 457468 w 572779"/>
                    <a:gd name="connsiteY121" fmla="*/ 132521 h 606580"/>
                    <a:gd name="connsiteX122" fmla="*/ 457815 w 572779"/>
                    <a:gd name="connsiteY122" fmla="*/ 132521 h 606580"/>
                    <a:gd name="connsiteX123" fmla="*/ 458104 w 572779"/>
                    <a:gd name="connsiteY123" fmla="*/ 132521 h 606580"/>
                    <a:gd name="connsiteX124" fmla="*/ 524159 w 572779"/>
                    <a:gd name="connsiteY124" fmla="*/ 66587 h 606580"/>
                    <a:gd name="connsiteX125" fmla="*/ 522017 w 572779"/>
                    <a:gd name="connsiteY125" fmla="*/ 49887 h 606580"/>
                    <a:gd name="connsiteX126" fmla="*/ 458046 w 572779"/>
                    <a:gd name="connsiteY126" fmla="*/ 423 h 606580"/>
                    <a:gd name="connsiteX127" fmla="*/ 457699 w 572779"/>
                    <a:gd name="connsiteY127" fmla="*/ 423 h 606580"/>
                    <a:gd name="connsiteX128" fmla="*/ 114646 w 572779"/>
                    <a:gd name="connsiteY128" fmla="*/ 423 h 606580"/>
                    <a:gd name="connsiteX129" fmla="*/ 48620 w 572779"/>
                    <a:gd name="connsiteY129" fmla="*/ 66356 h 606580"/>
                    <a:gd name="connsiteX130" fmla="*/ 50761 w 572779"/>
                    <a:gd name="connsiteY130" fmla="*/ 83056 h 606580"/>
                    <a:gd name="connsiteX131" fmla="*/ 114762 w 572779"/>
                    <a:gd name="connsiteY131" fmla="*/ 132521 h 606580"/>
                    <a:gd name="connsiteX132" fmla="*/ 115051 w 572779"/>
                    <a:gd name="connsiteY132" fmla="*/ 132521 h 606580"/>
                    <a:gd name="connsiteX133" fmla="*/ 115340 w 572779"/>
                    <a:gd name="connsiteY133" fmla="*/ 132521 h 606580"/>
                    <a:gd name="connsiteX134" fmla="*/ 181424 w 572779"/>
                    <a:gd name="connsiteY134" fmla="*/ 66587 h 606580"/>
                    <a:gd name="connsiteX135" fmla="*/ 179225 w 572779"/>
                    <a:gd name="connsiteY135" fmla="*/ 49887 h 606580"/>
                    <a:gd name="connsiteX136" fmla="*/ 115282 w 572779"/>
                    <a:gd name="connsiteY136" fmla="*/ 423 h 606580"/>
                    <a:gd name="connsiteX137" fmla="*/ 114993 w 572779"/>
                    <a:gd name="connsiteY137" fmla="*/ 423 h 606580"/>
                    <a:gd name="connsiteX138" fmla="*/ 286036 w 572779"/>
                    <a:gd name="connsiteY138" fmla="*/ 397 h 606580"/>
                    <a:gd name="connsiteX139" fmla="*/ 219952 w 572779"/>
                    <a:gd name="connsiteY139" fmla="*/ 66286 h 606580"/>
                    <a:gd name="connsiteX140" fmla="*/ 222151 w 572779"/>
                    <a:gd name="connsiteY140" fmla="*/ 82990 h 606580"/>
                    <a:gd name="connsiteX141" fmla="*/ 286094 w 572779"/>
                    <a:gd name="connsiteY141" fmla="*/ 132522 h 606580"/>
                    <a:gd name="connsiteX142" fmla="*/ 286383 w 572779"/>
                    <a:gd name="connsiteY142" fmla="*/ 132522 h 606580"/>
                    <a:gd name="connsiteX143" fmla="*/ 286730 w 572779"/>
                    <a:gd name="connsiteY143" fmla="*/ 132522 h 606580"/>
                    <a:gd name="connsiteX144" fmla="*/ 352756 w 572779"/>
                    <a:gd name="connsiteY144" fmla="*/ 66575 h 606580"/>
                    <a:gd name="connsiteX145" fmla="*/ 350615 w 572779"/>
                    <a:gd name="connsiteY145" fmla="*/ 49872 h 606580"/>
                    <a:gd name="connsiteX146" fmla="*/ 286614 w 572779"/>
                    <a:gd name="connsiteY146" fmla="*/ 397 h 606580"/>
                    <a:gd name="connsiteX147" fmla="*/ 286325 w 572779"/>
                    <a:gd name="connsiteY147" fmla="*/ 397 h 606580"/>
                    <a:gd name="connsiteX148" fmla="*/ 457411 w 572779"/>
                    <a:gd name="connsiteY148" fmla="*/ 0 h 606580"/>
                    <a:gd name="connsiteX149" fmla="*/ 458047 w 572779"/>
                    <a:gd name="connsiteY149" fmla="*/ 0 h 606580"/>
                    <a:gd name="connsiteX150" fmla="*/ 522315 w 572779"/>
                    <a:gd name="connsiteY150" fmla="*/ 49741 h 606580"/>
                    <a:gd name="connsiteX151" fmla="*/ 524513 w 572779"/>
                    <a:gd name="connsiteY151" fmla="*/ 66553 h 606580"/>
                    <a:gd name="connsiteX152" fmla="*/ 458105 w 572779"/>
                    <a:gd name="connsiteY152" fmla="*/ 132875 h 606580"/>
                    <a:gd name="connsiteX153" fmla="*/ 457469 w 572779"/>
                    <a:gd name="connsiteY153" fmla="*/ 132875 h 606580"/>
                    <a:gd name="connsiteX154" fmla="*/ 393201 w 572779"/>
                    <a:gd name="connsiteY154" fmla="*/ 83133 h 606580"/>
                    <a:gd name="connsiteX155" fmla="*/ 391003 w 572779"/>
                    <a:gd name="connsiteY155" fmla="*/ 66322 h 606580"/>
                    <a:gd name="connsiteX156" fmla="*/ 457411 w 572779"/>
                    <a:gd name="connsiteY156" fmla="*/ 0 h 606580"/>
                    <a:gd name="connsiteX157" fmla="*/ 285868 w 572779"/>
                    <a:gd name="connsiteY157" fmla="*/ 0 h 606580"/>
                    <a:gd name="connsiteX158" fmla="*/ 286621 w 572779"/>
                    <a:gd name="connsiteY158" fmla="*/ 0 h 606580"/>
                    <a:gd name="connsiteX159" fmla="*/ 350980 w 572779"/>
                    <a:gd name="connsiteY159" fmla="*/ 49741 h 606580"/>
                    <a:gd name="connsiteX160" fmla="*/ 353179 w 572779"/>
                    <a:gd name="connsiteY160" fmla="*/ 66553 h 606580"/>
                    <a:gd name="connsiteX161" fmla="*/ 286736 w 572779"/>
                    <a:gd name="connsiteY161" fmla="*/ 132875 h 606580"/>
                    <a:gd name="connsiteX162" fmla="*/ 286100 w 572779"/>
                    <a:gd name="connsiteY162" fmla="*/ 132875 h 606580"/>
                    <a:gd name="connsiteX163" fmla="*/ 221740 w 572779"/>
                    <a:gd name="connsiteY163" fmla="*/ 83076 h 606580"/>
                    <a:gd name="connsiteX164" fmla="*/ 219599 w 572779"/>
                    <a:gd name="connsiteY164" fmla="*/ 66264 h 606580"/>
                    <a:gd name="connsiteX165" fmla="*/ 285868 w 572779"/>
                    <a:gd name="connsiteY165" fmla="*/ 0 h 606580"/>
                    <a:gd name="connsiteX166" fmla="*/ 114639 w 572779"/>
                    <a:gd name="connsiteY166" fmla="*/ 0 h 606580"/>
                    <a:gd name="connsiteX167" fmla="*/ 115275 w 572779"/>
                    <a:gd name="connsiteY167" fmla="*/ 0 h 606580"/>
                    <a:gd name="connsiteX168" fmla="*/ 179635 w 572779"/>
                    <a:gd name="connsiteY168" fmla="*/ 49741 h 606580"/>
                    <a:gd name="connsiteX169" fmla="*/ 181776 w 572779"/>
                    <a:gd name="connsiteY169" fmla="*/ 66553 h 606580"/>
                    <a:gd name="connsiteX170" fmla="*/ 115333 w 572779"/>
                    <a:gd name="connsiteY170" fmla="*/ 132875 h 606580"/>
                    <a:gd name="connsiteX171" fmla="*/ 114754 w 572779"/>
                    <a:gd name="connsiteY171" fmla="*/ 132875 h 606580"/>
                    <a:gd name="connsiteX172" fmla="*/ 50395 w 572779"/>
                    <a:gd name="connsiteY172" fmla="*/ 83133 h 606580"/>
                    <a:gd name="connsiteX173" fmla="*/ 48196 w 572779"/>
                    <a:gd name="connsiteY173" fmla="*/ 66322 h 606580"/>
                    <a:gd name="connsiteX174" fmla="*/ 114639 w 572779"/>
                    <a:gd name="connsiteY174" fmla="*/ 0 h 606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</a:cxnLst>
                  <a:rect l="l" t="t" r="r" b="b"/>
                  <a:pathLst>
                    <a:path w="572779" h="606580">
                      <a:moveTo>
                        <a:pt x="435703" y="160183"/>
                      </a:moveTo>
                      <a:lnTo>
                        <a:pt x="479697" y="160183"/>
                      </a:lnTo>
                      <a:cubicBezTo>
                        <a:pt x="479639" y="160241"/>
                        <a:pt x="479639" y="160414"/>
                        <a:pt x="479581" y="160472"/>
                      </a:cubicBezTo>
                      <a:lnTo>
                        <a:pt x="479812" y="160472"/>
                      </a:lnTo>
                      <a:cubicBezTo>
                        <a:pt x="479407" y="161281"/>
                        <a:pt x="478713" y="162726"/>
                        <a:pt x="478713" y="162726"/>
                      </a:cubicBezTo>
                      <a:cubicBezTo>
                        <a:pt x="474834" y="170989"/>
                        <a:pt x="471245" y="178848"/>
                        <a:pt x="469682" y="187227"/>
                      </a:cubicBezTo>
                      <a:lnTo>
                        <a:pt x="474776" y="242470"/>
                      </a:lnTo>
                      <a:lnTo>
                        <a:pt x="494284" y="242470"/>
                      </a:lnTo>
                      <a:lnTo>
                        <a:pt x="510840" y="160183"/>
                      </a:lnTo>
                      <a:lnTo>
                        <a:pt x="527338" y="160183"/>
                      </a:lnTo>
                      <a:cubicBezTo>
                        <a:pt x="552345" y="160183"/>
                        <a:pt x="572663" y="180466"/>
                        <a:pt x="572779" y="205430"/>
                      </a:cubicBezTo>
                      <a:lnTo>
                        <a:pt x="572779" y="337413"/>
                      </a:lnTo>
                      <a:cubicBezTo>
                        <a:pt x="572779" y="362434"/>
                        <a:pt x="552519" y="382717"/>
                        <a:pt x="527396" y="382717"/>
                      </a:cubicBezTo>
                      <a:lnTo>
                        <a:pt x="521607" y="382717"/>
                      </a:lnTo>
                      <a:lnTo>
                        <a:pt x="521607" y="574624"/>
                      </a:lnTo>
                      <a:cubicBezTo>
                        <a:pt x="521607" y="592249"/>
                        <a:pt x="507251" y="606580"/>
                        <a:pt x="489595" y="606580"/>
                      </a:cubicBezTo>
                      <a:cubicBezTo>
                        <a:pt x="473155" y="606580"/>
                        <a:pt x="459552" y="594098"/>
                        <a:pt x="457815" y="578149"/>
                      </a:cubicBezTo>
                      <a:cubicBezTo>
                        <a:pt x="456021" y="594214"/>
                        <a:pt x="442417" y="606580"/>
                        <a:pt x="425978" y="606580"/>
                      </a:cubicBezTo>
                      <a:cubicBezTo>
                        <a:pt x="408322" y="606580"/>
                        <a:pt x="393966" y="592249"/>
                        <a:pt x="393966" y="574624"/>
                      </a:cubicBezTo>
                      <a:lnTo>
                        <a:pt x="393966" y="392541"/>
                      </a:lnTo>
                      <a:cubicBezTo>
                        <a:pt x="411506" y="380521"/>
                        <a:pt x="422967" y="360354"/>
                        <a:pt x="422967" y="337528"/>
                      </a:cubicBezTo>
                      <a:lnTo>
                        <a:pt x="422967" y="242528"/>
                      </a:lnTo>
                      <a:lnTo>
                        <a:pt x="440739" y="242528"/>
                      </a:lnTo>
                      <a:lnTo>
                        <a:pt x="445833" y="186996"/>
                      </a:lnTo>
                      <a:cubicBezTo>
                        <a:pt x="445659" y="186013"/>
                        <a:pt x="445428" y="184973"/>
                        <a:pt x="445196" y="183991"/>
                      </a:cubicBezTo>
                      <a:cubicBezTo>
                        <a:pt x="443459" y="176768"/>
                        <a:pt x="440276" y="169891"/>
                        <a:pt x="436860" y="162726"/>
                      </a:cubicBezTo>
                      <a:cubicBezTo>
                        <a:pt x="436860" y="162726"/>
                        <a:pt x="436166" y="161281"/>
                        <a:pt x="435818" y="160472"/>
                      </a:cubicBezTo>
                      <a:lnTo>
                        <a:pt x="435876" y="160472"/>
                      </a:lnTo>
                      <a:cubicBezTo>
                        <a:pt x="435818" y="160356"/>
                        <a:pt x="435818" y="160241"/>
                        <a:pt x="435703" y="160183"/>
                      </a:cubicBezTo>
                      <a:close/>
                      <a:moveTo>
                        <a:pt x="264349" y="160183"/>
                      </a:moveTo>
                      <a:lnTo>
                        <a:pt x="308327" y="160183"/>
                      </a:lnTo>
                      <a:cubicBezTo>
                        <a:pt x="308269" y="160241"/>
                        <a:pt x="308269" y="160414"/>
                        <a:pt x="308154" y="160472"/>
                      </a:cubicBezTo>
                      <a:lnTo>
                        <a:pt x="308385" y="160472"/>
                      </a:lnTo>
                      <a:cubicBezTo>
                        <a:pt x="308038" y="161281"/>
                        <a:pt x="307344" y="162726"/>
                        <a:pt x="307344" y="162726"/>
                      </a:cubicBezTo>
                      <a:cubicBezTo>
                        <a:pt x="303467" y="170989"/>
                        <a:pt x="299821" y="178848"/>
                        <a:pt x="298316" y="187227"/>
                      </a:cubicBezTo>
                      <a:lnTo>
                        <a:pt x="303409" y="242470"/>
                      </a:lnTo>
                      <a:lnTo>
                        <a:pt x="322910" y="242470"/>
                      </a:lnTo>
                      <a:lnTo>
                        <a:pt x="339401" y="160183"/>
                      </a:lnTo>
                      <a:lnTo>
                        <a:pt x="355951" y="160183"/>
                      </a:lnTo>
                      <a:cubicBezTo>
                        <a:pt x="380949" y="160183"/>
                        <a:pt x="401202" y="180466"/>
                        <a:pt x="401376" y="205430"/>
                      </a:cubicBezTo>
                      <a:lnTo>
                        <a:pt x="401376" y="337413"/>
                      </a:lnTo>
                      <a:cubicBezTo>
                        <a:pt x="401376" y="362434"/>
                        <a:pt x="381065" y="382717"/>
                        <a:pt x="356009" y="382717"/>
                      </a:cubicBezTo>
                      <a:lnTo>
                        <a:pt x="350222" y="382717"/>
                      </a:lnTo>
                      <a:lnTo>
                        <a:pt x="350222" y="574624"/>
                      </a:lnTo>
                      <a:cubicBezTo>
                        <a:pt x="350222" y="592249"/>
                        <a:pt x="335872" y="606580"/>
                        <a:pt x="318222" y="606580"/>
                      </a:cubicBezTo>
                      <a:cubicBezTo>
                        <a:pt x="301788" y="606580"/>
                        <a:pt x="288190" y="594098"/>
                        <a:pt x="286396" y="578149"/>
                      </a:cubicBezTo>
                      <a:cubicBezTo>
                        <a:pt x="284660" y="594214"/>
                        <a:pt x="271062" y="606580"/>
                        <a:pt x="254628" y="606580"/>
                      </a:cubicBezTo>
                      <a:cubicBezTo>
                        <a:pt x="236978" y="606580"/>
                        <a:pt x="222628" y="592249"/>
                        <a:pt x="222628" y="574624"/>
                      </a:cubicBezTo>
                      <a:lnTo>
                        <a:pt x="222628" y="382833"/>
                      </a:lnTo>
                      <a:lnTo>
                        <a:pt x="216841" y="382833"/>
                      </a:lnTo>
                      <a:cubicBezTo>
                        <a:pt x="191727" y="382833"/>
                        <a:pt x="171474" y="362608"/>
                        <a:pt x="171474" y="337528"/>
                      </a:cubicBezTo>
                      <a:lnTo>
                        <a:pt x="171474" y="205545"/>
                      </a:lnTo>
                      <a:cubicBezTo>
                        <a:pt x="171474" y="180524"/>
                        <a:pt x="191727" y="160241"/>
                        <a:pt x="216841" y="160241"/>
                      </a:cubicBezTo>
                      <a:lnTo>
                        <a:pt x="233333" y="160241"/>
                      </a:lnTo>
                      <a:lnTo>
                        <a:pt x="249825" y="242528"/>
                      </a:lnTo>
                      <a:lnTo>
                        <a:pt x="269383" y="242528"/>
                      </a:lnTo>
                      <a:lnTo>
                        <a:pt x="274476" y="186996"/>
                      </a:lnTo>
                      <a:cubicBezTo>
                        <a:pt x="274302" y="186013"/>
                        <a:pt x="274071" y="184973"/>
                        <a:pt x="273839" y="183991"/>
                      </a:cubicBezTo>
                      <a:cubicBezTo>
                        <a:pt x="272045" y="176768"/>
                        <a:pt x="268921" y="169891"/>
                        <a:pt x="265506" y="162726"/>
                      </a:cubicBezTo>
                      <a:cubicBezTo>
                        <a:pt x="265506" y="162726"/>
                        <a:pt x="264812" y="161281"/>
                        <a:pt x="264407" y="160472"/>
                      </a:cubicBezTo>
                      <a:lnTo>
                        <a:pt x="264523" y="160472"/>
                      </a:lnTo>
                      <a:cubicBezTo>
                        <a:pt x="264407" y="160356"/>
                        <a:pt x="264407" y="160241"/>
                        <a:pt x="264349" y="160183"/>
                      </a:cubicBezTo>
                      <a:close/>
                      <a:moveTo>
                        <a:pt x="92987" y="160183"/>
                      </a:moveTo>
                      <a:lnTo>
                        <a:pt x="136964" y="160183"/>
                      </a:lnTo>
                      <a:cubicBezTo>
                        <a:pt x="136848" y="160241"/>
                        <a:pt x="136848" y="160414"/>
                        <a:pt x="136791" y="160472"/>
                      </a:cubicBezTo>
                      <a:lnTo>
                        <a:pt x="137022" y="160472"/>
                      </a:lnTo>
                      <a:cubicBezTo>
                        <a:pt x="136617" y="161281"/>
                        <a:pt x="135923" y="162726"/>
                        <a:pt x="135923" y="162726"/>
                      </a:cubicBezTo>
                      <a:cubicBezTo>
                        <a:pt x="132104" y="170989"/>
                        <a:pt x="128458" y="178848"/>
                        <a:pt x="126896" y="187227"/>
                      </a:cubicBezTo>
                      <a:lnTo>
                        <a:pt x="131988" y="242470"/>
                      </a:lnTo>
                      <a:lnTo>
                        <a:pt x="149752" y="242470"/>
                      </a:lnTo>
                      <a:lnTo>
                        <a:pt x="149752" y="337471"/>
                      </a:lnTo>
                      <a:cubicBezTo>
                        <a:pt x="149752" y="360296"/>
                        <a:pt x="161267" y="380406"/>
                        <a:pt x="178742" y="392483"/>
                      </a:cubicBezTo>
                      <a:lnTo>
                        <a:pt x="178742" y="574624"/>
                      </a:lnTo>
                      <a:cubicBezTo>
                        <a:pt x="178742" y="592249"/>
                        <a:pt x="164392" y="606580"/>
                        <a:pt x="146743" y="606580"/>
                      </a:cubicBezTo>
                      <a:cubicBezTo>
                        <a:pt x="130310" y="606580"/>
                        <a:pt x="116712" y="594098"/>
                        <a:pt x="114976" y="578149"/>
                      </a:cubicBezTo>
                      <a:cubicBezTo>
                        <a:pt x="113182" y="594214"/>
                        <a:pt x="99584" y="606580"/>
                        <a:pt x="83151" y="606580"/>
                      </a:cubicBezTo>
                      <a:cubicBezTo>
                        <a:pt x="65502" y="606580"/>
                        <a:pt x="51152" y="592249"/>
                        <a:pt x="51152" y="574624"/>
                      </a:cubicBezTo>
                      <a:lnTo>
                        <a:pt x="51152" y="382833"/>
                      </a:lnTo>
                      <a:lnTo>
                        <a:pt x="45365" y="382833"/>
                      </a:lnTo>
                      <a:cubicBezTo>
                        <a:pt x="20310" y="382833"/>
                        <a:pt x="0" y="362608"/>
                        <a:pt x="0" y="337528"/>
                      </a:cubicBezTo>
                      <a:lnTo>
                        <a:pt x="0" y="205545"/>
                      </a:lnTo>
                      <a:cubicBezTo>
                        <a:pt x="0" y="180524"/>
                        <a:pt x="20310" y="160241"/>
                        <a:pt x="45365" y="160241"/>
                      </a:cubicBezTo>
                      <a:lnTo>
                        <a:pt x="61972" y="160241"/>
                      </a:lnTo>
                      <a:lnTo>
                        <a:pt x="78464" y="242528"/>
                      </a:lnTo>
                      <a:lnTo>
                        <a:pt x="97964" y="242528"/>
                      </a:lnTo>
                      <a:lnTo>
                        <a:pt x="103056" y="186996"/>
                      </a:lnTo>
                      <a:cubicBezTo>
                        <a:pt x="102940" y="186013"/>
                        <a:pt x="102709" y="184973"/>
                        <a:pt x="102477" y="183991"/>
                      </a:cubicBezTo>
                      <a:cubicBezTo>
                        <a:pt x="100683" y="176768"/>
                        <a:pt x="97501" y="169891"/>
                        <a:pt x="94145" y="162726"/>
                      </a:cubicBezTo>
                      <a:cubicBezTo>
                        <a:pt x="94145" y="162726"/>
                        <a:pt x="93450" y="161281"/>
                        <a:pt x="93045" y="160472"/>
                      </a:cubicBezTo>
                      <a:lnTo>
                        <a:pt x="93103" y="160472"/>
                      </a:lnTo>
                      <a:cubicBezTo>
                        <a:pt x="93045" y="160356"/>
                        <a:pt x="93045" y="160241"/>
                        <a:pt x="92987" y="160183"/>
                      </a:cubicBezTo>
                      <a:close/>
                      <a:moveTo>
                        <a:pt x="457411" y="751"/>
                      </a:moveTo>
                      <a:lnTo>
                        <a:pt x="458047" y="751"/>
                      </a:lnTo>
                      <a:cubicBezTo>
                        <a:pt x="488012" y="751"/>
                        <a:pt x="514158" y="20971"/>
                        <a:pt x="521621" y="49915"/>
                      </a:cubicBezTo>
                      <a:cubicBezTo>
                        <a:pt x="523009" y="55403"/>
                        <a:pt x="523761" y="61007"/>
                        <a:pt x="523761" y="66553"/>
                      </a:cubicBezTo>
                      <a:cubicBezTo>
                        <a:pt x="523761" y="102718"/>
                        <a:pt x="494317" y="132124"/>
                        <a:pt x="458105" y="132124"/>
                      </a:cubicBezTo>
                      <a:lnTo>
                        <a:pt x="457469" y="132124"/>
                      </a:lnTo>
                      <a:cubicBezTo>
                        <a:pt x="427504" y="132124"/>
                        <a:pt x="401358" y="111904"/>
                        <a:pt x="393895" y="82960"/>
                      </a:cubicBezTo>
                      <a:cubicBezTo>
                        <a:pt x="392507" y="77472"/>
                        <a:pt x="391755" y="71868"/>
                        <a:pt x="391755" y="66322"/>
                      </a:cubicBezTo>
                      <a:cubicBezTo>
                        <a:pt x="391755" y="30157"/>
                        <a:pt x="421199" y="751"/>
                        <a:pt x="457411" y="751"/>
                      </a:cubicBezTo>
                      <a:close/>
                      <a:moveTo>
                        <a:pt x="285868" y="751"/>
                      </a:moveTo>
                      <a:lnTo>
                        <a:pt x="286621" y="751"/>
                      </a:lnTo>
                      <a:cubicBezTo>
                        <a:pt x="316601" y="751"/>
                        <a:pt x="342761" y="20971"/>
                        <a:pt x="350227" y="49915"/>
                      </a:cubicBezTo>
                      <a:cubicBezTo>
                        <a:pt x="351674" y="55403"/>
                        <a:pt x="352369" y="61007"/>
                        <a:pt x="352369" y="66553"/>
                      </a:cubicBezTo>
                      <a:cubicBezTo>
                        <a:pt x="352369" y="102718"/>
                        <a:pt x="322909" y="132124"/>
                        <a:pt x="286736" y="132124"/>
                      </a:cubicBezTo>
                      <a:lnTo>
                        <a:pt x="286100" y="132124"/>
                      </a:lnTo>
                      <a:cubicBezTo>
                        <a:pt x="256119" y="132124"/>
                        <a:pt x="229959" y="111846"/>
                        <a:pt x="222493" y="82845"/>
                      </a:cubicBezTo>
                      <a:cubicBezTo>
                        <a:pt x="221046" y="77414"/>
                        <a:pt x="220351" y="71810"/>
                        <a:pt x="220351" y="66264"/>
                      </a:cubicBezTo>
                      <a:cubicBezTo>
                        <a:pt x="220351" y="30157"/>
                        <a:pt x="249753" y="751"/>
                        <a:pt x="285868" y="751"/>
                      </a:cubicBezTo>
                      <a:close/>
                      <a:moveTo>
                        <a:pt x="114639" y="751"/>
                      </a:moveTo>
                      <a:lnTo>
                        <a:pt x="115275" y="751"/>
                      </a:lnTo>
                      <a:cubicBezTo>
                        <a:pt x="145256" y="751"/>
                        <a:pt x="171416" y="20971"/>
                        <a:pt x="178882" y="49915"/>
                      </a:cubicBezTo>
                      <a:cubicBezTo>
                        <a:pt x="180329" y="55403"/>
                        <a:pt x="181024" y="61007"/>
                        <a:pt x="181024" y="66553"/>
                      </a:cubicBezTo>
                      <a:cubicBezTo>
                        <a:pt x="181024" y="102718"/>
                        <a:pt x="151564" y="132124"/>
                        <a:pt x="115333" y="132124"/>
                      </a:cubicBezTo>
                      <a:lnTo>
                        <a:pt x="114754" y="132124"/>
                      </a:lnTo>
                      <a:cubicBezTo>
                        <a:pt x="84774" y="132124"/>
                        <a:pt x="58614" y="111904"/>
                        <a:pt x="51148" y="82960"/>
                      </a:cubicBezTo>
                      <a:cubicBezTo>
                        <a:pt x="49701" y="77472"/>
                        <a:pt x="49006" y="71868"/>
                        <a:pt x="49006" y="66322"/>
                      </a:cubicBezTo>
                      <a:cubicBezTo>
                        <a:pt x="49006" y="30157"/>
                        <a:pt x="78466" y="751"/>
                        <a:pt x="114639" y="751"/>
                      </a:cubicBezTo>
                      <a:close/>
                      <a:moveTo>
                        <a:pt x="457410" y="423"/>
                      </a:moveTo>
                      <a:cubicBezTo>
                        <a:pt x="420880" y="423"/>
                        <a:pt x="391355" y="29894"/>
                        <a:pt x="391355" y="66356"/>
                      </a:cubicBezTo>
                      <a:cubicBezTo>
                        <a:pt x="391355" y="72135"/>
                        <a:pt x="392108" y="77740"/>
                        <a:pt x="393497" y="83056"/>
                      </a:cubicBezTo>
                      <a:cubicBezTo>
                        <a:pt x="400849" y="111487"/>
                        <a:pt x="426669" y="132521"/>
                        <a:pt x="457468" y="132521"/>
                      </a:cubicBezTo>
                      <a:lnTo>
                        <a:pt x="457815" y="132521"/>
                      </a:lnTo>
                      <a:lnTo>
                        <a:pt x="458104" y="132521"/>
                      </a:lnTo>
                      <a:cubicBezTo>
                        <a:pt x="494634" y="132521"/>
                        <a:pt x="524159" y="103050"/>
                        <a:pt x="524159" y="66587"/>
                      </a:cubicBezTo>
                      <a:cubicBezTo>
                        <a:pt x="524159" y="60809"/>
                        <a:pt x="523406" y="55204"/>
                        <a:pt x="522017" y="49887"/>
                      </a:cubicBezTo>
                      <a:cubicBezTo>
                        <a:pt x="514665" y="21457"/>
                        <a:pt x="488845" y="423"/>
                        <a:pt x="458046" y="423"/>
                      </a:cubicBezTo>
                      <a:lnTo>
                        <a:pt x="457699" y="423"/>
                      </a:lnTo>
                      <a:close/>
                      <a:moveTo>
                        <a:pt x="114646" y="423"/>
                      </a:moveTo>
                      <a:cubicBezTo>
                        <a:pt x="78190" y="423"/>
                        <a:pt x="48620" y="29894"/>
                        <a:pt x="48620" y="66356"/>
                      </a:cubicBezTo>
                      <a:cubicBezTo>
                        <a:pt x="48620" y="72135"/>
                        <a:pt x="49372" y="77740"/>
                        <a:pt x="50761" y="83056"/>
                      </a:cubicBezTo>
                      <a:cubicBezTo>
                        <a:pt x="58110" y="111487"/>
                        <a:pt x="83977" y="132521"/>
                        <a:pt x="114762" y="132521"/>
                      </a:cubicBezTo>
                      <a:lnTo>
                        <a:pt x="115051" y="132521"/>
                      </a:lnTo>
                      <a:lnTo>
                        <a:pt x="115340" y="132521"/>
                      </a:lnTo>
                      <a:cubicBezTo>
                        <a:pt x="151854" y="132521"/>
                        <a:pt x="181424" y="103050"/>
                        <a:pt x="181424" y="66587"/>
                      </a:cubicBezTo>
                      <a:cubicBezTo>
                        <a:pt x="181424" y="60809"/>
                        <a:pt x="180614" y="55204"/>
                        <a:pt x="179225" y="49887"/>
                      </a:cubicBezTo>
                      <a:cubicBezTo>
                        <a:pt x="171934" y="21457"/>
                        <a:pt x="146067" y="423"/>
                        <a:pt x="115282" y="423"/>
                      </a:cubicBezTo>
                      <a:lnTo>
                        <a:pt x="114993" y="423"/>
                      </a:lnTo>
                      <a:close/>
                      <a:moveTo>
                        <a:pt x="286036" y="397"/>
                      </a:moveTo>
                      <a:cubicBezTo>
                        <a:pt x="249522" y="282"/>
                        <a:pt x="219952" y="29874"/>
                        <a:pt x="219952" y="66286"/>
                      </a:cubicBezTo>
                      <a:cubicBezTo>
                        <a:pt x="219952" y="72066"/>
                        <a:pt x="220762" y="77672"/>
                        <a:pt x="222151" y="82990"/>
                      </a:cubicBezTo>
                      <a:cubicBezTo>
                        <a:pt x="229442" y="111484"/>
                        <a:pt x="255309" y="132522"/>
                        <a:pt x="286094" y="132522"/>
                      </a:cubicBezTo>
                      <a:lnTo>
                        <a:pt x="286383" y="132522"/>
                      </a:lnTo>
                      <a:lnTo>
                        <a:pt x="286730" y="132522"/>
                      </a:lnTo>
                      <a:cubicBezTo>
                        <a:pt x="323186" y="132522"/>
                        <a:pt x="352756" y="103045"/>
                        <a:pt x="352756" y="66575"/>
                      </a:cubicBezTo>
                      <a:cubicBezTo>
                        <a:pt x="352756" y="60796"/>
                        <a:pt x="352004" y="55189"/>
                        <a:pt x="350615" y="49872"/>
                      </a:cubicBezTo>
                      <a:cubicBezTo>
                        <a:pt x="343266" y="21436"/>
                        <a:pt x="317399" y="397"/>
                        <a:pt x="286614" y="397"/>
                      </a:cubicBezTo>
                      <a:lnTo>
                        <a:pt x="286325" y="397"/>
                      </a:lnTo>
                      <a:close/>
                      <a:moveTo>
                        <a:pt x="457411" y="0"/>
                      </a:moveTo>
                      <a:lnTo>
                        <a:pt x="458047" y="0"/>
                      </a:lnTo>
                      <a:cubicBezTo>
                        <a:pt x="488359" y="0"/>
                        <a:pt x="514795" y="20451"/>
                        <a:pt x="522315" y="49741"/>
                      </a:cubicBezTo>
                      <a:cubicBezTo>
                        <a:pt x="523761" y="55230"/>
                        <a:pt x="524513" y="60891"/>
                        <a:pt x="524513" y="66553"/>
                      </a:cubicBezTo>
                      <a:cubicBezTo>
                        <a:pt x="524513" y="103122"/>
                        <a:pt x="494722" y="132875"/>
                        <a:pt x="458105" y="132875"/>
                      </a:cubicBezTo>
                      <a:lnTo>
                        <a:pt x="457469" y="132875"/>
                      </a:lnTo>
                      <a:cubicBezTo>
                        <a:pt x="427157" y="132875"/>
                        <a:pt x="400721" y="112424"/>
                        <a:pt x="393201" y="83133"/>
                      </a:cubicBezTo>
                      <a:cubicBezTo>
                        <a:pt x="391755" y="77645"/>
                        <a:pt x="391003" y="71983"/>
                        <a:pt x="391003" y="66322"/>
                      </a:cubicBezTo>
                      <a:cubicBezTo>
                        <a:pt x="391003" y="29752"/>
                        <a:pt x="420794" y="0"/>
                        <a:pt x="457411" y="0"/>
                      </a:cubicBezTo>
                      <a:close/>
                      <a:moveTo>
                        <a:pt x="285868" y="0"/>
                      </a:moveTo>
                      <a:lnTo>
                        <a:pt x="286621" y="0"/>
                      </a:lnTo>
                      <a:cubicBezTo>
                        <a:pt x="316948" y="0"/>
                        <a:pt x="343456" y="20451"/>
                        <a:pt x="350980" y="49741"/>
                      </a:cubicBezTo>
                      <a:cubicBezTo>
                        <a:pt x="352427" y="55287"/>
                        <a:pt x="353179" y="60891"/>
                        <a:pt x="353179" y="66553"/>
                      </a:cubicBezTo>
                      <a:cubicBezTo>
                        <a:pt x="353179" y="103122"/>
                        <a:pt x="323372" y="132875"/>
                        <a:pt x="286736" y="132875"/>
                      </a:cubicBezTo>
                      <a:lnTo>
                        <a:pt x="286100" y="132875"/>
                      </a:lnTo>
                      <a:cubicBezTo>
                        <a:pt x="255772" y="132875"/>
                        <a:pt x="229322" y="112366"/>
                        <a:pt x="221740" y="83076"/>
                      </a:cubicBezTo>
                      <a:cubicBezTo>
                        <a:pt x="220294" y="77530"/>
                        <a:pt x="219599" y="71868"/>
                        <a:pt x="219599" y="66264"/>
                      </a:cubicBezTo>
                      <a:cubicBezTo>
                        <a:pt x="219599" y="29695"/>
                        <a:pt x="249348" y="0"/>
                        <a:pt x="285868" y="0"/>
                      </a:cubicBezTo>
                      <a:close/>
                      <a:moveTo>
                        <a:pt x="114639" y="0"/>
                      </a:moveTo>
                      <a:lnTo>
                        <a:pt x="115275" y="0"/>
                      </a:lnTo>
                      <a:cubicBezTo>
                        <a:pt x="145603" y="0"/>
                        <a:pt x="172053" y="20451"/>
                        <a:pt x="179635" y="49741"/>
                      </a:cubicBezTo>
                      <a:cubicBezTo>
                        <a:pt x="181081" y="55230"/>
                        <a:pt x="181776" y="60891"/>
                        <a:pt x="181776" y="66553"/>
                      </a:cubicBezTo>
                      <a:cubicBezTo>
                        <a:pt x="181776" y="103122"/>
                        <a:pt x="151969" y="132875"/>
                        <a:pt x="115333" y="132875"/>
                      </a:cubicBezTo>
                      <a:lnTo>
                        <a:pt x="114754" y="132875"/>
                      </a:lnTo>
                      <a:cubicBezTo>
                        <a:pt x="84427" y="132875"/>
                        <a:pt x="57919" y="112424"/>
                        <a:pt x="50395" y="83133"/>
                      </a:cubicBezTo>
                      <a:cubicBezTo>
                        <a:pt x="48948" y="77645"/>
                        <a:pt x="48196" y="71983"/>
                        <a:pt x="48196" y="66322"/>
                      </a:cubicBezTo>
                      <a:cubicBezTo>
                        <a:pt x="48196" y="29752"/>
                        <a:pt x="78003" y="0"/>
                        <a:pt x="11463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3" name="Freeform 49"/>
                <p:cNvSpPr>
                  <a:spLocks noChangeAspect="1" noEditPoints="1"/>
                </p:cNvSpPr>
                <p:nvPr/>
              </p:nvSpPr>
              <p:spPr bwMode="auto">
                <a:xfrm>
                  <a:off x="6787907" y="3201857"/>
                  <a:ext cx="376869" cy="320978"/>
                </a:xfrm>
                <a:custGeom>
                  <a:avLst/>
                  <a:gdLst>
                    <a:gd name="T0" fmla="*/ 182 w 400"/>
                    <a:gd name="T1" fmla="*/ 180 h 340"/>
                    <a:gd name="T2" fmla="*/ 218 w 400"/>
                    <a:gd name="T3" fmla="*/ 180 h 340"/>
                    <a:gd name="T4" fmla="*/ 218 w 400"/>
                    <a:gd name="T5" fmla="*/ 220 h 340"/>
                    <a:gd name="T6" fmla="*/ 400 w 400"/>
                    <a:gd name="T7" fmla="*/ 220 h 340"/>
                    <a:gd name="T8" fmla="*/ 396 w 400"/>
                    <a:gd name="T9" fmla="*/ 103 h 340"/>
                    <a:gd name="T10" fmla="*/ 356 w 400"/>
                    <a:gd name="T11" fmla="*/ 60 h 340"/>
                    <a:gd name="T12" fmla="*/ 292 w 400"/>
                    <a:gd name="T13" fmla="*/ 60 h 340"/>
                    <a:gd name="T14" fmla="*/ 268 w 400"/>
                    <a:gd name="T15" fmla="*/ 15 h 340"/>
                    <a:gd name="T16" fmla="*/ 244 w 400"/>
                    <a:gd name="T17" fmla="*/ 0 h 340"/>
                    <a:gd name="T18" fmla="*/ 155 w 400"/>
                    <a:gd name="T19" fmla="*/ 0 h 340"/>
                    <a:gd name="T20" fmla="*/ 132 w 400"/>
                    <a:gd name="T21" fmla="*/ 15 h 340"/>
                    <a:gd name="T22" fmla="*/ 108 w 400"/>
                    <a:gd name="T23" fmla="*/ 60 h 340"/>
                    <a:gd name="T24" fmla="*/ 44 w 400"/>
                    <a:gd name="T25" fmla="*/ 60 h 340"/>
                    <a:gd name="T26" fmla="*/ 4 w 400"/>
                    <a:gd name="T27" fmla="*/ 103 h 340"/>
                    <a:gd name="T28" fmla="*/ 0 w 400"/>
                    <a:gd name="T29" fmla="*/ 220 h 340"/>
                    <a:gd name="T30" fmla="*/ 182 w 400"/>
                    <a:gd name="T31" fmla="*/ 220 h 340"/>
                    <a:gd name="T32" fmla="*/ 182 w 400"/>
                    <a:gd name="T33" fmla="*/ 180 h 340"/>
                    <a:gd name="T34" fmla="*/ 153 w 400"/>
                    <a:gd name="T35" fmla="*/ 38 h 340"/>
                    <a:gd name="T36" fmla="*/ 169 w 400"/>
                    <a:gd name="T37" fmla="*/ 28 h 340"/>
                    <a:gd name="T38" fmla="*/ 230 w 400"/>
                    <a:gd name="T39" fmla="*/ 28 h 340"/>
                    <a:gd name="T40" fmla="*/ 247 w 400"/>
                    <a:gd name="T41" fmla="*/ 38 h 340"/>
                    <a:gd name="T42" fmla="*/ 258 w 400"/>
                    <a:gd name="T43" fmla="*/ 60 h 340"/>
                    <a:gd name="T44" fmla="*/ 141 w 400"/>
                    <a:gd name="T45" fmla="*/ 60 h 340"/>
                    <a:gd name="T46" fmla="*/ 153 w 400"/>
                    <a:gd name="T47" fmla="*/ 38 h 340"/>
                    <a:gd name="T48" fmla="*/ 218 w 400"/>
                    <a:gd name="T49" fmla="*/ 280 h 340"/>
                    <a:gd name="T50" fmla="*/ 182 w 400"/>
                    <a:gd name="T51" fmla="*/ 280 h 340"/>
                    <a:gd name="T52" fmla="*/ 182 w 400"/>
                    <a:gd name="T53" fmla="*/ 240 h 340"/>
                    <a:gd name="T54" fmla="*/ 10 w 400"/>
                    <a:gd name="T55" fmla="*/ 240 h 340"/>
                    <a:gd name="T56" fmla="*/ 14 w 400"/>
                    <a:gd name="T57" fmla="*/ 306 h 340"/>
                    <a:gd name="T58" fmla="*/ 50 w 400"/>
                    <a:gd name="T59" fmla="*/ 340 h 340"/>
                    <a:gd name="T60" fmla="*/ 350 w 400"/>
                    <a:gd name="T61" fmla="*/ 340 h 340"/>
                    <a:gd name="T62" fmla="*/ 386 w 400"/>
                    <a:gd name="T63" fmla="*/ 306 h 340"/>
                    <a:gd name="T64" fmla="*/ 390 w 400"/>
                    <a:gd name="T65" fmla="*/ 240 h 340"/>
                    <a:gd name="T66" fmla="*/ 218 w 400"/>
                    <a:gd name="T67" fmla="*/ 240 h 340"/>
                    <a:gd name="T68" fmla="*/ 218 w 400"/>
                    <a:gd name="T69" fmla="*/ 280 h 3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400" h="340">
                      <a:moveTo>
                        <a:pt x="182" y="180"/>
                      </a:moveTo>
                      <a:cubicBezTo>
                        <a:pt x="218" y="180"/>
                        <a:pt x="218" y="180"/>
                        <a:pt x="218" y="180"/>
                      </a:cubicBezTo>
                      <a:cubicBezTo>
                        <a:pt x="218" y="220"/>
                        <a:pt x="218" y="220"/>
                        <a:pt x="218" y="220"/>
                      </a:cubicBezTo>
                      <a:cubicBezTo>
                        <a:pt x="400" y="220"/>
                        <a:pt x="400" y="220"/>
                        <a:pt x="400" y="220"/>
                      </a:cubicBezTo>
                      <a:cubicBezTo>
                        <a:pt x="400" y="220"/>
                        <a:pt x="397" y="131"/>
                        <a:pt x="396" y="103"/>
                      </a:cubicBezTo>
                      <a:cubicBezTo>
                        <a:pt x="395" y="76"/>
                        <a:pt x="385" y="60"/>
                        <a:pt x="356" y="60"/>
                      </a:cubicBezTo>
                      <a:cubicBezTo>
                        <a:pt x="292" y="60"/>
                        <a:pt x="292" y="60"/>
                        <a:pt x="292" y="60"/>
                      </a:cubicBezTo>
                      <a:cubicBezTo>
                        <a:pt x="282" y="41"/>
                        <a:pt x="271" y="21"/>
                        <a:pt x="268" y="15"/>
                      </a:cubicBezTo>
                      <a:cubicBezTo>
                        <a:pt x="261" y="2"/>
                        <a:pt x="259" y="0"/>
                        <a:pt x="244" y="0"/>
                      </a:cubicBezTo>
                      <a:cubicBezTo>
                        <a:pt x="155" y="0"/>
                        <a:pt x="155" y="0"/>
                        <a:pt x="155" y="0"/>
                      </a:cubicBezTo>
                      <a:cubicBezTo>
                        <a:pt x="141" y="0"/>
                        <a:pt x="138" y="2"/>
                        <a:pt x="132" y="15"/>
                      </a:cubicBezTo>
                      <a:cubicBezTo>
                        <a:pt x="129" y="21"/>
                        <a:pt x="118" y="41"/>
                        <a:pt x="108" y="60"/>
                      </a:cubicBezTo>
                      <a:cubicBezTo>
                        <a:pt x="44" y="60"/>
                        <a:pt x="44" y="60"/>
                        <a:pt x="44" y="60"/>
                      </a:cubicBezTo>
                      <a:cubicBezTo>
                        <a:pt x="14" y="60"/>
                        <a:pt x="5" y="76"/>
                        <a:pt x="4" y="103"/>
                      </a:cubicBezTo>
                      <a:cubicBezTo>
                        <a:pt x="3" y="129"/>
                        <a:pt x="0" y="220"/>
                        <a:pt x="0" y="220"/>
                      </a:cubicBezTo>
                      <a:cubicBezTo>
                        <a:pt x="182" y="220"/>
                        <a:pt x="182" y="220"/>
                        <a:pt x="182" y="220"/>
                      </a:cubicBezTo>
                      <a:lnTo>
                        <a:pt x="182" y="180"/>
                      </a:lnTo>
                      <a:close/>
                      <a:moveTo>
                        <a:pt x="153" y="38"/>
                      </a:moveTo>
                      <a:cubicBezTo>
                        <a:pt x="157" y="30"/>
                        <a:pt x="159" y="28"/>
                        <a:pt x="169" y="28"/>
                      </a:cubicBezTo>
                      <a:cubicBezTo>
                        <a:pt x="230" y="28"/>
                        <a:pt x="230" y="28"/>
                        <a:pt x="230" y="28"/>
                      </a:cubicBezTo>
                      <a:cubicBezTo>
                        <a:pt x="241" y="28"/>
                        <a:pt x="242" y="30"/>
                        <a:pt x="247" y="38"/>
                      </a:cubicBezTo>
                      <a:cubicBezTo>
                        <a:pt x="248" y="41"/>
                        <a:pt x="253" y="50"/>
                        <a:pt x="258" y="60"/>
                      </a:cubicBezTo>
                      <a:cubicBezTo>
                        <a:pt x="141" y="60"/>
                        <a:pt x="141" y="60"/>
                        <a:pt x="141" y="60"/>
                      </a:cubicBezTo>
                      <a:cubicBezTo>
                        <a:pt x="146" y="50"/>
                        <a:pt x="151" y="41"/>
                        <a:pt x="153" y="38"/>
                      </a:cubicBezTo>
                      <a:close/>
                      <a:moveTo>
                        <a:pt x="218" y="280"/>
                      </a:moveTo>
                      <a:cubicBezTo>
                        <a:pt x="182" y="280"/>
                        <a:pt x="182" y="280"/>
                        <a:pt x="182" y="280"/>
                      </a:cubicBezTo>
                      <a:cubicBezTo>
                        <a:pt x="182" y="240"/>
                        <a:pt x="182" y="240"/>
                        <a:pt x="182" y="240"/>
                      </a:cubicBezTo>
                      <a:cubicBezTo>
                        <a:pt x="10" y="240"/>
                        <a:pt x="10" y="240"/>
                        <a:pt x="10" y="240"/>
                      </a:cubicBezTo>
                      <a:cubicBezTo>
                        <a:pt x="10" y="240"/>
                        <a:pt x="12" y="276"/>
                        <a:pt x="14" y="306"/>
                      </a:cubicBezTo>
                      <a:cubicBezTo>
                        <a:pt x="14" y="319"/>
                        <a:pt x="18" y="340"/>
                        <a:pt x="50" y="340"/>
                      </a:cubicBezTo>
                      <a:cubicBezTo>
                        <a:pt x="350" y="340"/>
                        <a:pt x="350" y="340"/>
                        <a:pt x="350" y="340"/>
                      </a:cubicBezTo>
                      <a:cubicBezTo>
                        <a:pt x="381" y="340"/>
                        <a:pt x="385" y="319"/>
                        <a:pt x="386" y="306"/>
                      </a:cubicBezTo>
                      <a:cubicBezTo>
                        <a:pt x="388" y="275"/>
                        <a:pt x="390" y="240"/>
                        <a:pt x="390" y="240"/>
                      </a:cubicBezTo>
                      <a:cubicBezTo>
                        <a:pt x="218" y="240"/>
                        <a:pt x="218" y="240"/>
                        <a:pt x="218" y="240"/>
                      </a:cubicBezTo>
                      <a:lnTo>
                        <a:pt x="218" y="28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 dirty="0"/>
                </a:p>
              </p:txBody>
            </p:sp>
            <p:sp>
              <p:nvSpPr>
                <p:cNvPr id="14" name="Freeform 36"/>
                <p:cNvSpPr>
                  <a:spLocks noChangeAspect="1" noEditPoints="1"/>
                </p:cNvSpPr>
                <p:nvPr/>
              </p:nvSpPr>
              <p:spPr bwMode="auto">
                <a:xfrm>
                  <a:off x="9312232" y="3235137"/>
                  <a:ext cx="382194" cy="259151"/>
                </a:xfrm>
                <a:custGeom>
                  <a:avLst/>
                  <a:gdLst>
                    <a:gd name="T0" fmla="*/ 200 w 400"/>
                    <a:gd name="T1" fmla="*/ 0 h 224"/>
                    <a:gd name="T2" fmla="*/ 0 w 400"/>
                    <a:gd name="T3" fmla="*/ 112 h 224"/>
                    <a:gd name="T4" fmla="*/ 200 w 400"/>
                    <a:gd name="T5" fmla="*/ 224 h 224"/>
                    <a:gd name="T6" fmla="*/ 400 w 400"/>
                    <a:gd name="T7" fmla="*/ 112 h 224"/>
                    <a:gd name="T8" fmla="*/ 200 w 400"/>
                    <a:gd name="T9" fmla="*/ 0 h 224"/>
                    <a:gd name="T10" fmla="*/ 200 w 400"/>
                    <a:gd name="T11" fmla="*/ 198 h 224"/>
                    <a:gd name="T12" fmla="*/ 111 w 400"/>
                    <a:gd name="T13" fmla="*/ 112 h 224"/>
                    <a:gd name="T14" fmla="*/ 200 w 400"/>
                    <a:gd name="T15" fmla="*/ 26 h 224"/>
                    <a:gd name="T16" fmla="*/ 289 w 400"/>
                    <a:gd name="T17" fmla="*/ 112 h 224"/>
                    <a:gd name="T18" fmla="*/ 200 w 400"/>
                    <a:gd name="T19" fmla="*/ 198 h 224"/>
                    <a:gd name="T20" fmla="*/ 200 w 400"/>
                    <a:gd name="T21" fmla="*/ 112 h 224"/>
                    <a:gd name="T22" fmla="*/ 200 w 400"/>
                    <a:gd name="T23" fmla="*/ 69 h 224"/>
                    <a:gd name="T24" fmla="*/ 155 w 400"/>
                    <a:gd name="T25" fmla="*/ 112 h 224"/>
                    <a:gd name="T26" fmla="*/ 200 w 400"/>
                    <a:gd name="T27" fmla="*/ 155 h 224"/>
                    <a:gd name="T28" fmla="*/ 244 w 400"/>
                    <a:gd name="T29" fmla="*/ 112 h 224"/>
                    <a:gd name="T30" fmla="*/ 200 w 400"/>
                    <a:gd name="T31" fmla="*/ 112 h 2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400" h="224">
                      <a:moveTo>
                        <a:pt x="200" y="0"/>
                      </a:moveTo>
                      <a:cubicBezTo>
                        <a:pt x="69" y="0"/>
                        <a:pt x="0" y="97"/>
                        <a:pt x="0" y="112"/>
                      </a:cubicBezTo>
                      <a:cubicBezTo>
                        <a:pt x="0" y="127"/>
                        <a:pt x="69" y="224"/>
                        <a:pt x="200" y="224"/>
                      </a:cubicBezTo>
                      <a:cubicBezTo>
                        <a:pt x="331" y="224"/>
                        <a:pt x="400" y="127"/>
                        <a:pt x="400" y="112"/>
                      </a:cubicBezTo>
                      <a:cubicBezTo>
                        <a:pt x="400" y="97"/>
                        <a:pt x="331" y="0"/>
                        <a:pt x="200" y="0"/>
                      </a:cubicBezTo>
                      <a:close/>
                      <a:moveTo>
                        <a:pt x="200" y="198"/>
                      </a:moveTo>
                      <a:cubicBezTo>
                        <a:pt x="151" y="198"/>
                        <a:pt x="111" y="159"/>
                        <a:pt x="111" y="112"/>
                      </a:cubicBezTo>
                      <a:cubicBezTo>
                        <a:pt x="111" y="64"/>
                        <a:pt x="151" y="26"/>
                        <a:pt x="200" y="26"/>
                      </a:cubicBezTo>
                      <a:cubicBezTo>
                        <a:pt x="249" y="26"/>
                        <a:pt x="289" y="64"/>
                        <a:pt x="289" y="112"/>
                      </a:cubicBezTo>
                      <a:cubicBezTo>
                        <a:pt x="289" y="159"/>
                        <a:pt x="249" y="198"/>
                        <a:pt x="200" y="198"/>
                      </a:cubicBezTo>
                      <a:close/>
                      <a:moveTo>
                        <a:pt x="200" y="112"/>
                      </a:moveTo>
                      <a:cubicBezTo>
                        <a:pt x="192" y="103"/>
                        <a:pt x="213" y="69"/>
                        <a:pt x="200" y="69"/>
                      </a:cubicBezTo>
                      <a:cubicBezTo>
                        <a:pt x="175" y="69"/>
                        <a:pt x="155" y="88"/>
                        <a:pt x="155" y="112"/>
                      </a:cubicBezTo>
                      <a:cubicBezTo>
                        <a:pt x="155" y="136"/>
                        <a:pt x="175" y="155"/>
                        <a:pt x="200" y="155"/>
                      </a:cubicBezTo>
                      <a:cubicBezTo>
                        <a:pt x="224" y="155"/>
                        <a:pt x="244" y="136"/>
                        <a:pt x="244" y="112"/>
                      </a:cubicBezTo>
                      <a:cubicBezTo>
                        <a:pt x="244" y="101"/>
                        <a:pt x="207" y="119"/>
                        <a:pt x="200" y="11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 dirty="0"/>
                </a:p>
              </p:txBody>
            </p:sp>
            <p:cxnSp>
              <p:nvCxnSpPr>
                <p:cNvPr id="16" name="Straight Connector 12"/>
                <p:cNvCxnSpPr/>
                <p:nvPr/>
              </p:nvCxnSpPr>
              <p:spPr>
                <a:xfrm>
                  <a:off x="1922367" y="3759060"/>
                  <a:ext cx="0" cy="720000"/>
                </a:xfrm>
                <a:prstGeom prst="line">
                  <a:avLst/>
                </a:prstGeom>
                <a:ln w="19050">
                  <a:solidFill>
                    <a:schemeClr val="accent1"/>
                  </a:solidFill>
                  <a:headEnd type="oval"/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5"/>
                <p:cNvCxnSpPr/>
                <p:nvPr/>
              </p:nvCxnSpPr>
              <p:spPr>
                <a:xfrm flipV="1">
                  <a:off x="4449354" y="3759060"/>
                  <a:ext cx="0" cy="720000"/>
                </a:xfrm>
                <a:prstGeom prst="line">
                  <a:avLst/>
                </a:prstGeom>
                <a:ln w="19050">
                  <a:solidFill>
                    <a:schemeClr val="accent2"/>
                  </a:solidFill>
                  <a:headEnd type="oval"/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19"/>
                <p:cNvCxnSpPr/>
                <p:nvPr/>
              </p:nvCxnSpPr>
              <p:spPr>
                <a:xfrm>
                  <a:off x="6976341" y="3759060"/>
                  <a:ext cx="0" cy="720000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  <a:headEnd type="oval"/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>
                  <a:off x="9503329" y="3759060"/>
                  <a:ext cx="0" cy="720000"/>
                </a:xfrm>
                <a:prstGeom prst="line">
                  <a:avLst/>
                </a:prstGeom>
                <a:ln w="19050">
                  <a:solidFill>
                    <a:schemeClr val="accent4"/>
                  </a:solidFill>
                  <a:headEnd type="oval"/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8" name="Group 88"/>
                <p:cNvGrpSpPr/>
                <p:nvPr/>
              </p:nvGrpSpPr>
              <p:grpSpPr>
                <a:xfrm>
                  <a:off x="838107" y="4744463"/>
                  <a:ext cx="2168520" cy="716168"/>
                  <a:chOff x="590510" y="661615"/>
                  <a:chExt cx="1570205" cy="288796"/>
                </a:xfrm>
              </p:grpSpPr>
              <p:sp>
                <p:nvSpPr>
                  <p:cNvPr id="29" name="TextBox 44"/>
                  <p:cNvSpPr txBox="1"/>
                  <p:nvPr/>
                </p:nvSpPr>
                <p:spPr>
                  <a:xfrm>
                    <a:off x="708587" y="661615"/>
                    <a:ext cx="1334050" cy="8687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>
                    <a:normAutofit/>
                  </a:bodyPr>
                  <a:lstStyle/>
                  <a:p>
                    <a:pPr algn="ctr"/>
                    <a:r>
                      <a:rPr lang="en-US" sz="1400" b="1" dirty="0">
                        <a:solidFill>
                          <a:schemeClr val="accent1"/>
                        </a:solidFill>
                      </a:rPr>
                      <a:t>Text here-14pt</a:t>
                    </a:r>
                    <a:endParaRPr lang="en-US" sz="1400" b="1" dirty="0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30" name="TextBox 45"/>
                  <p:cNvSpPr txBox="1"/>
                  <p:nvPr/>
                </p:nvSpPr>
                <p:spPr>
                  <a:xfrm>
                    <a:off x="590510" y="779887"/>
                    <a:ext cx="1570205" cy="17052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>
                    <a:normAutofit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200" dirty="0"/>
                      <a:t>Copy paste fonts. Choose the only option to retain text.</a:t>
                    </a:r>
                    <a:endParaRPr lang="en-US" altLang="zh-CN" sz="1200" dirty="0"/>
                  </a:p>
                </p:txBody>
              </p:sp>
            </p:grpSp>
            <p:grpSp>
              <p:nvGrpSpPr>
                <p:cNvPr id="31" name="Group 88"/>
                <p:cNvGrpSpPr/>
                <p:nvPr/>
              </p:nvGrpSpPr>
              <p:grpSpPr>
                <a:xfrm>
                  <a:off x="3365094" y="4744463"/>
                  <a:ext cx="2168520" cy="716168"/>
                  <a:chOff x="590510" y="661615"/>
                  <a:chExt cx="1570205" cy="288796"/>
                </a:xfrm>
              </p:grpSpPr>
              <p:sp>
                <p:nvSpPr>
                  <p:cNvPr id="32" name="TextBox 44"/>
                  <p:cNvSpPr txBox="1"/>
                  <p:nvPr/>
                </p:nvSpPr>
                <p:spPr>
                  <a:xfrm>
                    <a:off x="708587" y="661615"/>
                    <a:ext cx="1334050" cy="8687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>
                    <a:normAutofit/>
                  </a:bodyPr>
                  <a:lstStyle/>
                  <a:p>
                    <a:pPr algn="ctr"/>
                    <a:r>
                      <a:rPr lang="en-US" sz="1400" b="1" dirty="0">
                        <a:solidFill>
                          <a:schemeClr val="accent2"/>
                        </a:solidFill>
                      </a:rPr>
                      <a:t>Text here-14pt</a:t>
                    </a:r>
                    <a:endParaRPr lang="en-US" sz="1400" b="1" dirty="0">
                      <a:solidFill>
                        <a:schemeClr val="accent2"/>
                      </a:solidFill>
                    </a:endParaRPr>
                  </a:p>
                </p:txBody>
              </p:sp>
              <p:sp>
                <p:nvSpPr>
                  <p:cNvPr id="33" name="TextBox 45"/>
                  <p:cNvSpPr txBox="1"/>
                  <p:nvPr/>
                </p:nvSpPr>
                <p:spPr>
                  <a:xfrm>
                    <a:off x="590510" y="779887"/>
                    <a:ext cx="1570205" cy="17052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>
                    <a:normAutofit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200" dirty="0"/>
                      <a:t>Copy paste fonts. Choose the only option to retain text.</a:t>
                    </a:r>
                    <a:endParaRPr lang="en-US" altLang="zh-CN" sz="1200" dirty="0"/>
                  </a:p>
                </p:txBody>
              </p:sp>
            </p:grpSp>
            <p:grpSp>
              <p:nvGrpSpPr>
                <p:cNvPr id="34" name="Group 88"/>
                <p:cNvGrpSpPr/>
                <p:nvPr/>
              </p:nvGrpSpPr>
              <p:grpSpPr>
                <a:xfrm>
                  <a:off x="5892081" y="4744463"/>
                  <a:ext cx="2168520" cy="716168"/>
                  <a:chOff x="590510" y="661615"/>
                  <a:chExt cx="1570205" cy="288796"/>
                </a:xfrm>
              </p:grpSpPr>
              <p:sp>
                <p:nvSpPr>
                  <p:cNvPr id="35" name="TextBox 44"/>
                  <p:cNvSpPr txBox="1"/>
                  <p:nvPr/>
                </p:nvSpPr>
                <p:spPr>
                  <a:xfrm>
                    <a:off x="708587" y="661615"/>
                    <a:ext cx="1334050" cy="8687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>
                    <a:normAutofit/>
                  </a:bodyPr>
                  <a:lstStyle/>
                  <a:p>
                    <a:pPr algn="ctr"/>
                    <a:r>
                      <a:rPr lang="en-US" sz="1400" b="1" dirty="0">
                        <a:solidFill>
                          <a:schemeClr val="accent3"/>
                        </a:solidFill>
                      </a:rPr>
                      <a:t>Text here-14pt</a:t>
                    </a:r>
                    <a:endParaRPr lang="en-US" sz="1400" b="1" dirty="0">
                      <a:solidFill>
                        <a:schemeClr val="accent3"/>
                      </a:solidFill>
                    </a:endParaRPr>
                  </a:p>
                </p:txBody>
              </p:sp>
              <p:sp>
                <p:nvSpPr>
                  <p:cNvPr id="36" name="TextBox 45"/>
                  <p:cNvSpPr txBox="1"/>
                  <p:nvPr/>
                </p:nvSpPr>
                <p:spPr>
                  <a:xfrm>
                    <a:off x="590510" y="779887"/>
                    <a:ext cx="1570205" cy="17052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>
                    <a:normAutofit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200" dirty="0"/>
                      <a:t>Copy paste fonts. Choose the only option to retain text.</a:t>
                    </a:r>
                    <a:endParaRPr lang="en-US" altLang="zh-CN" sz="1200" dirty="0"/>
                  </a:p>
                </p:txBody>
              </p:sp>
            </p:grpSp>
            <p:grpSp>
              <p:nvGrpSpPr>
                <p:cNvPr id="37" name="Group 88"/>
                <p:cNvGrpSpPr/>
                <p:nvPr/>
              </p:nvGrpSpPr>
              <p:grpSpPr>
                <a:xfrm>
                  <a:off x="8419069" y="4744463"/>
                  <a:ext cx="2168520" cy="716168"/>
                  <a:chOff x="590510" y="661615"/>
                  <a:chExt cx="1570205" cy="288796"/>
                </a:xfrm>
              </p:grpSpPr>
              <p:sp>
                <p:nvSpPr>
                  <p:cNvPr id="38" name="TextBox 44"/>
                  <p:cNvSpPr txBox="1"/>
                  <p:nvPr/>
                </p:nvSpPr>
                <p:spPr>
                  <a:xfrm>
                    <a:off x="708587" y="661615"/>
                    <a:ext cx="1334050" cy="8687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>
                    <a:normAutofit/>
                  </a:bodyPr>
                  <a:lstStyle/>
                  <a:p>
                    <a:pPr algn="ctr"/>
                    <a:r>
                      <a:rPr lang="en-US" sz="1400" b="1" dirty="0">
                        <a:solidFill>
                          <a:schemeClr val="accent4"/>
                        </a:solidFill>
                      </a:rPr>
                      <a:t>Text here-14pt</a:t>
                    </a:r>
                    <a:endParaRPr lang="en-US" sz="1400" b="1" dirty="0">
                      <a:solidFill>
                        <a:schemeClr val="accent4"/>
                      </a:solidFill>
                    </a:endParaRPr>
                  </a:p>
                </p:txBody>
              </p:sp>
              <p:sp>
                <p:nvSpPr>
                  <p:cNvPr id="39" name="TextBox 45"/>
                  <p:cNvSpPr txBox="1"/>
                  <p:nvPr/>
                </p:nvSpPr>
                <p:spPr>
                  <a:xfrm>
                    <a:off x="590510" y="779887"/>
                    <a:ext cx="1570205" cy="17052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>
                    <a:normAutofit/>
                  </a:bodyPr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r>
                      <a:rPr lang="en-US" altLang="zh-CN" sz="1200" dirty="0"/>
                      <a:t>Copy paste fonts. Choose the only option to retain text.</a:t>
                    </a:r>
                    <a:endParaRPr lang="en-US" altLang="zh-CN" sz="1200" dirty="0"/>
                  </a:p>
                </p:txBody>
              </p:sp>
            </p:grpSp>
          </p:grpSp>
          <p:sp>
            <p:nvSpPr>
              <p:cNvPr id="42" name="文本框 41"/>
              <p:cNvSpPr txBox="1"/>
              <p:nvPr/>
            </p:nvSpPr>
            <p:spPr>
              <a:xfrm>
                <a:off x="660400" y="1670321"/>
                <a:ext cx="10858500" cy="29360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R="0" lvl="0" indent="0" fontAlgn="auto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Pct val="25000"/>
                  <a:buFontTx/>
                  <a:buNone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Theme color makes PPT more convenient to change. Adjust the spacing to adapt to Chinese typesetting, use the reference line in PPT . 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  <p:sp>
          <p:nvSpPr>
            <p:cNvPr id="43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64850" cy="4867443"/>
            <a:chOff x="660400" y="1266657"/>
            <a:chExt cx="10864850" cy="4867443"/>
          </a:xfrm>
        </p:grpSpPr>
        <p:grpSp>
          <p:nvGrpSpPr>
            <p:cNvPr id="26" name="组合 25"/>
            <p:cNvGrpSpPr/>
            <p:nvPr/>
          </p:nvGrpSpPr>
          <p:grpSpPr>
            <a:xfrm>
              <a:off x="666750" y="2005756"/>
              <a:ext cx="10858500" cy="4128344"/>
              <a:chOff x="666750" y="2005756"/>
              <a:chExt cx="10858500" cy="4128344"/>
            </a:xfrm>
          </p:grpSpPr>
          <p:sp>
            <p:nvSpPr>
              <p:cNvPr id="37" name="Rectangle"/>
              <p:cNvSpPr/>
              <p:nvPr/>
            </p:nvSpPr>
            <p:spPr>
              <a:xfrm>
                <a:off x="6096543" y="4069928"/>
                <a:ext cx="2714354" cy="20641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</a:p>
            </p:txBody>
          </p:sp>
          <p:sp>
            <p:nvSpPr>
              <p:cNvPr id="36" name="Rectangle"/>
              <p:cNvSpPr/>
              <p:nvPr/>
            </p:nvSpPr>
            <p:spPr>
              <a:xfrm>
                <a:off x="666750" y="4069928"/>
                <a:ext cx="2714354" cy="20641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</a:p>
            </p:txBody>
          </p:sp>
          <p:sp>
            <p:nvSpPr>
              <p:cNvPr id="35" name="Rectangle"/>
              <p:cNvSpPr/>
              <p:nvPr/>
            </p:nvSpPr>
            <p:spPr>
              <a:xfrm>
                <a:off x="8810896" y="2005756"/>
                <a:ext cx="2714354" cy="20641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</a:p>
            </p:txBody>
          </p:sp>
          <p:sp>
            <p:nvSpPr>
              <p:cNvPr id="34" name="Rectangle"/>
              <p:cNvSpPr/>
              <p:nvPr/>
            </p:nvSpPr>
            <p:spPr>
              <a:xfrm>
                <a:off x="3382189" y="2005756"/>
                <a:ext cx="2714354" cy="20641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</a:p>
            </p:txBody>
          </p:sp>
          <p:sp>
            <p:nvSpPr>
              <p:cNvPr id="5" name="Rectangle"/>
              <p:cNvSpPr/>
              <p:nvPr/>
            </p:nvSpPr>
            <p:spPr>
              <a:xfrm>
                <a:off x="8810896" y="4069928"/>
                <a:ext cx="2714354" cy="2064172"/>
              </a:xfrm>
              <a:prstGeom prst="rect">
                <a:avLst/>
              </a:prstGeom>
              <a:solidFill>
                <a:schemeClr val="accent4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</a:p>
            </p:txBody>
          </p:sp>
          <p:sp>
            <p:nvSpPr>
              <p:cNvPr id="6" name="Rectangle"/>
              <p:cNvSpPr/>
              <p:nvPr/>
            </p:nvSpPr>
            <p:spPr>
              <a:xfrm>
                <a:off x="3382189" y="4069928"/>
                <a:ext cx="2714354" cy="2064172"/>
              </a:xfrm>
              <a:prstGeom prst="rect">
                <a:avLst/>
              </a:prstGeom>
              <a:solidFill>
                <a:schemeClr val="accent3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</a:p>
            </p:txBody>
          </p:sp>
          <p:sp>
            <p:nvSpPr>
              <p:cNvPr id="7" name="Rectangle"/>
              <p:cNvSpPr/>
              <p:nvPr/>
            </p:nvSpPr>
            <p:spPr>
              <a:xfrm>
                <a:off x="6096543" y="2008187"/>
                <a:ext cx="2714354" cy="2064172"/>
              </a:xfrm>
              <a:prstGeom prst="rect">
                <a:avLst/>
              </a:prstGeom>
              <a:solidFill>
                <a:schemeClr val="accent2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</a:p>
            </p:txBody>
          </p:sp>
          <p:sp>
            <p:nvSpPr>
              <p:cNvPr id="13" name="Rectangle"/>
              <p:cNvSpPr/>
              <p:nvPr/>
            </p:nvSpPr>
            <p:spPr>
              <a:xfrm>
                <a:off x="666750" y="2005756"/>
                <a:ext cx="2714354" cy="2064172"/>
              </a:xfrm>
              <a:prstGeom prst="rect">
                <a:avLst/>
              </a:prstGeom>
              <a:solidFill>
                <a:schemeClr val="accent1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</a:p>
            </p:txBody>
          </p:sp>
          <p:sp>
            <p:nvSpPr>
              <p:cNvPr id="20" name="Triangle"/>
              <p:cNvSpPr/>
              <p:nvPr/>
            </p:nvSpPr>
            <p:spPr>
              <a:xfrm rot="5400000">
                <a:off x="8715982" y="2990498"/>
                <a:ext cx="284515" cy="946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3170F6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</a:p>
            </p:txBody>
          </p:sp>
          <p:grpSp>
            <p:nvGrpSpPr>
              <p:cNvPr id="4" name="组合 3"/>
              <p:cNvGrpSpPr/>
              <p:nvPr/>
            </p:nvGrpSpPr>
            <p:grpSpPr>
              <a:xfrm>
                <a:off x="3562978" y="2208894"/>
                <a:ext cx="2352777" cy="1657897"/>
                <a:chOff x="3562978" y="2082288"/>
                <a:chExt cx="2352777" cy="1699336"/>
              </a:xfrm>
            </p:grpSpPr>
            <p:sp>
              <p:nvSpPr>
                <p:cNvPr id="23" name="TextBox 12"/>
                <p:cNvSpPr txBox="1"/>
                <p:nvPr/>
              </p:nvSpPr>
              <p:spPr>
                <a:xfrm>
                  <a:off x="3562978" y="2447733"/>
                  <a:ext cx="2352777" cy="1333891"/>
                </a:xfrm>
                <a:prstGeom prst="rect">
                  <a:avLst/>
                </a:prstGeom>
              </p:spPr>
              <p:txBody>
                <a:bodyPr wrap="square">
                  <a:normAutofit lnSpcReduction="10000"/>
                </a:bodyPr>
                <a:lstStyle>
                  <a:defPPr>
                    <a:defRPr lang="zh-CN"/>
                  </a:defPPr>
                  <a:lvl1pPr marL="171450" indent="-171450">
                    <a:lnSpc>
                      <a:spcPct val="120000"/>
                    </a:lnSpc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200"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</a:lstStyle>
                <a:p>
                  <a:r>
                    <a:rPr lang="en-US" dirty="0"/>
                    <a:t>Theme color makes PPT more convenient to change.</a:t>
                  </a:r>
                  <a:endParaRPr lang="en-US" dirty="0"/>
                </a:p>
                <a:p>
                  <a:r>
                    <a:rPr lang="en-US" dirty="0"/>
                    <a:t>Supporting text here.</a:t>
                  </a:r>
                  <a:endParaRPr lang="en-US" dirty="0"/>
                </a:p>
                <a:p>
                  <a:r>
                    <a:rPr lang="en-US" dirty="0"/>
                    <a:t>Copy paste  fonts. Choose the only option to retain text. </a:t>
                  </a:r>
                  <a:endParaRPr lang="en-US" dirty="0"/>
                </a:p>
              </p:txBody>
            </p:sp>
            <p:sp>
              <p:nvSpPr>
                <p:cNvPr id="43" name="文本框 42"/>
                <p:cNvSpPr txBox="1"/>
                <p:nvPr/>
              </p:nvSpPr>
              <p:spPr>
                <a:xfrm>
                  <a:off x="3562978" y="2082288"/>
                  <a:ext cx="2352777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 lnSpcReduction="10000"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400" b="1" dirty="0"/>
                    <a:t>Text Here-14pt</a:t>
                  </a:r>
                  <a:endParaRPr lang="zh-CN" altLang="en-US" sz="1400" b="1" dirty="0"/>
                </a:p>
              </p:txBody>
            </p:sp>
          </p:grpSp>
          <p:grpSp>
            <p:nvGrpSpPr>
              <p:cNvPr id="46" name="组合 45"/>
              <p:cNvGrpSpPr/>
              <p:nvPr/>
            </p:nvGrpSpPr>
            <p:grpSpPr>
              <a:xfrm>
                <a:off x="8991685" y="2208894"/>
                <a:ext cx="2352777" cy="1657897"/>
                <a:chOff x="3562978" y="2082288"/>
                <a:chExt cx="2352777" cy="1699336"/>
              </a:xfrm>
            </p:grpSpPr>
            <p:sp>
              <p:nvSpPr>
                <p:cNvPr id="49" name="TextBox 12"/>
                <p:cNvSpPr txBox="1"/>
                <p:nvPr/>
              </p:nvSpPr>
              <p:spPr>
                <a:xfrm>
                  <a:off x="3562978" y="2447733"/>
                  <a:ext cx="2352777" cy="1333891"/>
                </a:xfrm>
                <a:prstGeom prst="rect">
                  <a:avLst/>
                </a:prstGeom>
              </p:spPr>
              <p:txBody>
                <a:bodyPr wrap="square">
                  <a:normAutofit lnSpcReduction="10000"/>
                </a:bodyPr>
                <a:lstStyle>
                  <a:defPPr>
                    <a:defRPr lang="zh-CN"/>
                  </a:defPPr>
                  <a:lvl1pPr marL="171450" indent="-171450">
                    <a:lnSpc>
                      <a:spcPct val="120000"/>
                    </a:lnSpc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200"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</a:lstStyle>
                <a:p>
                  <a:r>
                    <a:rPr lang="en-US" dirty="0"/>
                    <a:t>Theme color makes PPT more convenient to change.</a:t>
                  </a:r>
                  <a:endParaRPr lang="en-US" dirty="0"/>
                </a:p>
                <a:p>
                  <a:r>
                    <a:rPr lang="en-US" dirty="0"/>
                    <a:t>Supporting text here.</a:t>
                  </a:r>
                  <a:endParaRPr lang="en-US" dirty="0"/>
                </a:p>
                <a:p>
                  <a:r>
                    <a:rPr lang="en-US" dirty="0"/>
                    <a:t>Copy paste  fonts. Choose the only option to retain text. </a:t>
                  </a:r>
                  <a:endParaRPr lang="en-US" dirty="0"/>
                </a:p>
              </p:txBody>
            </p:sp>
            <p:sp>
              <p:nvSpPr>
                <p:cNvPr id="50" name="文本框 49"/>
                <p:cNvSpPr txBox="1"/>
                <p:nvPr/>
              </p:nvSpPr>
              <p:spPr>
                <a:xfrm>
                  <a:off x="3562978" y="2082288"/>
                  <a:ext cx="2352777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 lnSpcReduction="10000"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400" b="1" dirty="0"/>
                    <a:t>Text Here-14pt</a:t>
                  </a:r>
                  <a:endParaRPr lang="zh-CN" altLang="en-US" sz="1400" b="1" dirty="0"/>
                </a:p>
              </p:txBody>
            </p:sp>
          </p:grpSp>
          <p:grpSp>
            <p:nvGrpSpPr>
              <p:cNvPr id="55" name="组合 54"/>
              <p:cNvGrpSpPr/>
              <p:nvPr/>
            </p:nvGrpSpPr>
            <p:grpSpPr>
              <a:xfrm>
                <a:off x="847539" y="4273066"/>
                <a:ext cx="2352777" cy="1657897"/>
                <a:chOff x="3562978" y="2082288"/>
                <a:chExt cx="2352777" cy="1699336"/>
              </a:xfrm>
            </p:grpSpPr>
            <p:sp>
              <p:nvSpPr>
                <p:cNvPr id="56" name="TextBox 12"/>
                <p:cNvSpPr txBox="1"/>
                <p:nvPr/>
              </p:nvSpPr>
              <p:spPr>
                <a:xfrm>
                  <a:off x="3562978" y="2447733"/>
                  <a:ext cx="2352777" cy="1333891"/>
                </a:xfrm>
                <a:prstGeom prst="rect">
                  <a:avLst/>
                </a:prstGeom>
              </p:spPr>
              <p:txBody>
                <a:bodyPr wrap="square">
                  <a:normAutofit lnSpcReduction="10000"/>
                </a:bodyPr>
                <a:lstStyle>
                  <a:defPPr>
                    <a:defRPr lang="zh-CN"/>
                  </a:defPPr>
                  <a:lvl1pPr marL="171450" indent="-171450">
                    <a:lnSpc>
                      <a:spcPct val="120000"/>
                    </a:lnSpc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200"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</a:lstStyle>
                <a:p>
                  <a:r>
                    <a:rPr lang="en-US" dirty="0"/>
                    <a:t>Theme color makes PPT more convenient to change.</a:t>
                  </a:r>
                  <a:endParaRPr lang="en-US" dirty="0"/>
                </a:p>
                <a:p>
                  <a:r>
                    <a:rPr lang="en-US" dirty="0"/>
                    <a:t>Supporting text here.</a:t>
                  </a:r>
                  <a:endParaRPr lang="en-US" dirty="0"/>
                </a:p>
                <a:p>
                  <a:r>
                    <a:rPr lang="en-US" dirty="0"/>
                    <a:t>Copy paste  fonts. Choose the only option to retain text. </a:t>
                  </a:r>
                  <a:endParaRPr lang="en-US" dirty="0"/>
                </a:p>
              </p:txBody>
            </p:sp>
            <p:sp>
              <p:nvSpPr>
                <p:cNvPr id="57" name="文本框 56"/>
                <p:cNvSpPr txBox="1"/>
                <p:nvPr/>
              </p:nvSpPr>
              <p:spPr>
                <a:xfrm>
                  <a:off x="3562978" y="2082288"/>
                  <a:ext cx="2352777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 lnSpcReduction="10000"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400" b="1" dirty="0"/>
                    <a:t>Text Here-14pt</a:t>
                  </a:r>
                  <a:endParaRPr lang="zh-CN" altLang="en-US" sz="1400" b="1" dirty="0"/>
                </a:p>
              </p:txBody>
            </p:sp>
          </p:grpSp>
          <p:grpSp>
            <p:nvGrpSpPr>
              <p:cNvPr id="58" name="组合 57"/>
              <p:cNvGrpSpPr/>
              <p:nvPr/>
            </p:nvGrpSpPr>
            <p:grpSpPr>
              <a:xfrm>
                <a:off x="6277332" y="4273066"/>
                <a:ext cx="2352777" cy="1657897"/>
                <a:chOff x="3562978" y="2082288"/>
                <a:chExt cx="2352777" cy="1699336"/>
              </a:xfrm>
            </p:grpSpPr>
            <p:sp>
              <p:nvSpPr>
                <p:cNvPr id="59" name="TextBox 12"/>
                <p:cNvSpPr txBox="1"/>
                <p:nvPr/>
              </p:nvSpPr>
              <p:spPr>
                <a:xfrm>
                  <a:off x="3562978" y="2447733"/>
                  <a:ext cx="2352777" cy="1333891"/>
                </a:xfrm>
                <a:prstGeom prst="rect">
                  <a:avLst/>
                </a:prstGeom>
              </p:spPr>
              <p:txBody>
                <a:bodyPr wrap="square">
                  <a:normAutofit lnSpcReduction="10000"/>
                </a:bodyPr>
                <a:lstStyle>
                  <a:defPPr>
                    <a:defRPr lang="zh-CN"/>
                  </a:defPPr>
                  <a:lvl1pPr marL="171450" indent="-171450">
                    <a:lnSpc>
                      <a:spcPct val="120000"/>
                    </a:lnSpc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200"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</a:lstStyle>
                <a:p>
                  <a:r>
                    <a:rPr lang="en-US" dirty="0"/>
                    <a:t>Theme color makes PPT more convenient to change.</a:t>
                  </a:r>
                  <a:endParaRPr lang="en-US" dirty="0"/>
                </a:p>
                <a:p>
                  <a:r>
                    <a:rPr lang="en-US" dirty="0"/>
                    <a:t>Supporting text here.</a:t>
                  </a:r>
                  <a:endParaRPr lang="en-US" dirty="0"/>
                </a:p>
                <a:p>
                  <a:r>
                    <a:rPr lang="en-US" dirty="0"/>
                    <a:t>Copy paste  fonts. Choose the only option to retain text. </a:t>
                  </a:r>
                  <a:endParaRPr lang="en-US" dirty="0"/>
                </a:p>
              </p:txBody>
            </p:sp>
            <p:sp>
              <p:nvSpPr>
                <p:cNvPr id="60" name="文本框 59"/>
                <p:cNvSpPr txBox="1"/>
                <p:nvPr/>
              </p:nvSpPr>
              <p:spPr>
                <a:xfrm>
                  <a:off x="3562978" y="2082288"/>
                  <a:ext cx="2352777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 lnSpcReduction="10000"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400" b="1" dirty="0"/>
                    <a:t>Text Here-14pt</a:t>
                  </a:r>
                  <a:endParaRPr lang="zh-CN" altLang="en-US" sz="1400" b="1" dirty="0"/>
                </a:p>
              </p:txBody>
            </p:sp>
          </p:grpSp>
          <p:grpSp>
            <p:nvGrpSpPr>
              <p:cNvPr id="25" name="组合 24"/>
              <p:cNvGrpSpPr/>
              <p:nvPr/>
            </p:nvGrpSpPr>
            <p:grpSpPr>
              <a:xfrm>
                <a:off x="1574181" y="2589281"/>
                <a:ext cx="9043639" cy="2962480"/>
                <a:chOff x="1574181" y="2589281"/>
                <a:chExt cx="9043639" cy="2962480"/>
              </a:xfrm>
            </p:grpSpPr>
            <p:grpSp>
              <p:nvGrpSpPr>
                <p:cNvPr id="24" name="组合 23"/>
                <p:cNvGrpSpPr/>
                <p:nvPr/>
              </p:nvGrpSpPr>
              <p:grpSpPr>
                <a:xfrm>
                  <a:off x="1574181" y="2589281"/>
                  <a:ext cx="6329286" cy="901985"/>
                  <a:chOff x="1574181" y="2613893"/>
                  <a:chExt cx="6329286" cy="901985"/>
                </a:xfrm>
              </p:grpSpPr>
              <p:sp>
                <p:nvSpPr>
                  <p:cNvPr id="19" name="Triangle"/>
                  <p:cNvSpPr/>
                  <p:nvPr/>
                </p:nvSpPr>
                <p:spPr>
                  <a:xfrm rot="5400000">
                    <a:off x="3283719" y="3016295"/>
                    <a:ext cx="291626" cy="9468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10800" y="0"/>
                        </a:move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>
                    <a:miter lim="400000"/>
                  </a:ln>
                </p:spPr>
                <p:txBody>
                  <a:bodyPr lIns="0" tIns="0" rIns="0" bIns="0" anchor="ctr"/>
                  <a:lstStyle/>
                  <a:p>
                    <a:pPr>
                      <a:defRPr sz="3200" b="0">
                        <a:solidFill>
                          <a:srgbClr val="3170F6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40" name="椭圆 39"/>
                  <p:cNvSpPr/>
                  <p:nvPr/>
                </p:nvSpPr>
                <p:spPr>
                  <a:xfrm>
                    <a:off x="1574181" y="2613893"/>
                    <a:ext cx="899493" cy="899493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/>
                  </a:p>
                </p:txBody>
              </p:sp>
              <p:sp>
                <p:nvSpPr>
                  <p:cNvPr id="42" name="椭圆 41"/>
                  <p:cNvSpPr/>
                  <p:nvPr/>
                </p:nvSpPr>
                <p:spPr>
                  <a:xfrm>
                    <a:off x="7003974" y="2616385"/>
                    <a:ext cx="899493" cy="899493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/>
                  </a:p>
                </p:txBody>
              </p:sp>
              <p:sp>
                <p:nvSpPr>
                  <p:cNvPr id="51" name="任意多边形 43"/>
                  <p:cNvSpPr>
                    <a:spLocks noChangeAspect="1"/>
                  </p:cNvSpPr>
                  <p:nvPr/>
                </p:nvSpPr>
                <p:spPr>
                  <a:xfrm>
                    <a:off x="1901883" y="2951673"/>
                    <a:ext cx="244088" cy="223932"/>
                  </a:xfrm>
                  <a:custGeom>
                    <a:avLst/>
                    <a:gdLst>
                      <a:gd name="connsiteX0" fmla="*/ 303857 w 607639"/>
                      <a:gd name="connsiteY0" fmla="*/ 303714 h 557467"/>
                      <a:gd name="connsiteX1" fmla="*/ 352986 w 607639"/>
                      <a:gd name="connsiteY1" fmla="*/ 309132 h 557467"/>
                      <a:gd name="connsiteX2" fmla="*/ 514597 w 607639"/>
                      <a:gd name="connsiteY2" fmla="*/ 449845 h 557467"/>
                      <a:gd name="connsiteX3" fmla="*/ 528676 w 607639"/>
                      <a:gd name="connsiteY3" fmla="*/ 528182 h 557467"/>
                      <a:gd name="connsiteX4" fmla="*/ 499345 w 607639"/>
                      <a:gd name="connsiteY4" fmla="*/ 557467 h 557467"/>
                      <a:gd name="connsiteX5" fmla="*/ 108223 w 607639"/>
                      <a:gd name="connsiteY5" fmla="*/ 557467 h 557467"/>
                      <a:gd name="connsiteX6" fmla="*/ 78892 w 607639"/>
                      <a:gd name="connsiteY6" fmla="*/ 528182 h 557467"/>
                      <a:gd name="connsiteX7" fmla="*/ 303857 w 607639"/>
                      <a:gd name="connsiteY7" fmla="*/ 303714 h 557467"/>
                      <a:gd name="connsiteX8" fmla="*/ 455825 w 607639"/>
                      <a:gd name="connsiteY8" fmla="*/ 268995 h 557467"/>
                      <a:gd name="connsiteX9" fmla="*/ 607639 w 607639"/>
                      <a:gd name="connsiteY9" fmla="*/ 420565 h 557467"/>
                      <a:gd name="connsiteX10" fmla="*/ 578303 w 607639"/>
                      <a:gd name="connsiteY10" fmla="*/ 449854 h 557467"/>
                      <a:gd name="connsiteX11" fmla="*/ 576396 w 607639"/>
                      <a:gd name="connsiteY11" fmla="*/ 449854 h 557467"/>
                      <a:gd name="connsiteX12" fmla="*/ 424875 w 607639"/>
                      <a:gd name="connsiteY12" fmla="*/ 272217 h 557467"/>
                      <a:gd name="connsiteX13" fmla="*/ 455825 w 607639"/>
                      <a:gd name="connsiteY13" fmla="*/ 268995 h 557467"/>
                      <a:gd name="connsiteX14" fmla="*/ 151811 w 607639"/>
                      <a:gd name="connsiteY14" fmla="*/ 268995 h 557467"/>
                      <a:gd name="connsiteX15" fmla="*/ 182906 w 607639"/>
                      <a:gd name="connsiteY15" fmla="*/ 272217 h 557467"/>
                      <a:gd name="connsiteX16" fmla="*/ 31389 w 607639"/>
                      <a:gd name="connsiteY16" fmla="*/ 449854 h 557467"/>
                      <a:gd name="connsiteX17" fmla="*/ 29335 w 607639"/>
                      <a:gd name="connsiteY17" fmla="*/ 449854 h 557467"/>
                      <a:gd name="connsiteX18" fmla="*/ 0 w 607639"/>
                      <a:gd name="connsiteY18" fmla="*/ 420565 h 557467"/>
                      <a:gd name="connsiteX19" fmla="*/ 151811 w 607639"/>
                      <a:gd name="connsiteY19" fmla="*/ 268995 h 557467"/>
                      <a:gd name="connsiteX20" fmla="*/ 462556 w 607639"/>
                      <a:gd name="connsiteY20" fmla="*/ 35000 h 557467"/>
                      <a:gd name="connsiteX21" fmla="*/ 543847 w 607639"/>
                      <a:gd name="connsiteY21" fmla="*/ 122571 h 557467"/>
                      <a:gd name="connsiteX22" fmla="*/ 462556 w 607639"/>
                      <a:gd name="connsiteY22" fmla="*/ 210143 h 557467"/>
                      <a:gd name="connsiteX23" fmla="*/ 485153 w 607639"/>
                      <a:gd name="connsiteY23" fmla="*/ 122571 h 557467"/>
                      <a:gd name="connsiteX24" fmla="*/ 462556 w 607639"/>
                      <a:gd name="connsiteY24" fmla="*/ 35000 h 557467"/>
                      <a:gd name="connsiteX25" fmla="*/ 145224 w 607639"/>
                      <a:gd name="connsiteY25" fmla="*/ 35000 h 557467"/>
                      <a:gd name="connsiteX26" fmla="*/ 122481 w 607639"/>
                      <a:gd name="connsiteY26" fmla="*/ 122571 h 557467"/>
                      <a:gd name="connsiteX27" fmla="*/ 145224 w 607639"/>
                      <a:gd name="connsiteY27" fmla="*/ 210143 h 557467"/>
                      <a:gd name="connsiteX28" fmla="*/ 63791 w 607639"/>
                      <a:gd name="connsiteY28" fmla="*/ 122571 h 557467"/>
                      <a:gd name="connsiteX29" fmla="*/ 145224 w 607639"/>
                      <a:gd name="connsiteY29" fmla="*/ 35000 h 557467"/>
                      <a:gd name="connsiteX30" fmla="*/ 303892 w 607639"/>
                      <a:gd name="connsiteY30" fmla="*/ 0 h 557467"/>
                      <a:gd name="connsiteX31" fmla="*/ 403912 w 607639"/>
                      <a:gd name="connsiteY31" fmla="*/ 51694 h 557467"/>
                      <a:gd name="connsiteX32" fmla="*/ 426497 w 607639"/>
                      <a:gd name="connsiteY32" fmla="*/ 122572 h 557467"/>
                      <a:gd name="connsiteX33" fmla="*/ 403912 w 607639"/>
                      <a:gd name="connsiteY33" fmla="*/ 193450 h 557467"/>
                      <a:gd name="connsiteX34" fmla="*/ 303892 w 607639"/>
                      <a:gd name="connsiteY34" fmla="*/ 245144 h 557467"/>
                      <a:gd name="connsiteX35" fmla="*/ 181141 w 607639"/>
                      <a:gd name="connsiteY35" fmla="*/ 122572 h 557467"/>
                      <a:gd name="connsiteX36" fmla="*/ 303892 w 607639"/>
                      <a:gd name="connsiteY36" fmla="*/ 0 h 5574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</a:cxnLst>
                    <a:rect l="l" t="t" r="r" b="b"/>
                    <a:pathLst>
                      <a:path w="607639" h="557467">
                        <a:moveTo>
                          <a:pt x="303857" y="303714"/>
                        </a:moveTo>
                        <a:cubicBezTo>
                          <a:pt x="320722" y="303714"/>
                          <a:pt x="337148" y="305618"/>
                          <a:pt x="352986" y="309132"/>
                        </a:cubicBezTo>
                        <a:cubicBezTo>
                          <a:pt x="427486" y="325824"/>
                          <a:pt x="488200" y="379562"/>
                          <a:pt x="514597" y="449845"/>
                        </a:cubicBezTo>
                        <a:cubicBezTo>
                          <a:pt x="523690" y="474298"/>
                          <a:pt x="528676" y="500655"/>
                          <a:pt x="528676" y="528182"/>
                        </a:cubicBezTo>
                        <a:cubicBezTo>
                          <a:pt x="528676" y="544289"/>
                          <a:pt x="515477" y="557467"/>
                          <a:pt x="499345" y="557467"/>
                        </a:cubicBezTo>
                        <a:lnTo>
                          <a:pt x="108223" y="557467"/>
                        </a:lnTo>
                        <a:cubicBezTo>
                          <a:pt x="92091" y="557467"/>
                          <a:pt x="78892" y="544289"/>
                          <a:pt x="78892" y="528182"/>
                        </a:cubicBezTo>
                        <a:cubicBezTo>
                          <a:pt x="78892" y="404307"/>
                          <a:pt x="179789" y="303714"/>
                          <a:pt x="303857" y="303714"/>
                        </a:cubicBezTo>
                        <a:close/>
                        <a:moveTo>
                          <a:pt x="455825" y="268995"/>
                        </a:moveTo>
                        <a:cubicBezTo>
                          <a:pt x="539579" y="268995"/>
                          <a:pt x="607639" y="336945"/>
                          <a:pt x="607639" y="420565"/>
                        </a:cubicBezTo>
                        <a:cubicBezTo>
                          <a:pt x="607639" y="436674"/>
                          <a:pt x="594584" y="449854"/>
                          <a:pt x="578303" y="449854"/>
                        </a:cubicBezTo>
                        <a:lnTo>
                          <a:pt x="576396" y="449854"/>
                        </a:lnTo>
                        <a:cubicBezTo>
                          <a:pt x="553661" y="371360"/>
                          <a:pt x="497775" y="306631"/>
                          <a:pt x="424875" y="272217"/>
                        </a:cubicBezTo>
                        <a:cubicBezTo>
                          <a:pt x="434996" y="270020"/>
                          <a:pt x="445410" y="268995"/>
                          <a:pt x="455825" y="268995"/>
                        </a:cubicBezTo>
                        <a:close/>
                        <a:moveTo>
                          <a:pt x="151811" y="268995"/>
                        </a:moveTo>
                        <a:cubicBezTo>
                          <a:pt x="162371" y="268995"/>
                          <a:pt x="172785" y="270020"/>
                          <a:pt x="182906" y="272217"/>
                        </a:cubicBezTo>
                        <a:cubicBezTo>
                          <a:pt x="110008" y="306631"/>
                          <a:pt x="53977" y="371360"/>
                          <a:pt x="31389" y="449854"/>
                        </a:cubicBezTo>
                        <a:lnTo>
                          <a:pt x="29335" y="449854"/>
                        </a:lnTo>
                        <a:cubicBezTo>
                          <a:pt x="13201" y="449854"/>
                          <a:pt x="0" y="436674"/>
                          <a:pt x="0" y="420565"/>
                        </a:cubicBezTo>
                        <a:cubicBezTo>
                          <a:pt x="0" y="336945"/>
                          <a:pt x="68058" y="268995"/>
                          <a:pt x="151811" y="268995"/>
                        </a:cubicBezTo>
                        <a:close/>
                        <a:moveTo>
                          <a:pt x="462556" y="35000"/>
                        </a:moveTo>
                        <a:cubicBezTo>
                          <a:pt x="507897" y="38368"/>
                          <a:pt x="543847" y="76296"/>
                          <a:pt x="543847" y="122571"/>
                        </a:cubicBezTo>
                        <a:cubicBezTo>
                          <a:pt x="543847" y="168847"/>
                          <a:pt x="507897" y="206775"/>
                          <a:pt x="462556" y="210143"/>
                        </a:cubicBezTo>
                        <a:cubicBezTo>
                          <a:pt x="476936" y="184223"/>
                          <a:pt x="485153" y="154349"/>
                          <a:pt x="485153" y="122571"/>
                        </a:cubicBezTo>
                        <a:cubicBezTo>
                          <a:pt x="485153" y="90794"/>
                          <a:pt x="476936" y="60920"/>
                          <a:pt x="462556" y="35000"/>
                        </a:cubicBezTo>
                        <a:close/>
                        <a:moveTo>
                          <a:pt x="145224" y="35000"/>
                        </a:moveTo>
                        <a:cubicBezTo>
                          <a:pt x="130698" y="60920"/>
                          <a:pt x="122481" y="90794"/>
                          <a:pt x="122481" y="122571"/>
                        </a:cubicBezTo>
                        <a:cubicBezTo>
                          <a:pt x="122481" y="154349"/>
                          <a:pt x="130698" y="184223"/>
                          <a:pt x="145224" y="210143"/>
                        </a:cubicBezTo>
                        <a:cubicBezTo>
                          <a:pt x="99739" y="206775"/>
                          <a:pt x="63791" y="168847"/>
                          <a:pt x="63791" y="122571"/>
                        </a:cubicBezTo>
                        <a:cubicBezTo>
                          <a:pt x="63791" y="76296"/>
                          <a:pt x="99739" y="38368"/>
                          <a:pt x="145224" y="35000"/>
                        </a:cubicBezTo>
                        <a:close/>
                        <a:moveTo>
                          <a:pt x="303892" y="0"/>
                        </a:moveTo>
                        <a:cubicBezTo>
                          <a:pt x="345103" y="0"/>
                          <a:pt x="381620" y="20502"/>
                          <a:pt x="403912" y="51694"/>
                        </a:cubicBezTo>
                        <a:cubicBezTo>
                          <a:pt x="418138" y="71756"/>
                          <a:pt x="426497" y="96212"/>
                          <a:pt x="426497" y="122572"/>
                        </a:cubicBezTo>
                        <a:cubicBezTo>
                          <a:pt x="426497" y="148931"/>
                          <a:pt x="418138" y="173387"/>
                          <a:pt x="403912" y="193450"/>
                        </a:cubicBezTo>
                        <a:cubicBezTo>
                          <a:pt x="381620" y="224642"/>
                          <a:pt x="345103" y="245144"/>
                          <a:pt x="303892" y="245144"/>
                        </a:cubicBezTo>
                        <a:cubicBezTo>
                          <a:pt x="236137" y="245144"/>
                          <a:pt x="181141" y="190082"/>
                          <a:pt x="181141" y="122572"/>
                        </a:cubicBezTo>
                        <a:cubicBezTo>
                          <a:pt x="181141" y="55062"/>
                          <a:pt x="236137" y="0"/>
                          <a:pt x="30389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</a:p>
                </p:txBody>
              </p:sp>
              <p:sp>
                <p:nvSpPr>
                  <p:cNvPr id="53" name="任意多边形 30"/>
                  <p:cNvSpPr>
                    <a:spLocks noChangeAspect="1"/>
                  </p:cNvSpPr>
                  <p:nvPr/>
                </p:nvSpPr>
                <p:spPr>
                  <a:xfrm>
                    <a:off x="7326462" y="2925590"/>
                    <a:ext cx="254517" cy="281082"/>
                  </a:xfrm>
                  <a:custGeom>
                    <a:avLst/>
                    <a:gdLst>
                      <a:gd name="T0" fmla="*/ 121763 h 600884"/>
                      <a:gd name="T1" fmla="*/ 121763 h 600884"/>
                      <a:gd name="T2" fmla="*/ 121763 h 600884"/>
                      <a:gd name="T3" fmla="*/ 121763 h 600884"/>
                      <a:gd name="T4" fmla="*/ 121763 h 600884"/>
                      <a:gd name="T5" fmla="*/ 121763 h 600884"/>
                      <a:gd name="T6" fmla="*/ 121763 h 600884"/>
                      <a:gd name="T7" fmla="*/ 121763 h 600884"/>
                      <a:gd name="T8" fmla="*/ 121763 h 600884"/>
                      <a:gd name="T9" fmla="*/ 121763 h 600884"/>
                      <a:gd name="T10" fmla="*/ 121763 h 600884"/>
                      <a:gd name="T11" fmla="*/ 121763 h 600884"/>
                      <a:gd name="T12" fmla="*/ 121763 h 600884"/>
                      <a:gd name="T13" fmla="*/ 121763 h 600884"/>
                      <a:gd name="T14" fmla="*/ 121763 h 600884"/>
                      <a:gd name="T15" fmla="*/ 121763 h 600884"/>
                      <a:gd name="T16" fmla="*/ 121763 h 600884"/>
                      <a:gd name="T17" fmla="*/ 121763 h 600884"/>
                      <a:gd name="T18" fmla="*/ 121763 h 600884"/>
                      <a:gd name="T19" fmla="*/ 121763 h 600884"/>
                      <a:gd name="T20" fmla="*/ 121763 h 600884"/>
                      <a:gd name="T21" fmla="*/ 121763 h 600884"/>
                      <a:gd name="T22" fmla="*/ 121763 h 600884"/>
                      <a:gd name="T23" fmla="*/ 121763 h 600884"/>
                      <a:gd name="T24" fmla="*/ 121763 h 600884"/>
                      <a:gd name="T25" fmla="*/ 121763 h 600884"/>
                      <a:gd name="T26" fmla="*/ 121763 h 600884"/>
                      <a:gd name="T27" fmla="*/ 121763 h 600884"/>
                      <a:gd name="T28" fmla="*/ 121763 h 600884"/>
                      <a:gd name="T29" fmla="*/ 121763 h 600884"/>
                      <a:gd name="T30" fmla="*/ 121763 h 600884"/>
                      <a:gd name="T31" fmla="*/ 121763 h 600884"/>
                      <a:gd name="T32" fmla="*/ 121763 h 600884"/>
                      <a:gd name="T33" fmla="*/ 121763 h 600884"/>
                      <a:gd name="T34" fmla="*/ 121763 h 600884"/>
                      <a:gd name="T35" fmla="*/ 121763 h 600884"/>
                      <a:gd name="T36" fmla="*/ 121763 h 600884"/>
                      <a:gd name="T37" fmla="*/ 121763 h 600884"/>
                      <a:gd name="T38" fmla="*/ 121763 h 600884"/>
                      <a:gd name="T39" fmla="*/ 121763 h 600884"/>
                      <a:gd name="T40" fmla="*/ 121763 h 600884"/>
                      <a:gd name="T41" fmla="*/ 121763 h 6008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2388" h="2641">
                        <a:moveTo>
                          <a:pt x="2284" y="245"/>
                        </a:moveTo>
                        <a:cubicBezTo>
                          <a:pt x="2279" y="217"/>
                          <a:pt x="2258" y="195"/>
                          <a:pt x="2230" y="190"/>
                        </a:cubicBezTo>
                        <a:lnTo>
                          <a:pt x="1206" y="1"/>
                        </a:lnTo>
                        <a:cubicBezTo>
                          <a:pt x="1198" y="0"/>
                          <a:pt x="1190" y="0"/>
                          <a:pt x="1182" y="1"/>
                        </a:cubicBezTo>
                        <a:lnTo>
                          <a:pt x="159" y="190"/>
                        </a:lnTo>
                        <a:cubicBezTo>
                          <a:pt x="131" y="195"/>
                          <a:pt x="109" y="217"/>
                          <a:pt x="105" y="245"/>
                        </a:cubicBezTo>
                        <a:cubicBezTo>
                          <a:pt x="100" y="274"/>
                          <a:pt x="0" y="961"/>
                          <a:pt x="202" y="1554"/>
                        </a:cubicBezTo>
                        <a:cubicBezTo>
                          <a:pt x="405" y="2155"/>
                          <a:pt x="1128" y="2611"/>
                          <a:pt x="1159" y="2630"/>
                        </a:cubicBezTo>
                        <a:cubicBezTo>
                          <a:pt x="1170" y="2637"/>
                          <a:pt x="1182" y="2641"/>
                          <a:pt x="1194" y="2641"/>
                        </a:cubicBezTo>
                        <a:cubicBezTo>
                          <a:pt x="1207" y="2641"/>
                          <a:pt x="1219" y="2637"/>
                          <a:pt x="1230" y="2630"/>
                        </a:cubicBezTo>
                        <a:cubicBezTo>
                          <a:pt x="1260" y="2611"/>
                          <a:pt x="1983" y="2155"/>
                          <a:pt x="2187" y="1554"/>
                        </a:cubicBezTo>
                        <a:cubicBezTo>
                          <a:pt x="2388" y="961"/>
                          <a:pt x="2288" y="274"/>
                          <a:pt x="2284" y="245"/>
                        </a:cubicBezTo>
                        <a:close/>
                        <a:moveTo>
                          <a:pt x="1994" y="1478"/>
                        </a:moveTo>
                        <a:cubicBezTo>
                          <a:pt x="1824" y="1972"/>
                          <a:pt x="1194" y="2357"/>
                          <a:pt x="1194" y="2357"/>
                        </a:cubicBezTo>
                        <a:lnTo>
                          <a:pt x="1194" y="1299"/>
                        </a:lnTo>
                        <a:lnTo>
                          <a:pt x="344" y="1299"/>
                        </a:lnTo>
                        <a:cubicBezTo>
                          <a:pt x="243" y="854"/>
                          <a:pt x="313" y="400"/>
                          <a:pt x="313" y="400"/>
                        </a:cubicBezTo>
                        <a:lnTo>
                          <a:pt x="1194" y="241"/>
                        </a:lnTo>
                        <a:lnTo>
                          <a:pt x="1194" y="1299"/>
                        </a:lnTo>
                        <a:lnTo>
                          <a:pt x="2045" y="1299"/>
                        </a:lnTo>
                        <a:cubicBezTo>
                          <a:pt x="2031" y="1359"/>
                          <a:pt x="2015" y="1420"/>
                          <a:pt x="1994" y="147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rmAutofit fontScale="55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914400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 sz="2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22" name="组合 21"/>
                <p:cNvGrpSpPr/>
                <p:nvPr/>
              </p:nvGrpSpPr>
              <p:grpSpPr>
                <a:xfrm>
                  <a:off x="3287502" y="4652268"/>
                  <a:ext cx="7330318" cy="899493"/>
                  <a:chOff x="3287502" y="4729659"/>
                  <a:chExt cx="7330318" cy="899493"/>
                </a:xfrm>
              </p:grpSpPr>
              <p:sp>
                <p:nvSpPr>
                  <p:cNvPr id="17" name="Triangle"/>
                  <p:cNvSpPr/>
                  <p:nvPr/>
                </p:nvSpPr>
                <p:spPr>
                  <a:xfrm rot="16200000">
                    <a:off x="3210041" y="5132060"/>
                    <a:ext cx="249610" cy="9468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10800" y="0"/>
                        </a:move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12700">
                    <a:miter lim="400000"/>
                  </a:ln>
                </p:spPr>
                <p:txBody>
                  <a:bodyPr lIns="0" tIns="0" rIns="0" bIns="0" anchor="ctr"/>
                  <a:lstStyle/>
                  <a:p>
                    <a:pPr>
                      <a:defRPr sz="3200" b="0">
                        <a:solidFill>
                          <a:srgbClr val="3170F6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18" name="Triangle"/>
                  <p:cNvSpPr/>
                  <p:nvPr/>
                </p:nvSpPr>
                <p:spPr>
                  <a:xfrm rot="16200000">
                    <a:off x="8660974" y="5132060"/>
                    <a:ext cx="205160" cy="9468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10800" y="0"/>
                        </a:moveTo>
                        <a:lnTo>
                          <a:pt x="21600" y="21600"/>
                        </a:lnTo>
                        <a:lnTo>
                          <a:pt x="0" y="2160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 w="12700">
                    <a:miter lim="400000"/>
                  </a:ln>
                </p:spPr>
                <p:txBody>
                  <a:bodyPr lIns="0" tIns="0" rIns="0" bIns="0" anchor="ctr"/>
                  <a:lstStyle/>
                  <a:p>
                    <a:pPr>
                      <a:defRPr sz="3200" b="0">
                        <a:solidFill>
                          <a:srgbClr val="3170F6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45" name="椭圆 44"/>
                  <p:cNvSpPr/>
                  <p:nvPr/>
                </p:nvSpPr>
                <p:spPr>
                  <a:xfrm>
                    <a:off x="9718327" y="4729659"/>
                    <a:ext cx="899493" cy="899493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/>
                  </a:p>
                </p:txBody>
              </p:sp>
              <p:sp>
                <p:nvSpPr>
                  <p:cNvPr id="48" name="椭圆 47"/>
                  <p:cNvSpPr/>
                  <p:nvPr/>
                </p:nvSpPr>
                <p:spPr>
                  <a:xfrm>
                    <a:off x="4289620" y="4729659"/>
                    <a:ext cx="899493" cy="899493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 dirty="0"/>
                  </a:p>
                </p:txBody>
              </p:sp>
              <p:sp>
                <p:nvSpPr>
                  <p:cNvPr id="52" name="任意多边形 132"/>
                  <p:cNvSpPr>
                    <a:spLocks noChangeAspect="1"/>
                  </p:cNvSpPr>
                  <p:nvPr/>
                </p:nvSpPr>
                <p:spPr bwMode="auto">
                  <a:xfrm>
                    <a:off x="4617322" y="5069556"/>
                    <a:ext cx="244088" cy="219698"/>
                  </a:xfrm>
                  <a:custGeom>
                    <a:avLst/>
                    <a:gdLst>
                      <a:gd name="T0" fmla="*/ 56 w 12800"/>
                      <a:gd name="T1" fmla="*/ 0 h 11520"/>
                      <a:gd name="T2" fmla="*/ 0 w 12800"/>
                      <a:gd name="T3" fmla="*/ 11464 h 11520"/>
                      <a:gd name="T4" fmla="*/ 2337 w 12800"/>
                      <a:gd name="T5" fmla="*/ 11520 h 11520"/>
                      <a:gd name="T6" fmla="*/ 4424 w 12800"/>
                      <a:gd name="T7" fmla="*/ 9322 h 11520"/>
                      <a:gd name="T8" fmla="*/ 6706 w 12800"/>
                      <a:gd name="T9" fmla="*/ 11520 h 11520"/>
                      <a:gd name="T10" fmla="*/ 6762 w 12800"/>
                      <a:gd name="T11" fmla="*/ 83 h 11520"/>
                      <a:gd name="T12" fmla="*/ 2894 w 12800"/>
                      <a:gd name="T13" fmla="*/ 7652 h 11520"/>
                      <a:gd name="T14" fmla="*/ 1280 w 12800"/>
                      <a:gd name="T15" fmla="*/ 6066 h 11520"/>
                      <a:gd name="T16" fmla="*/ 2894 w 12800"/>
                      <a:gd name="T17" fmla="*/ 7652 h 11520"/>
                      <a:gd name="T18" fmla="*/ 1280 w 12800"/>
                      <a:gd name="T19" fmla="*/ 5287 h 11520"/>
                      <a:gd name="T20" fmla="*/ 2894 w 12800"/>
                      <a:gd name="T21" fmla="*/ 3701 h 11520"/>
                      <a:gd name="T22" fmla="*/ 2894 w 12800"/>
                      <a:gd name="T23" fmla="*/ 2922 h 11520"/>
                      <a:gd name="T24" fmla="*/ 1280 w 12800"/>
                      <a:gd name="T25" fmla="*/ 1336 h 11520"/>
                      <a:gd name="T26" fmla="*/ 2894 w 12800"/>
                      <a:gd name="T27" fmla="*/ 2922 h 11520"/>
                      <a:gd name="T28" fmla="*/ 3840 w 12800"/>
                      <a:gd name="T29" fmla="*/ 7652 h 11520"/>
                      <a:gd name="T30" fmla="*/ 5454 w 12800"/>
                      <a:gd name="T31" fmla="*/ 6066 h 11520"/>
                      <a:gd name="T32" fmla="*/ 5454 w 12800"/>
                      <a:gd name="T33" fmla="*/ 5287 h 11520"/>
                      <a:gd name="T34" fmla="*/ 3840 w 12800"/>
                      <a:gd name="T35" fmla="*/ 3701 h 11520"/>
                      <a:gd name="T36" fmla="*/ 5454 w 12800"/>
                      <a:gd name="T37" fmla="*/ 5287 h 11520"/>
                      <a:gd name="T38" fmla="*/ 3840 w 12800"/>
                      <a:gd name="T39" fmla="*/ 2922 h 11520"/>
                      <a:gd name="T40" fmla="*/ 5454 w 12800"/>
                      <a:gd name="T41" fmla="*/ 1336 h 11520"/>
                      <a:gd name="T42" fmla="*/ 12466 w 12800"/>
                      <a:gd name="T43" fmla="*/ 3701 h 11520"/>
                      <a:gd name="T44" fmla="*/ 7763 w 12800"/>
                      <a:gd name="T45" fmla="*/ 4035 h 11520"/>
                      <a:gd name="T46" fmla="*/ 7791 w 12800"/>
                      <a:gd name="T47" fmla="*/ 11492 h 11520"/>
                      <a:gd name="T48" fmla="*/ 9544 w 12800"/>
                      <a:gd name="T49" fmla="*/ 10045 h 11520"/>
                      <a:gd name="T50" fmla="*/ 11019 w 12800"/>
                      <a:gd name="T51" fmla="*/ 11492 h 11520"/>
                      <a:gd name="T52" fmla="*/ 12772 w 12800"/>
                      <a:gd name="T53" fmla="*/ 11464 h 11520"/>
                      <a:gd name="T54" fmla="*/ 12466 w 12800"/>
                      <a:gd name="T55" fmla="*/ 3701 h 11520"/>
                      <a:gd name="T56" fmla="*/ 8403 w 12800"/>
                      <a:gd name="T57" fmla="*/ 8821 h 11520"/>
                      <a:gd name="T58" fmla="*/ 12104 w 12800"/>
                      <a:gd name="T59" fmla="*/ 8042 h 11520"/>
                      <a:gd name="T60" fmla="*/ 12104 w 12800"/>
                      <a:gd name="T61" fmla="*/ 7263 h 11520"/>
                      <a:gd name="T62" fmla="*/ 8403 w 12800"/>
                      <a:gd name="T63" fmla="*/ 6483 h 11520"/>
                      <a:gd name="T64" fmla="*/ 12104 w 12800"/>
                      <a:gd name="T65" fmla="*/ 7263 h 11520"/>
                      <a:gd name="T66" fmla="*/ 8403 w 12800"/>
                      <a:gd name="T67" fmla="*/ 5677 h 11520"/>
                      <a:gd name="T68" fmla="*/ 12104 w 12800"/>
                      <a:gd name="T69" fmla="*/ 4897 h 11520"/>
                      <a:gd name="T70" fmla="*/ 12104 w 12800"/>
                      <a:gd name="T71" fmla="*/ 5677 h 115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12800" h="11520">
                        <a:moveTo>
                          <a:pt x="6706" y="0"/>
                        </a:moveTo>
                        <a:lnTo>
                          <a:pt x="56" y="0"/>
                        </a:lnTo>
                        <a:cubicBezTo>
                          <a:pt x="28" y="0"/>
                          <a:pt x="0" y="28"/>
                          <a:pt x="0" y="83"/>
                        </a:cubicBezTo>
                        <a:lnTo>
                          <a:pt x="0" y="11464"/>
                        </a:lnTo>
                        <a:cubicBezTo>
                          <a:pt x="0" y="11492"/>
                          <a:pt x="28" y="11520"/>
                          <a:pt x="56" y="11520"/>
                        </a:cubicBezTo>
                        <a:lnTo>
                          <a:pt x="2337" y="11520"/>
                        </a:lnTo>
                        <a:lnTo>
                          <a:pt x="2337" y="9322"/>
                        </a:lnTo>
                        <a:lnTo>
                          <a:pt x="4424" y="9322"/>
                        </a:lnTo>
                        <a:lnTo>
                          <a:pt x="4424" y="11520"/>
                        </a:lnTo>
                        <a:lnTo>
                          <a:pt x="6706" y="11520"/>
                        </a:lnTo>
                        <a:cubicBezTo>
                          <a:pt x="6734" y="11520"/>
                          <a:pt x="6762" y="11492"/>
                          <a:pt x="6762" y="11464"/>
                        </a:cubicBezTo>
                        <a:lnTo>
                          <a:pt x="6762" y="83"/>
                        </a:lnTo>
                        <a:cubicBezTo>
                          <a:pt x="6762" y="28"/>
                          <a:pt x="6734" y="0"/>
                          <a:pt x="6706" y="0"/>
                        </a:cubicBezTo>
                        <a:close/>
                        <a:moveTo>
                          <a:pt x="2894" y="7652"/>
                        </a:moveTo>
                        <a:lnTo>
                          <a:pt x="1280" y="7652"/>
                        </a:lnTo>
                        <a:lnTo>
                          <a:pt x="1280" y="6066"/>
                        </a:lnTo>
                        <a:lnTo>
                          <a:pt x="2894" y="6066"/>
                        </a:lnTo>
                        <a:lnTo>
                          <a:pt x="2894" y="7652"/>
                        </a:lnTo>
                        <a:close/>
                        <a:moveTo>
                          <a:pt x="2894" y="5287"/>
                        </a:moveTo>
                        <a:lnTo>
                          <a:pt x="1280" y="5287"/>
                        </a:lnTo>
                        <a:lnTo>
                          <a:pt x="1280" y="3701"/>
                        </a:lnTo>
                        <a:lnTo>
                          <a:pt x="2894" y="3701"/>
                        </a:lnTo>
                        <a:lnTo>
                          <a:pt x="2894" y="5287"/>
                        </a:lnTo>
                        <a:close/>
                        <a:moveTo>
                          <a:pt x="2894" y="2922"/>
                        </a:moveTo>
                        <a:lnTo>
                          <a:pt x="1280" y="2922"/>
                        </a:lnTo>
                        <a:lnTo>
                          <a:pt x="1280" y="1336"/>
                        </a:lnTo>
                        <a:lnTo>
                          <a:pt x="2894" y="1336"/>
                        </a:lnTo>
                        <a:lnTo>
                          <a:pt x="2894" y="2922"/>
                        </a:lnTo>
                        <a:close/>
                        <a:moveTo>
                          <a:pt x="5454" y="7652"/>
                        </a:moveTo>
                        <a:lnTo>
                          <a:pt x="3840" y="7652"/>
                        </a:lnTo>
                        <a:lnTo>
                          <a:pt x="3840" y="6066"/>
                        </a:lnTo>
                        <a:lnTo>
                          <a:pt x="5454" y="6066"/>
                        </a:lnTo>
                        <a:lnTo>
                          <a:pt x="5454" y="7652"/>
                        </a:lnTo>
                        <a:close/>
                        <a:moveTo>
                          <a:pt x="5454" y="5287"/>
                        </a:moveTo>
                        <a:lnTo>
                          <a:pt x="3840" y="5287"/>
                        </a:lnTo>
                        <a:lnTo>
                          <a:pt x="3840" y="3701"/>
                        </a:lnTo>
                        <a:lnTo>
                          <a:pt x="5454" y="3701"/>
                        </a:lnTo>
                        <a:lnTo>
                          <a:pt x="5454" y="5287"/>
                        </a:lnTo>
                        <a:close/>
                        <a:moveTo>
                          <a:pt x="5454" y="2922"/>
                        </a:moveTo>
                        <a:lnTo>
                          <a:pt x="3840" y="2922"/>
                        </a:lnTo>
                        <a:lnTo>
                          <a:pt x="3840" y="1336"/>
                        </a:lnTo>
                        <a:lnTo>
                          <a:pt x="5454" y="1336"/>
                        </a:lnTo>
                        <a:lnTo>
                          <a:pt x="5454" y="2922"/>
                        </a:lnTo>
                        <a:close/>
                        <a:moveTo>
                          <a:pt x="12466" y="3701"/>
                        </a:moveTo>
                        <a:lnTo>
                          <a:pt x="8097" y="3701"/>
                        </a:lnTo>
                        <a:cubicBezTo>
                          <a:pt x="7903" y="3701"/>
                          <a:pt x="7763" y="3840"/>
                          <a:pt x="7763" y="4035"/>
                        </a:cubicBezTo>
                        <a:lnTo>
                          <a:pt x="7763" y="11464"/>
                        </a:lnTo>
                        <a:cubicBezTo>
                          <a:pt x="7763" y="11492"/>
                          <a:pt x="7791" y="11492"/>
                          <a:pt x="7791" y="11492"/>
                        </a:cubicBezTo>
                        <a:lnTo>
                          <a:pt x="9544" y="11492"/>
                        </a:lnTo>
                        <a:lnTo>
                          <a:pt x="9544" y="10045"/>
                        </a:lnTo>
                        <a:lnTo>
                          <a:pt x="11019" y="10045"/>
                        </a:lnTo>
                        <a:lnTo>
                          <a:pt x="11019" y="11492"/>
                        </a:lnTo>
                        <a:lnTo>
                          <a:pt x="12744" y="11492"/>
                        </a:lnTo>
                        <a:cubicBezTo>
                          <a:pt x="12772" y="11492"/>
                          <a:pt x="12772" y="11464"/>
                          <a:pt x="12772" y="11464"/>
                        </a:cubicBezTo>
                        <a:lnTo>
                          <a:pt x="12772" y="4035"/>
                        </a:lnTo>
                        <a:cubicBezTo>
                          <a:pt x="12800" y="3868"/>
                          <a:pt x="12633" y="3701"/>
                          <a:pt x="12466" y="3701"/>
                        </a:cubicBezTo>
                        <a:close/>
                        <a:moveTo>
                          <a:pt x="12104" y="8821"/>
                        </a:moveTo>
                        <a:lnTo>
                          <a:pt x="8403" y="8821"/>
                        </a:lnTo>
                        <a:lnTo>
                          <a:pt x="8403" y="8042"/>
                        </a:lnTo>
                        <a:lnTo>
                          <a:pt x="12104" y="8042"/>
                        </a:lnTo>
                        <a:lnTo>
                          <a:pt x="12104" y="8821"/>
                        </a:lnTo>
                        <a:close/>
                        <a:moveTo>
                          <a:pt x="12104" y="7263"/>
                        </a:moveTo>
                        <a:lnTo>
                          <a:pt x="8403" y="7263"/>
                        </a:lnTo>
                        <a:lnTo>
                          <a:pt x="8403" y="6483"/>
                        </a:lnTo>
                        <a:lnTo>
                          <a:pt x="12104" y="6483"/>
                        </a:lnTo>
                        <a:lnTo>
                          <a:pt x="12104" y="7263"/>
                        </a:lnTo>
                        <a:close/>
                        <a:moveTo>
                          <a:pt x="12104" y="5677"/>
                        </a:moveTo>
                        <a:lnTo>
                          <a:pt x="8403" y="5677"/>
                        </a:lnTo>
                        <a:lnTo>
                          <a:pt x="8403" y="4897"/>
                        </a:lnTo>
                        <a:lnTo>
                          <a:pt x="12104" y="4897"/>
                        </a:lnTo>
                        <a:lnTo>
                          <a:pt x="12104" y="5677"/>
                        </a:lnTo>
                        <a:close/>
                        <a:moveTo>
                          <a:pt x="12104" y="5677"/>
                        </a:move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 dirty="0"/>
                  </a:p>
                </p:txBody>
              </p:sp>
              <p:sp>
                <p:nvSpPr>
                  <p:cNvPr id="38" name="任意多边形 19"/>
                  <p:cNvSpPr/>
                  <p:nvPr/>
                </p:nvSpPr>
                <p:spPr bwMode="auto">
                  <a:xfrm>
                    <a:off x="10048297" y="5041758"/>
                    <a:ext cx="239555" cy="275294"/>
                  </a:xfrm>
                  <a:custGeom>
                    <a:avLst/>
                    <a:gdLst>
                      <a:gd name="T0" fmla="*/ 2263 w 6954"/>
                      <a:gd name="T1" fmla="*/ 6289 h 7989"/>
                      <a:gd name="T2" fmla="*/ 4893 w 6954"/>
                      <a:gd name="T3" fmla="*/ 5775 h 7989"/>
                      <a:gd name="T4" fmla="*/ 4096 w 6954"/>
                      <a:gd name="T5" fmla="*/ 6523 h 7989"/>
                      <a:gd name="T6" fmla="*/ 5467 w 6954"/>
                      <a:gd name="T7" fmla="*/ 6720 h 7989"/>
                      <a:gd name="T8" fmla="*/ 6914 w 6954"/>
                      <a:gd name="T9" fmla="*/ 6032 h 7989"/>
                      <a:gd name="T10" fmla="*/ 6675 w 6954"/>
                      <a:gd name="T11" fmla="*/ 6579 h 7989"/>
                      <a:gd name="T12" fmla="*/ 2748 w 6954"/>
                      <a:gd name="T13" fmla="*/ 7534 h 7989"/>
                      <a:gd name="T14" fmla="*/ 1824 w 6954"/>
                      <a:gd name="T15" fmla="*/ 7774 h 7989"/>
                      <a:gd name="T16" fmla="*/ 1542 w 6954"/>
                      <a:gd name="T17" fmla="*/ 6388 h 7989"/>
                      <a:gd name="T18" fmla="*/ 1600 w 6954"/>
                      <a:gd name="T19" fmla="*/ 4602 h 7989"/>
                      <a:gd name="T20" fmla="*/ 1173 w 6954"/>
                      <a:gd name="T21" fmla="*/ 4602 h 7989"/>
                      <a:gd name="T22" fmla="*/ 1600 w 6954"/>
                      <a:gd name="T23" fmla="*/ 6049 h 7989"/>
                      <a:gd name="T24" fmla="*/ 2880 w 6954"/>
                      <a:gd name="T25" fmla="*/ 4175 h 7989"/>
                      <a:gd name="T26" fmla="*/ 2453 w 6954"/>
                      <a:gd name="T27" fmla="*/ 4175 h 7989"/>
                      <a:gd name="T28" fmla="*/ 2880 w 6954"/>
                      <a:gd name="T29" fmla="*/ 5336 h 7989"/>
                      <a:gd name="T30" fmla="*/ 4160 w 6954"/>
                      <a:gd name="T31" fmla="*/ 3749 h 7989"/>
                      <a:gd name="T32" fmla="*/ 3733 w 6954"/>
                      <a:gd name="T33" fmla="*/ 3749 h 7989"/>
                      <a:gd name="T34" fmla="*/ 4160 w 6954"/>
                      <a:gd name="T35" fmla="*/ 5257 h 7989"/>
                      <a:gd name="T36" fmla="*/ 5440 w 6954"/>
                      <a:gd name="T37" fmla="*/ 2895 h 7989"/>
                      <a:gd name="T38" fmla="*/ 5013 w 6954"/>
                      <a:gd name="T39" fmla="*/ 2895 h 7989"/>
                      <a:gd name="T40" fmla="*/ 5237 w 6954"/>
                      <a:gd name="T41" fmla="*/ 5368 h 7989"/>
                      <a:gd name="T42" fmla="*/ 6720 w 6954"/>
                      <a:gd name="T43" fmla="*/ 5398 h 7989"/>
                      <a:gd name="T44" fmla="*/ 6507 w 6954"/>
                      <a:gd name="T45" fmla="*/ 1829 h 7989"/>
                      <a:gd name="T46" fmla="*/ 6293 w 6954"/>
                      <a:gd name="T47" fmla="*/ 5689 h 7989"/>
                      <a:gd name="T48" fmla="*/ 6720 w 6954"/>
                      <a:gd name="T49" fmla="*/ 5398 h 7989"/>
                      <a:gd name="T50" fmla="*/ 213 w 6954"/>
                      <a:gd name="T51" fmla="*/ 3962 h 7989"/>
                      <a:gd name="T52" fmla="*/ 213 w 6954"/>
                      <a:gd name="T53" fmla="*/ 3535 h 7989"/>
                      <a:gd name="T54" fmla="*/ 5415 w 6954"/>
                      <a:gd name="T55" fmla="*/ 720 h 7989"/>
                      <a:gd name="T56" fmla="*/ 5276 w 6954"/>
                      <a:gd name="T57" fmla="*/ 317 h 7989"/>
                      <a:gd name="T58" fmla="*/ 6354 w 6954"/>
                      <a:gd name="T59" fmla="*/ 171 h 7989"/>
                      <a:gd name="T60" fmla="*/ 6500 w 6954"/>
                      <a:gd name="T61" fmla="*/ 1249 h 7989"/>
                      <a:gd name="T62" fmla="*/ 6128 w 6954"/>
                      <a:gd name="T63" fmla="*/ 827 h 79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6954" h="7989">
                        <a:moveTo>
                          <a:pt x="1542" y="6388"/>
                        </a:moveTo>
                        <a:lnTo>
                          <a:pt x="2263" y="6289"/>
                        </a:lnTo>
                        <a:cubicBezTo>
                          <a:pt x="2417" y="5902"/>
                          <a:pt x="2757" y="5708"/>
                          <a:pt x="3284" y="5708"/>
                        </a:cubicBezTo>
                        <a:cubicBezTo>
                          <a:pt x="4074" y="5708"/>
                          <a:pt x="4436" y="5584"/>
                          <a:pt x="4893" y="5775"/>
                        </a:cubicBezTo>
                        <a:cubicBezTo>
                          <a:pt x="5156" y="5884"/>
                          <a:pt x="5108" y="6113"/>
                          <a:pt x="4950" y="6259"/>
                        </a:cubicBezTo>
                        <a:cubicBezTo>
                          <a:pt x="4748" y="6445"/>
                          <a:pt x="4104" y="6225"/>
                          <a:pt x="4096" y="6523"/>
                        </a:cubicBezTo>
                        <a:cubicBezTo>
                          <a:pt x="4088" y="6822"/>
                          <a:pt x="4397" y="6720"/>
                          <a:pt x="4668" y="6720"/>
                        </a:cubicBezTo>
                        <a:lnTo>
                          <a:pt x="5467" y="6720"/>
                        </a:lnTo>
                        <a:lnTo>
                          <a:pt x="6652" y="5854"/>
                        </a:lnTo>
                        <a:cubicBezTo>
                          <a:pt x="6780" y="5761"/>
                          <a:pt x="6954" y="5879"/>
                          <a:pt x="6914" y="6032"/>
                        </a:cubicBezTo>
                        <a:lnTo>
                          <a:pt x="6832" y="6345"/>
                        </a:lnTo>
                        <a:cubicBezTo>
                          <a:pt x="6808" y="6438"/>
                          <a:pt x="6752" y="6521"/>
                          <a:pt x="6675" y="6579"/>
                        </a:cubicBezTo>
                        <a:lnTo>
                          <a:pt x="5401" y="7534"/>
                        </a:lnTo>
                        <a:lnTo>
                          <a:pt x="2748" y="7534"/>
                        </a:lnTo>
                        <a:lnTo>
                          <a:pt x="2452" y="7816"/>
                        </a:lnTo>
                        <a:cubicBezTo>
                          <a:pt x="2270" y="7989"/>
                          <a:pt x="1980" y="7969"/>
                          <a:pt x="1824" y="7774"/>
                        </a:cubicBezTo>
                        <a:lnTo>
                          <a:pt x="1267" y="7077"/>
                        </a:lnTo>
                        <a:cubicBezTo>
                          <a:pt x="1060" y="6818"/>
                          <a:pt x="1214" y="6433"/>
                          <a:pt x="1542" y="6388"/>
                        </a:cubicBezTo>
                        <a:close/>
                        <a:moveTo>
                          <a:pt x="1600" y="6049"/>
                        </a:moveTo>
                        <a:lnTo>
                          <a:pt x="1600" y="4602"/>
                        </a:lnTo>
                        <a:cubicBezTo>
                          <a:pt x="1600" y="4484"/>
                          <a:pt x="1504" y="4389"/>
                          <a:pt x="1387" y="4389"/>
                        </a:cubicBezTo>
                        <a:cubicBezTo>
                          <a:pt x="1269" y="4389"/>
                          <a:pt x="1173" y="4484"/>
                          <a:pt x="1173" y="4602"/>
                        </a:cubicBezTo>
                        <a:lnTo>
                          <a:pt x="1173" y="6107"/>
                        </a:lnTo>
                        <a:lnTo>
                          <a:pt x="1600" y="6049"/>
                        </a:lnTo>
                        <a:close/>
                        <a:moveTo>
                          <a:pt x="2880" y="5336"/>
                        </a:moveTo>
                        <a:lnTo>
                          <a:pt x="2880" y="4175"/>
                        </a:lnTo>
                        <a:cubicBezTo>
                          <a:pt x="2880" y="4058"/>
                          <a:pt x="2784" y="3962"/>
                          <a:pt x="2667" y="3962"/>
                        </a:cubicBezTo>
                        <a:cubicBezTo>
                          <a:pt x="2549" y="3962"/>
                          <a:pt x="2453" y="4058"/>
                          <a:pt x="2453" y="4175"/>
                        </a:cubicBezTo>
                        <a:lnTo>
                          <a:pt x="2453" y="5526"/>
                        </a:lnTo>
                        <a:cubicBezTo>
                          <a:pt x="2572" y="5439"/>
                          <a:pt x="2714" y="5375"/>
                          <a:pt x="2880" y="5336"/>
                        </a:cubicBezTo>
                        <a:close/>
                        <a:moveTo>
                          <a:pt x="4160" y="5257"/>
                        </a:moveTo>
                        <a:lnTo>
                          <a:pt x="4160" y="3749"/>
                        </a:lnTo>
                        <a:cubicBezTo>
                          <a:pt x="4160" y="3631"/>
                          <a:pt x="4064" y="3535"/>
                          <a:pt x="3947" y="3535"/>
                        </a:cubicBezTo>
                        <a:cubicBezTo>
                          <a:pt x="3829" y="3535"/>
                          <a:pt x="3733" y="3631"/>
                          <a:pt x="3733" y="3749"/>
                        </a:cubicBezTo>
                        <a:lnTo>
                          <a:pt x="3733" y="5280"/>
                        </a:lnTo>
                        <a:cubicBezTo>
                          <a:pt x="3890" y="5274"/>
                          <a:pt x="4031" y="5265"/>
                          <a:pt x="4160" y="5257"/>
                        </a:cubicBezTo>
                        <a:close/>
                        <a:moveTo>
                          <a:pt x="5440" y="5529"/>
                        </a:moveTo>
                        <a:lnTo>
                          <a:pt x="5440" y="2895"/>
                        </a:lnTo>
                        <a:cubicBezTo>
                          <a:pt x="5440" y="2778"/>
                          <a:pt x="5344" y="2682"/>
                          <a:pt x="5227" y="2682"/>
                        </a:cubicBezTo>
                        <a:cubicBezTo>
                          <a:pt x="5109" y="2682"/>
                          <a:pt x="5013" y="2778"/>
                          <a:pt x="5013" y="2895"/>
                        </a:cubicBezTo>
                        <a:lnTo>
                          <a:pt x="5013" y="5293"/>
                        </a:lnTo>
                        <a:cubicBezTo>
                          <a:pt x="5087" y="5312"/>
                          <a:pt x="5161" y="5336"/>
                          <a:pt x="5237" y="5368"/>
                        </a:cubicBezTo>
                        <a:cubicBezTo>
                          <a:pt x="5319" y="5402"/>
                          <a:pt x="5382" y="5461"/>
                          <a:pt x="5440" y="5529"/>
                        </a:cubicBezTo>
                        <a:close/>
                        <a:moveTo>
                          <a:pt x="6720" y="5398"/>
                        </a:moveTo>
                        <a:lnTo>
                          <a:pt x="6720" y="2042"/>
                        </a:lnTo>
                        <a:cubicBezTo>
                          <a:pt x="6720" y="1924"/>
                          <a:pt x="6624" y="1829"/>
                          <a:pt x="6507" y="1829"/>
                        </a:cubicBezTo>
                        <a:cubicBezTo>
                          <a:pt x="6389" y="1829"/>
                          <a:pt x="6293" y="1924"/>
                          <a:pt x="6293" y="2042"/>
                        </a:cubicBezTo>
                        <a:lnTo>
                          <a:pt x="6293" y="5689"/>
                        </a:lnTo>
                        <a:lnTo>
                          <a:pt x="6652" y="5427"/>
                        </a:lnTo>
                        <a:cubicBezTo>
                          <a:pt x="6672" y="5413"/>
                          <a:pt x="6695" y="5402"/>
                          <a:pt x="6720" y="5398"/>
                        </a:cubicBezTo>
                        <a:close/>
                        <a:moveTo>
                          <a:pt x="6128" y="827"/>
                        </a:moveTo>
                        <a:cubicBezTo>
                          <a:pt x="4799" y="2789"/>
                          <a:pt x="2583" y="3963"/>
                          <a:pt x="213" y="3962"/>
                        </a:cubicBezTo>
                        <a:cubicBezTo>
                          <a:pt x="96" y="3962"/>
                          <a:pt x="0" y="3866"/>
                          <a:pt x="0" y="3749"/>
                        </a:cubicBezTo>
                        <a:cubicBezTo>
                          <a:pt x="0" y="3631"/>
                          <a:pt x="96" y="3535"/>
                          <a:pt x="213" y="3535"/>
                        </a:cubicBezTo>
                        <a:cubicBezTo>
                          <a:pt x="2468" y="3535"/>
                          <a:pt x="4529" y="2416"/>
                          <a:pt x="5768" y="598"/>
                        </a:cubicBezTo>
                        <a:lnTo>
                          <a:pt x="5415" y="720"/>
                        </a:lnTo>
                        <a:cubicBezTo>
                          <a:pt x="5302" y="763"/>
                          <a:pt x="5175" y="705"/>
                          <a:pt x="5136" y="590"/>
                        </a:cubicBezTo>
                        <a:cubicBezTo>
                          <a:pt x="5097" y="476"/>
                          <a:pt x="5160" y="352"/>
                          <a:pt x="5276" y="317"/>
                        </a:cubicBezTo>
                        <a:lnTo>
                          <a:pt x="6083" y="39"/>
                        </a:lnTo>
                        <a:cubicBezTo>
                          <a:pt x="6194" y="0"/>
                          <a:pt x="6316" y="59"/>
                          <a:pt x="6354" y="171"/>
                        </a:cubicBezTo>
                        <a:lnTo>
                          <a:pt x="6632" y="978"/>
                        </a:lnTo>
                        <a:cubicBezTo>
                          <a:pt x="6670" y="1089"/>
                          <a:pt x="6611" y="1211"/>
                          <a:pt x="6500" y="1249"/>
                        </a:cubicBezTo>
                        <a:cubicBezTo>
                          <a:pt x="6388" y="1288"/>
                          <a:pt x="6267" y="1228"/>
                          <a:pt x="6228" y="1117"/>
                        </a:cubicBezTo>
                        <a:lnTo>
                          <a:pt x="6128" y="82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wrap="square" lIns="91440" tIns="45720" rIns="91440" bIns="45720" anchor="ctr">
                    <a:normAutofit fontScale="625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>
                      <a:cs typeface="+mn-ea"/>
                      <a:sym typeface="+mn-lt"/>
                    </a:endParaRPr>
                  </a:p>
                </p:txBody>
              </p:sp>
            </p:grpSp>
          </p:grpSp>
        </p:grpSp>
        <p:sp>
          <p:nvSpPr>
            <p:cNvPr id="41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60089" cy="4380682"/>
            <a:chOff x="660400" y="1266657"/>
            <a:chExt cx="10860089" cy="4380682"/>
          </a:xfrm>
        </p:grpSpPr>
        <p:grpSp>
          <p:nvGrpSpPr>
            <p:cNvPr id="9" name="组合 8"/>
            <p:cNvGrpSpPr/>
            <p:nvPr/>
          </p:nvGrpSpPr>
          <p:grpSpPr>
            <a:xfrm>
              <a:off x="660400" y="1670321"/>
              <a:ext cx="10860089" cy="3977018"/>
              <a:chOff x="660400" y="1670321"/>
              <a:chExt cx="10860089" cy="3977018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660400" y="1670321"/>
                <a:ext cx="10858500" cy="29360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R="0" lvl="0" indent="0" fontAlgn="auto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Pct val="25000"/>
                  <a:buFontTx/>
                  <a:buNone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Adjust the spacing to adapt to Chinese typesetting, use the reference line in PPT . 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grpSp>
            <p:nvGrpSpPr>
              <p:cNvPr id="10" name="组合 9"/>
              <p:cNvGrpSpPr/>
              <p:nvPr/>
            </p:nvGrpSpPr>
            <p:grpSpPr>
              <a:xfrm>
                <a:off x="671512" y="2589814"/>
                <a:ext cx="10848977" cy="3057525"/>
                <a:chOff x="671512" y="2589814"/>
                <a:chExt cx="10848977" cy="3057525"/>
              </a:xfrm>
            </p:grpSpPr>
            <p:grpSp>
              <p:nvGrpSpPr>
                <p:cNvPr id="4" name="Group 129"/>
                <p:cNvGrpSpPr/>
                <p:nvPr/>
              </p:nvGrpSpPr>
              <p:grpSpPr>
                <a:xfrm>
                  <a:off x="4505326" y="2589814"/>
                  <a:ext cx="3181349" cy="3057525"/>
                  <a:chOff x="4505325" y="1900237"/>
                  <a:chExt cx="3181349" cy="3057525"/>
                </a:xfrm>
                <a:solidFill>
                  <a:schemeClr val="accent1"/>
                </a:solidFill>
              </p:grpSpPr>
              <p:sp>
                <p:nvSpPr>
                  <p:cNvPr id="5" name="Freeform: Shape 120"/>
                  <p:cNvSpPr/>
                  <p:nvPr/>
                </p:nvSpPr>
                <p:spPr>
                  <a:xfrm>
                    <a:off x="6101715" y="1900237"/>
                    <a:ext cx="1584959" cy="1528762"/>
                  </a:xfrm>
                  <a:custGeom>
                    <a:avLst/>
                    <a:gdLst>
                      <a:gd name="connsiteX0" fmla="*/ 990718 w 1584959"/>
                      <a:gd name="connsiteY0" fmla="*/ 358973 h 1528762"/>
                      <a:gd name="connsiteX1" fmla="*/ 1001077 w 1584959"/>
                      <a:gd name="connsiteY1" fmla="*/ 361949 h 1528762"/>
                      <a:gd name="connsiteX2" fmla="*/ 1520361 w 1584959"/>
                      <a:gd name="connsiteY2" fmla="*/ 1271125 h 1528762"/>
                      <a:gd name="connsiteX3" fmla="*/ 1535276 w 1584959"/>
                      <a:gd name="connsiteY3" fmla="*/ 1399105 h 1528762"/>
                      <a:gd name="connsiteX4" fmla="*/ 1584959 w 1584959"/>
                      <a:gd name="connsiteY4" fmla="*/ 1375409 h 1528762"/>
                      <a:gd name="connsiteX5" fmla="*/ 1528762 w 1584959"/>
                      <a:gd name="connsiteY5" fmla="*/ 1528762 h 1528762"/>
                      <a:gd name="connsiteX6" fmla="*/ 1458277 w 1584959"/>
                      <a:gd name="connsiteY6" fmla="*/ 1381124 h 1528762"/>
                      <a:gd name="connsiteX7" fmla="*/ 1507413 w 1584959"/>
                      <a:gd name="connsiteY7" fmla="*/ 1399189 h 1528762"/>
                      <a:gd name="connsiteX8" fmla="*/ 1492913 w 1584959"/>
                      <a:gd name="connsiteY8" fmla="*/ 1275843 h 1528762"/>
                      <a:gd name="connsiteX9" fmla="*/ 982979 w 1584959"/>
                      <a:gd name="connsiteY9" fmla="*/ 383857 h 1528762"/>
                      <a:gd name="connsiteX10" fmla="*/ 981074 w 1584959"/>
                      <a:gd name="connsiteY10" fmla="*/ 363854 h 1528762"/>
                      <a:gd name="connsiteX11" fmla="*/ 990718 w 1584959"/>
                      <a:gd name="connsiteY11" fmla="*/ 358973 h 1528762"/>
                      <a:gd name="connsiteX12" fmla="*/ 936068 w 1584959"/>
                      <a:gd name="connsiteY12" fmla="*/ 314324 h 1528762"/>
                      <a:gd name="connsiteX13" fmla="*/ 946784 w 1584959"/>
                      <a:gd name="connsiteY13" fmla="*/ 317182 h 1528762"/>
                      <a:gd name="connsiteX14" fmla="*/ 954404 w 1584959"/>
                      <a:gd name="connsiteY14" fmla="*/ 322897 h 1528762"/>
                      <a:gd name="connsiteX15" fmla="*/ 957262 w 1584959"/>
                      <a:gd name="connsiteY15" fmla="*/ 342899 h 1528762"/>
                      <a:gd name="connsiteX16" fmla="*/ 945832 w 1584959"/>
                      <a:gd name="connsiteY16" fmla="*/ 348614 h 1528762"/>
                      <a:gd name="connsiteX17" fmla="*/ 937259 w 1584959"/>
                      <a:gd name="connsiteY17" fmla="*/ 345757 h 1528762"/>
                      <a:gd name="connsiteX18" fmla="*/ 929639 w 1584959"/>
                      <a:gd name="connsiteY18" fmla="*/ 340042 h 1528762"/>
                      <a:gd name="connsiteX19" fmla="*/ 926782 w 1584959"/>
                      <a:gd name="connsiteY19" fmla="*/ 320039 h 1528762"/>
                      <a:gd name="connsiteX20" fmla="*/ 936068 w 1584959"/>
                      <a:gd name="connsiteY20" fmla="*/ 314324 h 1528762"/>
                      <a:gd name="connsiteX21" fmla="*/ 854153 w 1584959"/>
                      <a:gd name="connsiteY21" fmla="*/ 255745 h 1528762"/>
                      <a:gd name="connsiteX22" fmla="*/ 864869 w 1584959"/>
                      <a:gd name="connsiteY22" fmla="*/ 258127 h 1528762"/>
                      <a:gd name="connsiteX23" fmla="*/ 902969 w 1584959"/>
                      <a:gd name="connsiteY23" fmla="*/ 283844 h 1528762"/>
                      <a:gd name="connsiteX24" fmla="*/ 905827 w 1584959"/>
                      <a:gd name="connsiteY24" fmla="*/ 303847 h 1528762"/>
                      <a:gd name="connsiteX25" fmla="*/ 894397 w 1584959"/>
                      <a:gd name="connsiteY25" fmla="*/ 310514 h 1528762"/>
                      <a:gd name="connsiteX26" fmla="*/ 885824 w 1584959"/>
                      <a:gd name="connsiteY26" fmla="*/ 307657 h 1528762"/>
                      <a:gd name="connsiteX27" fmla="*/ 848677 w 1584959"/>
                      <a:gd name="connsiteY27" fmla="*/ 281939 h 1528762"/>
                      <a:gd name="connsiteX28" fmla="*/ 844866 w 1584959"/>
                      <a:gd name="connsiteY28" fmla="*/ 261937 h 1528762"/>
                      <a:gd name="connsiteX29" fmla="*/ 854153 w 1584959"/>
                      <a:gd name="connsiteY29" fmla="*/ 255745 h 1528762"/>
                      <a:gd name="connsiteX30" fmla="*/ 767953 w 1584959"/>
                      <a:gd name="connsiteY30" fmla="*/ 203835 h 1528762"/>
                      <a:gd name="connsiteX31" fmla="*/ 778192 w 1584959"/>
                      <a:gd name="connsiteY31" fmla="*/ 205740 h 1528762"/>
                      <a:gd name="connsiteX32" fmla="*/ 794385 w 1584959"/>
                      <a:gd name="connsiteY32" fmla="*/ 215265 h 1528762"/>
                      <a:gd name="connsiteX33" fmla="*/ 799147 w 1584959"/>
                      <a:gd name="connsiteY33" fmla="*/ 235268 h 1528762"/>
                      <a:gd name="connsiteX34" fmla="*/ 786764 w 1584959"/>
                      <a:gd name="connsiteY34" fmla="*/ 240982 h 1528762"/>
                      <a:gd name="connsiteX35" fmla="*/ 779144 w 1584959"/>
                      <a:gd name="connsiteY35" fmla="*/ 239078 h 1528762"/>
                      <a:gd name="connsiteX36" fmla="*/ 763905 w 1584959"/>
                      <a:gd name="connsiteY36" fmla="*/ 229553 h 1528762"/>
                      <a:gd name="connsiteX37" fmla="*/ 759142 w 1584959"/>
                      <a:gd name="connsiteY37" fmla="*/ 210503 h 1528762"/>
                      <a:gd name="connsiteX38" fmla="*/ 767953 w 1584959"/>
                      <a:gd name="connsiteY38" fmla="*/ 203835 h 1528762"/>
                      <a:gd name="connsiteX39" fmla="*/ 679013 w 1584959"/>
                      <a:gd name="connsiteY39" fmla="*/ 155972 h 1528762"/>
                      <a:gd name="connsiteX40" fmla="*/ 689610 w 1584959"/>
                      <a:gd name="connsiteY40" fmla="*/ 156210 h 1528762"/>
                      <a:gd name="connsiteX41" fmla="*/ 730567 w 1584959"/>
                      <a:gd name="connsiteY41" fmla="*/ 177165 h 1528762"/>
                      <a:gd name="connsiteX42" fmla="*/ 736282 w 1584959"/>
                      <a:gd name="connsiteY42" fmla="*/ 196215 h 1528762"/>
                      <a:gd name="connsiteX43" fmla="*/ 723900 w 1584959"/>
                      <a:gd name="connsiteY43" fmla="*/ 204788 h 1528762"/>
                      <a:gd name="connsiteX44" fmla="*/ 717232 w 1584959"/>
                      <a:gd name="connsiteY44" fmla="*/ 202882 h 1528762"/>
                      <a:gd name="connsiteX45" fmla="*/ 677227 w 1584959"/>
                      <a:gd name="connsiteY45" fmla="*/ 181928 h 1528762"/>
                      <a:gd name="connsiteX46" fmla="*/ 670560 w 1584959"/>
                      <a:gd name="connsiteY46" fmla="*/ 162878 h 1528762"/>
                      <a:gd name="connsiteX47" fmla="*/ 679013 w 1584959"/>
                      <a:gd name="connsiteY47" fmla="*/ 155972 h 1528762"/>
                      <a:gd name="connsiteX48" fmla="*/ 586858 w 1584959"/>
                      <a:gd name="connsiteY48" fmla="*/ 115134 h 1528762"/>
                      <a:gd name="connsiteX49" fmla="*/ 598169 w 1584959"/>
                      <a:gd name="connsiteY49" fmla="*/ 115253 h 1528762"/>
                      <a:gd name="connsiteX50" fmla="*/ 615314 w 1584959"/>
                      <a:gd name="connsiteY50" fmla="*/ 121920 h 1528762"/>
                      <a:gd name="connsiteX51" fmla="*/ 622935 w 1584959"/>
                      <a:gd name="connsiteY51" fmla="*/ 140970 h 1528762"/>
                      <a:gd name="connsiteX52" fmla="*/ 608647 w 1584959"/>
                      <a:gd name="connsiteY52" fmla="*/ 149543 h 1528762"/>
                      <a:gd name="connsiteX53" fmla="*/ 602932 w 1584959"/>
                      <a:gd name="connsiteY53" fmla="*/ 148590 h 1528762"/>
                      <a:gd name="connsiteX54" fmla="*/ 586739 w 1584959"/>
                      <a:gd name="connsiteY54" fmla="*/ 141922 h 1528762"/>
                      <a:gd name="connsiteX55" fmla="*/ 579119 w 1584959"/>
                      <a:gd name="connsiteY55" fmla="*/ 122872 h 1528762"/>
                      <a:gd name="connsiteX56" fmla="*/ 586858 w 1584959"/>
                      <a:gd name="connsiteY56" fmla="*/ 115134 h 1528762"/>
                      <a:gd name="connsiteX57" fmla="*/ 502919 w 1584959"/>
                      <a:gd name="connsiteY57" fmla="*/ 80010 h 1528762"/>
                      <a:gd name="connsiteX58" fmla="*/ 545782 w 1584959"/>
                      <a:gd name="connsiteY58" fmla="*/ 95250 h 1528762"/>
                      <a:gd name="connsiteX59" fmla="*/ 554355 w 1584959"/>
                      <a:gd name="connsiteY59" fmla="*/ 113347 h 1528762"/>
                      <a:gd name="connsiteX60" fmla="*/ 541019 w 1584959"/>
                      <a:gd name="connsiteY60" fmla="*/ 122872 h 1528762"/>
                      <a:gd name="connsiteX61" fmla="*/ 536257 w 1584959"/>
                      <a:gd name="connsiteY61" fmla="*/ 121920 h 1528762"/>
                      <a:gd name="connsiteX62" fmla="*/ 493394 w 1584959"/>
                      <a:gd name="connsiteY62" fmla="*/ 106680 h 1528762"/>
                      <a:gd name="connsiteX63" fmla="*/ 484822 w 1584959"/>
                      <a:gd name="connsiteY63" fmla="*/ 88583 h 1528762"/>
                      <a:gd name="connsiteX64" fmla="*/ 502919 w 1584959"/>
                      <a:gd name="connsiteY64" fmla="*/ 80010 h 1528762"/>
                      <a:gd name="connsiteX65" fmla="*/ 405764 w 1584959"/>
                      <a:gd name="connsiteY65" fmla="*/ 50482 h 1528762"/>
                      <a:gd name="connsiteX66" fmla="*/ 423862 w 1584959"/>
                      <a:gd name="connsiteY66" fmla="*/ 55245 h 1528762"/>
                      <a:gd name="connsiteX67" fmla="*/ 433387 w 1584959"/>
                      <a:gd name="connsiteY67" fmla="*/ 72390 h 1528762"/>
                      <a:gd name="connsiteX68" fmla="*/ 420052 w 1584959"/>
                      <a:gd name="connsiteY68" fmla="*/ 83820 h 1528762"/>
                      <a:gd name="connsiteX69" fmla="*/ 416242 w 1584959"/>
                      <a:gd name="connsiteY69" fmla="*/ 82867 h 1528762"/>
                      <a:gd name="connsiteX70" fmla="*/ 399097 w 1584959"/>
                      <a:gd name="connsiteY70" fmla="*/ 78105 h 1528762"/>
                      <a:gd name="connsiteX71" fmla="*/ 388619 w 1584959"/>
                      <a:gd name="connsiteY71" fmla="*/ 60960 h 1528762"/>
                      <a:gd name="connsiteX72" fmla="*/ 405764 w 1584959"/>
                      <a:gd name="connsiteY72" fmla="*/ 50482 h 1528762"/>
                      <a:gd name="connsiteX73" fmla="*/ 308609 w 1584959"/>
                      <a:gd name="connsiteY73" fmla="*/ 27622 h 1528762"/>
                      <a:gd name="connsiteX74" fmla="*/ 353377 w 1584959"/>
                      <a:gd name="connsiteY74" fmla="*/ 37147 h 1528762"/>
                      <a:gd name="connsiteX75" fmla="*/ 363855 w 1584959"/>
                      <a:gd name="connsiteY75" fmla="*/ 54292 h 1528762"/>
                      <a:gd name="connsiteX76" fmla="*/ 349567 w 1584959"/>
                      <a:gd name="connsiteY76" fmla="*/ 65722 h 1528762"/>
                      <a:gd name="connsiteX77" fmla="*/ 346709 w 1584959"/>
                      <a:gd name="connsiteY77" fmla="*/ 65722 h 1528762"/>
                      <a:gd name="connsiteX78" fmla="*/ 302894 w 1584959"/>
                      <a:gd name="connsiteY78" fmla="*/ 56197 h 1528762"/>
                      <a:gd name="connsiteX79" fmla="*/ 291464 w 1584959"/>
                      <a:gd name="connsiteY79" fmla="*/ 39052 h 1528762"/>
                      <a:gd name="connsiteX80" fmla="*/ 308609 w 1584959"/>
                      <a:gd name="connsiteY80" fmla="*/ 27622 h 1528762"/>
                      <a:gd name="connsiteX81" fmla="*/ 207644 w 1584959"/>
                      <a:gd name="connsiteY81" fmla="*/ 12382 h 1528762"/>
                      <a:gd name="connsiteX82" fmla="*/ 225742 w 1584959"/>
                      <a:gd name="connsiteY82" fmla="*/ 15240 h 1528762"/>
                      <a:gd name="connsiteX83" fmla="*/ 238125 w 1584959"/>
                      <a:gd name="connsiteY83" fmla="*/ 31432 h 1528762"/>
                      <a:gd name="connsiteX84" fmla="*/ 223837 w 1584959"/>
                      <a:gd name="connsiteY84" fmla="*/ 42862 h 1528762"/>
                      <a:gd name="connsiteX85" fmla="*/ 221932 w 1584959"/>
                      <a:gd name="connsiteY85" fmla="*/ 42862 h 1528762"/>
                      <a:gd name="connsiteX86" fmla="*/ 203834 w 1584959"/>
                      <a:gd name="connsiteY86" fmla="*/ 40957 h 1528762"/>
                      <a:gd name="connsiteX87" fmla="*/ 191452 w 1584959"/>
                      <a:gd name="connsiteY87" fmla="*/ 24765 h 1528762"/>
                      <a:gd name="connsiteX88" fmla="*/ 207644 w 1584959"/>
                      <a:gd name="connsiteY88" fmla="*/ 12382 h 1528762"/>
                      <a:gd name="connsiteX89" fmla="*/ 107632 w 1584959"/>
                      <a:gd name="connsiteY89" fmla="*/ 1905 h 1528762"/>
                      <a:gd name="connsiteX90" fmla="*/ 153352 w 1584959"/>
                      <a:gd name="connsiteY90" fmla="*/ 5715 h 1528762"/>
                      <a:gd name="connsiteX91" fmla="*/ 166687 w 1584959"/>
                      <a:gd name="connsiteY91" fmla="*/ 20955 h 1528762"/>
                      <a:gd name="connsiteX92" fmla="*/ 151447 w 1584959"/>
                      <a:gd name="connsiteY92" fmla="*/ 34290 h 1528762"/>
                      <a:gd name="connsiteX93" fmla="*/ 150494 w 1584959"/>
                      <a:gd name="connsiteY93" fmla="*/ 34290 h 1528762"/>
                      <a:gd name="connsiteX94" fmla="*/ 105727 w 1584959"/>
                      <a:gd name="connsiteY94" fmla="*/ 30480 h 1528762"/>
                      <a:gd name="connsiteX95" fmla="*/ 92392 w 1584959"/>
                      <a:gd name="connsiteY95" fmla="*/ 15240 h 1528762"/>
                      <a:gd name="connsiteX96" fmla="*/ 107632 w 1584959"/>
                      <a:gd name="connsiteY96" fmla="*/ 1905 h 1528762"/>
                      <a:gd name="connsiteX97" fmla="*/ 14288 w 1584959"/>
                      <a:gd name="connsiteY97" fmla="*/ 0 h 1528762"/>
                      <a:gd name="connsiteX98" fmla="*/ 24765 w 1584959"/>
                      <a:gd name="connsiteY98" fmla="*/ 0 h 1528762"/>
                      <a:gd name="connsiteX99" fmla="*/ 39052 w 1584959"/>
                      <a:gd name="connsiteY99" fmla="*/ 14288 h 1528762"/>
                      <a:gd name="connsiteX100" fmla="*/ 23813 w 1584959"/>
                      <a:gd name="connsiteY100" fmla="*/ 28575 h 1528762"/>
                      <a:gd name="connsiteX101" fmla="*/ 14288 w 1584959"/>
                      <a:gd name="connsiteY101" fmla="*/ 28575 h 1528762"/>
                      <a:gd name="connsiteX102" fmla="*/ 0 w 1584959"/>
                      <a:gd name="connsiteY102" fmla="*/ 14288 h 1528762"/>
                      <a:gd name="connsiteX103" fmla="*/ 14288 w 1584959"/>
                      <a:gd name="connsiteY103" fmla="*/ 0 h 15287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</a:cxnLst>
                    <a:rect l="l" t="t" r="r" b="b"/>
                    <a:pathLst>
                      <a:path w="1584959" h="1528762">
                        <a:moveTo>
                          <a:pt x="990718" y="358973"/>
                        </a:moveTo>
                        <a:cubicBezTo>
                          <a:pt x="994409" y="358615"/>
                          <a:pt x="998219" y="359568"/>
                          <a:pt x="1001077" y="361949"/>
                        </a:cubicBezTo>
                        <a:cubicBezTo>
                          <a:pt x="1280278" y="598645"/>
                          <a:pt x="1461030" y="917018"/>
                          <a:pt x="1520361" y="1271125"/>
                        </a:cubicBezTo>
                        <a:lnTo>
                          <a:pt x="1535276" y="1399105"/>
                        </a:lnTo>
                        <a:lnTo>
                          <a:pt x="1584959" y="1375409"/>
                        </a:lnTo>
                        <a:lnTo>
                          <a:pt x="1528762" y="1528762"/>
                        </a:lnTo>
                        <a:lnTo>
                          <a:pt x="1458277" y="1381124"/>
                        </a:lnTo>
                        <a:lnTo>
                          <a:pt x="1507413" y="1399189"/>
                        </a:lnTo>
                        <a:lnTo>
                          <a:pt x="1492913" y="1275843"/>
                        </a:lnTo>
                        <a:cubicBezTo>
                          <a:pt x="1434390" y="928195"/>
                          <a:pt x="1257180" y="615553"/>
                          <a:pt x="982979" y="383857"/>
                        </a:cubicBezTo>
                        <a:cubicBezTo>
                          <a:pt x="977264" y="379094"/>
                          <a:pt x="976312" y="369569"/>
                          <a:pt x="981074" y="363854"/>
                        </a:cubicBezTo>
                        <a:cubicBezTo>
                          <a:pt x="983455" y="360996"/>
                          <a:pt x="987027" y="359330"/>
                          <a:pt x="990718" y="358973"/>
                        </a:cubicBezTo>
                        <a:close/>
                        <a:moveTo>
                          <a:pt x="936068" y="314324"/>
                        </a:moveTo>
                        <a:cubicBezTo>
                          <a:pt x="939640" y="313848"/>
                          <a:pt x="943450" y="314800"/>
                          <a:pt x="946784" y="317182"/>
                        </a:cubicBezTo>
                        <a:lnTo>
                          <a:pt x="954404" y="322897"/>
                        </a:lnTo>
                        <a:cubicBezTo>
                          <a:pt x="961072" y="327659"/>
                          <a:pt x="962024" y="337184"/>
                          <a:pt x="957262" y="342899"/>
                        </a:cubicBezTo>
                        <a:cubicBezTo>
                          <a:pt x="954404" y="346709"/>
                          <a:pt x="949641" y="348614"/>
                          <a:pt x="945832" y="348614"/>
                        </a:cubicBezTo>
                        <a:cubicBezTo>
                          <a:pt x="942974" y="348614"/>
                          <a:pt x="940116" y="347662"/>
                          <a:pt x="937259" y="345757"/>
                        </a:cubicBezTo>
                        <a:lnTo>
                          <a:pt x="929639" y="340042"/>
                        </a:lnTo>
                        <a:cubicBezTo>
                          <a:pt x="922972" y="335279"/>
                          <a:pt x="922019" y="326707"/>
                          <a:pt x="926782" y="320039"/>
                        </a:cubicBezTo>
                        <a:cubicBezTo>
                          <a:pt x="929163" y="316705"/>
                          <a:pt x="932496" y="314800"/>
                          <a:pt x="936068" y="314324"/>
                        </a:cubicBezTo>
                        <a:close/>
                        <a:moveTo>
                          <a:pt x="854153" y="255745"/>
                        </a:moveTo>
                        <a:cubicBezTo>
                          <a:pt x="857725" y="255031"/>
                          <a:pt x="861535" y="255745"/>
                          <a:pt x="864869" y="258127"/>
                        </a:cubicBezTo>
                        <a:cubicBezTo>
                          <a:pt x="877252" y="266699"/>
                          <a:pt x="890587" y="275272"/>
                          <a:pt x="902969" y="283844"/>
                        </a:cubicBezTo>
                        <a:cubicBezTo>
                          <a:pt x="909637" y="288607"/>
                          <a:pt x="910589" y="297179"/>
                          <a:pt x="905827" y="303847"/>
                        </a:cubicBezTo>
                        <a:cubicBezTo>
                          <a:pt x="902969" y="308609"/>
                          <a:pt x="898206" y="310514"/>
                          <a:pt x="894397" y="310514"/>
                        </a:cubicBezTo>
                        <a:cubicBezTo>
                          <a:pt x="891539" y="310514"/>
                          <a:pt x="888681" y="309562"/>
                          <a:pt x="885824" y="307657"/>
                        </a:cubicBezTo>
                        <a:cubicBezTo>
                          <a:pt x="873441" y="299084"/>
                          <a:pt x="861059" y="290512"/>
                          <a:pt x="848677" y="281939"/>
                        </a:cubicBezTo>
                        <a:cubicBezTo>
                          <a:pt x="842009" y="277177"/>
                          <a:pt x="840104" y="268604"/>
                          <a:pt x="844866" y="261937"/>
                        </a:cubicBezTo>
                        <a:cubicBezTo>
                          <a:pt x="847247" y="258603"/>
                          <a:pt x="850581" y="256460"/>
                          <a:pt x="854153" y="255745"/>
                        </a:cubicBezTo>
                        <a:close/>
                        <a:moveTo>
                          <a:pt x="767953" y="203835"/>
                        </a:moveTo>
                        <a:cubicBezTo>
                          <a:pt x="771287" y="202883"/>
                          <a:pt x="774858" y="203359"/>
                          <a:pt x="778192" y="205740"/>
                        </a:cubicBezTo>
                        <a:cubicBezTo>
                          <a:pt x="783907" y="208597"/>
                          <a:pt x="788669" y="211455"/>
                          <a:pt x="794385" y="215265"/>
                        </a:cubicBezTo>
                        <a:cubicBezTo>
                          <a:pt x="801052" y="219075"/>
                          <a:pt x="802957" y="227647"/>
                          <a:pt x="799147" y="235268"/>
                        </a:cubicBezTo>
                        <a:cubicBezTo>
                          <a:pt x="797242" y="238125"/>
                          <a:pt x="792480" y="240982"/>
                          <a:pt x="786764" y="240982"/>
                        </a:cubicBezTo>
                        <a:cubicBezTo>
                          <a:pt x="783907" y="240982"/>
                          <a:pt x="782002" y="240030"/>
                          <a:pt x="779144" y="239078"/>
                        </a:cubicBezTo>
                        <a:cubicBezTo>
                          <a:pt x="774382" y="236220"/>
                          <a:pt x="768667" y="233363"/>
                          <a:pt x="763905" y="229553"/>
                        </a:cubicBezTo>
                        <a:cubicBezTo>
                          <a:pt x="757237" y="225743"/>
                          <a:pt x="754380" y="217170"/>
                          <a:pt x="759142" y="210503"/>
                        </a:cubicBezTo>
                        <a:cubicBezTo>
                          <a:pt x="761523" y="207169"/>
                          <a:pt x="764619" y="204788"/>
                          <a:pt x="767953" y="203835"/>
                        </a:cubicBezTo>
                        <a:close/>
                        <a:moveTo>
                          <a:pt x="679013" y="155972"/>
                        </a:moveTo>
                        <a:cubicBezTo>
                          <a:pt x="682466" y="154781"/>
                          <a:pt x="686276" y="154781"/>
                          <a:pt x="689610" y="156210"/>
                        </a:cubicBezTo>
                        <a:cubicBezTo>
                          <a:pt x="702944" y="162878"/>
                          <a:pt x="717232" y="169545"/>
                          <a:pt x="730567" y="177165"/>
                        </a:cubicBezTo>
                        <a:cubicBezTo>
                          <a:pt x="737235" y="180975"/>
                          <a:pt x="740092" y="189547"/>
                          <a:pt x="736282" y="196215"/>
                        </a:cubicBezTo>
                        <a:cubicBezTo>
                          <a:pt x="733425" y="201930"/>
                          <a:pt x="728662" y="204788"/>
                          <a:pt x="723900" y="204788"/>
                        </a:cubicBezTo>
                        <a:cubicBezTo>
                          <a:pt x="721994" y="204788"/>
                          <a:pt x="719137" y="203835"/>
                          <a:pt x="717232" y="202882"/>
                        </a:cubicBezTo>
                        <a:cubicBezTo>
                          <a:pt x="703897" y="196215"/>
                          <a:pt x="690562" y="188595"/>
                          <a:pt x="677227" y="181928"/>
                        </a:cubicBezTo>
                        <a:cubicBezTo>
                          <a:pt x="670560" y="178118"/>
                          <a:pt x="667702" y="169545"/>
                          <a:pt x="670560" y="162878"/>
                        </a:cubicBezTo>
                        <a:cubicBezTo>
                          <a:pt x="672464" y="159544"/>
                          <a:pt x="675560" y="157163"/>
                          <a:pt x="679013" y="155972"/>
                        </a:cubicBezTo>
                        <a:close/>
                        <a:moveTo>
                          <a:pt x="586858" y="115134"/>
                        </a:moveTo>
                        <a:cubicBezTo>
                          <a:pt x="590311" y="113824"/>
                          <a:pt x="594359" y="113824"/>
                          <a:pt x="598169" y="115253"/>
                        </a:cubicBezTo>
                        <a:cubicBezTo>
                          <a:pt x="603884" y="117158"/>
                          <a:pt x="609600" y="120015"/>
                          <a:pt x="615314" y="121920"/>
                        </a:cubicBezTo>
                        <a:cubicBezTo>
                          <a:pt x="622935" y="124778"/>
                          <a:pt x="625792" y="133350"/>
                          <a:pt x="622935" y="140970"/>
                        </a:cubicBezTo>
                        <a:cubicBezTo>
                          <a:pt x="620077" y="146685"/>
                          <a:pt x="614362" y="149543"/>
                          <a:pt x="608647" y="149543"/>
                        </a:cubicBezTo>
                        <a:cubicBezTo>
                          <a:pt x="606742" y="149543"/>
                          <a:pt x="604837" y="149543"/>
                          <a:pt x="602932" y="148590"/>
                        </a:cubicBezTo>
                        <a:cubicBezTo>
                          <a:pt x="597217" y="146685"/>
                          <a:pt x="591502" y="143828"/>
                          <a:pt x="586739" y="141922"/>
                        </a:cubicBezTo>
                        <a:cubicBezTo>
                          <a:pt x="579119" y="139065"/>
                          <a:pt x="576262" y="130492"/>
                          <a:pt x="579119" y="122872"/>
                        </a:cubicBezTo>
                        <a:cubicBezTo>
                          <a:pt x="580548" y="119062"/>
                          <a:pt x="583406" y="116443"/>
                          <a:pt x="586858" y="115134"/>
                        </a:cubicBezTo>
                        <a:close/>
                        <a:moveTo>
                          <a:pt x="502919" y="80010"/>
                        </a:moveTo>
                        <a:cubicBezTo>
                          <a:pt x="517207" y="84772"/>
                          <a:pt x="531494" y="90487"/>
                          <a:pt x="545782" y="95250"/>
                        </a:cubicBezTo>
                        <a:cubicBezTo>
                          <a:pt x="553402" y="98108"/>
                          <a:pt x="557212" y="106680"/>
                          <a:pt x="554355" y="113347"/>
                        </a:cubicBezTo>
                        <a:cubicBezTo>
                          <a:pt x="552450" y="119062"/>
                          <a:pt x="546734" y="122872"/>
                          <a:pt x="541019" y="122872"/>
                        </a:cubicBezTo>
                        <a:cubicBezTo>
                          <a:pt x="539114" y="122872"/>
                          <a:pt x="538162" y="122872"/>
                          <a:pt x="536257" y="121920"/>
                        </a:cubicBezTo>
                        <a:cubicBezTo>
                          <a:pt x="521969" y="117158"/>
                          <a:pt x="507682" y="111442"/>
                          <a:pt x="493394" y="106680"/>
                        </a:cubicBezTo>
                        <a:cubicBezTo>
                          <a:pt x="485775" y="103822"/>
                          <a:pt x="481964" y="96203"/>
                          <a:pt x="484822" y="88583"/>
                        </a:cubicBezTo>
                        <a:cubicBezTo>
                          <a:pt x="487680" y="80962"/>
                          <a:pt x="495300" y="77153"/>
                          <a:pt x="502919" y="80010"/>
                        </a:cubicBezTo>
                        <a:close/>
                        <a:moveTo>
                          <a:pt x="405764" y="50482"/>
                        </a:moveTo>
                        <a:cubicBezTo>
                          <a:pt x="411480" y="52387"/>
                          <a:pt x="417194" y="53340"/>
                          <a:pt x="423862" y="55245"/>
                        </a:cubicBezTo>
                        <a:cubicBezTo>
                          <a:pt x="431482" y="57150"/>
                          <a:pt x="436244" y="64770"/>
                          <a:pt x="433387" y="72390"/>
                        </a:cubicBezTo>
                        <a:cubicBezTo>
                          <a:pt x="432434" y="79058"/>
                          <a:pt x="425767" y="83820"/>
                          <a:pt x="420052" y="83820"/>
                        </a:cubicBezTo>
                        <a:cubicBezTo>
                          <a:pt x="419100" y="83820"/>
                          <a:pt x="417194" y="83820"/>
                          <a:pt x="416242" y="82867"/>
                        </a:cubicBezTo>
                        <a:cubicBezTo>
                          <a:pt x="410527" y="80962"/>
                          <a:pt x="404812" y="80010"/>
                          <a:pt x="399097" y="78105"/>
                        </a:cubicBezTo>
                        <a:cubicBezTo>
                          <a:pt x="391477" y="76200"/>
                          <a:pt x="386714" y="68580"/>
                          <a:pt x="388619" y="60960"/>
                        </a:cubicBezTo>
                        <a:cubicBezTo>
                          <a:pt x="390525" y="53340"/>
                          <a:pt x="398144" y="48577"/>
                          <a:pt x="405764" y="50482"/>
                        </a:cubicBezTo>
                        <a:close/>
                        <a:moveTo>
                          <a:pt x="308609" y="27622"/>
                        </a:moveTo>
                        <a:cubicBezTo>
                          <a:pt x="323850" y="30480"/>
                          <a:pt x="339089" y="33337"/>
                          <a:pt x="353377" y="37147"/>
                        </a:cubicBezTo>
                        <a:cubicBezTo>
                          <a:pt x="360997" y="39052"/>
                          <a:pt x="365759" y="46672"/>
                          <a:pt x="363855" y="54292"/>
                        </a:cubicBezTo>
                        <a:cubicBezTo>
                          <a:pt x="361950" y="60960"/>
                          <a:pt x="356234" y="65722"/>
                          <a:pt x="349567" y="65722"/>
                        </a:cubicBezTo>
                        <a:cubicBezTo>
                          <a:pt x="348614" y="65722"/>
                          <a:pt x="347662" y="65722"/>
                          <a:pt x="346709" y="65722"/>
                        </a:cubicBezTo>
                        <a:cubicBezTo>
                          <a:pt x="332422" y="62865"/>
                          <a:pt x="317182" y="59055"/>
                          <a:pt x="302894" y="56197"/>
                        </a:cubicBezTo>
                        <a:cubicBezTo>
                          <a:pt x="295275" y="54292"/>
                          <a:pt x="290512" y="47625"/>
                          <a:pt x="291464" y="39052"/>
                        </a:cubicBezTo>
                        <a:cubicBezTo>
                          <a:pt x="293369" y="31432"/>
                          <a:pt x="300989" y="26670"/>
                          <a:pt x="308609" y="27622"/>
                        </a:cubicBezTo>
                        <a:close/>
                        <a:moveTo>
                          <a:pt x="207644" y="12382"/>
                        </a:moveTo>
                        <a:cubicBezTo>
                          <a:pt x="213359" y="13335"/>
                          <a:pt x="220027" y="14287"/>
                          <a:pt x="225742" y="15240"/>
                        </a:cubicBezTo>
                        <a:cubicBezTo>
                          <a:pt x="233362" y="16192"/>
                          <a:pt x="239077" y="23812"/>
                          <a:pt x="238125" y="31432"/>
                        </a:cubicBezTo>
                        <a:cubicBezTo>
                          <a:pt x="237172" y="38100"/>
                          <a:pt x="231457" y="42862"/>
                          <a:pt x="223837" y="42862"/>
                        </a:cubicBezTo>
                        <a:cubicBezTo>
                          <a:pt x="222884" y="42862"/>
                          <a:pt x="222884" y="42862"/>
                          <a:pt x="221932" y="42862"/>
                        </a:cubicBezTo>
                        <a:cubicBezTo>
                          <a:pt x="216217" y="41910"/>
                          <a:pt x="210502" y="40957"/>
                          <a:pt x="203834" y="40957"/>
                        </a:cubicBezTo>
                        <a:cubicBezTo>
                          <a:pt x="196214" y="40005"/>
                          <a:pt x="190500" y="32385"/>
                          <a:pt x="191452" y="24765"/>
                        </a:cubicBezTo>
                        <a:cubicBezTo>
                          <a:pt x="192405" y="17145"/>
                          <a:pt x="200025" y="11430"/>
                          <a:pt x="207644" y="12382"/>
                        </a:cubicBezTo>
                        <a:close/>
                        <a:moveTo>
                          <a:pt x="107632" y="1905"/>
                        </a:moveTo>
                        <a:cubicBezTo>
                          <a:pt x="122872" y="2857"/>
                          <a:pt x="138112" y="3810"/>
                          <a:pt x="153352" y="5715"/>
                        </a:cubicBezTo>
                        <a:cubicBezTo>
                          <a:pt x="160972" y="6667"/>
                          <a:pt x="166687" y="13335"/>
                          <a:pt x="166687" y="20955"/>
                        </a:cubicBezTo>
                        <a:cubicBezTo>
                          <a:pt x="164782" y="29527"/>
                          <a:pt x="159067" y="34290"/>
                          <a:pt x="151447" y="34290"/>
                        </a:cubicBezTo>
                        <a:cubicBezTo>
                          <a:pt x="151447" y="34290"/>
                          <a:pt x="150494" y="34290"/>
                          <a:pt x="150494" y="34290"/>
                        </a:cubicBezTo>
                        <a:cubicBezTo>
                          <a:pt x="135255" y="33337"/>
                          <a:pt x="120967" y="31432"/>
                          <a:pt x="105727" y="30480"/>
                        </a:cubicBezTo>
                        <a:cubicBezTo>
                          <a:pt x="98107" y="30480"/>
                          <a:pt x="91439" y="22860"/>
                          <a:pt x="92392" y="15240"/>
                        </a:cubicBezTo>
                        <a:cubicBezTo>
                          <a:pt x="93344" y="7620"/>
                          <a:pt x="100012" y="952"/>
                          <a:pt x="107632" y="1905"/>
                        </a:cubicBezTo>
                        <a:close/>
                        <a:moveTo>
                          <a:pt x="14288" y="0"/>
                        </a:moveTo>
                        <a:lnTo>
                          <a:pt x="24765" y="0"/>
                        </a:lnTo>
                        <a:cubicBezTo>
                          <a:pt x="32385" y="0"/>
                          <a:pt x="39052" y="6668"/>
                          <a:pt x="39052" y="14288"/>
                        </a:cubicBezTo>
                        <a:cubicBezTo>
                          <a:pt x="38100" y="21908"/>
                          <a:pt x="32385" y="28575"/>
                          <a:pt x="23813" y="28575"/>
                        </a:cubicBezTo>
                        <a:lnTo>
                          <a:pt x="14288" y="28575"/>
                        </a:lnTo>
                        <a:cubicBezTo>
                          <a:pt x="6667" y="28575"/>
                          <a:pt x="0" y="21908"/>
                          <a:pt x="0" y="14288"/>
                        </a:cubicBezTo>
                        <a:cubicBezTo>
                          <a:pt x="0" y="6668"/>
                          <a:pt x="6667" y="0"/>
                          <a:pt x="14288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" name="Freeform: Shape 121"/>
                  <p:cNvSpPr/>
                  <p:nvPr/>
                </p:nvSpPr>
                <p:spPr>
                  <a:xfrm>
                    <a:off x="4505325" y="3429952"/>
                    <a:ext cx="1584959" cy="1527810"/>
                  </a:xfrm>
                  <a:custGeom>
                    <a:avLst/>
                    <a:gdLst>
                      <a:gd name="connsiteX0" fmla="*/ 1561147 w 1584959"/>
                      <a:gd name="connsiteY0" fmla="*/ 1499235 h 1527810"/>
                      <a:gd name="connsiteX1" fmla="*/ 1570672 w 1584959"/>
                      <a:gd name="connsiteY1" fmla="*/ 1499235 h 1527810"/>
                      <a:gd name="connsiteX2" fmla="*/ 1584959 w 1584959"/>
                      <a:gd name="connsiteY2" fmla="*/ 1513523 h 1527810"/>
                      <a:gd name="connsiteX3" fmla="*/ 1571624 w 1584959"/>
                      <a:gd name="connsiteY3" fmla="*/ 1527810 h 1527810"/>
                      <a:gd name="connsiteX4" fmla="*/ 1561147 w 1584959"/>
                      <a:gd name="connsiteY4" fmla="*/ 1527810 h 1527810"/>
                      <a:gd name="connsiteX5" fmla="*/ 1546859 w 1584959"/>
                      <a:gd name="connsiteY5" fmla="*/ 1513523 h 1527810"/>
                      <a:gd name="connsiteX6" fmla="*/ 1561147 w 1584959"/>
                      <a:gd name="connsiteY6" fmla="*/ 1499235 h 1527810"/>
                      <a:gd name="connsiteX7" fmla="*/ 1434465 w 1584959"/>
                      <a:gd name="connsiteY7" fmla="*/ 1492567 h 1527810"/>
                      <a:gd name="connsiteX8" fmla="*/ 1479232 w 1584959"/>
                      <a:gd name="connsiteY8" fmla="*/ 1496377 h 1527810"/>
                      <a:gd name="connsiteX9" fmla="*/ 1492567 w 1584959"/>
                      <a:gd name="connsiteY9" fmla="*/ 1511617 h 1527810"/>
                      <a:gd name="connsiteX10" fmla="*/ 1479232 w 1584959"/>
                      <a:gd name="connsiteY10" fmla="*/ 1524952 h 1527810"/>
                      <a:gd name="connsiteX11" fmla="*/ 1432560 w 1584959"/>
                      <a:gd name="connsiteY11" fmla="*/ 1521142 h 1527810"/>
                      <a:gd name="connsiteX12" fmla="*/ 1419225 w 1584959"/>
                      <a:gd name="connsiteY12" fmla="*/ 1505902 h 1527810"/>
                      <a:gd name="connsiteX13" fmla="*/ 1434465 w 1584959"/>
                      <a:gd name="connsiteY13" fmla="*/ 1492567 h 1527810"/>
                      <a:gd name="connsiteX14" fmla="*/ 1363027 w 1584959"/>
                      <a:gd name="connsiteY14" fmla="*/ 1484947 h 1527810"/>
                      <a:gd name="connsiteX15" fmla="*/ 1381125 w 1584959"/>
                      <a:gd name="connsiteY15" fmla="*/ 1486852 h 1527810"/>
                      <a:gd name="connsiteX16" fmla="*/ 1393507 w 1584959"/>
                      <a:gd name="connsiteY16" fmla="*/ 1503044 h 1527810"/>
                      <a:gd name="connsiteX17" fmla="*/ 1379220 w 1584959"/>
                      <a:gd name="connsiteY17" fmla="*/ 1516379 h 1527810"/>
                      <a:gd name="connsiteX18" fmla="*/ 1377315 w 1584959"/>
                      <a:gd name="connsiteY18" fmla="*/ 1516379 h 1527810"/>
                      <a:gd name="connsiteX19" fmla="*/ 1359217 w 1584959"/>
                      <a:gd name="connsiteY19" fmla="*/ 1513522 h 1527810"/>
                      <a:gd name="connsiteX20" fmla="*/ 1346835 w 1584959"/>
                      <a:gd name="connsiteY20" fmla="*/ 1497329 h 1527810"/>
                      <a:gd name="connsiteX21" fmla="*/ 1363027 w 1584959"/>
                      <a:gd name="connsiteY21" fmla="*/ 1484947 h 1527810"/>
                      <a:gd name="connsiteX22" fmla="*/ 1239202 w 1584959"/>
                      <a:gd name="connsiteY22" fmla="*/ 1463039 h 1527810"/>
                      <a:gd name="connsiteX23" fmla="*/ 1283017 w 1584959"/>
                      <a:gd name="connsiteY23" fmla="*/ 1472564 h 1527810"/>
                      <a:gd name="connsiteX24" fmla="*/ 1294447 w 1584959"/>
                      <a:gd name="connsiteY24" fmla="*/ 1489709 h 1527810"/>
                      <a:gd name="connsiteX25" fmla="*/ 1280160 w 1584959"/>
                      <a:gd name="connsiteY25" fmla="*/ 1500187 h 1527810"/>
                      <a:gd name="connsiteX26" fmla="*/ 1277302 w 1584959"/>
                      <a:gd name="connsiteY26" fmla="*/ 1500187 h 1527810"/>
                      <a:gd name="connsiteX27" fmla="*/ 1232535 w 1584959"/>
                      <a:gd name="connsiteY27" fmla="*/ 1490662 h 1527810"/>
                      <a:gd name="connsiteX28" fmla="*/ 1222057 w 1584959"/>
                      <a:gd name="connsiteY28" fmla="*/ 1473517 h 1527810"/>
                      <a:gd name="connsiteX29" fmla="*/ 1239202 w 1584959"/>
                      <a:gd name="connsiteY29" fmla="*/ 1463039 h 1527810"/>
                      <a:gd name="connsiteX30" fmla="*/ 1168717 w 1584959"/>
                      <a:gd name="connsiteY30" fmla="*/ 1446847 h 1527810"/>
                      <a:gd name="connsiteX31" fmla="*/ 1185862 w 1584959"/>
                      <a:gd name="connsiteY31" fmla="*/ 1451609 h 1527810"/>
                      <a:gd name="connsiteX32" fmla="*/ 1196340 w 1584959"/>
                      <a:gd name="connsiteY32" fmla="*/ 1468754 h 1527810"/>
                      <a:gd name="connsiteX33" fmla="*/ 1183005 w 1584959"/>
                      <a:gd name="connsiteY33" fmla="*/ 1478279 h 1527810"/>
                      <a:gd name="connsiteX34" fmla="*/ 1179195 w 1584959"/>
                      <a:gd name="connsiteY34" fmla="*/ 1478279 h 1527810"/>
                      <a:gd name="connsiteX35" fmla="*/ 1161097 w 1584959"/>
                      <a:gd name="connsiteY35" fmla="*/ 1473517 h 1527810"/>
                      <a:gd name="connsiteX36" fmla="*/ 1151572 w 1584959"/>
                      <a:gd name="connsiteY36" fmla="*/ 1456372 h 1527810"/>
                      <a:gd name="connsiteX37" fmla="*/ 1168717 w 1584959"/>
                      <a:gd name="connsiteY37" fmla="*/ 1446847 h 1527810"/>
                      <a:gd name="connsiteX38" fmla="*/ 1048702 w 1584959"/>
                      <a:gd name="connsiteY38" fmla="*/ 1405889 h 1527810"/>
                      <a:gd name="connsiteX39" fmla="*/ 1091565 w 1584959"/>
                      <a:gd name="connsiteY39" fmla="*/ 1421129 h 1527810"/>
                      <a:gd name="connsiteX40" fmla="*/ 1100137 w 1584959"/>
                      <a:gd name="connsiteY40" fmla="*/ 1439227 h 1527810"/>
                      <a:gd name="connsiteX41" fmla="*/ 1086802 w 1584959"/>
                      <a:gd name="connsiteY41" fmla="*/ 1448752 h 1527810"/>
                      <a:gd name="connsiteX42" fmla="*/ 1082040 w 1584959"/>
                      <a:gd name="connsiteY42" fmla="*/ 1447799 h 1527810"/>
                      <a:gd name="connsiteX43" fmla="*/ 1039177 w 1584959"/>
                      <a:gd name="connsiteY43" fmla="*/ 1432559 h 1527810"/>
                      <a:gd name="connsiteX44" fmla="*/ 1030605 w 1584959"/>
                      <a:gd name="connsiteY44" fmla="*/ 1414462 h 1527810"/>
                      <a:gd name="connsiteX45" fmla="*/ 1048702 w 1584959"/>
                      <a:gd name="connsiteY45" fmla="*/ 1405889 h 1527810"/>
                      <a:gd name="connsiteX46" fmla="*/ 970716 w 1584959"/>
                      <a:gd name="connsiteY46" fmla="*/ 1379100 h 1527810"/>
                      <a:gd name="connsiteX47" fmla="*/ 982027 w 1584959"/>
                      <a:gd name="connsiteY47" fmla="*/ 1379219 h 1527810"/>
                      <a:gd name="connsiteX48" fmla="*/ 998220 w 1584959"/>
                      <a:gd name="connsiteY48" fmla="*/ 1385887 h 1527810"/>
                      <a:gd name="connsiteX49" fmla="*/ 1005840 w 1584959"/>
                      <a:gd name="connsiteY49" fmla="*/ 1404937 h 1527810"/>
                      <a:gd name="connsiteX50" fmla="*/ 993457 w 1584959"/>
                      <a:gd name="connsiteY50" fmla="*/ 1413509 h 1527810"/>
                      <a:gd name="connsiteX51" fmla="*/ 987742 w 1584959"/>
                      <a:gd name="connsiteY51" fmla="*/ 1412557 h 1527810"/>
                      <a:gd name="connsiteX52" fmla="*/ 970597 w 1584959"/>
                      <a:gd name="connsiteY52" fmla="*/ 1405889 h 1527810"/>
                      <a:gd name="connsiteX53" fmla="*/ 962977 w 1584959"/>
                      <a:gd name="connsiteY53" fmla="*/ 1386839 h 1527810"/>
                      <a:gd name="connsiteX54" fmla="*/ 970716 w 1584959"/>
                      <a:gd name="connsiteY54" fmla="*/ 1379100 h 1527810"/>
                      <a:gd name="connsiteX55" fmla="*/ 857131 w 1584959"/>
                      <a:gd name="connsiteY55" fmla="*/ 1323855 h 1527810"/>
                      <a:gd name="connsiteX56" fmla="*/ 867727 w 1584959"/>
                      <a:gd name="connsiteY56" fmla="*/ 1324927 h 1527810"/>
                      <a:gd name="connsiteX57" fmla="*/ 907732 w 1584959"/>
                      <a:gd name="connsiteY57" fmla="*/ 1345882 h 1527810"/>
                      <a:gd name="connsiteX58" fmla="*/ 914400 w 1584959"/>
                      <a:gd name="connsiteY58" fmla="*/ 1364932 h 1527810"/>
                      <a:gd name="connsiteX59" fmla="*/ 902017 w 1584959"/>
                      <a:gd name="connsiteY59" fmla="*/ 1372552 h 1527810"/>
                      <a:gd name="connsiteX60" fmla="*/ 895350 w 1584959"/>
                      <a:gd name="connsiteY60" fmla="*/ 1370647 h 1527810"/>
                      <a:gd name="connsiteX61" fmla="*/ 854392 w 1584959"/>
                      <a:gd name="connsiteY61" fmla="*/ 1349692 h 1527810"/>
                      <a:gd name="connsiteX62" fmla="*/ 848677 w 1584959"/>
                      <a:gd name="connsiteY62" fmla="*/ 1330642 h 1527810"/>
                      <a:gd name="connsiteX63" fmla="*/ 857131 w 1584959"/>
                      <a:gd name="connsiteY63" fmla="*/ 1323855 h 1527810"/>
                      <a:gd name="connsiteX64" fmla="*/ 793432 w 1584959"/>
                      <a:gd name="connsiteY64" fmla="*/ 1287184 h 1527810"/>
                      <a:gd name="connsiteX65" fmla="*/ 804862 w 1584959"/>
                      <a:gd name="connsiteY65" fmla="*/ 1288732 h 1527810"/>
                      <a:gd name="connsiteX66" fmla="*/ 820102 w 1584959"/>
                      <a:gd name="connsiteY66" fmla="*/ 1298257 h 1527810"/>
                      <a:gd name="connsiteX67" fmla="*/ 824865 w 1584959"/>
                      <a:gd name="connsiteY67" fmla="*/ 1317307 h 1527810"/>
                      <a:gd name="connsiteX68" fmla="*/ 813435 w 1584959"/>
                      <a:gd name="connsiteY68" fmla="*/ 1324927 h 1527810"/>
                      <a:gd name="connsiteX69" fmla="*/ 805815 w 1584959"/>
                      <a:gd name="connsiteY69" fmla="*/ 1323022 h 1527810"/>
                      <a:gd name="connsiteX70" fmla="*/ 789622 w 1584959"/>
                      <a:gd name="connsiteY70" fmla="*/ 1313497 h 1527810"/>
                      <a:gd name="connsiteX71" fmla="*/ 784860 w 1584959"/>
                      <a:gd name="connsiteY71" fmla="*/ 1293494 h 1527810"/>
                      <a:gd name="connsiteX72" fmla="*/ 793432 w 1584959"/>
                      <a:gd name="connsiteY72" fmla="*/ 1287184 h 1527810"/>
                      <a:gd name="connsiteX73" fmla="*/ 689372 w 1584959"/>
                      <a:gd name="connsiteY73" fmla="*/ 1218248 h 1527810"/>
                      <a:gd name="connsiteX74" fmla="*/ 700087 w 1584959"/>
                      <a:gd name="connsiteY74" fmla="*/ 1221105 h 1527810"/>
                      <a:gd name="connsiteX75" fmla="*/ 737235 w 1584959"/>
                      <a:gd name="connsiteY75" fmla="*/ 1246822 h 1527810"/>
                      <a:gd name="connsiteX76" fmla="*/ 741045 w 1584959"/>
                      <a:gd name="connsiteY76" fmla="*/ 1266825 h 1527810"/>
                      <a:gd name="connsiteX77" fmla="*/ 728662 w 1584959"/>
                      <a:gd name="connsiteY77" fmla="*/ 1272540 h 1527810"/>
                      <a:gd name="connsiteX78" fmla="*/ 721042 w 1584959"/>
                      <a:gd name="connsiteY78" fmla="*/ 1269682 h 1527810"/>
                      <a:gd name="connsiteX79" fmla="*/ 682942 w 1584959"/>
                      <a:gd name="connsiteY79" fmla="*/ 1243965 h 1527810"/>
                      <a:gd name="connsiteX80" fmla="*/ 680085 w 1584959"/>
                      <a:gd name="connsiteY80" fmla="*/ 1223962 h 1527810"/>
                      <a:gd name="connsiteX81" fmla="*/ 689372 w 1584959"/>
                      <a:gd name="connsiteY81" fmla="*/ 1218248 h 1527810"/>
                      <a:gd name="connsiteX82" fmla="*/ 638294 w 1584959"/>
                      <a:gd name="connsiteY82" fmla="*/ 1179552 h 1527810"/>
                      <a:gd name="connsiteX83" fmla="*/ 648652 w 1584959"/>
                      <a:gd name="connsiteY83" fmla="*/ 1182052 h 1527810"/>
                      <a:gd name="connsiteX84" fmla="*/ 656272 w 1584959"/>
                      <a:gd name="connsiteY84" fmla="*/ 1187767 h 1527810"/>
                      <a:gd name="connsiteX85" fmla="*/ 659130 w 1584959"/>
                      <a:gd name="connsiteY85" fmla="*/ 1207770 h 1527810"/>
                      <a:gd name="connsiteX86" fmla="*/ 647700 w 1584959"/>
                      <a:gd name="connsiteY86" fmla="*/ 1213485 h 1527810"/>
                      <a:gd name="connsiteX87" fmla="*/ 639127 w 1584959"/>
                      <a:gd name="connsiteY87" fmla="*/ 1210627 h 1527810"/>
                      <a:gd name="connsiteX88" fmla="*/ 631507 w 1584959"/>
                      <a:gd name="connsiteY88" fmla="*/ 1204912 h 1527810"/>
                      <a:gd name="connsiteX89" fmla="*/ 628650 w 1584959"/>
                      <a:gd name="connsiteY89" fmla="*/ 1184910 h 1527810"/>
                      <a:gd name="connsiteX90" fmla="*/ 638294 w 1584959"/>
                      <a:gd name="connsiteY90" fmla="*/ 1179552 h 1527810"/>
                      <a:gd name="connsiteX91" fmla="*/ 57150 w 1584959"/>
                      <a:gd name="connsiteY91" fmla="*/ 0 h 1527810"/>
                      <a:gd name="connsiteX92" fmla="*/ 126683 w 1584959"/>
                      <a:gd name="connsiteY92" fmla="*/ 147638 h 1527810"/>
                      <a:gd name="connsiteX93" fmla="*/ 77575 w 1584959"/>
                      <a:gd name="connsiteY93" fmla="*/ 128861 h 1527810"/>
                      <a:gd name="connsiteX94" fmla="*/ 92047 w 1584959"/>
                      <a:gd name="connsiteY94" fmla="*/ 251966 h 1527810"/>
                      <a:gd name="connsiteX95" fmla="*/ 601980 w 1584959"/>
                      <a:gd name="connsiteY95" fmla="*/ 1143953 h 1527810"/>
                      <a:gd name="connsiteX96" fmla="*/ 603885 w 1584959"/>
                      <a:gd name="connsiteY96" fmla="*/ 1163955 h 1527810"/>
                      <a:gd name="connsiteX97" fmla="*/ 592455 w 1584959"/>
                      <a:gd name="connsiteY97" fmla="*/ 1169670 h 1527810"/>
                      <a:gd name="connsiteX98" fmla="*/ 582930 w 1584959"/>
                      <a:gd name="connsiteY98" fmla="*/ 1165860 h 1527810"/>
                      <a:gd name="connsiteX99" fmla="*/ 63959 w 1584959"/>
                      <a:gd name="connsiteY99" fmla="*/ 256723 h 1527810"/>
                      <a:gd name="connsiteX100" fmla="*/ 48831 w 1584959"/>
                      <a:gd name="connsiteY100" fmla="*/ 129111 h 1527810"/>
                      <a:gd name="connsiteX101" fmla="*/ 0 w 1584959"/>
                      <a:gd name="connsiteY101" fmla="*/ 152400 h 15278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</a:cxnLst>
                    <a:rect l="l" t="t" r="r" b="b"/>
                    <a:pathLst>
                      <a:path w="1584959" h="1527810">
                        <a:moveTo>
                          <a:pt x="1561147" y="1499235"/>
                        </a:moveTo>
                        <a:lnTo>
                          <a:pt x="1570672" y="1499235"/>
                        </a:lnTo>
                        <a:cubicBezTo>
                          <a:pt x="1578292" y="1499235"/>
                          <a:pt x="1584959" y="1505903"/>
                          <a:pt x="1584959" y="1513523"/>
                        </a:cubicBezTo>
                        <a:cubicBezTo>
                          <a:pt x="1584959" y="1521142"/>
                          <a:pt x="1579244" y="1527810"/>
                          <a:pt x="1571624" y="1527810"/>
                        </a:cubicBezTo>
                        <a:lnTo>
                          <a:pt x="1561147" y="1527810"/>
                        </a:lnTo>
                        <a:cubicBezTo>
                          <a:pt x="1553527" y="1527810"/>
                          <a:pt x="1546859" y="1521142"/>
                          <a:pt x="1546859" y="1513523"/>
                        </a:cubicBezTo>
                        <a:cubicBezTo>
                          <a:pt x="1546859" y="1505903"/>
                          <a:pt x="1553527" y="1499235"/>
                          <a:pt x="1561147" y="1499235"/>
                        </a:cubicBezTo>
                        <a:close/>
                        <a:moveTo>
                          <a:pt x="1434465" y="1492567"/>
                        </a:moveTo>
                        <a:cubicBezTo>
                          <a:pt x="1448752" y="1493519"/>
                          <a:pt x="1463992" y="1495424"/>
                          <a:pt x="1479232" y="1496377"/>
                        </a:cubicBezTo>
                        <a:cubicBezTo>
                          <a:pt x="1486852" y="1496377"/>
                          <a:pt x="1493520" y="1503997"/>
                          <a:pt x="1492567" y="1511617"/>
                        </a:cubicBezTo>
                        <a:cubicBezTo>
                          <a:pt x="1492567" y="1519237"/>
                          <a:pt x="1486852" y="1524952"/>
                          <a:pt x="1479232" y="1524952"/>
                        </a:cubicBezTo>
                        <a:cubicBezTo>
                          <a:pt x="1463040" y="1523999"/>
                          <a:pt x="1447800" y="1523047"/>
                          <a:pt x="1432560" y="1521142"/>
                        </a:cubicBezTo>
                        <a:cubicBezTo>
                          <a:pt x="1424940" y="1520189"/>
                          <a:pt x="1419225" y="1513522"/>
                          <a:pt x="1419225" y="1505902"/>
                        </a:cubicBezTo>
                        <a:cubicBezTo>
                          <a:pt x="1420177" y="1498282"/>
                          <a:pt x="1426845" y="1492567"/>
                          <a:pt x="1434465" y="1492567"/>
                        </a:cubicBezTo>
                        <a:close/>
                        <a:moveTo>
                          <a:pt x="1363027" y="1484947"/>
                        </a:moveTo>
                        <a:cubicBezTo>
                          <a:pt x="1368742" y="1485899"/>
                          <a:pt x="1375410" y="1486852"/>
                          <a:pt x="1381125" y="1486852"/>
                        </a:cubicBezTo>
                        <a:cubicBezTo>
                          <a:pt x="1388745" y="1487804"/>
                          <a:pt x="1394460" y="1495424"/>
                          <a:pt x="1393507" y="1503044"/>
                        </a:cubicBezTo>
                        <a:cubicBezTo>
                          <a:pt x="1392555" y="1510664"/>
                          <a:pt x="1386840" y="1516379"/>
                          <a:pt x="1379220" y="1516379"/>
                        </a:cubicBezTo>
                        <a:cubicBezTo>
                          <a:pt x="1378267" y="1516379"/>
                          <a:pt x="1378267" y="1516379"/>
                          <a:pt x="1377315" y="1516379"/>
                        </a:cubicBezTo>
                        <a:cubicBezTo>
                          <a:pt x="1371600" y="1515427"/>
                          <a:pt x="1364932" y="1514474"/>
                          <a:pt x="1359217" y="1513522"/>
                        </a:cubicBezTo>
                        <a:cubicBezTo>
                          <a:pt x="1351597" y="1512569"/>
                          <a:pt x="1345882" y="1504949"/>
                          <a:pt x="1346835" y="1497329"/>
                        </a:cubicBezTo>
                        <a:cubicBezTo>
                          <a:pt x="1347787" y="1489709"/>
                          <a:pt x="1355407" y="1483994"/>
                          <a:pt x="1363027" y="1484947"/>
                        </a:cubicBezTo>
                        <a:close/>
                        <a:moveTo>
                          <a:pt x="1239202" y="1463039"/>
                        </a:moveTo>
                        <a:cubicBezTo>
                          <a:pt x="1253490" y="1465897"/>
                          <a:pt x="1268730" y="1469707"/>
                          <a:pt x="1283017" y="1472564"/>
                        </a:cubicBezTo>
                        <a:cubicBezTo>
                          <a:pt x="1290637" y="1474469"/>
                          <a:pt x="1295400" y="1481137"/>
                          <a:pt x="1294447" y="1489709"/>
                        </a:cubicBezTo>
                        <a:cubicBezTo>
                          <a:pt x="1293495" y="1495424"/>
                          <a:pt x="1286827" y="1500187"/>
                          <a:pt x="1280160" y="1500187"/>
                        </a:cubicBezTo>
                        <a:cubicBezTo>
                          <a:pt x="1279207" y="1500187"/>
                          <a:pt x="1278255" y="1500187"/>
                          <a:pt x="1277302" y="1500187"/>
                        </a:cubicBezTo>
                        <a:cubicBezTo>
                          <a:pt x="1262062" y="1497329"/>
                          <a:pt x="1246822" y="1494472"/>
                          <a:pt x="1232535" y="1490662"/>
                        </a:cubicBezTo>
                        <a:cubicBezTo>
                          <a:pt x="1224915" y="1488757"/>
                          <a:pt x="1220152" y="1481137"/>
                          <a:pt x="1222057" y="1473517"/>
                        </a:cubicBezTo>
                        <a:cubicBezTo>
                          <a:pt x="1223962" y="1465897"/>
                          <a:pt x="1231582" y="1461134"/>
                          <a:pt x="1239202" y="1463039"/>
                        </a:cubicBezTo>
                        <a:close/>
                        <a:moveTo>
                          <a:pt x="1168717" y="1446847"/>
                        </a:moveTo>
                        <a:cubicBezTo>
                          <a:pt x="1174432" y="1448752"/>
                          <a:pt x="1180147" y="1449704"/>
                          <a:pt x="1185862" y="1451609"/>
                        </a:cubicBezTo>
                        <a:cubicBezTo>
                          <a:pt x="1193482" y="1453514"/>
                          <a:pt x="1198245" y="1461134"/>
                          <a:pt x="1196340" y="1468754"/>
                        </a:cubicBezTo>
                        <a:cubicBezTo>
                          <a:pt x="1195387" y="1473517"/>
                          <a:pt x="1189672" y="1478279"/>
                          <a:pt x="1183005" y="1478279"/>
                        </a:cubicBezTo>
                        <a:cubicBezTo>
                          <a:pt x="1182052" y="1478279"/>
                          <a:pt x="1180147" y="1478279"/>
                          <a:pt x="1179195" y="1478279"/>
                        </a:cubicBezTo>
                        <a:cubicBezTo>
                          <a:pt x="1173480" y="1476374"/>
                          <a:pt x="1167765" y="1475422"/>
                          <a:pt x="1161097" y="1473517"/>
                        </a:cubicBezTo>
                        <a:cubicBezTo>
                          <a:pt x="1153477" y="1471612"/>
                          <a:pt x="1148715" y="1463992"/>
                          <a:pt x="1151572" y="1456372"/>
                        </a:cubicBezTo>
                        <a:cubicBezTo>
                          <a:pt x="1153477" y="1448752"/>
                          <a:pt x="1161097" y="1443989"/>
                          <a:pt x="1168717" y="1446847"/>
                        </a:cubicBezTo>
                        <a:close/>
                        <a:moveTo>
                          <a:pt x="1048702" y="1405889"/>
                        </a:moveTo>
                        <a:cubicBezTo>
                          <a:pt x="1062990" y="1410652"/>
                          <a:pt x="1077277" y="1416367"/>
                          <a:pt x="1091565" y="1421129"/>
                        </a:cubicBezTo>
                        <a:cubicBezTo>
                          <a:pt x="1099185" y="1423987"/>
                          <a:pt x="1102995" y="1431607"/>
                          <a:pt x="1100137" y="1439227"/>
                        </a:cubicBezTo>
                        <a:cubicBezTo>
                          <a:pt x="1098232" y="1444942"/>
                          <a:pt x="1092517" y="1448752"/>
                          <a:pt x="1086802" y="1448752"/>
                        </a:cubicBezTo>
                        <a:cubicBezTo>
                          <a:pt x="1084897" y="1448752"/>
                          <a:pt x="1083945" y="1448752"/>
                          <a:pt x="1082040" y="1447799"/>
                        </a:cubicBezTo>
                        <a:cubicBezTo>
                          <a:pt x="1067752" y="1443037"/>
                          <a:pt x="1053465" y="1437322"/>
                          <a:pt x="1039177" y="1432559"/>
                        </a:cubicBezTo>
                        <a:cubicBezTo>
                          <a:pt x="1031557" y="1429702"/>
                          <a:pt x="1027747" y="1421129"/>
                          <a:pt x="1030605" y="1414462"/>
                        </a:cubicBezTo>
                        <a:cubicBezTo>
                          <a:pt x="1033462" y="1406842"/>
                          <a:pt x="1041082" y="1403032"/>
                          <a:pt x="1048702" y="1405889"/>
                        </a:cubicBezTo>
                        <a:close/>
                        <a:moveTo>
                          <a:pt x="970716" y="1379100"/>
                        </a:moveTo>
                        <a:cubicBezTo>
                          <a:pt x="974169" y="1377791"/>
                          <a:pt x="978217" y="1377791"/>
                          <a:pt x="982027" y="1379219"/>
                        </a:cubicBezTo>
                        <a:cubicBezTo>
                          <a:pt x="987742" y="1381124"/>
                          <a:pt x="993457" y="1383982"/>
                          <a:pt x="998220" y="1385887"/>
                        </a:cubicBezTo>
                        <a:cubicBezTo>
                          <a:pt x="1005840" y="1388744"/>
                          <a:pt x="1008697" y="1397317"/>
                          <a:pt x="1005840" y="1404937"/>
                        </a:cubicBezTo>
                        <a:cubicBezTo>
                          <a:pt x="1003935" y="1410652"/>
                          <a:pt x="999172" y="1413509"/>
                          <a:pt x="993457" y="1413509"/>
                        </a:cubicBezTo>
                        <a:cubicBezTo>
                          <a:pt x="991552" y="1413509"/>
                          <a:pt x="989647" y="1413509"/>
                          <a:pt x="987742" y="1412557"/>
                        </a:cubicBezTo>
                        <a:cubicBezTo>
                          <a:pt x="982027" y="1410652"/>
                          <a:pt x="976312" y="1407794"/>
                          <a:pt x="970597" y="1405889"/>
                        </a:cubicBezTo>
                        <a:cubicBezTo>
                          <a:pt x="962977" y="1403032"/>
                          <a:pt x="960120" y="1394459"/>
                          <a:pt x="962977" y="1386839"/>
                        </a:cubicBezTo>
                        <a:cubicBezTo>
                          <a:pt x="964406" y="1383029"/>
                          <a:pt x="967264" y="1380410"/>
                          <a:pt x="970716" y="1379100"/>
                        </a:cubicBezTo>
                        <a:close/>
                        <a:moveTo>
                          <a:pt x="857131" y="1323855"/>
                        </a:moveTo>
                        <a:cubicBezTo>
                          <a:pt x="860584" y="1322784"/>
                          <a:pt x="864394" y="1323022"/>
                          <a:pt x="867727" y="1324927"/>
                        </a:cubicBezTo>
                        <a:cubicBezTo>
                          <a:pt x="881062" y="1331594"/>
                          <a:pt x="894397" y="1339214"/>
                          <a:pt x="907732" y="1345882"/>
                        </a:cubicBezTo>
                        <a:cubicBezTo>
                          <a:pt x="914400" y="1349692"/>
                          <a:pt x="917257" y="1358264"/>
                          <a:pt x="914400" y="1364932"/>
                        </a:cubicBezTo>
                        <a:cubicBezTo>
                          <a:pt x="912495" y="1369694"/>
                          <a:pt x="907732" y="1372552"/>
                          <a:pt x="902017" y="1372552"/>
                        </a:cubicBezTo>
                        <a:cubicBezTo>
                          <a:pt x="900112" y="1372552"/>
                          <a:pt x="898207" y="1372552"/>
                          <a:pt x="895350" y="1370647"/>
                        </a:cubicBezTo>
                        <a:cubicBezTo>
                          <a:pt x="882015" y="1363979"/>
                          <a:pt x="867727" y="1357312"/>
                          <a:pt x="854392" y="1349692"/>
                        </a:cubicBezTo>
                        <a:cubicBezTo>
                          <a:pt x="847725" y="1345882"/>
                          <a:pt x="844867" y="1337309"/>
                          <a:pt x="848677" y="1330642"/>
                        </a:cubicBezTo>
                        <a:cubicBezTo>
                          <a:pt x="850582" y="1327308"/>
                          <a:pt x="853678" y="1324927"/>
                          <a:pt x="857131" y="1323855"/>
                        </a:cubicBezTo>
                        <a:close/>
                        <a:moveTo>
                          <a:pt x="793432" y="1287184"/>
                        </a:moveTo>
                        <a:cubicBezTo>
                          <a:pt x="797004" y="1286351"/>
                          <a:pt x="801052" y="1286827"/>
                          <a:pt x="804862" y="1288732"/>
                        </a:cubicBezTo>
                        <a:cubicBezTo>
                          <a:pt x="809625" y="1291589"/>
                          <a:pt x="815340" y="1294447"/>
                          <a:pt x="820102" y="1298257"/>
                        </a:cubicBezTo>
                        <a:cubicBezTo>
                          <a:pt x="826770" y="1302067"/>
                          <a:pt x="829627" y="1310639"/>
                          <a:pt x="824865" y="1317307"/>
                        </a:cubicBezTo>
                        <a:cubicBezTo>
                          <a:pt x="823912" y="1323022"/>
                          <a:pt x="818197" y="1324927"/>
                          <a:pt x="813435" y="1324927"/>
                        </a:cubicBezTo>
                        <a:cubicBezTo>
                          <a:pt x="810577" y="1324927"/>
                          <a:pt x="808672" y="1323974"/>
                          <a:pt x="805815" y="1323022"/>
                        </a:cubicBezTo>
                        <a:cubicBezTo>
                          <a:pt x="800100" y="1320164"/>
                          <a:pt x="795337" y="1317307"/>
                          <a:pt x="789622" y="1313497"/>
                        </a:cubicBezTo>
                        <a:cubicBezTo>
                          <a:pt x="782955" y="1309687"/>
                          <a:pt x="781050" y="1301114"/>
                          <a:pt x="784860" y="1293494"/>
                        </a:cubicBezTo>
                        <a:cubicBezTo>
                          <a:pt x="786765" y="1290161"/>
                          <a:pt x="789861" y="1288018"/>
                          <a:pt x="793432" y="1287184"/>
                        </a:cubicBezTo>
                        <a:close/>
                        <a:moveTo>
                          <a:pt x="689372" y="1218248"/>
                        </a:moveTo>
                        <a:cubicBezTo>
                          <a:pt x="692944" y="1217771"/>
                          <a:pt x="696754" y="1218724"/>
                          <a:pt x="700087" y="1221105"/>
                        </a:cubicBezTo>
                        <a:cubicBezTo>
                          <a:pt x="712470" y="1229677"/>
                          <a:pt x="724852" y="1238250"/>
                          <a:pt x="737235" y="1246822"/>
                        </a:cubicBezTo>
                        <a:cubicBezTo>
                          <a:pt x="743902" y="1251585"/>
                          <a:pt x="745807" y="1260157"/>
                          <a:pt x="741045" y="1266825"/>
                        </a:cubicBezTo>
                        <a:cubicBezTo>
                          <a:pt x="738187" y="1269682"/>
                          <a:pt x="733425" y="1272540"/>
                          <a:pt x="728662" y="1272540"/>
                        </a:cubicBezTo>
                        <a:cubicBezTo>
                          <a:pt x="725805" y="1272540"/>
                          <a:pt x="722947" y="1271587"/>
                          <a:pt x="721042" y="1269682"/>
                        </a:cubicBezTo>
                        <a:cubicBezTo>
                          <a:pt x="708660" y="1261110"/>
                          <a:pt x="695325" y="1252537"/>
                          <a:pt x="682942" y="1243965"/>
                        </a:cubicBezTo>
                        <a:cubicBezTo>
                          <a:pt x="676275" y="1239202"/>
                          <a:pt x="675322" y="1230630"/>
                          <a:pt x="680085" y="1223962"/>
                        </a:cubicBezTo>
                        <a:cubicBezTo>
                          <a:pt x="682466" y="1220629"/>
                          <a:pt x="685800" y="1218724"/>
                          <a:pt x="689372" y="1218248"/>
                        </a:cubicBezTo>
                        <a:close/>
                        <a:moveTo>
                          <a:pt x="638294" y="1179552"/>
                        </a:moveTo>
                        <a:cubicBezTo>
                          <a:pt x="641985" y="1178957"/>
                          <a:pt x="645795" y="1179671"/>
                          <a:pt x="648652" y="1182052"/>
                        </a:cubicBezTo>
                        <a:lnTo>
                          <a:pt x="656272" y="1187767"/>
                        </a:lnTo>
                        <a:cubicBezTo>
                          <a:pt x="662940" y="1192530"/>
                          <a:pt x="663892" y="1201102"/>
                          <a:pt x="659130" y="1207770"/>
                        </a:cubicBezTo>
                        <a:cubicBezTo>
                          <a:pt x="656272" y="1211580"/>
                          <a:pt x="651510" y="1213485"/>
                          <a:pt x="647700" y="1213485"/>
                        </a:cubicBezTo>
                        <a:cubicBezTo>
                          <a:pt x="644842" y="1213485"/>
                          <a:pt x="641985" y="1212532"/>
                          <a:pt x="639127" y="1210627"/>
                        </a:cubicBezTo>
                        <a:lnTo>
                          <a:pt x="631507" y="1204912"/>
                        </a:lnTo>
                        <a:cubicBezTo>
                          <a:pt x="624840" y="1200150"/>
                          <a:pt x="623887" y="1190625"/>
                          <a:pt x="628650" y="1184910"/>
                        </a:cubicBezTo>
                        <a:cubicBezTo>
                          <a:pt x="631031" y="1182053"/>
                          <a:pt x="634603" y="1180148"/>
                          <a:pt x="638294" y="1179552"/>
                        </a:cubicBezTo>
                        <a:close/>
                        <a:moveTo>
                          <a:pt x="57150" y="0"/>
                        </a:moveTo>
                        <a:lnTo>
                          <a:pt x="126683" y="147638"/>
                        </a:lnTo>
                        <a:lnTo>
                          <a:pt x="77575" y="128861"/>
                        </a:lnTo>
                        <a:lnTo>
                          <a:pt x="92047" y="251966"/>
                        </a:lnTo>
                        <a:cubicBezTo>
                          <a:pt x="150569" y="599614"/>
                          <a:pt x="327779" y="912257"/>
                          <a:pt x="601980" y="1143953"/>
                        </a:cubicBezTo>
                        <a:cubicBezTo>
                          <a:pt x="607695" y="1148715"/>
                          <a:pt x="608648" y="1158240"/>
                          <a:pt x="603885" y="1163955"/>
                        </a:cubicBezTo>
                        <a:cubicBezTo>
                          <a:pt x="601028" y="1167765"/>
                          <a:pt x="597218" y="1169670"/>
                          <a:pt x="592455" y="1169670"/>
                        </a:cubicBezTo>
                        <a:cubicBezTo>
                          <a:pt x="589598" y="1169670"/>
                          <a:pt x="585788" y="1168717"/>
                          <a:pt x="582930" y="1165860"/>
                        </a:cubicBezTo>
                        <a:cubicBezTo>
                          <a:pt x="304562" y="929997"/>
                          <a:pt x="123915" y="610999"/>
                          <a:pt x="63959" y="256723"/>
                        </a:cubicBezTo>
                        <a:lnTo>
                          <a:pt x="48831" y="129111"/>
                        </a:lnTo>
                        <a:lnTo>
                          <a:pt x="0" y="15240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" name="Oval 117"/>
                <p:cNvSpPr/>
                <p:nvPr/>
              </p:nvSpPr>
              <p:spPr>
                <a:xfrm>
                  <a:off x="4937082" y="2966326"/>
                  <a:ext cx="2310216" cy="231021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lt1"/>
                    </a:solidFill>
                    <a:latin typeface="Arial" panose="020B0604020202020204" pitchFamily="34" charset="0"/>
                  </a:endParaRPr>
                </a:p>
              </p:txBody>
            </p:sp>
            <p:pic>
              <p:nvPicPr>
                <p:cNvPr id="19" name="Graphic 159"/>
                <p:cNvPicPr>
                  <a:picLocks noChangeAspect="1"/>
                </p:cNvPicPr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00933" y="2766382"/>
                  <a:ext cx="399888" cy="399888"/>
                </a:xfrm>
                <a:prstGeom prst="rect">
                  <a:avLst/>
                </a:prstGeom>
              </p:spPr>
            </p:pic>
            <p:pic>
              <p:nvPicPr>
                <p:cNvPr id="20" name="Graphic 160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35554" y="4596304"/>
                  <a:ext cx="365267" cy="365267"/>
                </a:xfrm>
                <a:prstGeom prst="rect">
                  <a:avLst/>
                </a:prstGeom>
              </p:spPr>
            </p:pic>
            <p:pic>
              <p:nvPicPr>
                <p:cNvPr id="21" name="Graphic 161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90443" y="4578625"/>
                  <a:ext cx="400624" cy="400624"/>
                </a:xfrm>
                <a:prstGeom prst="rect">
                  <a:avLst/>
                </a:prstGeom>
              </p:spPr>
            </p:pic>
            <p:pic>
              <p:nvPicPr>
                <p:cNvPr id="22" name="Graphic 162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5023" y="2800227"/>
                  <a:ext cx="366043" cy="366043"/>
                </a:xfrm>
                <a:prstGeom prst="rect">
                  <a:avLst/>
                </a:prstGeom>
              </p:spPr>
            </p:pic>
            <p:grpSp>
              <p:nvGrpSpPr>
                <p:cNvPr id="23" name="Group 4"/>
                <p:cNvGrpSpPr/>
                <p:nvPr/>
              </p:nvGrpSpPr>
              <p:grpSpPr>
                <a:xfrm>
                  <a:off x="8804429" y="2689436"/>
                  <a:ext cx="2716060" cy="832333"/>
                  <a:chOff x="8802840" y="2835127"/>
                  <a:chExt cx="2716060" cy="832333"/>
                </a:xfrm>
              </p:grpSpPr>
              <p:sp>
                <p:nvSpPr>
                  <p:cNvPr id="24" name="TextBox 137"/>
                  <p:cNvSpPr txBox="1"/>
                  <p:nvPr/>
                </p:nvSpPr>
                <p:spPr>
                  <a:xfrm>
                    <a:off x="8802841" y="3152254"/>
                    <a:ext cx="2716059" cy="5152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rmAutofit/>
                  </a:bodyPr>
                  <a:lstStyle/>
                  <a:p>
                    <a:pPr marR="0" lvl="0" algn="l" defTabSz="9144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Tx/>
                      <a:defRPr/>
                    </a:pPr>
                    <a: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Copy paste  fonts. Choose the only option to retain text. </a:t>
                    </a:r>
                    <a:endPara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5" name="TextBox 138"/>
                  <p:cNvSpPr txBox="1"/>
                  <p:nvPr/>
                </p:nvSpPr>
                <p:spPr>
                  <a:xfrm>
                    <a:off x="8802840" y="2835127"/>
                    <a:ext cx="2716060" cy="3270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  <a:defRPr/>
                    </a:pPr>
                    <a:r>
                      <a:rPr lang="en-US" altLang="zh-CN" sz="1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Text Here-14pt</a:t>
                    </a:r>
                    <a:endParaRPr lang="en-US" altLang="zh-CN" sz="1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6" name="Group 3"/>
                <p:cNvGrpSpPr/>
                <p:nvPr/>
              </p:nvGrpSpPr>
              <p:grpSpPr>
                <a:xfrm>
                  <a:off x="8804429" y="4492705"/>
                  <a:ext cx="2716060" cy="849596"/>
                  <a:chOff x="8802840" y="4638396"/>
                  <a:chExt cx="2716060" cy="849596"/>
                </a:xfrm>
              </p:grpSpPr>
              <p:sp>
                <p:nvSpPr>
                  <p:cNvPr id="27" name="TextBox 140"/>
                  <p:cNvSpPr txBox="1"/>
                  <p:nvPr/>
                </p:nvSpPr>
                <p:spPr>
                  <a:xfrm>
                    <a:off x="8802841" y="4972786"/>
                    <a:ext cx="2716059" cy="5152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rmAutofit/>
                  </a:bodyPr>
                  <a:lstStyle/>
                  <a:p>
                    <a:pPr marR="0" lvl="0" algn="l" defTabSz="9144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Tx/>
                      <a:defRPr/>
                    </a:pPr>
                    <a: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Copy paste  fonts. Choose the only option to retain text. </a:t>
                    </a:r>
                    <a:endPara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" name="TextBox 141"/>
                  <p:cNvSpPr txBox="1"/>
                  <p:nvPr/>
                </p:nvSpPr>
                <p:spPr>
                  <a:xfrm>
                    <a:off x="8802840" y="4638396"/>
                    <a:ext cx="2716060" cy="3270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  <a:defRPr/>
                    </a:pPr>
                    <a:r>
                      <a:rPr lang="en-US" altLang="zh-CN" sz="1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Text Here-14pt</a:t>
                    </a:r>
                    <a:endParaRPr lang="en-US" altLang="zh-CN" sz="1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9" name="Group 1"/>
                <p:cNvGrpSpPr/>
                <p:nvPr/>
              </p:nvGrpSpPr>
              <p:grpSpPr>
                <a:xfrm>
                  <a:off x="671513" y="2689436"/>
                  <a:ext cx="2719236" cy="842283"/>
                  <a:chOff x="669924" y="2835127"/>
                  <a:chExt cx="2719236" cy="842283"/>
                </a:xfrm>
              </p:grpSpPr>
              <p:sp>
                <p:nvSpPr>
                  <p:cNvPr id="30" name="TextBox 150"/>
                  <p:cNvSpPr txBox="1"/>
                  <p:nvPr/>
                </p:nvSpPr>
                <p:spPr>
                  <a:xfrm>
                    <a:off x="669925" y="3162204"/>
                    <a:ext cx="2719235" cy="5152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rmAutofit/>
                  </a:bodyPr>
                  <a:lstStyle/>
                  <a:p>
                    <a:pPr marR="0" lvl="0" algn="r" defTabSz="9144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Tx/>
                      <a:defRPr/>
                    </a:pPr>
                    <a: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Copy paste  fonts. Choose the only option to retain text. </a:t>
                    </a:r>
                    <a:endPara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" name="TextBox 151"/>
                  <p:cNvSpPr txBox="1"/>
                  <p:nvPr/>
                </p:nvSpPr>
                <p:spPr>
                  <a:xfrm>
                    <a:off x="669924" y="2835127"/>
                    <a:ext cx="2719236" cy="3270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  <a:defRPr/>
                    </a:pPr>
                    <a:r>
                      <a:rPr lang="en-US" altLang="zh-CN" sz="1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Text Here-14pt</a:t>
                    </a:r>
                    <a:endParaRPr lang="en-US" altLang="zh-CN" sz="1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32" name="Group 2"/>
                <p:cNvGrpSpPr/>
                <p:nvPr/>
              </p:nvGrpSpPr>
              <p:grpSpPr>
                <a:xfrm>
                  <a:off x="671512" y="4492705"/>
                  <a:ext cx="2719238" cy="849596"/>
                  <a:chOff x="669923" y="4638396"/>
                  <a:chExt cx="2719238" cy="849596"/>
                </a:xfrm>
              </p:grpSpPr>
              <p:sp>
                <p:nvSpPr>
                  <p:cNvPr id="33" name="TextBox 153"/>
                  <p:cNvSpPr txBox="1"/>
                  <p:nvPr/>
                </p:nvSpPr>
                <p:spPr>
                  <a:xfrm>
                    <a:off x="669925" y="4972786"/>
                    <a:ext cx="2719236" cy="5152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rmAutofit/>
                  </a:bodyPr>
                  <a:lstStyle/>
                  <a:p>
                    <a:pPr marR="0" lvl="0" algn="r" defTabSz="9144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Tx/>
                      <a:defRPr/>
                    </a:pPr>
                    <a:r>
                      <a: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Copy paste  fonts. Choose the only option to retain text. </a:t>
                    </a:r>
                    <a:endPara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" name="TextBox 154"/>
                  <p:cNvSpPr txBox="1"/>
                  <p:nvPr/>
                </p:nvSpPr>
                <p:spPr>
                  <a:xfrm>
                    <a:off x="669923" y="4638396"/>
                    <a:ext cx="2719237" cy="3270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  <a:defRPr/>
                    </a:pPr>
                    <a:r>
                      <a:rPr lang="en-US" altLang="zh-CN" sz="1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Text Here-14pt</a:t>
                    </a:r>
                    <a:endParaRPr lang="en-US" altLang="zh-CN" sz="14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5" name="network-support_80787"/>
                <p:cNvSpPr/>
                <p:nvPr/>
              </p:nvSpPr>
              <p:spPr>
                <a:xfrm>
                  <a:off x="5725650" y="3857481"/>
                  <a:ext cx="733080" cy="527906"/>
                </a:xfrm>
                <a:custGeom>
                  <a:avLst/>
                  <a:gdLst>
                    <a:gd name="connsiteX0" fmla="*/ 373273 h 605239"/>
                    <a:gd name="connsiteY0" fmla="*/ 373273 h 605239"/>
                    <a:gd name="connsiteX1" fmla="*/ 373273 h 605239"/>
                    <a:gd name="connsiteY1" fmla="*/ 373273 h 605239"/>
                    <a:gd name="connsiteX2" fmla="*/ 373273 h 605239"/>
                    <a:gd name="connsiteY2" fmla="*/ 373273 h 605239"/>
                    <a:gd name="connsiteX3" fmla="*/ 373273 h 605239"/>
                    <a:gd name="connsiteY3" fmla="*/ 373273 h 605239"/>
                    <a:gd name="connsiteX4" fmla="*/ 373273 h 605239"/>
                    <a:gd name="connsiteY4" fmla="*/ 373273 h 605239"/>
                    <a:gd name="connsiteX5" fmla="*/ 373273 h 605239"/>
                    <a:gd name="connsiteY5" fmla="*/ 373273 h 605239"/>
                    <a:gd name="connsiteX6" fmla="*/ 373273 h 605239"/>
                    <a:gd name="connsiteY6" fmla="*/ 373273 h 605239"/>
                    <a:gd name="connsiteX7" fmla="*/ 373273 h 605239"/>
                    <a:gd name="connsiteY7" fmla="*/ 373273 h 605239"/>
                    <a:gd name="connsiteX8" fmla="*/ 373273 h 605239"/>
                    <a:gd name="connsiteY8" fmla="*/ 373273 h 605239"/>
                    <a:gd name="connsiteX9" fmla="*/ 373273 h 605239"/>
                    <a:gd name="connsiteY9" fmla="*/ 373273 h 605239"/>
                    <a:gd name="connsiteX10" fmla="*/ 373273 h 605239"/>
                    <a:gd name="connsiteY10" fmla="*/ 373273 h 605239"/>
                    <a:gd name="connsiteX11" fmla="*/ 373273 h 605239"/>
                    <a:gd name="connsiteY11" fmla="*/ 373273 h 605239"/>
                    <a:gd name="connsiteX12" fmla="*/ 373273 h 605239"/>
                    <a:gd name="connsiteY12" fmla="*/ 373273 h 605239"/>
                    <a:gd name="connsiteX13" fmla="*/ 373273 h 605239"/>
                    <a:gd name="connsiteY13" fmla="*/ 373273 h 605239"/>
                    <a:gd name="connsiteX14" fmla="*/ 373273 h 605239"/>
                    <a:gd name="connsiteY14" fmla="*/ 373273 h 605239"/>
                    <a:gd name="connsiteX15" fmla="*/ 373273 h 605239"/>
                    <a:gd name="connsiteY15" fmla="*/ 373273 h 605239"/>
                    <a:gd name="connsiteX16" fmla="*/ 373273 h 605239"/>
                    <a:gd name="connsiteY16" fmla="*/ 373273 h 605239"/>
                    <a:gd name="connsiteX17" fmla="*/ 373273 h 605239"/>
                    <a:gd name="connsiteY17" fmla="*/ 373273 h 605239"/>
                    <a:gd name="connsiteX18" fmla="*/ 373273 h 605239"/>
                    <a:gd name="connsiteY18" fmla="*/ 373273 h 605239"/>
                    <a:gd name="connsiteX19" fmla="*/ 373273 h 605239"/>
                    <a:gd name="connsiteY19" fmla="*/ 373273 h 605239"/>
                    <a:gd name="connsiteX20" fmla="*/ 373273 h 605239"/>
                    <a:gd name="connsiteY20" fmla="*/ 373273 h 605239"/>
                    <a:gd name="connsiteX21" fmla="*/ 373273 h 605239"/>
                    <a:gd name="connsiteY21" fmla="*/ 373273 h 605239"/>
                    <a:gd name="connsiteX22" fmla="*/ 373273 h 605239"/>
                    <a:gd name="connsiteY22" fmla="*/ 373273 h 605239"/>
                    <a:gd name="connsiteX23" fmla="*/ 373273 h 605239"/>
                    <a:gd name="connsiteY23" fmla="*/ 373273 h 605239"/>
                    <a:gd name="connsiteX24" fmla="*/ 373273 h 605239"/>
                    <a:gd name="connsiteY24" fmla="*/ 373273 h 605239"/>
                    <a:gd name="connsiteX25" fmla="*/ 373273 h 605239"/>
                    <a:gd name="connsiteY25" fmla="*/ 373273 h 605239"/>
                    <a:gd name="connsiteX26" fmla="*/ 373273 h 605239"/>
                    <a:gd name="connsiteY26" fmla="*/ 373273 h 605239"/>
                    <a:gd name="connsiteX27" fmla="*/ 373273 h 605239"/>
                    <a:gd name="connsiteY27" fmla="*/ 373273 h 605239"/>
                    <a:gd name="connsiteX28" fmla="*/ 373273 h 605239"/>
                    <a:gd name="connsiteY28" fmla="*/ 373273 h 605239"/>
                    <a:gd name="connsiteX29" fmla="*/ 373273 h 605239"/>
                    <a:gd name="connsiteY29" fmla="*/ 373273 h 605239"/>
                    <a:gd name="connsiteX30" fmla="*/ 373273 h 605239"/>
                    <a:gd name="connsiteY30" fmla="*/ 373273 h 605239"/>
                    <a:gd name="connsiteX31" fmla="*/ 373273 h 605239"/>
                    <a:gd name="connsiteY31" fmla="*/ 373273 h 605239"/>
                    <a:gd name="connsiteX32" fmla="*/ 373273 h 605239"/>
                    <a:gd name="connsiteY32" fmla="*/ 373273 h 605239"/>
                    <a:gd name="connsiteX33" fmla="*/ 373273 h 605239"/>
                    <a:gd name="connsiteY33" fmla="*/ 373273 h 605239"/>
                    <a:gd name="connsiteX34" fmla="*/ 373273 h 605239"/>
                    <a:gd name="connsiteY34" fmla="*/ 373273 h 605239"/>
                    <a:gd name="connsiteX35" fmla="*/ 373273 h 605239"/>
                    <a:gd name="connsiteY35" fmla="*/ 373273 h 605239"/>
                    <a:gd name="connsiteX36" fmla="*/ 373273 h 605239"/>
                    <a:gd name="connsiteY36" fmla="*/ 373273 h 605239"/>
                    <a:gd name="connsiteX37" fmla="*/ 373273 h 605239"/>
                    <a:gd name="connsiteY37" fmla="*/ 373273 h 605239"/>
                    <a:gd name="connsiteX38" fmla="*/ 373273 h 605239"/>
                    <a:gd name="connsiteY38" fmla="*/ 373273 h 605239"/>
                    <a:gd name="connsiteX39" fmla="*/ 373273 h 605239"/>
                    <a:gd name="connsiteY39" fmla="*/ 373273 h 605239"/>
                    <a:gd name="connsiteX40" fmla="*/ 373273 h 605239"/>
                    <a:gd name="connsiteY40" fmla="*/ 373273 h 605239"/>
                    <a:gd name="connsiteX41" fmla="*/ 373273 h 605239"/>
                    <a:gd name="connsiteY41" fmla="*/ 373273 h 605239"/>
                    <a:gd name="connsiteX42" fmla="*/ 373273 h 605239"/>
                    <a:gd name="connsiteY42" fmla="*/ 373273 h 605239"/>
                    <a:gd name="connsiteX43" fmla="*/ 373273 h 605239"/>
                    <a:gd name="connsiteY43" fmla="*/ 373273 h 605239"/>
                    <a:gd name="connsiteX44" fmla="*/ 373273 h 605239"/>
                    <a:gd name="connsiteY44" fmla="*/ 373273 h 605239"/>
                    <a:gd name="connsiteX45" fmla="*/ 373273 h 605239"/>
                    <a:gd name="connsiteY45" fmla="*/ 373273 h 605239"/>
                    <a:gd name="connsiteX46" fmla="*/ 373273 h 605239"/>
                    <a:gd name="connsiteY46" fmla="*/ 373273 h 605239"/>
                    <a:gd name="connsiteX47" fmla="*/ 373273 h 605239"/>
                    <a:gd name="connsiteY47" fmla="*/ 373273 h 605239"/>
                    <a:gd name="connsiteX48" fmla="*/ 373273 h 605239"/>
                    <a:gd name="connsiteY48" fmla="*/ 373273 h 605239"/>
                    <a:gd name="connsiteX49" fmla="*/ 373273 h 605239"/>
                    <a:gd name="connsiteY49" fmla="*/ 373273 h 605239"/>
                    <a:gd name="connsiteX50" fmla="*/ 373273 h 605239"/>
                    <a:gd name="connsiteY50" fmla="*/ 373273 h 605239"/>
                    <a:gd name="connsiteX51" fmla="*/ 373273 h 605239"/>
                    <a:gd name="connsiteY51" fmla="*/ 373273 h 605239"/>
                    <a:gd name="connsiteX52" fmla="*/ 373273 h 605239"/>
                    <a:gd name="connsiteY52" fmla="*/ 373273 h 605239"/>
                    <a:gd name="connsiteX53" fmla="*/ 373273 h 605239"/>
                    <a:gd name="connsiteY53" fmla="*/ 373273 h 605239"/>
                    <a:gd name="connsiteX54" fmla="*/ 373273 h 605239"/>
                    <a:gd name="connsiteY54" fmla="*/ 373273 h 605239"/>
                    <a:gd name="connsiteX55" fmla="*/ 373273 h 605239"/>
                    <a:gd name="connsiteY55" fmla="*/ 373273 h 605239"/>
                    <a:gd name="connsiteX56" fmla="*/ 373273 h 605239"/>
                    <a:gd name="connsiteY56" fmla="*/ 373273 h 605239"/>
                    <a:gd name="connsiteX57" fmla="*/ 373273 h 605239"/>
                    <a:gd name="connsiteY57" fmla="*/ 373273 h 605239"/>
                    <a:gd name="connsiteX58" fmla="*/ 373273 h 605239"/>
                    <a:gd name="connsiteY58" fmla="*/ 373273 h 605239"/>
                    <a:gd name="connsiteX59" fmla="*/ 373273 h 605239"/>
                    <a:gd name="connsiteY59" fmla="*/ 373273 h 605239"/>
                    <a:gd name="connsiteX60" fmla="*/ 373273 h 605239"/>
                    <a:gd name="connsiteY60" fmla="*/ 373273 h 605239"/>
                    <a:gd name="connsiteX61" fmla="*/ 373273 h 605239"/>
                    <a:gd name="connsiteY61" fmla="*/ 373273 h 605239"/>
                    <a:gd name="connsiteX62" fmla="*/ 373273 h 605239"/>
                    <a:gd name="connsiteY62" fmla="*/ 373273 h 605239"/>
                    <a:gd name="connsiteX63" fmla="*/ 373273 h 605239"/>
                    <a:gd name="connsiteY63" fmla="*/ 373273 h 605239"/>
                    <a:gd name="connsiteX64" fmla="*/ 373273 h 605239"/>
                    <a:gd name="connsiteY64" fmla="*/ 373273 h 605239"/>
                    <a:gd name="connsiteX65" fmla="*/ 373273 h 605239"/>
                    <a:gd name="connsiteY65" fmla="*/ 373273 h 605239"/>
                    <a:gd name="connsiteX66" fmla="*/ 373273 h 605239"/>
                    <a:gd name="connsiteY66" fmla="*/ 373273 h 605239"/>
                    <a:gd name="connsiteX67" fmla="*/ 373273 h 605239"/>
                    <a:gd name="connsiteY67" fmla="*/ 373273 h 605239"/>
                    <a:gd name="connsiteX68" fmla="*/ 373273 h 605239"/>
                    <a:gd name="connsiteY68" fmla="*/ 373273 h 605239"/>
                    <a:gd name="connsiteX69" fmla="*/ 373273 h 605239"/>
                    <a:gd name="connsiteY69" fmla="*/ 373273 h 605239"/>
                    <a:gd name="connsiteX70" fmla="*/ 373273 h 605239"/>
                    <a:gd name="connsiteY70" fmla="*/ 373273 h 605239"/>
                    <a:gd name="connsiteX71" fmla="*/ 373273 h 605239"/>
                    <a:gd name="connsiteY71" fmla="*/ 373273 h 605239"/>
                    <a:gd name="connsiteX72" fmla="*/ 373273 h 605239"/>
                    <a:gd name="connsiteY72" fmla="*/ 373273 h 605239"/>
                    <a:gd name="connsiteX73" fmla="*/ 373273 h 605239"/>
                    <a:gd name="connsiteY73" fmla="*/ 373273 h 605239"/>
                    <a:gd name="connsiteX74" fmla="*/ 373273 h 605239"/>
                    <a:gd name="connsiteY74" fmla="*/ 373273 h 605239"/>
                    <a:gd name="connsiteX75" fmla="*/ 373273 h 605239"/>
                    <a:gd name="connsiteY75" fmla="*/ 373273 h 605239"/>
                    <a:gd name="connsiteX76" fmla="*/ 373273 h 605239"/>
                    <a:gd name="connsiteY76" fmla="*/ 373273 h 605239"/>
                    <a:gd name="connsiteX77" fmla="*/ 373273 h 605239"/>
                    <a:gd name="connsiteY77" fmla="*/ 373273 h 605239"/>
                    <a:gd name="connsiteX78" fmla="*/ 373273 h 605239"/>
                    <a:gd name="connsiteY78" fmla="*/ 373273 h 605239"/>
                    <a:gd name="connsiteX79" fmla="*/ 373273 h 605239"/>
                    <a:gd name="connsiteY79" fmla="*/ 373273 h 605239"/>
                    <a:gd name="connsiteX80" fmla="*/ 373273 h 605239"/>
                    <a:gd name="connsiteY80" fmla="*/ 373273 h 605239"/>
                    <a:gd name="connsiteX81" fmla="*/ 373273 h 605239"/>
                    <a:gd name="connsiteY81" fmla="*/ 373273 h 605239"/>
                    <a:gd name="connsiteX82" fmla="*/ 373273 h 605239"/>
                    <a:gd name="connsiteY82" fmla="*/ 373273 h 60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</a:cxnLst>
                  <a:rect l="l" t="t" r="r" b="b"/>
                  <a:pathLst>
                    <a:path w="608037" h="437859">
                      <a:moveTo>
                        <a:pt x="435614" y="275305"/>
                      </a:moveTo>
                      <a:cubicBezTo>
                        <a:pt x="437271" y="274359"/>
                        <a:pt x="439284" y="274596"/>
                        <a:pt x="440823" y="275778"/>
                      </a:cubicBezTo>
                      <a:cubicBezTo>
                        <a:pt x="448635" y="281809"/>
                        <a:pt x="457277" y="285948"/>
                        <a:pt x="466273" y="287959"/>
                      </a:cubicBezTo>
                      <a:cubicBezTo>
                        <a:pt x="467930" y="288313"/>
                        <a:pt x="469232" y="289496"/>
                        <a:pt x="469824" y="291033"/>
                      </a:cubicBezTo>
                      <a:lnTo>
                        <a:pt x="478939" y="315276"/>
                      </a:lnTo>
                      <a:lnTo>
                        <a:pt x="488172" y="291033"/>
                      </a:lnTo>
                      <a:cubicBezTo>
                        <a:pt x="488764" y="289496"/>
                        <a:pt x="490066" y="288313"/>
                        <a:pt x="491723" y="287959"/>
                      </a:cubicBezTo>
                      <a:cubicBezTo>
                        <a:pt x="500838" y="285948"/>
                        <a:pt x="509361" y="281809"/>
                        <a:pt x="517174" y="275778"/>
                      </a:cubicBezTo>
                      <a:cubicBezTo>
                        <a:pt x="518713" y="274596"/>
                        <a:pt x="520725" y="274359"/>
                        <a:pt x="522382" y="275305"/>
                      </a:cubicBezTo>
                      <a:cubicBezTo>
                        <a:pt x="529485" y="278971"/>
                        <a:pt x="564878" y="298247"/>
                        <a:pt x="573875" y="309954"/>
                      </a:cubicBezTo>
                      <a:cubicBezTo>
                        <a:pt x="591157" y="332423"/>
                        <a:pt x="603468" y="399829"/>
                        <a:pt x="607966" y="427738"/>
                      </a:cubicBezTo>
                      <a:cubicBezTo>
                        <a:pt x="608203" y="429157"/>
                        <a:pt x="607848" y="430694"/>
                        <a:pt x="606901" y="431758"/>
                      </a:cubicBezTo>
                      <a:cubicBezTo>
                        <a:pt x="605954" y="432823"/>
                        <a:pt x="604652" y="433414"/>
                        <a:pt x="603231" y="433414"/>
                      </a:cubicBezTo>
                      <a:lnTo>
                        <a:pt x="354765" y="433414"/>
                      </a:lnTo>
                      <a:cubicBezTo>
                        <a:pt x="353344" y="433414"/>
                        <a:pt x="352042" y="432823"/>
                        <a:pt x="351095" y="431758"/>
                      </a:cubicBezTo>
                      <a:cubicBezTo>
                        <a:pt x="350148" y="430694"/>
                        <a:pt x="349793" y="429157"/>
                        <a:pt x="350030" y="427738"/>
                      </a:cubicBezTo>
                      <a:cubicBezTo>
                        <a:pt x="354528" y="399829"/>
                        <a:pt x="366839" y="332423"/>
                        <a:pt x="384122" y="309954"/>
                      </a:cubicBezTo>
                      <a:cubicBezTo>
                        <a:pt x="393118" y="298247"/>
                        <a:pt x="428512" y="278971"/>
                        <a:pt x="435614" y="275305"/>
                      </a:cubicBezTo>
                      <a:close/>
                      <a:moveTo>
                        <a:pt x="479051" y="123066"/>
                      </a:moveTo>
                      <a:cubicBezTo>
                        <a:pt x="542255" y="123066"/>
                        <a:pt x="548646" y="158180"/>
                        <a:pt x="548646" y="201334"/>
                      </a:cubicBezTo>
                      <a:cubicBezTo>
                        <a:pt x="548646" y="244607"/>
                        <a:pt x="517518" y="279721"/>
                        <a:pt x="479051" y="279721"/>
                      </a:cubicBezTo>
                      <a:cubicBezTo>
                        <a:pt x="440584" y="279721"/>
                        <a:pt x="409337" y="244607"/>
                        <a:pt x="409337" y="201334"/>
                      </a:cubicBezTo>
                      <a:cubicBezTo>
                        <a:pt x="409337" y="198852"/>
                        <a:pt x="409337" y="196369"/>
                        <a:pt x="409455" y="193886"/>
                      </a:cubicBezTo>
                      <a:cubicBezTo>
                        <a:pt x="405668" y="196723"/>
                        <a:pt x="402235" y="200389"/>
                        <a:pt x="400460" y="205000"/>
                      </a:cubicBezTo>
                      <a:cubicBezTo>
                        <a:pt x="397856" y="211502"/>
                        <a:pt x="399276" y="219305"/>
                        <a:pt x="404484" y="228173"/>
                      </a:cubicBezTo>
                      <a:cubicBezTo>
                        <a:pt x="406259" y="228646"/>
                        <a:pt x="407916" y="229710"/>
                        <a:pt x="408982" y="231365"/>
                      </a:cubicBezTo>
                      <a:lnTo>
                        <a:pt x="411822" y="235503"/>
                      </a:lnTo>
                      <a:cubicBezTo>
                        <a:pt x="413124" y="237276"/>
                        <a:pt x="413598" y="239405"/>
                        <a:pt x="413243" y="241651"/>
                      </a:cubicBezTo>
                      <a:cubicBezTo>
                        <a:pt x="412888" y="243779"/>
                        <a:pt x="411586" y="245671"/>
                        <a:pt x="409810" y="246853"/>
                      </a:cubicBezTo>
                      <a:cubicBezTo>
                        <a:pt x="408508" y="247799"/>
                        <a:pt x="406851" y="248390"/>
                        <a:pt x="405194" y="248390"/>
                      </a:cubicBezTo>
                      <a:cubicBezTo>
                        <a:pt x="402472" y="248390"/>
                        <a:pt x="399986" y="247090"/>
                        <a:pt x="398448" y="244843"/>
                      </a:cubicBezTo>
                      <a:lnTo>
                        <a:pt x="395489" y="240705"/>
                      </a:lnTo>
                      <a:cubicBezTo>
                        <a:pt x="394187" y="238695"/>
                        <a:pt x="393832" y="236331"/>
                        <a:pt x="394305" y="234202"/>
                      </a:cubicBezTo>
                      <a:cubicBezTo>
                        <a:pt x="387085" y="222143"/>
                        <a:pt x="385428" y="210793"/>
                        <a:pt x="389334" y="200625"/>
                      </a:cubicBezTo>
                      <a:cubicBezTo>
                        <a:pt x="393358" y="190221"/>
                        <a:pt x="402590" y="183482"/>
                        <a:pt x="410284" y="179344"/>
                      </a:cubicBezTo>
                      <a:cubicBezTo>
                        <a:pt x="413361" y="146830"/>
                        <a:pt x="426854" y="123066"/>
                        <a:pt x="479051" y="123066"/>
                      </a:cubicBezTo>
                      <a:close/>
                      <a:moveTo>
                        <a:pt x="251377" y="87196"/>
                      </a:moveTo>
                      <a:cubicBezTo>
                        <a:pt x="255047" y="87078"/>
                        <a:pt x="258599" y="88970"/>
                        <a:pt x="260493" y="92162"/>
                      </a:cubicBezTo>
                      <a:lnTo>
                        <a:pt x="294826" y="150452"/>
                      </a:lnTo>
                      <a:lnTo>
                        <a:pt x="373554" y="150452"/>
                      </a:lnTo>
                      <a:cubicBezTo>
                        <a:pt x="379118" y="150452"/>
                        <a:pt x="383735" y="155063"/>
                        <a:pt x="383735" y="160738"/>
                      </a:cubicBezTo>
                      <a:cubicBezTo>
                        <a:pt x="383735" y="166414"/>
                        <a:pt x="379118" y="171025"/>
                        <a:pt x="373554" y="171025"/>
                      </a:cubicBezTo>
                      <a:lnTo>
                        <a:pt x="289025" y="171025"/>
                      </a:lnTo>
                      <a:cubicBezTo>
                        <a:pt x="285355" y="171025"/>
                        <a:pt x="281921" y="169015"/>
                        <a:pt x="280145" y="165941"/>
                      </a:cubicBezTo>
                      <a:lnTo>
                        <a:pt x="252206" y="118529"/>
                      </a:lnTo>
                      <a:lnTo>
                        <a:pt x="201773" y="214890"/>
                      </a:lnTo>
                      <a:cubicBezTo>
                        <a:pt x="200115" y="217964"/>
                        <a:pt x="197155" y="219974"/>
                        <a:pt x="193722" y="220329"/>
                      </a:cubicBezTo>
                      <a:cubicBezTo>
                        <a:pt x="193367" y="220329"/>
                        <a:pt x="193012" y="220447"/>
                        <a:pt x="192657" y="220447"/>
                      </a:cubicBezTo>
                      <a:cubicBezTo>
                        <a:pt x="189579" y="220447"/>
                        <a:pt x="186619" y="219028"/>
                        <a:pt x="184606" y="216545"/>
                      </a:cubicBezTo>
                      <a:lnTo>
                        <a:pt x="148261" y="171025"/>
                      </a:lnTo>
                      <a:lnTo>
                        <a:pt x="75926" y="171025"/>
                      </a:lnTo>
                      <a:cubicBezTo>
                        <a:pt x="70243" y="171025"/>
                        <a:pt x="65626" y="166414"/>
                        <a:pt x="65626" y="160738"/>
                      </a:cubicBezTo>
                      <a:cubicBezTo>
                        <a:pt x="65626" y="155063"/>
                        <a:pt x="70243" y="150452"/>
                        <a:pt x="75926" y="150452"/>
                      </a:cubicBezTo>
                      <a:lnTo>
                        <a:pt x="153233" y="150452"/>
                      </a:lnTo>
                      <a:cubicBezTo>
                        <a:pt x="156311" y="150452"/>
                        <a:pt x="159271" y="151871"/>
                        <a:pt x="161284" y="154354"/>
                      </a:cubicBezTo>
                      <a:lnTo>
                        <a:pt x="190881" y="191480"/>
                      </a:lnTo>
                      <a:lnTo>
                        <a:pt x="242498" y="92635"/>
                      </a:lnTo>
                      <a:cubicBezTo>
                        <a:pt x="244274" y="89325"/>
                        <a:pt x="247589" y="87315"/>
                        <a:pt x="251377" y="87196"/>
                      </a:cubicBezTo>
                      <a:close/>
                      <a:moveTo>
                        <a:pt x="13735" y="0"/>
                      </a:moveTo>
                      <a:lnTo>
                        <a:pt x="495160" y="0"/>
                      </a:lnTo>
                      <a:cubicBezTo>
                        <a:pt x="502738" y="0"/>
                        <a:pt x="508776" y="6147"/>
                        <a:pt x="508776" y="13713"/>
                      </a:cubicBezTo>
                      <a:lnTo>
                        <a:pt x="508776" y="104618"/>
                      </a:lnTo>
                      <a:cubicBezTo>
                        <a:pt x="499186" y="102254"/>
                        <a:pt x="488411" y="101072"/>
                        <a:pt x="476452" y="101072"/>
                      </a:cubicBezTo>
                      <a:cubicBezTo>
                        <a:pt x="472308" y="101072"/>
                        <a:pt x="468282" y="101190"/>
                        <a:pt x="464375" y="101426"/>
                      </a:cubicBezTo>
                      <a:lnTo>
                        <a:pt x="464375" y="37946"/>
                      </a:lnTo>
                      <a:lnTo>
                        <a:pt x="44401" y="37946"/>
                      </a:lnTo>
                      <a:lnTo>
                        <a:pt x="44401" y="297896"/>
                      </a:lnTo>
                      <a:lnTo>
                        <a:pt x="203653" y="297896"/>
                      </a:lnTo>
                      <a:lnTo>
                        <a:pt x="305242" y="297896"/>
                      </a:lnTo>
                      <a:lnTo>
                        <a:pt x="362667" y="297896"/>
                      </a:lnTo>
                      <a:cubicBezTo>
                        <a:pt x="356037" y="306998"/>
                        <a:pt x="350117" y="320356"/>
                        <a:pt x="345025" y="335842"/>
                      </a:cubicBezTo>
                      <a:lnTo>
                        <a:pt x="325015" y="335842"/>
                      </a:lnTo>
                      <a:cubicBezTo>
                        <a:pt x="326673" y="345772"/>
                        <a:pt x="329515" y="359957"/>
                        <a:pt x="334132" y="375916"/>
                      </a:cubicBezTo>
                      <a:cubicBezTo>
                        <a:pt x="330343" y="392584"/>
                        <a:pt x="327265" y="409606"/>
                        <a:pt x="324778" y="424974"/>
                      </a:cubicBezTo>
                      <a:cubicBezTo>
                        <a:pt x="324068" y="429348"/>
                        <a:pt x="324542" y="433722"/>
                        <a:pt x="325844" y="437859"/>
                      </a:cubicBezTo>
                      <a:lnTo>
                        <a:pt x="171566" y="437859"/>
                      </a:lnTo>
                      <a:cubicBezTo>
                        <a:pt x="166829" y="437859"/>
                        <a:pt x="162567" y="435495"/>
                        <a:pt x="159962" y="431594"/>
                      </a:cubicBezTo>
                      <a:cubicBezTo>
                        <a:pt x="157476" y="427575"/>
                        <a:pt x="157120" y="422728"/>
                        <a:pt x="159133" y="418472"/>
                      </a:cubicBezTo>
                      <a:cubicBezTo>
                        <a:pt x="173815" y="386437"/>
                        <a:pt x="180801" y="354046"/>
                        <a:pt x="183761" y="335842"/>
                      </a:cubicBezTo>
                      <a:lnTo>
                        <a:pt x="13735" y="335842"/>
                      </a:lnTo>
                      <a:cubicBezTo>
                        <a:pt x="6157" y="335842"/>
                        <a:pt x="0" y="329695"/>
                        <a:pt x="0" y="322129"/>
                      </a:cubicBezTo>
                      <a:lnTo>
                        <a:pt x="0" y="13713"/>
                      </a:lnTo>
                      <a:cubicBezTo>
                        <a:pt x="0" y="6147"/>
                        <a:pt x="6157" y="0"/>
                        <a:pt x="1373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7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  <p:custDataLst>
      <p:tags r:id="rId9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58500" cy="4694250"/>
            <a:chOff x="660400" y="1266657"/>
            <a:chExt cx="10858500" cy="4694250"/>
          </a:xfrm>
        </p:grpSpPr>
        <p:grpSp>
          <p:nvGrpSpPr>
            <p:cNvPr id="16" name="组合 15"/>
            <p:cNvGrpSpPr/>
            <p:nvPr/>
          </p:nvGrpSpPr>
          <p:grpSpPr>
            <a:xfrm>
              <a:off x="660400" y="1670321"/>
              <a:ext cx="10858500" cy="4290586"/>
              <a:chOff x="660400" y="1670321"/>
              <a:chExt cx="10858500" cy="4290586"/>
            </a:xfrm>
          </p:grpSpPr>
          <p:sp>
            <p:nvSpPr>
              <p:cNvPr id="41" name="文本框 40"/>
              <p:cNvSpPr txBox="1"/>
              <p:nvPr/>
            </p:nvSpPr>
            <p:spPr>
              <a:xfrm>
                <a:off x="660400" y="1670321"/>
                <a:ext cx="10858500" cy="29360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R="0" lvl="0" indent="0" fontAlgn="auto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Pct val="25000"/>
                  <a:buFontTx/>
                  <a:buNone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Theme color makes PPT more convenient to change. Adjust the spacing to adapt to Chinese typesetting, use the reference line in PPT . 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grpSp>
            <p:nvGrpSpPr>
              <p:cNvPr id="10" name="组合 9"/>
              <p:cNvGrpSpPr/>
              <p:nvPr/>
            </p:nvGrpSpPr>
            <p:grpSpPr>
              <a:xfrm>
                <a:off x="660400" y="2343702"/>
                <a:ext cx="10858500" cy="3617205"/>
                <a:chOff x="660400" y="2343702"/>
                <a:chExt cx="10858500" cy="3617205"/>
              </a:xfrm>
            </p:grpSpPr>
            <p:cxnSp>
              <p:nvCxnSpPr>
                <p:cNvPr id="44" name="Google Shape;495;p34"/>
                <p:cNvCxnSpPr/>
                <p:nvPr/>
              </p:nvCxnSpPr>
              <p:spPr>
                <a:xfrm flipH="1">
                  <a:off x="2598802" y="2630753"/>
                  <a:ext cx="139638" cy="0"/>
                </a:xfrm>
                <a:prstGeom prst="straightConnector1">
                  <a:avLst/>
                </a:prstGeom>
                <a:noFill/>
                <a:ln w="6350" cap="flat" cmpd="sng">
                  <a:solidFill>
                    <a:schemeClr val="accent4"/>
                  </a:solidFill>
                  <a:prstDash val="solid"/>
                  <a:miter lim="400000"/>
                  <a:headEnd type="none" w="sm" len="sm"/>
                  <a:tailEnd type="none" w="sm" len="sm"/>
                </a:ln>
              </p:spPr>
            </p:cxnSp>
            <p:sp>
              <p:nvSpPr>
                <p:cNvPr id="6" name="矩形: 圆角 5"/>
                <p:cNvSpPr/>
                <p:nvPr/>
              </p:nvSpPr>
              <p:spPr>
                <a:xfrm>
                  <a:off x="660400" y="2472485"/>
                  <a:ext cx="1969277" cy="3165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fontAlgn="base">
                    <a:spcAft>
                      <a:spcPct val="0"/>
                    </a:spcAft>
                  </a:pPr>
                  <a:r>
                    <a:rPr lang="en-US" altLang="zh-CN" sz="1200" b="1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+mn-ea"/>
                      <a:sym typeface="+mn-lt"/>
                    </a:rPr>
                    <a:t>Text Here-12pt</a:t>
                  </a:r>
                  <a:endParaRPr lang="en-US" altLang="zh-CN" sz="12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7" name="矩形 6"/>
                <p:cNvSpPr/>
                <p:nvPr/>
              </p:nvSpPr>
              <p:spPr>
                <a:xfrm>
                  <a:off x="2851222" y="2343702"/>
                  <a:ext cx="2880000" cy="252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Text Here-12pt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" name="矩形 7"/>
                <p:cNvSpPr/>
                <p:nvPr/>
              </p:nvSpPr>
              <p:spPr>
                <a:xfrm>
                  <a:off x="2851222" y="2665805"/>
                  <a:ext cx="2880000" cy="252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Text Here-12pt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2851222" y="3137600"/>
                  <a:ext cx="2880000" cy="252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Text Here-12pt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2851222" y="3459013"/>
                  <a:ext cx="2880000" cy="252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Text Here-12pt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2851222" y="3780426"/>
                  <a:ext cx="2880000" cy="252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Text Here-12pt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矩形 12"/>
                <p:cNvSpPr/>
                <p:nvPr/>
              </p:nvSpPr>
              <p:spPr>
                <a:xfrm>
                  <a:off x="2851222" y="4423252"/>
                  <a:ext cx="2880000" cy="252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Text Here-12pt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矩形 13"/>
                <p:cNvSpPr/>
                <p:nvPr/>
              </p:nvSpPr>
              <p:spPr>
                <a:xfrm>
                  <a:off x="2851222" y="4744665"/>
                  <a:ext cx="2880000" cy="252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Text Here-12pt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8638900" y="2343702"/>
                  <a:ext cx="2880000" cy="252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Text Here-12pt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8638900" y="2746125"/>
                  <a:ext cx="2880000" cy="252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Text Here-12pt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8638900" y="3148548"/>
                  <a:ext cx="2880000" cy="252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Text Here-12pt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8638900" y="3550971"/>
                  <a:ext cx="2880000" cy="252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Text Here-12pt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>
                  <a:off x="8638900" y="4502410"/>
                  <a:ext cx="2880000" cy="252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Text Here-12pt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矩形 34"/>
                <p:cNvSpPr/>
                <p:nvPr/>
              </p:nvSpPr>
              <p:spPr>
                <a:xfrm>
                  <a:off x="8638900" y="4904576"/>
                  <a:ext cx="2880000" cy="252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Text Here-12pt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矩形 35"/>
                <p:cNvSpPr/>
                <p:nvPr/>
              </p:nvSpPr>
              <p:spPr>
                <a:xfrm>
                  <a:off x="8638900" y="3953395"/>
                  <a:ext cx="2880000" cy="252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Text Here-12pt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矩形 36"/>
                <p:cNvSpPr/>
                <p:nvPr/>
              </p:nvSpPr>
              <p:spPr>
                <a:xfrm>
                  <a:off x="8638900" y="5306742"/>
                  <a:ext cx="2880000" cy="252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Text Here-12pt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>
                <a:xfrm>
                  <a:off x="8638900" y="5708907"/>
                  <a:ext cx="2880000" cy="252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Text Here-12pt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>
                  <a:off x="2851222" y="4101839"/>
                  <a:ext cx="2880000" cy="252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Text Here-12pt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2851222" y="5066078"/>
                  <a:ext cx="2880000" cy="252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Text Here-12pt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矩形 20"/>
                <p:cNvSpPr/>
                <p:nvPr/>
              </p:nvSpPr>
              <p:spPr>
                <a:xfrm>
                  <a:off x="2851222" y="5387491"/>
                  <a:ext cx="2880000" cy="252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Text Here-12pt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2851222" y="5708907"/>
                  <a:ext cx="2880000" cy="252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Text Here-12pt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cxnSp>
              <p:nvCxnSpPr>
                <p:cNvPr id="52" name="Google Shape;495;p34"/>
                <p:cNvCxnSpPr/>
                <p:nvPr/>
              </p:nvCxnSpPr>
              <p:spPr>
                <a:xfrm flipH="1">
                  <a:off x="2603564" y="4549253"/>
                  <a:ext cx="252000" cy="0"/>
                </a:xfrm>
                <a:prstGeom prst="straightConnector1">
                  <a:avLst/>
                </a:prstGeom>
                <a:noFill/>
                <a:ln w="6350" cap="flat" cmpd="sng">
                  <a:solidFill>
                    <a:schemeClr val="accent4"/>
                  </a:solidFill>
                  <a:prstDash val="solid"/>
                  <a:miter lim="400000"/>
                  <a:headEnd type="oval" w="sm" len="sm"/>
                  <a:tailEnd type="oval" w="sm" len="sm"/>
                </a:ln>
              </p:spPr>
            </p:cxnSp>
            <p:sp>
              <p:nvSpPr>
                <p:cNvPr id="15" name="矩形: 圆角 14"/>
                <p:cNvSpPr/>
                <p:nvPr/>
              </p:nvSpPr>
              <p:spPr>
                <a:xfrm>
                  <a:off x="660400" y="4390985"/>
                  <a:ext cx="1969277" cy="3165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fontAlgn="base">
                    <a:spcAft>
                      <a:spcPct val="0"/>
                    </a:spcAft>
                  </a:pPr>
                  <a:r>
                    <a:rPr lang="en-US" altLang="zh-CN" sz="1200" b="1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+mn-ea"/>
                      <a:sym typeface="+mn-lt"/>
                    </a:rPr>
                    <a:t>Text Here-12pt</a:t>
                  </a:r>
                  <a:endParaRPr lang="en-US" altLang="zh-CN" sz="12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  <p:cxnSp>
              <p:nvCxnSpPr>
                <p:cNvPr id="69" name="连接符: 肘形 68"/>
                <p:cNvCxnSpPr/>
                <p:nvPr/>
              </p:nvCxnSpPr>
              <p:spPr>
                <a:xfrm rot="10800000" flipV="1">
                  <a:off x="2842864" y="3271253"/>
                  <a:ext cx="12700" cy="2556000"/>
                </a:xfrm>
                <a:prstGeom prst="bentConnector3">
                  <a:avLst>
                    <a:gd name="adj1" fmla="val 956252"/>
                  </a:avLst>
                </a:prstGeom>
                <a:noFill/>
                <a:ln w="6350" cap="flat" cmpd="sng">
                  <a:solidFill>
                    <a:schemeClr val="accent4"/>
                  </a:solidFill>
                  <a:prstDash val="solid"/>
                  <a:miter lim="400000"/>
                  <a:headEnd type="oval" w="sm" len="sm"/>
                  <a:tailEnd type="oval" w="sm" len="sm"/>
                </a:ln>
              </p:spPr>
            </p:cxnSp>
            <p:cxnSp>
              <p:nvCxnSpPr>
                <p:cNvPr id="77" name="连接符: 肘形 76"/>
                <p:cNvCxnSpPr/>
                <p:nvPr/>
              </p:nvCxnSpPr>
              <p:spPr>
                <a:xfrm rot="10800000" flipV="1">
                  <a:off x="2842864" y="3577253"/>
                  <a:ext cx="12700" cy="1944000"/>
                </a:xfrm>
                <a:prstGeom prst="bentConnector3">
                  <a:avLst>
                    <a:gd name="adj1" fmla="val 956252"/>
                  </a:avLst>
                </a:prstGeom>
                <a:noFill/>
                <a:ln w="6350" cap="flat" cmpd="sng">
                  <a:solidFill>
                    <a:schemeClr val="accent4"/>
                  </a:solidFill>
                  <a:prstDash val="solid"/>
                  <a:miter lim="400000"/>
                  <a:headEnd type="oval" w="sm" len="sm"/>
                  <a:tailEnd type="oval" w="sm" len="sm"/>
                </a:ln>
              </p:spPr>
            </p:cxnSp>
            <p:cxnSp>
              <p:nvCxnSpPr>
                <p:cNvPr id="78" name="连接符: 肘形 77"/>
                <p:cNvCxnSpPr/>
                <p:nvPr/>
              </p:nvCxnSpPr>
              <p:spPr>
                <a:xfrm rot="10800000" flipV="1">
                  <a:off x="2842864" y="3901253"/>
                  <a:ext cx="12700" cy="1296000"/>
                </a:xfrm>
                <a:prstGeom prst="bentConnector3">
                  <a:avLst>
                    <a:gd name="adj1" fmla="val 956252"/>
                  </a:avLst>
                </a:prstGeom>
                <a:noFill/>
                <a:ln w="6350" cap="flat" cmpd="sng">
                  <a:solidFill>
                    <a:schemeClr val="accent4"/>
                  </a:solidFill>
                  <a:prstDash val="solid"/>
                  <a:miter lim="400000"/>
                  <a:headEnd type="oval" w="sm" len="sm"/>
                  <a:tailEnd type="oval" w="sm" len="sm"/>
                </a:ln>
              </p:spPr>
            </p:cxnSp>
            <p:cxnSp>
              <p:nvCxnSpPr>
                <p:cNvPr id="79" name="连接符: 肘形 78"/>
                <p:cNvCxnSpPr/>
                <p:nvPr/>
              </p:nvCxnSpPr>
              <p:spPr>
                <a:xfrm rot="10800000" flipV="1">
                  <a:off x="2842864" y="4225253"/>
                  <a:ext cx="12700" cy="648000"/>
                </a:xfrm>
                <a:prstGeom prst="bentConnector3">
                  <a:avLst>
                    <a:gd name="adj1" fmla="val 956252"/>
                  </a:avLst>
                </a:prstGeom>
                <a:noFill/>
                <a:ln w="6350" cap="flat" cmpd="sng">
                  <a:solidFill>
                    <a:schemeClr val="accent4"/>
                  </a:solidFill>
                  <a:prstDash val="solid"/>
                  <a:miter lim="400000"/>
                  <a:headEnd type="oval" w="sm" len="sm"/>
                  <a:tailEnd type="oval" w="sm" len="sm"/>
                </a:ln>
              </p:spPr>
            </p:cxnSp>
            <p:cxnSp>
              <p:nvCxnSpPr>
                <p:cNvPr id="80" name="连接符: 肘形 79"/>
                <p:cNvCxnSpPr/>
                <p:nvPr/>
              </p:nvCxnSpPr>
              <p:spPr>
                <a:xfrm rot="10800000" flipV="1">
                  <a:off x="2842864" y="2486753"/>
                  <a:ext cx="12700" cy="288000"/>
                </a:xfrm>
                <a:prstGeom prst="bentConnector3">
                  <a:avLst>
                    <a:gd name="adj1" fmla="val 956252"/>
                  </a:avLst>
                </a:prstGeom>
                <a:noFill/>
                <a:ln w="6350" cap="flat" cmpd="sng">
                  <a:solidFill>
                    <a:schemeClr val="accent4"/>
                  </a:solidFill>
                  <a:prstDash val="solid"/>
                  <a:miter lim="400000"/>
                  <a:headEnd type="oval" w="sm" len="sm"/>
                  <a:tailEnd type="oval" w="sm" len="sm"/>
                </a:ln>
              </p:spPr>
            </p:cxnSp>
            <p:grpSp>
              <p:nvGrpSpPr>
                <p:cNvPr id="84" name="组合 83"/>
                <p:cNvGrpSpPr/>
                <p:nvPr/>
              </p:nvGrpSpPr>
              <p:grpSpPr>
                <a:xfrm>
                  <a:off x="8386900" y="2471329"/>
                  <a:ext cx="252000" cy="1606438"/>
                  <a:chOff x="8269776" y="2840401"/>
                  <a:chExt cx="252000" cy="1296000"/>
                </a:xfrm>
              </p:grpSpPr>
              <p:cxnSp>
                <p:nvCxnSpPr>
                  <p:cNvPr id="81" name="Google Shape;495;p34"/>
                  <p:cNvCxnSpPr/>
                  <p:nvPr/>
                </p:nvCxnSpPr>
                <p:spPr>
                  <a:xfrm flipH="1">
                    <a:off x="8269776" y="3488401"/>
                    <a:ext cx="252000" cy="0"/>
                  </a:xfrm>
                  <a:prstGeom prst="straightConnector1">
                    <a:avLst/>
                  </a:prstGeom>
                  <a:noFill/>
                  <a:ln w="6350" cap="flat" cmpd="sng">
                    <a:solidFill>
                      <a:schemeClr val="accent4"/>
                    </a:solidFill>
                    <a:prstDash val="solid"/>
                    <a:miter lim="400000"/>
                    <a:headEnd type="oval" w="sm" len="sm"/>
                    <a:tailEnd type="oval" w="sm" len="sm"/>
                  </a:ln>
                </p:spPr>
              </p:cxnSp>
              <p:cxnSp>
                <p:nvCxnSpPr>
                  <p:cNvPr id="82" name="连接符: 肘形 81"/>
                  <p:cNvCxnSpPr/>
                  <p:nvPr/>
                </p:nvCxnSpPr>
                <p:spPr>
                  <a:xfrm rot="10800000" flipV="1">
                    <a:off x="8509076" y="2840401"/>
                    <a:ext cx="12700" cy="1296000"/>
                  </a:xfrm>
                  <a:prstGeom prst="bentConnector3">
                    <a:avLst>
                      <a:gd name="adj1" fmla="val 956252"/>
                    </a:avLst>
                  </a:prstGeom>
                  <a:noFill/>
                  <a:ln w="6350" cap="flat" cmpd="sng">
                    <a:solidFill>
                      <a:schemeClr val="accent4"/>
                    </a:solidFill>
                    <a:prstDash val="solid"/>
                    <a:miter lim="400000"/>
                    <a:headEnd type="oval" w="sm" len="sm"/>
                    <a:tailEnd type="oval" w="sm" len="sm"/>
                  </a:ln>
                </p:spPr>
              </p:cxnSp>
              <p:cxnSp>
                <p:nvCxnSpPr>
                  <p:cNvPr id="83" name="连接符: 肘形 82"/>
                  <p:cNvCxnSpPr/>
                  <p:nvPr/>
                </p:nvCxnSpPr>
                <p:spPr>
                  <a:xfrm rot="10800000" flipV="1">
                    <a:off x="8509076" y="3164401"/>
                    <a:ext cx="12700" cy="648000"/>
                  </a:xfrm>
                  <a:prstGeom prst="bentConnector3">
                    <a:avLst>
                      <a:gd name="adj1" fmla="val 956252"/>
                    </a:avLst>
                  </a:prstGeom>
                  <a:noFill/>
                  <a:ln w="6350" cap="flat" cmpd="sng">
                    <a:solidFill>
                      <a:schemeClr val="accent4"/>
                    </a:solidFill>
                    <a:prstDash val="solid"/>
                    <a:miter lim="400000"/>
                    <a:headEnd type="oval" w="sm" len="sm"/>
                    <a:tailEnd type="oval" w="sm" len="sm"/>
                  </a:ln>
                </p:spPr>
              </p:cxnSp>
            </p:grpSp>
            <p:sp>
              <p:nvSpPr>
                <p:cNvPr id="23" name="矩形: 圆角 22"/>
                <p:cNvSpPr/>
                <p:nvPr/>
              </p:nvSpPr>
              <p:spPr>
                <a:xfrm>
                  <a:off x="6451534" y="3117436"/>
                  <a:ext cx="1969278" cy="3165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3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fontAlgn="base">
                    <a:spcAft>
                      <a:spcPct val="0"/>
                    </a:spcAft>
                  </a:pPr>
                  <a:r>
                    <a:rPr lang="en-US" altLang="zh-CN" sz="1200" b="1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+mn-ea"/>
                      <a:sym typeface="+mn-lt"/>
                    </a:rPr>
                    <a:t>Text Here-12pt</a:t>
                  </a:r>
                  <a:endParaRPr lang="en-US" altLang="zh-CN" sz="12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  <p:grpSp>
              <p:nvGrpSpPr>
                <p:cNvPr id="85" name="组合 84"/>
                <p:cNvGrpSpPr/>
                <p:nvPr/>
              </p:nvGrpSpPr>
              <p:grpSpPr>
                <a:xfrm>
                  <a:off x="8386900" y="4640467"/>
                  <a:ext cx="252000" cy="1182383"/>
                  <a:chOff x="8269776" y="2840401"/>
                  <a:chExt cx="252000" cy="1296000"/>
                </a:xfrm>
              </p:grpSpPr>
              <p:cxnSp>
                <p:nvCxnSpPr>
                  <p:cNvPr id="86" name="Google Shape;495;p34"/>
                  <p:cNvCxnSpPr/>
                  <p:nvPr/>
                </p:nvCxnSpPr>
                <p:spPr>
                  <a:xfrm flipH="1">
                    <a:off x="8269776" y="3488402"/>
                    <a:ext cx="125275" cy="0"/>
                  </a:xfrm>
                  <a:prstGeom prst="straightConnector1">
                    <a:avLst/>
                  </a:prstGeom>
                  <a:noFill/>
                  <a:ln w="6350" cap="flat" cmpd="sng">
                    <a:solidFill>
                      <a:schemeClr val="accent4"/>
                    </a:solidFill>
                    <a:prstDash val="solid"/>
                    <a:miter lim="400000"/>
                    <a:headEnd type="none" w="sm" len="sm"/>
                    <a:tailEnd type="oval" w="sm" len="sm"/>
                  </a:ln>
                </p:spPr>
              </p:cxnSp>
              <p:cxnSp>
                <p:nvCxnSpPr>
                  <p:cNvPr id="87" name="连接符: 肘形 86"/>
                  <p:cNvCxnSpPr/>
                  <p:nvPr/>
                </p:nvCxnSpPr>
                <p:spPr>
                  <a:xfrm rot="10800000" flipV="1">
                    <a:off x="8509076" y="2840401"/>
                    <a:ext cx="12700" cy="1296000"/>
                  </a:xfrm>
                  <a:prstGeom prst="bentConnector3">
                    <a:avLst>
                      <a:gd name="adj1" fmla="val 956252"/>
                    </a:avLst>
                  </a:prstGeom>
                  <a:noFill/>
                  <a:ln w="6350" cap="flat" cmpd="sng">
                    <a:solidFill>
                      <a:schemeClr val="accent4"/>
                    </a:solidFill>
                    <a:prstDash val="solid"/>
                    <a:miter lim="400000"/>
                    <a:headEnd type="oval" w="sm" len="sm"/>
                    <a:tailEnd type="oval" w="sm" len="sm"/>
                  </a:ln>
                </p:spPr>
              </p:cxnSp>
              <p:cxnSp>
                <p:nvCxnSpPr>
                  <p:cNvPr id="88" name="连接符: 肘形 87"/>
                  <p:cNvCxnSpPr/>
                  <p:nvPr/>
                </p:nvCxnSpPr>
                <p:spPr>
                  <a:xfrm rot="10800000" flipV="1">
                    <a:off x="8509076" y="3271375"/>
                    <a:ext cx="12700" cy="434052"/>
                  </a:xfrm>
                  <a:prstGeom prst="bentConnector3">
                    <a:avLst>
                      <a:gd name="adj1" fmla="val 956252"/>
                    </a:avLst>
                  </a:prstGeom>
                  <a:noFill/>
                  <a:ln w="6350" cap="flat" cmpd="sng">
                    <a:solidFill>
                      <a:schemeClr val="accent4"/>
                    </a:solidFill>
                    <a:prstDash val="solid"/>
                    <a:miter lim="400000"/>
                    <a:headEnd type="oval" w="sm" len="sm"/>
                    <a:tailEnd type="oval" w="sm" len="sm"/>
                  </a:ln>
                </p:spPr>
              </p:cxnSp>
            </p:grpSp>
            <p:sp>
              <p:nvSpPr>
                <p:cNvPr id="32" name="矩形: 圆角 31"/>
                <p:cNvSpPr/>
                <p:nvPr/>
              </p:nvSpPr>
              <p:spPr>
                <a:xfrm>
                  <a:off x="6451534" y="5073390"/>
                  <a:ext cx="1969278" cy="3165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fontAlgn="base">
                    <a:spcAft>
                      <a:spcPct val="0"/>
                    </a:spcAft>
                  </a:pPr>
                  <a:r>
                    <a:rPr lang="en-US" altLang="zh-CN" sz="1200" b="1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+mn-ea"/>
                      <a:sym typeface="+mn-lt"/>
                    </a:rPr>
                    <a:t>Text Here-12pt</a:t>
                  </a:r>
                  <a:endParaRPr lang="en-US" altLang="zh-CN" sz="12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47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60400" y="1266657"/>
            <a:ext cx="10858500" cy="4874455"/>
            <a:chOff x="660400" y="1266657"/>
            <a:chExt cx="10858500" cy="4874455"/>
          </a:xfrm>
        </p:grpSpPr>
        <p:grpSp>
          <p:nvGrpSpPr>
            <p:cNvPr id="6" name="组合 5"/>
            <p:cNvGrpSpPr/>
            <p:nvPr/>
          </p:nvGrpSpPr>
          <p:grpSpPr>
            <a:xfrm>
              <a:off x="660400" y="1670321"/>
              <a:ext cx="10858500" cy="4470791"/>
              <a:chOff x="660400" y="1670321"/>
              <a:chExt cx="10858500" cy="4470791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8340436" y="5348501"/>
                <a:ext cx="628932" cy="62893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indent="-171450">
                  <a:lnSpc>
                    <a:spcPct val="120000"/>
                  </a:lnSpc>
                  <a:spcAft>
                    <a:spcPts val="600"/>
                  </a:spcAft>
                  <a:buSzPct val="25000"/>
                  <a:buFont typeface="Wingdings" panose="05000000000000000000" pitchFamily="2" charset="2"/>
                  <a:buChar char="l"/>
                </a:pPr>
                <a:endParaRPr lang="zh-CN" altLang="en-US" sz="1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4645635" y="5348501"/>
                <a:ext cx="628932" cy="62893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indent="-171450">
                  <a:lnSpc>
                    <a:spcPct val="120000"/>
                  </a:lnSpc>
                  <a:spcAft>
                    <a:spcPts val="600"/>
                  </a:spcAft>
                  <a:buSzPct val="25000"/>
                  <a:buFont typeface="Wingdings" panose="05000000000000000000" pitchFamily="2" charset="2"/>
                  <a:buChar char="l"/>
                </a:pPr>
                <a:endParaRPr lang="zh-CN" altLang="en-US" sz="1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3" name="椭圆 2"/>
              <p:cNvSpPr/>
              <p:nvPr/>
            </p:nvSpPr>
            <p:spPr>
              <a:xfrm>
                <a:off x="892101" y="5348501"/>
                <a:ext cx="628932" cy="62893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indent="-171450">
                  <a:lnSpc>
                    <a:spcPct val="120000"/>
                  </a:lnSpc>
                  <a:spcAft>
                    <a:spcPts val="600"/>
                  </a:spcAft>
                  <a:buSzPct val="25000"/>
                  <a:buFont typeface="Wingdings" panose="05000000000000000000" pitchFamily="2" charset="2"/>
                  <a:buChar char="l"/>
                </a:pPr>
                <a:endParaRPr lang="zh-CN" altLang="en-US" sz="1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660400" y="1670321"/>
                <a:ext cx="10858500" cy="29360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R="0" lvl="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Pct val="25000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Theme  color makes PPT more convenient to </a:t>
                </a:r>
                <a:r>
                  <a:rPr lang="en-US" altLang="zh-CN" sz="1200" dirty="0" err="1">
                    <a:latin typeface="Arial" panose="020B0604020202020204" pitchFamily="34" charset="0"/>
                    <a:ea typeface="微软雅黑" panose="020B0503020204020204" charset="-122"/>
                  </a:rPr>
                  <a:t>change.Adjust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 the spacing to adapt to Chinese typesetting, use the reference line in PPT.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960586" y="2142077"/>
                <a:ext cx="10558314" cy="1786323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R="0" lvl="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Pct val="25000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Theme color makes PPT more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  <a:buSzPct val="25000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Convenient to change.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  <a:buSzPct val="25000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Copy paste  fonts. Choose the only option to retain text. 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  <a:buSzPct val="25000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Unified fonts make reading more </a:t>
                </a:r>
                <a:r>
                  <a:rPr lang="en-US" altLang="zh-CN" sz="1200" dirty="0" err="1">
                    <a:latin typeface="Arial" panose="020B0604020202020204" pitchFamily="34" charset="0"/>
                    <a:ea typeface="微软雅黑" panose="020B0503020204020204" charset="-122"/>
                  </a:rPr>
                  <a:t>fluent.Copy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 paste fonts. Choose the only </a:t>
                </a:r>
                <a:r>
                  <a:rPr lang="en-US" altLang="zh-CN" sz="1200" dirty="0" err="1">
                    <a:latin typeface="Arial" panose="020B0604020202020204" pitchFamily="34" charset="0"/>
                    <a:ea typeface="微软雅黑" panose="020B0503020204020204" charset="-122"/>
                  </a:rPr>
                  <a:t>optio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 to retain text.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  <a:buSzPct val="25000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Convenient to change.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  <a:buSzPct val="25000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Copy paste  fonts. Choose the only option to retain text. 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1" name="椭圆 10"/>
              <p:cNvSpPr>
                <a:spLocks noChangeAspect="1"/>
              </p:cNvSpPr>
              <p:nvPr/>
            </p:nvSpPr>
            <p:spPr>
              <a:xfrm>
                <a:off x="780586" y="2198880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/>
                  <a:t>1</a:t>
                </a:r>
                <a:endParaRPr lang="zh-CN" altLang="en-US" sz="1200" dirty="0"/>
              </a:p>
            </p:txBody>
          </p:sp>
          <p:sp>
            <p:nvSpPr>
              <p:cNvPr id="12" name="椭圆 11"/>
              <p:cNvSpPr>
                <a:spLocks noChangeAspect="1"/>
              </p:cNvSpPr>
              <p:nvPr/>
            </p:nvSpPr>
            <p:spPr>
              <a:xfrm>
                <a:off x="780586" y="2498378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/>
                  <a:t>2</a:t>
                </a:r>
                <a:endParaRPr lang="zh-CN" altLang="en-US" sz="1200" dirty="0"/>
              </a:p>
            </p:txBody>
          </p:sp>
          <p:sp>
            <p:nvSpPr>
              <p:cNvPr id="13" name="椭圆 12"/>
              <p:cNvSpPr>
                <a:spLocks noChangeAspect="1"/>
              </p:cNvSpPr>
              <p:nvPr/>
            </p:nvSpPr>
            <p:spPr>
              <a:xfrm>
                <a:off x="780586" y="2797876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/>
                  <a:t>3</a:t>
                </a:r>
                <a:endParaRPr lang="zh-CN" altLang="en-US" sz="1200" dirty="0"/>
              </a:p>
            </p:txBody>
          </p:sp>
          <p:sp>
            <p:nvSpPr>
              <p:cNvPr id="16" name="箭头: 五边形 15"/>
              <p:cNvSpPr/>
              <p:nvPr/>
            </p:nvSpPr>
            <p:spPr>
              <a:xfrm>
                <a:off x="669925" y="4467350"/>
                <a:ext cx="10848975" cy="387416"/>
              </a:xfrm>
              <a:prstGeom prst="homePlat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r>
                  <a:rPr lang="zh-CN" altLang="en-US" sz="1400" b="1" noProof="0" dirty="0">
                    <a:solidFill>
                      <a:schemeClr val="bg1"/>
                    </a:solidFill>
                  </a:rPr>
                  <a:t>此处添加本页重要观点</a:t>
                </a:r>
                <a:r>
                  <a:rPr lang="en-US" altLang="zh-CN" sz="1400" b="1" noProof="0" dirty="0">
                    <a:solidFill>
                      <a:schemeClr val="bg1"/>
                    </a:solidFill>
                  </a:rPr>
                  <a:t>-14pt</a:t>
                </a:r>
                <a:endParaRPr lang="en-US" altLang="zh-CN" sz="1400" b="1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任意多边形 43"/>
              <p:cNvSpPr>
                <a:spLocks noChangeAspect="1"/>
              </p:cNvSpPr>
              <p:nvPr/>
            </p:nvSpPr>
            <p:spPr>
              <a:xfrm>
                <a:off x="4849443" y="5561446"/>
                <a:ext cx="221316" cy="203042"/>
              </a:xfrm>
              <a:custGeom>
                <a:avLst/>
                <a:gdLst>
                  <a:gd name="connsiteX0" fmla="*/ 303857 w 607639"/>
                  <a:gd name="connsiteY0" fmla="*/ 303714 h 557467"/>
                  <a:gd name="connsiteX1" fmla="*/ 352986 w 607639"/>
                  <a:gd name="connsiteY1" fmla="*/ 309132 h 557467"/>
                  <a:gd name="connsiteX2" fmla="*/ 514597 w 607639"/>
                  <a:gd name="connsiteY2" fmla="*/ 449845 h 557467"/>
                  <a:gd name="connsiteX3" fmla="*/ 528676 w 607639"/>
                  <a:gd name="connsiteY3" fmla="*/ 528182 h 557467"/>
                  <a:gd name="connsiteX4" fmla="*/ 499345 w 607639"/>
                  <a:gd name="connsiteY4" fmla="*/ 557467 h 557467"/>
                  <a:gd name="connsiteX5" fmla="*/ 108223 w 607639"/>
                  <a:gd name="connsiteY5" fmla="*/ 557467 h 557467"/>
                  <a:gd name="connsiteX6" fmla="*/ 78892 w 607639"/>
                  <a:gd name="connsiteY6" fmla="*/ 528182 h 557467"/>
                  <a:gd name="connsiteX7" fmla="*/ 303857 w 607639"/>
                  <a:gd name="connsiteY7" fmla="*/ 303714 h 557467"/>
                  <a:gd name="connsiteX8" fmla="*/ 455825 w 607639"/>
                  <a:gd name="connsiteY8" fmla="*/ 268995 h 557467"/>
                  <a:gd name="connsiteX9" fmla="*/ 607639 w 607639"/>
                  <a:gd name="connsiteY9" fmla="*/ 420565 h 557467"/>
                  <a:gd name="connsiteX10" fmla="*/ 578303 w 607639"/>
                  <a:gd name="connsiteY10" fmla="*/ 449854 h 557467"/>
                  <a:gd name="connsiteX11" fmla="*/ 576396 w 607639"/>
                  <a:gd name="connsiteY11" fmla="*/ 449854 h 557467"/>
                  <a:gd name="connsiteX12" fmla="*/ 424875 w 607639"/>
                  <a:gd name="connsiteY12" fmla="*/ 272217 h 557467"/>
                  <a:gd name="connsiteX13" fmla="*/ 455825 w 607639"/>
                  <a:gd name="connsiteY13" fmla="*/ 268995 h 557467"/>
                  <a:gd name="connsiteX14" fmla="*/ 151811 w 607639"/>
                  <a:gd name="connsiteY14" fmla="*/ 268995 h 557467"/>
                  <a:gd name="connsiteX15" fmla="*/ 182906 w 607639"/>
                  <a:gd name="connsiteY15" fmla="*/ 272217 h 557467"/>
                  <a:gd name="connsiteX16" fmla="*/ 31389 w 607639"/>
                  <a:gd name="connsiteY16" fmla="*/ 449854 h 557467"/>
                  <a:gd name="connsiteX17" fmla="*/ 29335 w 607639"/>
                  <a:gd name="connsiteY17" fmla="*/ 449854 h 557467"/>
                  <a:gd name="connsiteX18" fmla="*/ 0 w 607639"/>
                  <a:gd name="connsiteY18" fmla="*/ 420565 h 557467"/>
                  <a:gd name="connsiteX19" fmla="*/ 151811 w 607639"/>
                  <a:gd name="connsiteY19" fmla="*/ 268995 h 557467"/>
                  <a:gd name="connsiteX20" fmla="*/ 462556 w 607639"/>
                  <a:gd name="connsiteY20" fmla="*/ 35000 h 557467"/>
                  <a:gd name="connsiteX21" fmla="*/ 543847 w 607639"/>
                  <a:gd name="connsiteY21" fmla="*/ 122571 h 557467"/>
                  <a:gd name="connsiteX22" fmla="*/ 462556 w 607639"/>
                  <a:gd name="connsiteY22" fmla="*/ 210143 h 557467"/>
                  <a:gd name="connsiteX23" fmla="*/ 485153 w 607639"/>
                  <a:gd name="connsiteY23" fmla="*/ 122571 h 557467"/>
                  <a:gd name="connsiteX24" fmla="*/ 462556 w 607639"/>
                  <a:gd name="connsiteY24" fmla="*/ 35000 h 557467"/>
                  <a:gd name="connsiteX25" fmla="*/ 145224 w 607639"/>
                  <a:gd name="connsiteY25" fmla="*/ 35000 h 557467"/>
                  <a:gd name="connsiteX26" fmla="*/ 122481 w 607639"/>
                  <a:gd name="connsiteY26" fmla="*/ 122571 h 557467"/>
                  <a:gd name="connsiteX27" fmla="*/ 145224 w 607639"/>
                  <a:gd name="connsiteY27" fmla="*/ 210143 h 557467"/>
                  <a:gd name="connsiteX28" fmla="*/ 63791 w 607639"/>
                  <a:gd name="connsiteY28" fmla="*/ 122571 h 557467"/>
                  <a:gd name="connsiteX29" fmla="*/ 145224 w 607639"/>
                  <a:gd name="connsiteY29" fmla="*/ 35000 h 557467"/>
                  <a:gd name="connsiteX30" fmla="*/ 303892 w 607639"/>
                  <a:gd name="connsiteY30" fmla="*/ 0 h 557467"/>
                  <a:gd name="connsiteX31" fmla="*/ 403912 w 607639"/>
                  <a:gd name="connsiteY31" fmla="*/ 51694 h 557467"/>
                  <a:gd name="connsiteX32" fmla="*/ 426497 w 607639"/>
                  <a:gd name="connsiteY32" fmla="*/ 122572 h 557467"/>
                  <a:gd name="connsiteX33" fmla="*/ 403912 w 607639"/>
                  <a:gd name="connsiteY33" fmla="*/ 193450 h 557467"/>
                  <a:gd name="connsiteX34" fmla="*/ 303892 w 607639"/>
                  <a:gd name="connsiteY34" fmla="*/ 245144 h 557467"/>
                  <a:gd name="connsiteX35" fmla="*/ 181141 w 607639"/>
                  <a:gd name="connsiteY35" fmla="*/ 122572 h 557467"/>
                  <a:gd name="connsiteX36" fmla="*/ 303892 w 607639"/>
                  <a:gd name="connsiteY36" fmla="*/ 0 h 557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607639" h="557467">
                    <a:moveTo>
                      <a:pt x="303857" y="303714"/>
                    </a:moveTo>
                    <a:cubicBezTo>
                      <a:pt x="320722" y="303714"/>
                      <a:pt x="337148" y="305618"/>
                      <a:pt x="352986" y="309132"/>
                    </a:cubicBezTo>
                    <a:cubicBezTo>
                      <a:pt x="427486" y="325824"/>
                      <a:pt x="488200" y="379562"/>
                      <a:pt x="514597" y="449845"/>
                    </a:cubicBezTo>
                    <a:cubicBezTo>
                      <a:pt x="523690" y="474298"/>
                      <a:pt x="528676" y="500655"/>
                      <a:pt x="528676" y="528182"/>
                    </a:cubicBezTo>
                    <a:cubicBezTo>
                      <a:pt x="528676" y="544289"/>
                      <a:pt x="515477" y="557467"/>
                      <a:pt x="499345" y="557467"/>
                    </a:cubicBezTo>
                    <a:lnTo>
                      <a:pt x="108223" y="557467"/>
                    </a:lnTo>
                    <a:cubicBezTo>
                      <a:pt x="92091" y="557467"/>
                      <a:pt x="78892" y="544289"/>
                      <a:pt x="78892" y="528182"/>
                    </a:cubicBezTo>
                    <a:cubicBezTo>
                      <a:pt x="78892" y="404307"/>
                      <a:pt x="179789" y="303714"/>
                      <a:pt x="303857" y="303714"/>
                    </a:cubicBezTo>
                    <a:close/>
                    <a:moveTo>
                      <a:pt x="455825" y="268995"/>
                    </a:moveTo>
                    <a:cubicBezTo>
                      <a:pt x="539579" y="268995"/>
                      <a:pt x="607639" y="336945"/>
                      <a:pt x="607639" y="420565"/>
                    </a:cubicBezTo>
                    <a:cubicBezTo>
                      <a:pt x="607639" y="436674"/>
                      <a:pt x="594584" y="449854"/>
                      <a:pt x="578303" y="449854"/>
                    </a:cubicBezTo>
                    <a:lnTo>
                      <a:pt x="576396" y="449854"/>
                    </a:lnTo>
                    <a:cubicBezTo>
                      <a:pt x="553661" y="371360"/>
                      <a:pt x="497775" y="306631"/>
                      <a:pt x="424875" y="272217"/>
                    </a:cubicBezTo>
                    <a:cubicBezTo>
                      <a:pt x="434996" y="270020"/>
                      <a:pt x="445410" y="268995"/>
                      <a:pt x="455825" y="268995"/>
                    </a:cubicBezTo>
                    <a:close/>
                    <a:moveTo>
                      <a:pt x="151811" y="268995"/>
                    </a:moveTo>
                    <a:cubicBezTo>
                      <a:pt x="162371" y="268995"/>
                      <a:pt x="172785" y="270020"/>
                      <a:pt x="182906" y="272217"/>
                    </a:cubicBezTo>
                    <a:cubicBezTo>
                      <a:pt x="110008" y="306631"/>
                      <a:pt x="53977" y="371360"/>
                      <a:pt x="31389" y="449854"/>
                    </a:cubicBezTo>
                    <a:lnTo>
                      <a:pt x="29335" y="449854"/>
                    </a:lnTo>
                    <a:cubicBezTo>
                      <a:pt x="13201" y="449854"/>
                      <a:pt x="0" y="436674"/>
                      <a:pt x="0" y="420565"/>
                    </a:cubicBezTo>
                    <a:cubicBezTo>
                      <a:pt x="0" y="336945"/>
                      <a:pt x="68058" y="268995"/>
                      <a:pt x="151811" y="268995"/>
                    </a:cubicBezTo>
                    <a:close/>
                    <a:moveTo>
                      <a:pt x="462556" y="35000"/>
                    </a:moveTo>
                    <a:cubicBezTo>
                      <a:pt x="507897" y="38368"/>
                      <a:pt x="543847" y="76296"/>
                      <a:pt x="543847" y="122571"/>
                    </a:cubicBezTo>
                    <a:cubicBezTo>
                      <a:pt x="543847" y="168847"/>
                      <a:pt x="507897" y="206775"/>
                      <a:pt x="462556" y="210143"/>
                    </a:cubicBezTo>
                    <a:cubicBezTo>
                      <a:pt x="476936" y="184223"/>
                      <a:pt x="485153" y="154349"/>
                      <a:pt x="485153" y="122571"/>
                    </a:cubicBezTo>
                    <a:cubicBezTo>
                      <a:pt x="485153" y="90794"/>
                      <a:pt x="476936" y="60920"/>
                      <a:pt x="462556" y="35000"/>
                    </a:cubicBezTo>
                    <a:close/>
                    <a:moveTo>
                      <a:pt x="145224" y="35000"/>
                    </a:moveTo>
                    <a:cubicBezTo>
                      <a:pt x="130698" y="60920"/>
                      <a:pt x="122481" y="90794"/>
                      <a:pt x="122481" y="122571"/>
                    </a:cubicBezTo>
                    <a:cubicBezTo>
                      <a:pt x="122481" y="154349"/>
                      <a:pt x="130698" y="184223"/>
                      <a:pt x="145224" y="210143"/>
                    </a:cubicBezTo>
                    <a:cubicBezTo>
                      <a:pt x="99739" y="206775"/>
                      <a:pt x="63791" y="168847"/>
                      <a:pt x="63791" y="122571"/>
                    </a:cubicBezTo>
                    <a:cubicBezTo>
                      <a:pt x="63791" y="76296"/>
                      <a:pt x="99739" y="38368"/>
                      <a:pt x="145224" y="35000"/>
                    </a:cubicBezTo>
                    <a:close/>
                    <a:moveTo>
                      <a:pt x="303892" y="0"/>
                    </a:moveTo>
                    <a:cubicBezTo>
                      <a:pt x="345103" y="0"/>
                      <a:pt x="381620" y="20502"/>
                      <a:pt x="403912" y="51694"/>
                    </a:cubicBezTo>
                    <a:cubicBezTo>
                      <a:pt x="418138" y="71756"/>
                      <a:pt x="426497" y="96212"/>
                      <a:pt x="426497" y="122572"/>
                    </a:cubicBezTo>
                    <a:cubicBezTo>
                      <a:pt x="426497" y="148931"/>
                      <a:pt x="418138" y="173387"/>
                      <a:pt x="403912" y="193450"/>
                    </a:cubicBezTo>
                    <a:cubicBezTo>
                      <a:pt x="381620" y="224642"/>
                      <a:pt x="345103" y="245144"/>
                      <a:pt x="303892" y="245144"/>
                    </a:cubicBezTo>
                    <a:cubicBezTo>
                      <a:pt x="236137" y="245144"/>
                      <a:pt x="181141" y="190082"/>
                      <a:pt x="181141" y="122572"/>
                    </a:cubicBezTo>
                    <a:cubicBezTo>
                      <a:pt x="181141" y="55062"/>
                      <a:pt x="236137" y="0"/>
                      <a:pt x="3038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</a:p>
            </p:txBody>
          </p:sp>
          <p:sp>
            <p:nvSpPr>
              <p:cNvPr id="18" name="任意多边形 132"/>
              <p:cNvSpPr>
                <a:spLocks noChangeAspect="1"/>
              </p:cNvSpPr>
              <p:nvPr/>
            </p:nvSpPr>
            <p:spPr bwMode="auto">
              <a:xfrm>
                <a:off x="1101494" y="5568393"/>
                <a:ext cx="210146" cy="189148"/>
              </a:xfrm>
              <a:custGeom>
                <a:avLst/>
                <a:gdLst>
                  <a:gd name="T0" fmla="*/ 56 w 12800"/>
                  <a:gd name="T1" fmla="*/ 0 h 11520"/>
                  <a:gd name="T2" fmla="*/ 0 w 12800"/>
                  <a:gd name="T3" fmla="*/ 11464 h 11520"/>
                  <a:gd name="T4" fmla="*/ 2337 w 12800"/>
                  <a:gd name="T5" fmla="*/ 11520 h 11520"/>
                  <a:gd name="T6" fmla="*/ 4424 w 12800"/>
                  <a:gd name="T7" fmla="*/ 9322 h 11520"/>
                  <a:gd name="T8" fmla="*/ 6706 w 12800"/>
                  <a:gd name="T9" fmla="*/ 11520 h 11520"/>
                  <a:gd name="T10" fmla="*/ 6762 w 12800"/>
                  <a:gd name="T11" fmla="*/ 83 h 11520"/>
                  <a:gd name="T12" fmla="*/ 2894 w 12800"/>
                  <a:gd name="T13" fmla="*/ 7652 h 11520"/>
                  <a:gd name="T14" fmla="*/ 1280 w 12800"/>
                  <a:gd name="T15" fmla="*/ 6066 h 11520"/>
                  <a:gd name="T16" fmla="*/ 2894 w 12800"/>
                  <a:gd name="T17" fmla="*/ 7652 h 11520"/>
                  <a:gd name="T18" fmla="*/ 1280 w 12800"/>
                  <a:gd name="T19" fmla="*/ 5287 h 11520"/>
                  <a:gd name="T20" fmla="*/ 2894 w 12800"/>
                  <a:gd name="T21" fmla="*/ 3701 h 11520"/>
                  <a:gd name="T22" fmla="*/ 2894 w 12800"/>
                  <a:gd name="T23" fmla="*/ 2922 h 11520"/>
                  <a:gd name="T24" fmla="*/ 1280 w 12800"/>
                  <a:gd name="T25" fmla="*/ 1336 h 11520"/>
                  <a:gd name="T26" fmla="*/ 2894 w 12800"/>
                  <a:gd name="T27" fmla="*/ 2922 h 11520"/>
                  <a:gd name="T28" fmla="*/ 3840 w 12800"/>
                  <a:gd name="T29" fmla="*/ 7652 h 11520"/>
                  <a:gd name="T30" fmla="*/ 5454 w 12800"/>
                  <a:gd name="T31" fmla="*/ 6066 h 11520"/>
                  <a:gd name="T32" fmla="*/ 5454 w 12800"/>
                  <a:gd name="T33" fmla="*/ 5287 h 11520"/>
                  <a:gd name="T34" fmla="*/ 3840 w 12800"/>
                  <a:gd name="T35" fmla="*/ 3701 h 11520"/>
                  <a:gd name="T36" fmla="*/ 5454 w 12800"/>
                  <a:gd name="T37" fmla="*/ 5287 h 11520"/>
                  <a:gd name="T38" fmla="*/ 3840 w 12800"/>
                  <a:gd name="T39" fmla="*/ 2922 h 11520"/>
                  <a:gd name="T40" fmla="*/ 5454 w 12800"/>
                  <a:gd name="T41" fmla="*/ 1336 h 11520"/>
                  <a:gd name="T42" fmla="*/ 12466 w 12800"/>
                  <a:gd name="T43" fmla="*/ 3701 h 11520"/>
                  <a:gd name="T44" fmla="*/ 7763 w 12800"/>
                  <a:gd name="T45" fmla="*/ 4035 h 11520"/>
                  <a:gd name="T46" fmla="*/ 7791 w 12800"/>
                  <a:gd name="T47" fmla="*/ 11492 h 11520"/>
                  <a:gd name="T48" fmla="*/ 9544 w 12800"/>
                  <a:gd name="T49" fmla="*/ 10045 h 11520"/>
                  <a:gd name="T50" fmla="*/ 11019 w 12800"/>
                  <a:gd name="T51" fmla="*/ 11492 h 11520"/>
                  <a:gd name="T52" fmla="*/ 12772 w 12800"/>
                  <a:gd name="T53" fmla="*/ 11464 h 11520"/>
                  <a:gd name="T54" fmla="*/ 12466 w 12800"/>
                  <a:gd name="T55" fmla="*/ 3701 h 11520"/>
                  <a:gd name="T56" fmla="*/ 8403 w 12800"/>
                  <a:gd name="T57" fmla="*/ 8821 h 11520"/>
                  <a:gd name="T58" fmla="*/ 12104 w 12800"/>
                  <a:gd name="T59" fmla="*/ 8042 h 11520"/>
                  <a:gd name="T60" fmla="*/ 12104 w 12800"/>
                  <a:gd name="T61" fmla="*/ 7263 h 11520"/>
                  <a:gd name="T62" fmla="*/ 8403 w 12800"/>
                  <a:gd name="T63" fmla="*/ 6483 h 11520"/>
                  <a:gd name="T64" fmla="*/ 12104 w 12800"/>
                  <a:gd name="T65" fmla="*/ 7263 h 11520"/>
                  <a:gd name="T66" fmla="*/ 8403 w 12800"/>
                  <a:gd name="T67" fmla="*/ 5677 h 11520"/>
                  <a:gd name="T68" fmla="*/ 12104 w 12800"/>
                  <a:gd name="T69" fmla="*/ 4897 h 11520"/>
                  <a:gd name="T70" fmla="*/ 12104 w 12800"/>
                  <a:gd name="T71" fmla="*/ 5677 h 115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800" h="11520">
                    <a:moveTo>
                      <a:pt x="6706" y="0"/>
                    </a:moveTo>
                    <a:lnTo>
                      <a:pt x="56" y="0"/>
                    </a:lnTo>
                    <a:cubicBezTo>
                      <a:pt x="28" y="0"/>
                      <a:pt x="0" y="28"/>
                      <a:pt x="0" y="83"/>
                    </a:cubicBezTo>
                    <a:lnTo>
                      <a:pt x="0" y="11464"/>
                    </a:lnTo>
                    <a:cubicBezTo>
                      <a:pt x="0" y="11492"/>
                      <a:pt x="28" y="11520"/>
                      <a:pt x="56" y="11520"/>
                    </a:cubicBezTo>
                    <a:lnTo>
                      <a:pt x="2337" y="11520"/>
                    </a:lnTo>
                    <a:lnTo>
                      <a:pt x="2337" y="9322"/>
                    </a:lnTo>
                    <a:lnTo>
                      <a:pt x="4424" y="9322"/>
                    </a:lnTo>
                    <a:lnTo>
                      <a:pt x="4424" y="11520"/>
                    </a:lnTo>
                    <a:lnTo>
                      <a:pt x="6706" y="11520"/>
                    </a:lnTo>
                    <a:cubicBezTo>
                      <a:pt x="6734" y="11520"/>
                      <a:pt x="6762" y="11492"/>
                      <a:pt x="6762" y="11464"/>
                    </a:cubicBezTo>
                    <a:lnTo>
                      <a:pt x="6762" y="83"/>
                    </a:lnTo>
                    <a:cubicBezTo>
                      <a:pt x="6762" y="28"/>
                      <a:pt x="6734" y="0"/>
                      <a:pt x="6706" y="0"/>
                    </a:cubicBezTo>
                    <a:close/>
                    <a:moveTo>
                      <a:pt x="2894" y="7652"/>
                    </a:moveTo>
                    <a:lnTo>
                      <a:pt x="1280" y="7652"/>
                    </a:lnTo>
                    <a:lnTo>
                      <a:pt x="1280" y="6066"/>
                    </a:lnTo>
                    <a:lnTo>
                      <a:pt x="2894" y="6066"/>
                    </a:lnTo>
                    <a:lnTo>
                      <a:pt x="2894" y="7652"/>
                    </a:lnTo>
                    <a:close/>
                    <a:moveTo>
                      <a:pt x="2894" y="5287"/>
                    </a:moveTo>
                    <a:lnTo>
                      <a:pt x="1280" y="5287"/>
                    </a:lnTo>
                    <a:lnTo>
                      <a:pt x="1280" y="3701"/>
                    </a:lnTo>
                    <a:lnTo>
                      <a:pt x="2894" y="3701"/>
                    </a:lnTo>
                    <a:lnTo>
                      <a:pt x="2894" y="5287"/>
                    </a:lnTo>
                    <a:close/>
                    <a:moveTo>
                      <a:pt x="2894" y="2922"/>
                    </a:moveTo>
                    <a:lnTo>
                      <a:pt x="1280" y="2922"/>
                    </a:lnTo>
                    <a:lnTo>
                      <a:pt x="1280" y="1336"/>
                    </a:lnTo>
                    <a:lnTo>
                      <a:pt x="2894" y="1336"/>
                    </a:lnTo>
                    <a:lnTo>
                      <a:pt x="2894" y="2922"/>
                    </a:lnTo>
                    <a:close/>
                    <a:moveTo>
                      <a:pt x="5454" y="7652"/>
                    </a:moveTo>
                    <a:lnTo>
                      <a:pt x="3840" y="7652"/>
                    </a:lnTo>
                    <a:lnTo>
                      <a:pt x="3840" y="6066"/>
                    </a:lnTo>
                    <a:lnTo>
                      <a:pt x="5454" y="6066"/>
                    </a:lnTo>
                    <a:lnTo>
                      <a:pt x="5454" y="7652"/>
                    </a:lnTo>
                    <a:close/>
                    <a:moveTo>
                      <a:pt x="5454" y="5287"/>
                    </a:moveTo>
                    <a:lnTo>
                      <a:pt x="3840" y="5287"/>
                    </a:lnTo>
                    <a:lnTo>
                      <a:pt x="3840" y="3701"/>
                    </a:lnTo>
                    <a:lnTo>
                      <a:pt x="5454" y="3701"/>
                    </a:lnTo>
                    <a:lnTo>
                      <a:pt x="5454" y="5287"/>
                    </a:lnTo>
                    <a:close/>
                    <a:moveTo>
                      <a:pt x="5454" y="2922"/>
                    </a:moveTo>
                    <a:lnTo>
                      <a:pt x="3840" y="2922"/>
                    </a:lnTo>
                    <a:lnTo>
                      <a:pt x="3840" y="1336"/>
                    </a:lnTo>
                    <a:lnTo>
                      <a:pt x="5454" y="1336"/>
                    </a:lnTo>
                    <a:lnTo>
                      <a:pt x="5454" y="2922"/>
                    </a:lnTo>
                    <a:close/>
                    <a:moveTo>
                      <a:pt x="12466" y="3701"/>
                    </a:moveTo>
                    <a:lnTo>
                      <a:pt x="8097" y="3701"/>
                    </a:lnTo>
                    <a:cubicBezTo>
                      <a:pt x="7903" y="3701"/>
                      <a:pt x="7763" y="3840"/>
                      <a:pt x="7763" y="4035"/>
                    </a:cubicBezTo>
                    <a:lnTo>
                      <a:pt x="7763" y="11464"/>
                    </a:lnTo>
                    <a:cubicBezTo>
                      <a:pt x="7763" y="11492"/>
                      <a:pt x="7791" y="11492"/>
                      <a:pt x="7791" y="11492"/>
                    </a:cubicBezTo>
                    <a:lnTo>
                      <a:pt x="9544" y="11492"/>
                    </a:lnTo>
                    <a:lnTo>
                      <a:pt x="9544" y="10045"/>
                    </a:lnTo>
                    <a:lnTo>
                      <a:pt x="11019" y="10045"/>
                    </a:lnTo>
                    <a:lnTo>
                      <a:pt x="11019" y="11492"/>
                    </a:lnTo>
                    <a:lnTo>
                      <a:pt x="12744" y="11492"/>
                    </a:lnTo>
                    <a:cubicBezTo>
                      <a:pt x="12772" y="11492"/>
                      <a:pt x="12772" y="11464"/>
                      <a:pt x="12772" y="11464"/>
                    </a:cubicBezTo>
                    <a:lnTo>
                      <a:pt x="12772" y="4035"/>
                    </a:lnTo>
                    <a:cubicBezTo>
                      <a:pt x="12800" y="3868"/>
                      <a:pt x="12633" y="3701"/>
                      <a:pt x="12466" y="3701"/>
                    </a:cubicBezTo>
                    <a:close/>
                    <a:moveTo>
                      <a:pt x="12104" y="8821"/>
                    </a:moveTo>
                    <a:lnTo>
                      <a:pt x="8403" y="8821"/>
                    </a:lnTo>
                    <a:lnTo>
                      <a:pt x="8403" y="8042"/>
                    </a:lnTo>
                    <a:lnTo>
                      <a:pt x="12104" y="8042"/>
                    </a:lnTo>
                    <a:lnTo>
                      <a:pt x="12104" y="8821"/>
                    </a:lnTo>
                    <a:close/>
                    <a:moveTo>
                      <a:pt x="12104" y="7263"/>
                    </a:moveTo>
                    <a:lnTo>
                      <a:pt x="8403" y="7263"/>
                    </a:lnTo>
                    <a:lnTo>
                      <a:pt x="8403" y="6483"/>
                    </a:lnTo>
                    <a:lnTo>
                      <a:pt x="12104" y="6483"/>
                    </a:lnTo>
                    <a:lnTo>
                      <a:pt x="12104" y="7263"/>
                    </a:lnTo>
                    <a:close/>
                    <a:moveTo>
                      <a:pt x="12104" y="5677"/>
                    </a:moveTo>
                    <a:lnTo>
                      <a:pt x="8403" y="5677"/>
                    </a:lnTo>
                    <a:lnTo>
                      <a:pt x="8403" y="4897"/>
                    </a:lnTo>
                    <a:lnTo>
                      <a:pt x="12104" y="4897"/>
                    </a:lnTo>
                    <a:lnTo>
                      <a:pt x="12104" y="5677"/>
                    </a:lnTo>
                    <a:close/>
                    <a:moveTo>
                      <a:pt x="12104" y="5677"/>
                    </a:move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endParaRPr lang="zh-CN" altLang="en-US" dirty="0"/>
              </a:p>
            </p:txBody>
          </p:sp>
          <p:sp>
            <p:nvSpPr>
              <p:cNvPr id="19" name="任意多边形 30"/>
              <p:cNvSpPr>
                <a:spLocks noChangeAspect="1"/>
              </p:cNvSpPr>
              <p:nvPr/>
            </p:nvSpPr>
            <p:spPr>
              <a:xfrm>
                <a:off x="8549169" y="5546198"/>
                <a:ext cx="211467" cy="233539"/>
              </a:xfrm>
              <a:custGeom>
                <a:avLst/>
                <a:gdLst>
                  <a:gd name="T0" fmla="*/ 121763 h 600884"/>
                  <a:gd name="T1" fmla="*/ 121763 h 600884"/>
                  <a:gd name="T2" fmla="*/ 121763 h 600884"/>
                  <a:gd name="T3" fmla="*/ 121763 h 600884"/>
                  <a:gd name="T4" fmla="*/ 121763 h 600884"/>
                  <a:gd name="T5" fmla="*/ 121763 h 600884"/>
                  <a:gd name="T6" fmla="*/ 121763 h 600884"/>
                  <a:gd name="T7" fmla="*/ 121763 h 600884"/>
                  <a:gd name="T8" fmla="*/ 121763 h 600884"/>
                  <a:gd name="T9" fmla="*/ 121763 h 600884"/>
                  <a:gd name="T10" fmla="*/ 121763 h 600884"/>
                  <a:gd name="T11" fmla="*/ 121763 h 600884"/>
                  <a:gd name="T12" fmla="*/ 121763 h 600884"/>
                  <a:gd name="T13" fmla="*/ 121763 h 600884"/>
                  <a:gd name="T14" fmla="*/ 121763 h 600884"/>
                  <a:gd name="T15" fmla="*/ 121763 h 600884"/>
                  <a:gd name="T16" fmla="*/ 121763 h 600884"/>
                  <a:gd name="T17" fmla="*/ 121763 h 600884"/>
                  <a:gd name="T18" fmla="*/ 121763 h 600884"/>
                  <a:gd name="T19" fmla="*/ 121763 h 600884"/>
                  <a:gd name="T20" fmla="*/ 121763 h 600884"/>
                  <a:gd name="T21" fmla="*/ 121763 h 600884"/>
                  <a:gd name="T22" fmla="*/ 121763 h 600884"/>
                  <a:gd name="T23" fmla="*/ 121763 h 600884"/>
                  <a:gd name="T24" fmla="*/ 121763 h 600884"/>
                  <a:gd name="T25" fmla="*/ 121763 h 600884"/>
                  <a:gd name="T26" fmla="*/ 121763 h 600884"/>
                  <a:gd name="T27" fmla="*/ 121763 h 600884"/>
                  <a:gd name="T28" fmla="*/ 121763 h 600884"/>
                  <a:gd name="T29" fmla="*/ 121763 h 600884"/>
                  <a:gd name="T30" fmla="*/ 121763 h 600884"/>
                  <a:gd name="T31" fmla="*/ 121763 h 600884"/>
                  <a:gd name="T32" fmla="*/ 121763 h 600884"/>
                  <a:gd name="T33" fmla="*/ 121763 h 600884"/>
                  <a:gd name="T34" fmla="*/ 121763 h 600884"/>
                  <a:gd name="T35" fmla="*/ 121763 h 600884"/>
                  <a:gd name="T36" fmla="*/ 121763 h 600884"/>
                  <a:gd name="T37" fmla="*/ 121763 h 600884"/>
                  <a:gd name="T38" fmla="*/ 121763 h 600884"/>
                  <a:gd name="T39" fmla="*/ 121763 h 600884"/>
                  <a:gd name="T40" fmla="*/ 121763 h 600884"/>
                  <a:gd name="T41" fmla="*/ 121763 h 6008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388" h="2641">
                    <a:moveTo>
                      <a:pt x="2284" y="245"/>
                    </a:moveTo>
                    <a:cubicBezTo>
                      <a:pt x="2279" y="217"/>
                      <a:pt x="2258" y="195"/>
                      <a:pt x="2230" y="190"/>
                    </a:cubicBezTo>
                    <a:lnTo>
                      <a:pt x="1206" y="1"/>
                    </a:lnTo>
                    <a:cubicBezTo>
                      <a:pt x="1198" y="0"/>
                      <a:pt x="1190" y="0"/>
                      <a:pt x="1182" y="1"/>
                    </a:cubicBezTo>
                    <a:lnTo>
                      <a:pt x="159" y="190"/>
                    </a:lnTo>
                    <a:cubicBezTo>
                      <a:pt x="131" y="195"/>
                      <a:pt x="109" y="217"/>
                      <a:pt x="105" y="245"/>
                    </a:cubicBezTo>
                    <a:cubicBezTo>
                      <a:pt x="100" y="274"/>
                      <a:pt x="0" y="961"/>
                      <a:pt x="202" y="1554"/>
                    </a:cubicBezTo>
                    <a:cubicBezTo>
                      <a:pt x="405" y="2155"/>
                      <a:pt x="1128" y="2611"/>
                      <a:pt x="1159" y="2630"/>
                    </a:cubicBezTo>
                    <a:cubicBezTo>
                      <a:pt x="1170" y="2637"/>
                      <a:pt x="1182" y="2641"/>
                      <a:pt x="1194" y="2641"/>
                    </a:cubicBezTo>
                    <a:cubicBezTo>
                      <a:pt x="1207" y="2641"/>
                      <a:pt x="1219" y="2637"/>
                      <a:pt x="1230" y="2630"/>
                    </a:cubicBezTo>
                    <a:cubicBezTo>
                      <a:pt x="1260" y="2611"/>
                      <a:pt x="1983" y="2155"/>
                      <a:pt x="2187" y="1554"/>
                    </a:cubicBezTo>
                    <a:cubicBezTo>
                      <a:pt x="2388" y="961"/>
                      <a:pt x="2288" y="274"/>
                      <a:pt x="2284" y="245"/>
                    </a:cubicBezTo>
                    <a:close/>
                    <a:moveTo>
                      <a:pt x="1994" y="1478"/>
                    </a:moveTo>
                    <a:cubicBezTo>
                      <a:pt x="1824" y="1972"/>
                      <a:pt x="1194" y="2357"/>
                      <a:pt x="1194" y="2357"/>
                    </a:cubicBezTo>
                    <a:lnTo>
                      <a:pt x="1194" y="1299"/>
                    </a:lnTo>
                    <a:lnTo>
                      <a:pt x="344" y="1299"/>
                    </a:lnTo>
                    <a:cubicBezTo>
                      <a:pt x="243" y="854"/>
                      <a:pt x="313" y="400"/>
                      <a:pt x="313" y="400"/>
                    </a:cubicBezTo>
                    <a:lnTo>
                      <a:pt x="1194" y="241"/>
                    </a:lnTo>
                    <a:lnTo>
                      <a:pt x="1194" y="1299"/>
                    </a:lnTo>
                    <a:lnTo>
                      <a:pt x="2045" y="1299"/>
                    </a:lnTo>
                    <a:cubicBezTo>
                      <a:pt x="2031" y="1359"/>
                      <a:pt x="2015" y="1420"/>
                      <a:pt x="1994" y="14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4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>
                  <a:lnSpc>
                    <a:spcPct val="120000"/>
                  </a:lnSpc>
                  <a:spcAft>
                    <a:spcPts val="600"/>
                  </a:spcAft>
                </a:pP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38" name="组合 37"/>
              <p:cNvGrpSpPr/>
              <p:nvPr/>
            </p:nvGrpSpPr>
            <p:grpSpPr>
              <a:xfrm>
                <a:off x="1715539" y="5184823"/>
                <a:ext cx="2427270" cy="956289"/>
                <a:chOff x="1797364" y="4647167"/>
                <a:chExt cx="2427270" cy="956289"/>
              </a:xfrm>
            </p:grpSpPr>
            <p:sp>
              <p:nvSpPr>
                <p:cNvPr id="20" name="文本框 19"/>
                <p:cNvSpPr txBox="1"/>
                <p:nvPr/>
              </p:nvSpPr>
              <p:spPr>
                <a:xfrm>
                  <a:off x="1797364" y="4647167"/>
                  <a:ext cx="2427270" cy="2936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200" b="1" dirty="0"/>
                    <a:t>Text Here-12pt</a:t>
                  </a:r>
                  <a:endParaRPr lang="zh-CN" altLang="en-US" sz="1200" b="1" dirty="0"/>
                </a:p>
              </p:txBody>
            </p:sp>
            <p:sp>
              <p:nvSpPr>
                <p:cNvPr id="21" name="文本框 20"/>
                <p:cNvSpPr txBox="1"/>
                <p:nvPr/>
              </p:nvSpPr>
              <p:spPr>
                <a:xfrm>
                  <a:off x="1797364" y="4985721"/>
                  <a:ext cx="2427270" cy="6177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SzPct val="25000"/>
                    <a:defRPr/>
                  </a:pPr>
                  <a:r>
                    <a:rPr lang="en-US" altLang="zh-CN" sz="1200" dirty="0">
                      <a:latin typeface="Arial" panose="020B0604020202020204" pitchFamily="34" charset="0"/>
                      <a:ea typeface="微软雅黑" panose="020B0503020204020204" charset="-122"/>
                    </a:rPr>
                    <a:t>Copy paste fonts. Choose the only option to retain text.</a:t>
                  </a:r>
                  <a:endPara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5425999" y="5184823"/>
                <a:ext cx="2427270" cy="956289"/>
                <a:chOff x="5758787" y="4647167"/>
                <a:chExt cx="2427270" cy="956289"/>
              </a:xfrm>
            </p:grpSpPr>
            <p:sp>
              <p:nvSpPr>
                <p:cNvPr id="34" name="文本框 33"/>
                <p:cNvSpPr txBox="1"/>
                <p:nvPr/>
              </p:nvSpPr>
              <p:spPr>
                <a:xfrm>
                  <a:off x="5758787" y="4647167"/>
                  <a:ext cx="2427270" cy="2936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200" b="1" dirty="0"/>
                    <a:t>Text Here-12pt</a:t>
                  </a:r>
                  <a:endParaRPr lang="zh-CN" altLang="en-US" sz="1200" b="1" dirty="0"/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5758787" y="4985721"/>
                  <a:ext cx="2427270" cy="6177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SzPct val="25000"/>
                    <a:defRPr/>
                  </a:pPr>
                  <a:r>
                    <a:rPr lang="en-US" altLang="zh-CN" sz="1200" dirty="0">
                      <a:latin typeface="Arial" panose="020B0604020202020204" pitchFamily="34" charset="0"/>
                      <a:ea typeface="微软雅黑" panose="020B0503020204020204" charset="-122"/>
                    </a:rPr>
                    <a:t>Copy paste fonts. Choose the only option to retain text.</a:t>
                  </a:r>
                  <a:endPara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40" name="组合 39"/>
              <p:cNvGrpSpPr/>
              <p:nvPr/>
            </p:nvGrpSpPr>
            <p:grpSpPr>
              <a:xfrm>
                <a:off x="9091630" y="5184823"/>
                <a:ext cx="2427270" cy="956289"/>
                <a:chOff x="9091630" y="4647167"/>
                <a:chExt cx="2427270" cy="956289"/>
              </a:xfrm>
            </p:grpSpPr>
            <p:sp>
              <p:nvSpPr>
                <p:cNvPr id="36" name="文本框 35"/>
                <p:cNvSpPr txBox="1"/>
                <p:nvPr/>
              </p:nvSpPr>
              <p:spPr>
                <a:xfrm>
                  <a:off x="9091630" y="4647167"/>
                  <a:ext cx="2427270" cy="2936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200" b="1" dirty="0"/>
                    <a:t>Text Here-12pt</a:t>
                  </a:r>
                  <a:endParaRPr lang="zh-CN" altLang="en-US" sz="1200" b="1" dirty="0"/>
                </a:p>
              </p:txBody>
            </p:sp>
            <p:sp>
              <p:nvSpPr>
                <p:cNvPr id="37" name="文本框 36"/>
                <p:cNvSpPr txBox="1"/>
                <p:nvPr/>
              </p:nvSpPr>
              <p:spPr>
                <a:xfrm>
                  <a:off x="9091630" y="4985721"/>
                  <a:ext cx="2427270" cy="6177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  <a:spcAft>
                      <a:spcPts val="600"/>
                    </a:spcAft>
                    <a:buSzPct val="25000"/>
                    <a:defRPr/>
                  </a:pPr>
                  <a:r>
                    <a:rPr lang="en-US" altLang="zh-CN" sz="1200" dirty="0">
                      <a:latin typeface="Arial" panose="020B0604020202020204" pitchFamily="34" charset="0"/>
                      <a:ea typeface="微软雅黑" panose="020B0503020204020204" charset="-122"/>
                    </a:rPr>
                    <a:t>Copy paste fonts. Choose the only option to retain text.</a:t>
                  </a:r>
                  <a:endPara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41" name="椭圆 40"/>
              <p:cNvSpPr>
                <a:spLocks noChangeAspect="1"/>
              </p:cNvSpPr>
              <p:nvPr/>
            </p:nvSpPr>
            <p:spPr>
              <a:xfrm>
                <a:off x="780586" y="309737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/>
                  <a:t>4</a:t>
                </a:r>
                <a:endParaRPr lang="zh-CN" altLang="en-US" sz="1200" dirty="0"/>
              </a:p>
            </p:txBody>
          </p:sp>
          <p:sp>
            <p:nvSpPr>
              <p:cNvPr id="44" name="椭圆 43"/>
              <p:cNvSpPr>
                <a:spLocks noChangeAspect="1"/>
              </p:cNvSpPr>
              <p:nvPr/>
            </p:nvSpPr>
            <p:spPr>
              <a:xfrm>
                <a:off x="780586" y="3396872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/>
                  <a:t>5</a:t>
                </a:r>
                <a:endParaRPr lang="en-US" altLang="zh-CN" sz="1200" dirty="0"/>
              </a:p>
            </p:txBody>
          </p:sp>
          <p:sp>
            <p:nvSpPr>
              <p:cNvPr id="46" name="椭圆 45"/>
              <p:cNvSpPr>
                <a:spLocks noChangeAspect="1"/>
              </p:cNvSpPr>
              <p:nvPr/>
            </p:nvSpPr>
            <p:spPr>
              <a:xfrm>
                <a:off x="780586" y="369636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/>
                  <a:t>6</a:t>
                </a:r>
                <a:endParaRPr lang="zh-CN" altLang="en-US" sz="1200" dirty="0"/>
              </a:p>
            </p:txBody>
          </p:sp>
        </p:grpSp>
        <p:sp>
          <p:nvSpPr>
            <p:cNvPr id="30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130299"/>
            <a:ext cx="10858500" cy="4935466"/>
            <a:chOff x="660400" y="1130299"/>
            <a:chExt cx="10858500" cy="4935466"/>
          </a:xfrm>
        </p:grpSpPr>
        <p:sp>
          <p:nvSpPr>
            <p:cNvPr id="5" name="矩形 4"/>
            <p:cNvSpPr/>
            <p:nvPr/>
          </p:nvSpPr>
          <p:spPr>
            <a:xfrm>
              <a:off x="660400" y="1130299"/>
              <a:ext cx="10858500" cy="1769320"/>
            </a:xfrm>
            <a:prstGeom prst="rec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6" name="矩形 5"/>
            <p:cNvSpPr/>
            <p:nvPr/>
          </p:nvSpPr>
          <p:spPr>
            <a:xfrm>
              <a:off x="660401" y="1130299"/>
              <a:ext cx="1783191" cy="1769318"/>
            </a:xfrm>
            <a:prstGeom prst="rect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b">
              <a:normAutofit/>
            </a:bodyPr>
            <a:lstStyle/>
            <a:p>
              <a:pPr algn="r"/>
              <a:r>
                <a:rPr lang="tr-TR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CONTENTS</a:t>
              </a:r>
              <a:endParaRPr lang="tr-TR" altLang="zh-CN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513113" y="2988303"/>
              <a:ext cx="9004196" cy="39828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rm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zh-CN" sz="1100" dirty="0">
                  <a:cs typeface="+mn-ea"/>
                  <a:sym typeface="+mn-lt"/>
                </a:rPr>
                <a:t>Supporting text here.……</a:t>
              </a:r>
              <a:endParaRPr lang="en-US" altLang="zh-CN" sz="1100" dirty="0"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513113" y="3380805"/>
              <a:ext cx="9004196" cy="39828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rm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zh-CN" sz="1100" dirty="0">
                  <a:cs typeface="+mn-ea"/>
                  <a:sym typeface="+mn-lt"/>
                </a:rPr>
                <a:t>Supporting text here.……</a:t>
              </a:r>
              <a:endParaRPr lang="en-US" altLang="zh-CN" sz="1100" dirty="0">
                <a:cs typeface="+mn-ea"/>
                <a:sym typeface="+mn-lt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2655822" y="3383694"/>
              <a:ext cx="8861489" cy="0"/>
            </a:xfrm>
            <a:prstGeom prst="line">
              <a:avLst/>
            </a:prstGeom>
            <a:ln w="3175"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2655822" y="3776196"/>
              <a:ext cx="8861489" cy="0"/>
            </a:xfrm>
            <a:prstGeom prst="line">
              <a:avLst/>
            </a:prstGeom>
            <a:ln w="3175"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2513113" y="3841642"/>
              <a:ext cx="9004196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zh-CN" sz="1100" dirty="0">
                  <a:cs typeface="+mn-ea"/>
                  <a:sym typeface="+mn-lt"/>
                </a:rPr>
                <a:t>Supporting text here.……</a:t>
              </a:r>
              <a:endParaRPr lang="en-US" altLang="zh-CN" sz="1100" dirty="0">
                <a:cs typeface="+mn-ea"/>
                <a:sym typeface="+mn-lt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513113" y="4234144"/>
              <a:ext cx="9004196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zh-CN" sz="1100">
                  <a:cs typeface="+mn-ea"/>
                  <a:sym typeface="+mn-lt"/>
                </a:rPr>
                <a:t>Supporting text here.……</a:t>
              </a:r>
              <a:endParaRPr lang="en-US" altLang="zh-CN" sz="1100">
                <a:cs typeface="+mn-ea"/>
                <a:sym typeface="+mn-lt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2655822" y="4168698"/>
              <a:ext cx="8861489" cy="0"/>
            </a:xfrm>
            <a:prstGeom prst="line">
              <a:avLst/>
            </a:prstGeom>
            <a:ln w="3175"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2655822" y="4561200"/>
              <a:ext cx="8861489" cy="0"/>
            </a:xfrm>
            <a:prstGeom prst="line">
              <a:avLst/>
            </a:prstGeom>
            <a:ln w="3175"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2513113" y="4626646"/>
              <a:ext cx="9004196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zh-CN" sz="1100">
                  <a:cs typeface="+mn-ea"/>
                  <a:sym typeface="+mn-lt"/>
                </a:rPr>
                <a:t>Supporting text here.……</a:t>
              </a:r>
              <a:endParaRPr lang="en-US" altLang="zh-CN" sz="1100">
                <a:cs typeface="+mn-ea"/>
                <a:sym typeface="+mn-lt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513113" y="5019148"/>
              <a:ext cx="9004196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zh-CN" sz="1100">
                  <a:cs typeface="+mn-ea"/>
                  <a:sym typeface="+mn-lt"/>
                </a:rPr>
                <a:t>Supporting text here.……</a:t>
              </a:r>
              <a:endParaRPr lang="en-US" altLang="zh-CN" sz="1100">
                <a:cs typeface="+mn-ea"/>
                <a:sym typeface="+mn-lt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2655822" y="4953702"/>
              <a:ext cx="8861489" cy="0"/>
            </a:xfrm>
            <a:prstGeom prst="line">
              <a:avLst/>
            </a:prstGeom>
            <a:ln w="3175"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2655822" y="5346204"/>
              <a:ext cx="8861489" cy="0"/>
            </a:xfrm>
            <a:prstGeom prst="line">
              <a:avLst/>
            </a:prstGeom>
            <a:ln w="3175"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2513113" y="5411650"/>
              <a:ext cx="9004196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zh-CN" sz="1100">
                  <a:cs typeface="+mn-ea"/>
                  <a:sym typeface="+mn-lt"/>
                </a:rPr>
                <a:t>Supporting text here.……</a:t>
              </a:r>
              <a:endParaRPr lang="en-US" altLang="zh-CN" sz="1100">
                <a:cs typeface="+mn-ea"/>
                <a:sym typeface="+mn-lt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513113" y="5804155"/>
              <a:ext cx="9004196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zh-CN" sz="1100">
                  <a:cs typeface="+mn-ea"/>
                  <a:sym typeface="+mn-lt"/>
                </a:rPr>
                <a:t>Supporting text here.……</a:t>
              </a:r>
              <a:endParaRPr lang="en-US" altLang="zh-CN" sz="1100">
                <a:cs typeface="+mn-ea"/>
                <a:sym typeface="+mn-lt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2655822" y="5738706"/>
              <a:ext cx="8861489" cy="0"/>
            </a:xfrm>
            <a:prstGeom prst="line">
              <a:avLst/>
            </a:prstGeom>
            <a:ln w="3175"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308689"/>
            <a:ext cx="10858500" cy="4825410"/>
            <a:chOff x="660400" y="1308689"/>
            <a:chExt cx="10858500" cy="4825410"/>
          </a:xfrm>
        </p:grpSpPr>
        <p:grpSp>
          <p:nvGrpSpPr>
            <p:cNvPr id="6" name="组合 5"/>
            <p:cNvGrpSpPr/>
            <p:nvPr/>
          </p:nvGrpSpPr>
          <p:grpSpPr>
            <a:xfrm>
              <a:off x="660400" y="3631589"/>
              <a:ext cx="10858500" cy="2502510"/>
              <a:chOff x="660400" y="3631589"/>
              <a:chExt cx="10858500" cy="2502510"/>
            </a:xfrm>
          </p:grpSpPr>
          <p:sp>
            <p:nvSpPr>
              <p:cNvPr id="23" name="文本框 28"/>
              <p:cNvSpPr txBox="1"/>
              <p:nvPr/>
            </p:nvSpPr>
            <p:spPr>
              <a:xfrm>
                <a:off x="902108" y="4724843"/>
                <a:ext cx="2875740" cy="1112292"/>
              </a:xfrm>
              <a:prstGeom prst="rect">
                <a:avLst/>
              </a:prstGeom>
              <a:noFill/>
            </p:spPr>
            <p:txBody>
              <a:bodyPr wrap="square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Copy paste  fonts.</a:t>
                </a:r>
                <a:r>
                  <a:rPr lang="en-US" altLang="zh-CN" sz="1200" dirty="0"/>
                  <a:t> Choose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the only option to retain text. 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Supporting text here.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……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4" name="文本框 29"/>
              <p:cNvSpPr txBox="1"/>
              <p:nvPr/>
            </p:nvSpPr>
            <p:spPr>
              <a:xfrm>
                <a:off x="902108" y="4414501"/>
                <a:ext cx="2875740" cy="293607"/>
              </a:xfrm>
              <a:prstGeom prst="rect">
                <a:avLst/>
              </a:prstGeom>
              <a:noFill/>
            </p:spPr>
            <p:txBody>
              <a:bodyPr wrap="square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200" b="1" dirty="0">
                    <a:solidFill>
                      <a:schemeClr val="accent2"/>
                    </a:solidFill>
                  </a:rPr>
                  <a:t>Text here-12pt</a:t>
                </a:r>
                <a:endParaRPr lang="en-US" altLang="zh-CN" sz="1200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5" name="圆角矩形 8"/>
              <p:cNvSpPr/>
              <p:nvPr/>
            </p:nvSpPr>
            <p:spPr>
              <a:xfrm>
                <a:off x="660400" y="3991588"/>
                <a:ext cx="3359156" cy="2142511"/>
              </a:xfrm>
              <a:prstGeom prst="roundRect">
                <a:avLst>
                  <a:gd name="adj" fmla="val 4500"/>
                </a:avLst>
              </a:prstGeom>
              <a:noFill/>
              <a:ln w="6350" cap="rnd">
                <a:solidFill>
                  <a:schemeClr val="accent4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>
                  <a:lnSpc>
                    <a:spcPct val="120000"/>
                  </a:lnSpc>
                  <a:spcAft>
                    <a:spcPts val="600"/>
                  </a:spcAft>
                </a:pPr>
                <a:endParaRPr lang="zh-CN" altLang="en-US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椭圆 25"/>
              <p:cNvSpPr>
                <a:spLocks noChangeAspect="1"/>
              </p:cNvSpPr>
              <p:nvPr/>
            </p:nvSpPr>
            <p:spPr>
              <a:xfrm>
                <a:off x="1979978" y="3631589"/>
                <a:ext cx="720000" cy="720000"/>
              </a:xfrm>
              <a:prstGeom prst="ellipse">
                <a:avLst/>
              </a:prstGeom>
              <a:solidFill>
                <a:schemeClr val="accent2"/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endParaRPr lang="zh-CN" altLang="en-US"/>
              </a:p>
            </p:txBody>
          </p:sp>
          <p:sp>
            <p:nvSpPr>
              <p:cNvPr id="27" name="išlíde"/>
              <p:cNvSpPr/>
              <p:nvPr/>
            </p:nvSpPr>
            <p:spPr>
              <a:xfrm>
                <a:off x="2206730" y="3865341"/>
                <a:ext cx="266496" cy="269122"/>
              </a:xfrm>
              <a:custGeom>
                <a:avLst/>
                <a:gdLst>
                  <a:gd name="connsiteX0" fmla="*/ 175624 w 601711"/>
                  <a:gd name="connsiteY0" fmla="*/ 342313 h 607639"/>
                  <a:gd name="connsiteX1" fmla="*/ 192950 w 601711"/>
                  <a:gd name="connsiteY1" fmla="*/ 359711 h 607639"/>
                  <a:gd name="connsiteX2" fmla="*/ 192950 w 601711"/>
                  <a:gd name="connsiteY2" fmla="*/ 360540 h 607639"/>
                  <a:gd name="connsiteX3" fmla="*/ 205575 w 601711"/>
                  <a:gd name="connsiteY3" fmla="*/ 362841 h 607639"/>
                  <a:gd name="connsiteX4" fmla="*/ 219307 w 601711"/>
                  <a:gd name="connsiteY4" fmla="*/ 386223 h 607639"/>
                  <a:gd name="connsiteX5" fmla="*/ 210275 w 601711"/>
                  <a:gd name="connsiteY5" fmla="*/ 398374 h 607639"/>
                  <a:gd name="connsiteX6" fmla="*/ 195899 w 601711"/>
                  <a:gd name="connsiteY6" fmla="*/ 399939 h 607639"/>
                  <a:gd name="connsiteX7" fmla="*/ 179771 w 601711"/>
                  <a:gd name="connsiteY7" fmla="*/ 397546 h 607639"/>
                  <a:gd name="connsiteX8" fmla="*/ 170094 w 601711"/>
                  <a:gd name="connsiteY8" fmla="*/ 401320 h 607639"/>
                  <a:gd name="connsiteX9" fmla="*/ 189355 w 601711"/>
                  <a:gd name="connsiteY9" fmla="*/ 411538 h 607639"/>
                  <a:gd name="connsiteX10" fmla="*/ 227785 w 601711"/>
                  <a:gd name="connsiteY10" fmla="*/ 456092 h 607639"/>
                  <a:gd name="connsiteX11" fmla="*/ 191936 w 601711"/>
                  <a:gd name="connsiteY11" fmla="*/ 499266 h 607639"/>
                  <a:gd name="connsiteX12" fmla="*/ 191936 w 601711"/>
                  <a:gd name="connsiteY12" fmla="*/ 503869 h 607639"/>
                  <a:gd name="connsiteX13" fmla="*/ 174610 w 601711"/>
                  <a:gd name="connsiteY13" fmla="*/ 521267 h 607639"/>
                  <a:gd name="connsiteX14" fmla="*/ 157192 w 601711"/>
                  <a:gd name="connsiteY14" fmla="*/ 503869 h 607639"/>
                  <a:gd name="connsiteX15" fmla="*/ 157192 w 601711"/>
                  <a:gd name="connsiteY15" fmla="*/ 501567 h 607639"/>
                  <a:gd name="connsiteX16" fmla="*/ 138853 w 601711"/>
                  <a:gd name="connsiteY16" fmla="*/ 497701 h 607639"/>
                  <a:gd name="connsiteX17" fmla="*/ 125767 w 601711"/>
                  <a:gd name="connsiteY17" fmla="*/ 474227 h 607639"/>
                  <a:gd name="connsiteX18" fmla="*/ 135259 w 601711"/>
                  <a:gd name="connsiteY18" fmla="*/ 461248 h 607639"/>
                  <a:gd name="connsiteX19" fmla="*/ 149728 w 601711"/>
                  <a:gd name="connsiteY19" fmla="*/ 460143 h 607639"/>
                  <a:gd name="connsiteX20" fmla="*/ 170002 w 601711"/>
                  <a:gd name="connsiteY20" fmla="*/ 463825 h 607639"/>
                  <a:gd name="connsiteX21" fmla="*/ 181706 w 601711"/>
                  <a:gd name="connsiteY21" fmla="*/ 458946 h 607639"/>
                  <a:gd name="connsiteX22" fmla="*/ 165579 w 601711"/>
                  <a:gd name="connsiteY22" fmla="*/ 448544 h 607639"/>
                  <a:gd name="connsiteX23" fmla="*/ 124200 w 601711"/>
                  <a:gd name="connsiteY23" fmla="*/ 404726 h 607639"/>
                  <a:gd name="connsiteX24" fmla="*/ 158206 w 601711"/>
                  <a:gd name="connsiteY24" fmla="*/ 363025 h 607639"/>
                  <a:gd name="connsiteX25" fmla="*/ 158206 w 601711"/>
                  <a:gd name="connsiteY25" fmla="*/ 359711 h 607639"/>
                  <a:gd name="connsiteX26" fmla="*/ 175624 w 601711"/>
                  <a:gd name="connsiteY26" fmla="*/ 342313 h 607639"/>
                  <a:gd name="connsiteX27" fmla="*/ 175980 w 601711"/>
                  <a:gd name="connsiteY27" fmla="*/ 316286 h 607639"/>
                  <a:gd name="connsiteX28" fmla="*/ 60288 w 601711"/>
                  <a:gd name="connsiteY28" fmla="*/ 431815 h 607639"/>
                  <a:gd name="connsiteX29" fmla="*/ 175980 w 601711"/>
                  <a:gd name="connsiteY29" fmla="*/ 547343 h 607639"/>
                  <a:gd name="connsiteX30" fmla="*/ 291671 w 601711"/>
                  <a:gd name="connsiteY30" fmla="*/ 431815 h 607639"/>
                  <a:gd name="connsiteX31" fmla="*/ 175980 w 601711"/>
                  <a:gd name="connsiteY31" fmla="*/ 316286 h 607639"/>
                  <a:gd name="connsiteX32" fmla="*/ 175980 w 601711"/>
                  <a:gd name="connsiteY32" fmla="*/ 256082 h 607639"/>
                  <a:gd name="connsiteX33" fmla="*/ 352051 w 601711"/>
                  <a:gd name="connsiteY33" fmla="*/ 431815 h 607639"/>
                  <a:gd name="connsiteX34" fmla="*/ 175980 w 601711"/>
                  <a:gd name="connsiteY34" fmla="*/ 607639 h 607639"/>
                  <a:gd name="connsiteX35" fmla="*/ 0 w 601711"/>
                  <a:gd name="connsiteY35" fmla="*/ 431815 h 607639"/>
                  <a:gd name="connsiteX36" fmla="*/ 175980 w 601711"/>
                  <a:gd name="connsiteY36" fmla="*/ 256082 h 607639"/>
                  <a:gd name="connsiteX37" fmla="*/ 224697 w 601711"/>
                  <a:gd name="connsiteY37" fmla="*/ 186030 h 607639"/>
                  <a:gd name="connsiteX38" fmla="*/ 382969 w 601711"/>
                  <a:gd name="connsiteY38" fmla="*/ 232699 h 607639"/>
                  <a:gd name="connsiteX39" fmla="*/ 541241 w 601711"/>
                  <a:gd name="connsiteY39" fmla="*/ 186030 h 607639"/>
                  <a:gd name="connsiteX40" fmla="*/ 382969 w 601711"/>
                  <a:gd name="connsiteY40" fmla="*/ 212632 h 607639"/>
                  <a:gd name="connsiteX41" fmla="*/ 224697 w 601711"/>
                  <a:gd name="connsiteY41" fmla="*/ 186030 h 607639"/>
                  <a:gd name="connsiteX42" fmla="*/ 382969 w 601711"/>
                  <a:gd name="connsiteY42" fmla="*/ 60292 h 607639"/>
                  <a:gd name="connsiteX43" fmla="*/ 224513 w 601711"/>
                  <a:gd name="connsiteY43" fmla="*/ 106316 h 607639"/>
                  <a:gd name="connsiteX44" fmla="*/ 382969 w 601711"/>
                  <a:gd name="connsiteY44" fmla="*/ 152341 h 607639"/>
                  <a:gd name="connsiteX45" fmla="*/ 541334 w 601711"/>
                  <a:gd name="connsiteY45" fmla="*/ 106316 h 607639"/>
                  <a:gd name="connsiteX46" fmla="*/ 382969 w 601711"/>
                  <a:gd name="connsiteY46" fmla="*/ 60292 h 607639"/>
                  <a:gd name="connsiteX47" fmla="*/ 382969 w 601711"/>
                  <a:gd name="connsiteY47" fmla="*/ 0 h 607639"/>
                  <a:gd name="connsiteX48" fmla="*/ 601711 w 601711"/>
                  <a:gd name="connsiteY48" fmla="*/ 106316 h 607639"/>
                  <a:gd name="connsiteX49" fmla="*/ 590281 w 601711"/>
                  <a:gd name="connsiteY49" fmla="*/ 146357 h 607639"/>
                  <a:gd name="connsiteX50" fmla="*/ 601711 w 601711"/>
                  <a:gd name="connsiteY50" fmla="*/ 186675 h 607639"/>
                  <a:gd name="connsiteX51" fmla="*/ 590373 w 601711"/>
                  <a:gd name="connsiteY51" fmla="*/ 226716 h 607639"/>
                  <a:gd name="connsiteX52" fmla="*/ 601711 w 601711"/>
                  <a:gd name="connsiteY52" fmla="*/ 267033 h 607639"/>
                  <a:gd name="connsiteX53" fmla="*/ 590281 w 601711"/>
                  <a:gd name="connsiteY53" fmla="*/ 307074 h 607639"/>
                  <a:gd name="connsiteX54" fmla="*/ 601711 w 601711"/>
                  <a:gd name="connsiteY54" fmla="*/ 347392 h 607639"/>
                  <a:gd name="connsiteX55" fmla="*/ 391173 w 601711"/>
                  <a:gd name="connsiteY55" fmla="*/ 453524 h 607639"/>
                  <a:gd name="connsiteX56" fmla="*/ 392279 w 601711"/>
                  <a:gd name="connsiteY56" fmla="*/ 431801 h 607639"/>
                  <a:gd name="connsiteX57" fmla="*/ 388684 w 601711"/>
                  <a:gd name="connsiteY57" fmla="*/ 393324 h 607639"/>
                  <a:gd name="connsiteX58" fmla="*/ 541057 w 601711"/>
                  <a:gd name="connsiteY58" fmla="*/ 346840 h 607639"/>
                  <a:gd name="connsiteX59" fmla="*/ 383983 w 601711"/>
                  <a:gd name="connsiteY59" fmla="*/ 373258 h 607639"/>
                  <a:gd name="connsiteX60" fmla="*/ 355961 w 601711"/>
                  <a:gd name="connsiteY60" fmla="*/ 312321 h 607639"/>
                  <a:gd name="connsiteX61" fmla="*/ 382969 w 601711"/>
                  <a:gd name="connsiteY61" fmla="*/ 313058 h 607639"/>
                  <a:gd name="connsiteX62" fmla="*/ 541241 w 601711"/>
                  <a:gd name="connsiteY62" fmla="*/ 266389 h 607639"/>
                  <a:gd name="connsiteX63" fmla="*/ 382969 w 601711"/>
                  <a:gd name="connsiteY63" fmla="*/ 292991 h 607639"/>
                  <a:gd name="connsiteX64" fmla="*/ 339922 w 601711"/>
                  <a:gd name="connsiteY64" fmla="*/ 291334 h 607639"/>
                  <a:gd name="connsiteX65" fmla="*/ 176026 w 601711"/>
                  <a:gd name="connsiteY65" fmla="*/ 215854 h 607639"/>
                  <a:gd name="connsiteX66" fmla="*/ 170219 w 601711"/>
                  <a:gd name="connsiteY66" fmla="*/ 216130 h 607639"/>
                  <a:gd name="connsiteX67" fmla="*/ 164135 w 601711"/>
                  <a:gd name="connsiteY67" fmla="*/ 186675 h 607639"/>
                  <a:gd name="connsiteX68" fmla="*/ 175566 w 601711"/>
                  <a:gd name="connsiteY68" fmla="*/ 146357 h 607639"/>
                  <a:gd name="connsiteX69" fmla="*/ 164135 w 601711"/>
                  <a:gd name="connsiteY69" fmla="*/ 106316 h 607639"/>
                  <a:gd name="connsiteX70" fmla="*/ 382969 w 601711"/>
                  <a:gd name="connsiteY70" fmla="*/ 0 h 607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1711" h="607639">
                    <a:moveTo>
                      <a:pt x="175624" y="342313"/>
                    </a:moveTo>
                    <a:cubicBezTo>
                      <a:pt x="185208" y="342313"/>
                      <a:pt x="192950" y="350138"/>
                      <a:pt x="192950" y="359711"/>
                    </a:cubicBezTo>
                    <a:lnTo>
                      <a:pt x="192950" y="360540"/>
                    </a:lnTo>
                    <a:cubicBezTo>
                      <a:pt x="197465" y="361092"/>
                      <a:pt x="201612" y="361829"/>
                      <a:pt x="205575" y="362841"/>
                    </a:cubicBezTo>
                    <a:cubicBezTo>
                      <a:pt x="215713" y="365511"/>
                      <a:pt x="221887" y="376005"/>
                      <a:pt x="219307" y="386223"/>
                    </a:cubicBezTo>
                    <a:cubicBezTo>
                      <a:pt x="217832" y="391838"/>
                      <a:pt x="214607" y="395981"/>
                      <a:pt x="210275" y="398374"/>
                    </a:cubicBezTo>
                    <a:cubicBezTo>
                      <a:pt x="205944" y="400860"/>
                      <a:pt x="200691" y="401412"/>
                      <a:pt x="195899" y="399939"/>
                    </a:cubicBezTo>
                    <a:cubicBezTo>
                      <a:pt x="190738" y="398374"/>
                      <a:pt x="185393" y="397546"/>
                      <a:pt x="179771" y="397546"/>
                    </a:cubicBezTo>
                    <a:cubicBezTo>
                      <a:pt x="178204" y="397546"/>
                      <a:pt x="170094" y="397730"/>
                      <a:pt x="170094" y="401320"/>
                    </a:cubicBezTo>
                    <a:cubicBezTo>
                      <a:pt x="170094" y="402425"/>
                      <a:pt x="172583" y="405186"/>
                      <a:pt x="189355" y="411538"/>
                    </a:cubicBezTo>
                    <a:cubicBezTo>
                      <a:pt x="215897" y="420836"/>
                      <a:pt x="227785" y="434644"/>
                      <a:pt x="227785" y="456092"/>
                    </a:cubicBezTo>
                    <a:cubicBezTo>
                      <a:pt x="227785" y="476805"/>
                      <a:pt x="213869" y="493282"/>
                      <a:pt x="191936" y="499266"/>
                    </a:cubicBezTo>
                    <a:lnTo>
                      <a:pt x="191936" y="503869"/>
                    </a:lnTo>
                    <a:cubicBezTo>
                      <a:pt x="191936" y="513442"/>
                      <a:pt x="184195" y="521267"/>
                      <a:pt x="174610" y="521267"/>
                    </a:cubicBezTo>
                    <a:cubicBezTo>
                      <a:pt x="165026" y="521267"/>
                      <a:pt x="157192" y="513442"/>
                      <a:pt x="157192" y="503869"/>
                    </a:cubicBezTo>
                    <a:lnTo>
                      <a:pt x="157192" y="501567"/>
                    </a:lnTo>
                    <a:cubicBezTo>
                      <a:pt x="150833" y="500831"/>
                      <a:pt x="144567" y="499542"/>
                      <a:pt x="138853" y="497701"/>
                    </a:cubicBezTo>
                    <a:cubicBezTo>
                      <a:pt x="128992" y="494479"/>
                      <a:pt x="123278" y="484261"/>
                      <a:pt x="125767" y="474227"/>
                    </a:cubicBezTo>
                    <a:cubicBezTo>
                      <a:pt x="127425" y="467783"/>
                      <a:pt x="130743" y="463549"/>
                      <a:pt x="135259" y="461248"/>
                    </a:cubicBezTo>
                    <a:cubicBezTo>
                      <a:pt x="139590" y="458854"/>
                      <a:pt x="145028" y="458486"/>
                      <a:pt x="149728" y="460143"/>
                    </a:cubicBezTo>
                    <a:cubicBezTo>
                      <a:pt x="156547" y="462628"/>
                      <a:pt x="163275" y="463825"/>
                      <a:pt x="170002" y="463825"/>
                    </a:cubicBezTo>
                    <a:cubicBezTo>
                      <a:pt x="174334" y="463825"/>
                      <a:pt x="181706" y="462812"/>
                      <a:pt x="181706" y="458946"/>
                    </a:cubicBezTo>
                    <a:cubicBezTo>
                      <a:pt x="181706" y="457473"/>
                      <a:pt x="181706" y="454067"/>
                      <a:pt x="165579" y="448544"/>
                    </a:cubicBezTo>
                    <a:cubicBezTo>
                      <a:pt x="147792" y="442653"/>
                      <a:pt x="124200" y="431606"/>
                      <a:pt x="124200" y="404726"/>
                    </a:cubicBezTo>
                    <a:cubicBezTo>
                      <a:pt x="124200" y="384750"/>
                      <a:pt x="137102" y="369285"/>
                      <a:pt x="158206" y="363025"/>
                    </a:cubicBezTo>
                    <a:lnTo>
                      <a:pt x="158206" y="359711"/>
                    </a:lnTo>
                    <a:cubicBezTo>
                      <a:pt x="158206" y="350138"/>
                      <a:pt x="165947" y="342313"/>
                      <a:pt x="175624" y="342313"/>
                    </a:cubicBezTo>
                    <a:close/>
                    <a:moveTo>
                      <a:pt x="175980" y="316286"/>
                    </a:moveTo>
                    <a:cubicBezTo>
                      <a:pt x="112188" y="316286"/>
                      <a:pt x="60288" y="368113"/>
                      <a:pt x="60288" y="431815"/>
                    </a:cubicBezTo>
                    <a:cubicBezTo>
                      <a:pt x="60288" y="495516"/>
                      <a:pt x="112188" y="547343"/>
                      <a:pt x="175980" y="547343"/>
                    </a:cubicBezTo>
                    <a:cubicBezTo>
                      <a:pt x="239771" y="547343"/>
                      <a:pt x="291671" y="495516"/>
                      <a:pt x="291671" y="431815"/>
                    </a:cubicBezTo>
                    <a:cubicBezTo>
                      <a:pt x="291671" y="368113"/>
                      <a:pt x="239771" y="316286"/>
                      <a:pt x="175980" y="316286"/>
                    </a:cubicBezTo>
                    <a:close/>
                    <a:moveTo>
                      <a:pt x="175980" y="256082"/>
                    </a:moveTo>
                    <a:cubicBezTo>
                      <a:pt x="273049" y="256082"/>
                      <a:pt x="352051" y="334881"/>
                      <a:pt x="352051" y="431815"/>
                    </a:cubicBezTo>
                    <a:cubicBezTo>
                      <a:pt x="352051" y="528748"/>
                      <a:pt x="273049" y="607639"/>
                      <a:pt x="175980" y="607639"/>
                    </a:cubicBezTo>
                    <a:cubicBezTo>
                      <a:pt x="78909" y="607639"/>
                      <a:pt x="0" y="528748"/>
                      <a:pt x="0" y="431815"/>
                    </a:cubicBezTo>
                    <a:cubicBezTo>
                      <a:pt x="0" y="334881"/>
                      <a:pt x="78909" y="256082"/>
                      <a:pt x="175980" y="256082"/>
                    </a:cubicBezTo>
                    <a:close/>
                    <a:moveTo>
                      <a:pt x="224697" y="186030"/>
                    </a:moveTo>
                    <a:cubicBezTo>
                      <a:pt x="223222" y="194683"/>
                      <a:pt x="264611" y="232699"/>
                      <a:pt x="382969" y="232699"/>
                    </a:cubicBezTo>
                    <a:cubicBezTo>
                      <a:pt x="483445" y="232699"/>
                      <a:pt x="541426" y="202599"/>
                      <a:pt x="541241" y="186030"/>
                    </a:cubicBezTo>
                    <a:cubicBezTo>
                      <a:pt x="494599" y="206373"/>
                      <a:pt x="421777" y="212632"/>
                      <a:pt x="382969" y="212632"/>
                    </a:cubicBezTo>
                    <a:cubicBezTo>
                      <a:pt x="344070" y="212632"/>
                      <a:pt x="250600" y="199746"/>
                      <a:pt x="224697" y="186030"/>
                    </a:cubicBezTo>
                    <a:close/>
                    <a:moveTo>
                      <a:pt x="382969" y="60292"/>
                    </a:moveTo>
                    <a:cubicBezTo>
                      <a:pt x="295399" y="60292"/>
                      <a:pt x="224513" y="80911"/>
                      <a:pt x="224513" y="106316"/>
                    </a:cubicBezTo>
                    <a:cubicBezTo>
                      <a:pt x="224513" y="131722"/>
                      <a:pt x="295399" y="152341"/>
                      <a:pt x="382969" y="152341"/>
                    </a:cubicBezTo>
                    <a:cubicBezTo>
                      <a:pt x="470448" y="152341"/>
                      <a:pt x="541334" y="131722"/>
                      <a:pt x="541334" y="106316"/>
                    </a:cubicBezTo>
                    <a:cubicBezTo>
                      <a:pt x="541334" y="80911"/>
                      <a:pt x="470448" y="60292"/>
                      <a:pt x="382969" y="60292"/>
                    </a:cubicBezTo>
                    <a:close/>
                    <a:moveTo>
                      <a:pt x="382969" y="0"/>
                    </a:moveTo>
                    <a:cubicBezTo>
                      <a:pt x="448693" y="0"/>
                      <a:pt x="601711" y="10309"/>
                      <a:pt x="601711" y="106316"/>
                    </a:cubicBezTo>
                    <a:cubicBezTo>
                      <a:pt x="601711" y="121872"/>
                      <a:pt x="597379" y="135035"/>
                      <a:pt x="590281" y="146357"/>
                    </a:cubicBezTo>
                    <a:cubicBezTo>
                      <a:pt x="597471" y="157771"/>
                      <a:pt x="601711" y="171026"/>
                      <a:pt x="601711" y="186675"/>
                    </a:cubicBezTo>
                    <a:cubicBezTo>
                      <a:pt x="601711" y="202231"/>
                      <a:pt x="597379" y="215302"/>
                      <a:pt x="590373" y="226716"/>
                    </a:cubicBezTo>
                    <a:cubicBezTo>
                      <a:pt x="597471" y="238038"/>
                      <a:pt x="601711" y="251385"/>
                      <a:pt x="601711" y="267033"/>
                    </a:cubicBezTo>
                    <a:cubicBezTo>
                      <a:pt x="601711" y="282589"/>
                      <a:pt x="597379" y="295660"/>
                      <a:pt x="590281" y="307074"/>
                    </a:cubicBezTo>
                    <a:cubicBezTo>
                      <a:pt x="597471" y="318488"/>
                      <a:pt x="601711" y="331743"/>
                      <a:pt x="601711" y="347392"/>
                    </a:cubicBezTo>
                    <a:cubicBezTo>
                      <a:pt x="601711" y="439533"/>
                      <a:pt x="460584" y="452696"/>
                      <a:pt x="391173" y="453524"/>
                    </a:cubicBezTo>
                    <a:cubicBezTo>
                      <a:pt x="391911" y="446436"/>
                      <a:pt x="392279" y="439164"/>
                      <a:pt x="392279" y="431801"/>
                    </a:cubicBezTo>
                    <a:cubicBezTo>
                      <a:pt x="392279" y="418638"/>
                      <a:pt x="390897" y="405843"/>
                      <a:pt x="388684" y="393324"/>
                    </a:cubicBezTo>
                    <a:cubicBezTo>
                      <a:pt x="473305" y="392404"/>
                      <a:pt x="540873" y="371601"/>
                      <a:pt x="541057" y="346840"/>
                    </a:cubicBezTo>
                    <a:cubicBezTo>
                      <a:pt x="491280" y="369300"/>
                      <a:pt x="423067" y="373258"/>
                      <a:pt x="383983" y="373258"/>
                    </a:cubicBezTo>
                    <a:cubicBezTo>
                      <a:pt x="377807" y="351350"/>
                      <a:pt x="368405" y="330823"/>
                      <a:pt x="355961" y="312321"/>
                    </a:cubicBezTo>
                    <a:cubicBezTo>
                      <a:pt x="364810" y="312781"/>
                      <a:pt x="373751" y="313058"/>
                      <a:pt x="382969" y="313058"/>
                    </a:cubicBezTo>
                    <a:cubicBezTo>
                      <a:pt x="470448" y="313058"/>
                      <a:pt x="541241" y="291794"/>
                      <a:pt x="541241" y="266389"/>
                    </a:cubicBezTo>
                    <a:cubicBezTo>
                      <a:pt x="491004" y="289217"/>
                      <a:pt x="421777" y="292991"/>
                      <a:pt x="382969" y="292991"/>
                    </a:cubicBezTo>
                    <a:cubicBezTo>
                      <a:pt x="371078" y="292991"/>
                      <a:pt x="356145" y="292531"/>
                      <a:pt x="339922" y="291334"/>
                    </a:cubicBezTo>
                    <a:cubicBezTo>
                      <a:pt x="300284" y="245218"/>
                      <a:pt x="241566" y="215854"/>
                      <a:pt x="176026" y="215854"/>
                    </a:cubicBezTo>
                    <a:cubicBezTo>
                      <a:pt x="174091" y="215854"/>
                      <a:pt x="172155" y="216130"/>
                      <a:pt x="170219" y="216130"/>
                    </a:cubicBezTo>
                    <a:cubicBezTo>
                      <a:pt x="166440" y="207386"/>
                      <a:pt x="164135" y="197629"/>
                      <a:pt x="164135" y="186675"/>
                    </a:cubicBezTo>
                    <a:cubicBezTo>
                      <a:pt x="164135" y="171026"/>
                      <a:pt x="168376" y="157771"/>
                      <a:pt x="175566" y="146357"/>
                    </a:cubicBezTo>
                    <a:cubicBezTo>
                      <a:pt x="168560" y="135035"/>
                      <a:pt x="164135" y="121872"/>
                      <a:pt x="164135" y="106316"/>
                    </a:cubicBezTo>
                    <a:cubicBezTo>
                      <a:pt x="164135" y="10309"/>
                      <a:pt x="317153" y="0"/>
                      <a:pt x="3829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</a:p>
            </p:txBody>
          </p:sp>
          <p:sp>
            <p:nvSpPr>
              <p:cNvPr id="12" name="文本框 28"/>
              <p:cNvSpPr txBox="1"/>
              <p:nvPr/>
            </p:nvSpPr>
            <p:spPr>
              <a:xfrm>
                <a:off x="4733652" y="4724843"/>
                <a:ext cx="2875740" cy="1112292"/>
              </a:xfrm>
              <a:prstGeom prst="rect">
                <a:avLst/>
              </a:prstGeom>
              <a:noFill/>
            </p:spPr>
            <p:txBody>
              <a:bodyPr wrap="square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Copy paste  fonts.</a:t>
                </a:r>
                <a:r>
                  <a:rPr lang="en-US" altLang="zh-CN" sz="1200" dirty="0"/>
                  <a:t> Choose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the only option to retain text. 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Supporting text here.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……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3" name="文本框 29"/>
              <p:cNvSpPr txBox="1"/>
              <p:nvPr/>
            </p:nvSpPr>
            <p:spPr>
              <a:xfrm>
                <a:off x="4733653" y="4414501"/>
                <a:ext cx="2711995" cy="293607"/>
              </a:xfrm>
              <a:prstGeom prst="rect">
                <a:avLst/>
              </a:prstGeom>
              <a:noFill/>
            </p:spPr>
            <p:txBody>
              <a:bodyPr wrap="square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200" b="1" dirty="0">
                    <a:solidFill>
                      <a:schemeClr val="accent3"/>
                    </a:solidFill>
                  </a:rPr>
                  <a:t>Text here-12pt</a:t>
                </a:r>
                <a:endParaRPr lang="en-US" altLang="zh-CN" sz="1200" b="1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14" name="圆角矩形 8"/>
              <p:cNvSpPr/>
              <p:nvPr/>
            </p:nvSpPr>
            <p:spPr>
              <a:xfrm>
                <a:off x="4410072" y="3991589"/>
                <a:ext cx="3359156" cy="2142510"/>
              </a:xfrm>
              <a:prstGeom prst="roundRect">
                <a:avLst>
                  <a:gd name="adj" fmla="val 4500"/>
                </a:avLst>
              </a:prstGeom>
              <a:noFill/>
              <a:ln w="6350" cap="rnd">
                <a:solidFill>
                  <a:schemeClr val="accent4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>
                  <a:lnSpc>
                    <a:spcPct val="120000"/>
                  </a:lnSpc>
                  <a:spcAft>
                    <a:spcPts val="600"/>
                  </a:spcAft>
                </a:pPr>
                <a:endParaRPr lang="zh-CN" altLang="en-US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椭圆 14"/>
              <p:cNvSpPr>
                <a:spLocks noChangeAspect="1"/>
              </p:cNvSpPr>
              <p:nvPr/>
            </p:nvSpPr>
            <p:spPr>
              <a:xfrm>
                <a:off x="5729650" y="3631589"/>
                <a:ext cx="720000" cy="720000"/>
              </a:xfrm>
              <a:prstGeom prst="ellipse">
                <a:avLst/>
              </a:prstGeom>
              <a:solidFill>
                <a:schemeClr val="accent3"/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endParaRPr lang="zh-CN" altLang="en-US"/>
              </a:p>
            </p:txBody>
          </p:sp>
          <p:grpSp>
            <p:nvGrpSpPr>
              <p:cNvPr id="5" name="组合 4"/>
              <p:cNvGrpSpPr/>
              <p:nvPr/>
            </p:nvGrpSpPr>
            <p:grpSpPr>
              <a:xfrm>
                <a:off x="8159744" y="3631589"/>
                <a:ext cx="3359156" cy="2502510"/>
                <a:chOff x="8725384" y="3631589"/>
                <a:chExt cx="3359156" cy="2502510"/>
              </a:xfrm>
            </p:grpSpPr>
            <p:sp>
              <p:nvSpPr>
                <p:cNvPr id="16" name="文本框 28"/>
                <p:cNvSpPr txBox="1"/>
                <p:nvPr/>
              </p:nvSpPr>
              <p:spPr>
                <a:xfrm>
                  <a:off x="9030876" y="4724843"/>
                  <a:ext cx="2875740" cy="1112292"/>
                </a:xfrm>
                <a:prstGeom prst="rect">
                  <a:avLst/>
                </a:prstGeom>
                <a:noFill/>
              </p:spPr>
              <p:txBody>
                <a:bodyPr wrap="square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171450" marR="0" lvl="0" indent="-17145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Copy paste  fonts.</a:t>
                  </a:r>
                  <a:r>
                    <a:rPr lang="en-US" altLang="zh-CN" sz="1200" dirty="0"/>
                    <a:t> Choose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 </a:t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the only option to retain text. </a:t>
                  </a:r>
                  <a:endPara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Supporting text here.</a:t>
                  </a:r>
                  <a:endPara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……</a:t>
                  </a:r>
                  <a:endPara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文本框 29"/>
                <p:cNvSpPr txBox="1"/>
                <p:nvPr/>
              </p:nvSpPr>
              <p:spPr>
                <a:xfrm>
                  <a:off x="9030876" y="4414501"/>
                  <a:ext cx="2748172" cy="293607"/>
                </a:xfrm>
                <a:prstGeom prst="rect">
                  <a:avLst/>
                </a:prstGeom>
                <a:noFill/>
              </p:spPr>
              <p:txBody>
                <a:bodyPr wrap="square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altLang="zh-CN" sz="1200" b="1" dirty="0">
                      <a:solidFill>
                        <a:schemeClr val="accent5"/>
                      </a:solidFill>
                    </a:rPr>
                    <a:t>Text here-12pt</a:t>
                  </a:r>
                  <a:endParaRPr lang="en-US" altLang="zh-CN" sz="1200" b="1" dirty="0">
                    <a:solidFill>
                      <a:schemeClr val="accent5"/>
                    </a:solidFill>
                  </a:endParaRPr>
                </a:p>
              </p:txBody>
            </p:sp>
            <p:sp>
              <p:nvSpPr>
                <p:cNvPr id="18" name="圆角矩形 8"/>
                <p:cNvSpPr/>
                <p:nvPr/>
              </p:nvSpPr>
              <p:spPr>
                <a:xfrm>
                  <a:off x="8725384" y="3991589"/>
                  <a:ext cx="3359156" cy="2142510"/>
                </a:xfrm>
                <a:prstGeom prst="roundRect">
                  <a:avLst>
                    <a:gd name="adj" fmla="val 4500"/>
                  </a:avLst>
                </a:prstGeom>
                <a:noFill/>
                <a:ln w="6350" cap="rnd">
                  <a:solidFill>
                    <a:schemeClr val="accent4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 defTabSz="913765">
                    <a:lnSpc>
                      <a:spcPct val="120000"/>
                    </a:lnSpc>
                    <a:spcAft>
                      <a:spcPts val="600"/>
                    </a:spcAft>
                  </a:pPr>
                  <a:endParaRPr lang="zh-CN" altLang="en-US" sz="20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grpSp>
              <p:nvGrpSpPr>
                <p:cNvPr id="4" name="组合 3"/>
                <p:cNvGrpSpPr/>
                <p:nvPr/>
              </p:nvGrpSpPr>
              <p:grpSpPr>
                <a:xfrm>
                  <a:off x="10044962" y="3631589"/>
                  <a:ext cx="720000" cy="720000"/>
                  <a:chOff x="10044962" y="3631589"/>
                  <a:chExt cx="720000" cy="720000"/>
                </a:xfrm>
              </p:grpSpPr>
              <p:sp>
                <p:nvSpPr>
                  <p:cNvPr id="19" name="椭圆 18"/>
                  <p:cNvSpPr>
                    <a:spLocks noChangeAspect="1"/>
                  </p:cNvSpPr>
                  <p:nvPr/>
                </p:nvSpPr>
                <p:spPr>
                  <a:xfrm>
                    <a:off x="10044962" y="3631589"/>
                    <a:ext cx="720000" cy="7200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 w="635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/>
                  </a:p>
                </p:txBody>
              </p:sp>
              <p:sp>
                <p:nvSpPr>
                  <p:cNvPr id="35" name="图形 30"/>
                  <p:cNvSpPr/>
                  <p:nvPr/>
                </p:nvSpPr>
                <p:spPr>
                  <a:xfrm>
                    <a:off x="10288436" y="3886716"/>
                    <a:ext cx="233052" cy="209747"/>
                  </a:xfrm>
                  <a:custGeom>
                    <a:avLst/>
                    <a:gdLst>
                      <a:gd name="connsiteX0" fmla="*/ 1527730 w 1587251"/>
                      <a:gd name="connsiteY0" fmla="*/ 833307 h 1428526"/>
                      <a:gd name="connsiteX1" fmla="*/ 1587252 w 1587251"/>
                      <a:gd name="connsiteY1" fmla="*/ 833307 h 1428526"/>
                      <a:gd name="connsiteX2" fmla="*/ 1587252 w 1587251"/>
                      <a:gd name="connsiteY2" fmla="*/ 1249961 h 1428526"/>
                      <a:gd name="connsiteX3" fmla="*/ 1408686 w 1587251"/>
                      <a:gd name="connsiteY3" fmla="*/ 1428527 h 1428526"/>
                      <a:gd name="connsiteX4" fmla="*/ 178566 w 1587251"/>
                      <a:gd name="connsiteY4" fmla="*/ 1428527 h 1428526"/>
                      <a:gd name="connsiteX5" fmla="*/ 0 w 1587251"/>
                      <a:gd name="connsiteY5" fmla="*/ 1249961 h 1428526"/>
                      <a:gd name="connsiteX6" fmla="*/ 0 w 1587251"/>
                      <a:gd name="connsiteY6" fmla="*/ 813467 h 1428526"/>
                      <a:gd name="connsiteX7" fmla="*/ 59522 w 1587251"/>
                      <a:gd name="connsiteY7" fmla="*/ 813467 h 1428526"/>
                      <a:gd name="connsiteX8" fmla="*/ 158725 w 1587251"/>
                      <a:gd name="connsiteY8" fmla="*/ 714263 h 1428526"/>
                      <a:gd name="connsiteX9" fmla="*/ 59522 w 1587251"/>
                      <a:gd name="connsiteY9" fmla="*/ 615060 h 1428526"/>
                      <a:gd name="connsiteX10" fmla="*/ 0 w 1587251"/>
                      <a:gd name="connsiteY10" fmla="*/ 615060 h 1428526"/>
                      <a:gd name="connsiteX11" fmla="*/ 0 w 1587251"/>
                      <a:gd name="connsiteY11" fmla="*/ 178566 h 1428526"/>
                      <a:gd name="connsiteX12" fmla="*/ 178566 w 1587251"/>
                      <a:gd name="connsiteY12" fmla="*/ 0 h 1428526"/>
                      <a:gd name="connsiteX13" fmla="*/ 1408686 w 1587251"/>
                      <a:gd name="connsiteY13" fmla="*/ 0 h 1428526"/>
                      <a:gd name="connsiteX14" fmla="*/ 1587252 w 1587251"/>
                      <a:gd name="connsiteY14" fmla="*/ 178566 h 1428526"/>
                      <a:gd name="connsiteX15" fmla="*/ 1587252 w 1587251"/>
                      <a:gd name="connsiteY15" fmla="*/ 634901 h 1428526"/>
                      <a:gd name="connsiteX16" fmla="*/ 1527730 w 1587251"/>
                      <a:gd name="connsiteY16" fmla="*/ 634901 h 1428526"/>
                      <a:gd name="connsiteX17" fmla="*/ 1428527 w 1587251"/>
                      <a:gd name="connsiteY17" fmla="*/ 734104 h 1428526"/>
                      <a:gd name="connsiteX18" fmla="*/ 1527730 w 1587251"/>
                      <a:gd name="connsiteY18" fmla="*/ 833307 h 1428526"/>
                      <a:gd name="connsiteX19" fmla="*/ 1309483 w 1587251"/>
                      <a:gd name="connsiteY19" fmla="*/ 734104 h 1428526"/>
                      <a:gd name="connsiteX20" fmla="*/ 1468208 w 1587251"/>
                      <a:gd name="connsiteY20" fmla="*/ 524072 h 1428526"/>
                      <a:gd name="connsiteX21" fmla="*/ 1468208 w 1587251"/>
                      <a:gd name="connsiteY21" fmla="*/ 178566 h 1428526"/>
                      <a:gd name="connsiteX22" fmla="*/ 1408686 w 1587251"/>
                      <a:gd name="connsiteY22" fmla="*/ 119044 h 1428526"/>
                      <a:gd name="connsiteX23" fmla="*/ 178566 w 1587251"/>
                      <a:gd name="connsiteY23" fmla="*/ 119044 h 1428526"/>
                      <a:gd name="connsiteX24" fmla="*/ 119044 w 1587251"/>
                      <a:gd name="connsiteY24" fmla="*/ 178566 h 1428526"/>
                      <a:gd name="connsiteX25" fmla="*/ 119044 w 1587251"/>
                      <a:gd name="connsiteY25" fmla="*/ 504232 h 1428526"/>
                      <a:gd name="connsiteX26" fmla="*/ 277769 w 1587251"/>
                      <a:gd name="connsiteY26" fmla="*/ 714263 h 1428526"/>
                      <a:gd name="connsiteX27" fmla="*/ 119044 w 1587251"/>
                      <a:gd name="connsiteY27" fmla="*/ 924295 h 1428526"/>
                      <a:gd name="connsiteX28" fmla="*/ 119044 w 1587251"/>
                      <a:gd name="connsiteY28" fmla="*/ 1249961 h 1428526"/>
                      <a:gd name="connsiteX29" fmla="*/ 178566 w 1587251"/>
                      <a:gd name="connsiteY29" fmla="*/ 1309483 h 1428526"/>
                      <a:gd name="connsiteX30" fmla="*/ 1408686 w 1587251"/>
                      <a:gd name="connsiteY30" fmla="*/ 1309483 h 1428526"/>
                      <a:gd name="connsiteX31" fmla="*/ 1468208 w 1587251"/>
                      <a:gd name="connsiteY31" fmla="*/ 1249961 h 1428526"/>
                      <a:gd name="connsiteX32" fmla="*/ 1468208 w 1587251"/>
                      <a:gd name="connsiteY32" fmla="*/ 944136 h 1428526"/>
                      <a:gd name="connsiteX33" fmla="*/ 1309483 w 1587251"/>
                      <a:gd name="connsiteY33" fmla="*/ 734104 h 1428526"/>
                      <a:gd name="connsiteX34" fmla="*/ 773785 w 1587251"/>
                      <a:gd name="connsiteY34" fmla="*/ 917485 h 1428526"/>
                      <a:gd name="connsiteX35" fmla="*/ 654741 w 1587251"/>
                      <a:gd name="connsiteY35" fmla="*/ 798441 h 1428526"/>
                      <a:gd name="connsiteX36" fmla="*/ 518264 w 1587251"/>
                      <a:gd name="connsiteY36" fmla="*/ 934916 h 1428526"/>
                      <a:gd name="connsiteX37" fmla="*/ 434087 w 1587251"/>
                      <a:gd name="connsiteY37" fmla="*/ 850741 h 1428526"/>
                      <a:gd name="connsiteX38" fmla="*/ 654741 w 1587251"/>
                      <a:gd name="connsiteY38" fmla="*/ 630086 h 1428526"/>
                      <a:gd name="connsiteX39" fmla="*/ 773785 w 1587251"/>
                      <a:gd name="connsiteY39" fmla="*/ 749130 h 1428526"/>
                      <a:gd name="connsiteX40" fmla="*/ 888015 w 1587251"/>
                      <a:gd name="connsiteY40" fmla="*/ 634901 h 1428526"/>
                      <a:gd name="connsiteX41" fmla="*/ 833307 w 1587251"/>
                      <a:gd name="connsiteY41" fmla="*/ 634901 h 1428526"/>
                      <a:gd name="connsiteX42" fmla="*/ 833307 w 1587251"/>
                      <a:gd name="connsiteY42" fmla="*/ 515857 h 1428526"/>
                      <a:gd name="connsiteX43" fmla="*/ 1175413 w 1587251"/>
                      <a:gd name="connsiteY43" fmla="*/ 515857 h 1428526"/>
                      <a:gd name="connsiteX44" fmla="*/ 773785 w 1587251"/>
                      <a:gd name="connsiteY44" fmla="*/ 917485 h 14285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</a:cxnLst>
                    <a:rect l="l" t="t" r="r" b="b"/>
                    <a:pathLst>
                      <a:path w="1587251" h="1428526">
                        <a:moveTo>
                          <a:pt x="1527730" y="833307"/>
                        </a:moveTo>
                        <a:lnTo>
                          <a:pt x="1587252" y="833307"/>
                        </a:lnTo>
                        <a:lnTo>
                          <a:pt x="1587252" y="1249961"/>
                        </a:lnTo>
                        <a:cubicBezTo>
                          <a:pt x="1587252" y="1348580"/>
                          <a:pt x="1507305" y="1428527"/>
                          <a:pt x="1408686" y="1428527"/>
                        </a:cubicBezTo>
                        <a:lnTo>
                          <a:pt x="178566" y="1428527"/>
                        </a:lnTo>
                        <a:cubicBezTo>
                          <a:pt x="79947" y="1428527"/>
                          <a:pt x="0" y="1348580"/>
                          <a:pt x="0" y="1249961"/>
                        </a:cubicBezTo>
                        <a:lnTo>
                          <a:pt x="0" y="813467"/>
                        </a:lnTo>
                        <a:lnTo>
                          <a:pt x="59522" y="813467"/>
                        </a:lnTo>
                        <a:cubicBezTo>
                          <a:pt x="114309" y="813467"/>
                          <a:pt x="158725" y="769053"/>
                          <a:pt x="158725" y="714263"/>
                        </a:cubicBezTo>
                        <a:cubicBezTo>
                          <a:pt x="158725" y="659476"/>
                          <a:pt x="114311" y="615060"/>
                          <a:pt x="59522" y="615060"/>
                        </a:cubicBezTo>
                        <a:lnTo>
                          <a:pt x="0" y="615060"/>
                        </a:lnTo>
                        <a:lnTo>
                          <a:pt x="0" y="178566"/>
                        </a:lnTo>
                        <a:cubicBezTo>
                          <a:pt x="0" y="79947"/>
                          <a:pt x="79947" y="0"/>
                          <a:pt x="178566" y="0"/>
                        </a:cubicBezTo>
                        <a:lnTo>
                          <a:pt x="1408686" y="0"/>
                        </a:lnTo>
                        <a:cubicBezTo>
                          <a:pt x="1507305" y="0"/>
                          <a:pt x="1587252" y="79947"/>
                          <a:pt x="1587252" y="178566"/>
                        </a:cubicBezTo>
                        <a:lnTo>
                          <a:pt x="1587252" y="634901"/>
                        </a:lnTo>
                        <a:lnTo>
                          <a:pt x="1527730" y="634901"/>
                        </a:lnTo>
                        <a:cubicBezTo>
                          <a:pt x="1472943" y="634901"/>
                          <a:pt x="1428527" y="679315"/>
                          <a:pt x="1428527" y="734104"/>
                        </a:cubicBezTo>
                        <a:cubicBezTo>
                          <a:pt x="1428527" y="788891"/>
                          <a:pt x="1472941" y="833307"/>
                          <a:pt x="1527730" y="833307"/>
                        </a:cubicBezTo>
                        <a:close/>
                        <a:moveTo>
                          <a:pt x="1309483" y="734104"/>
                        </a:moveTo>
                        <a:cubicBezTo>
                          <a:pt x="1309483" y="634203"/>
                          <a:pt x="1376604" y="549981"/>
                          <a:pt x="1468208" y="524072"/>
                        </a:cubicBezTo>
                        <a:lnTo>
                          <a:pt x="1468208" y="178566"/>
                        </a:lnTo>
                        <a:cubicBezTo>
                          <a:pt x="1468208" y="145693"/>
                          <a:pt x="1441559" y="119044"/>
                          <a:pt x="1408686" y="119044"/>
                        </a:cubicBezTo>
                        <a:lnTo>
                          <a:pt x="178566" y="119044"/>
                        </a:lnTo>
                        <a:cubicBezTo>
                          <a:pt x="145693" y="119044"/>
                          <a:pt x="119044" y="145693"/>
                          <a:pt x="119044" y="178566"/>
                        </a:cubicBezTo>
                        <a:lnTo>
                          <a:pt x="119044" y="504232"/>
                        </a:lnTo>
                        <a:cubicBezTo>
                          <a:pt x="210648" y="530141"/>
                          <a:pt x="277769" y="614364"/>
                          <a:pt x="277769" y="714263"/>
                        </a:cubicBezTo>
                        <a:cubicBezTo>
                          <a:pt x="277769" y="814164"/>
                          <a:pt x="210648" y="898386"/>
                          <a:pt x="119044" y="924295"/>
                        </a:cubicBezTo>
                        <a:lnTo>
                          <a:pt x="119044" y="1249961"/>
                        </a:lnTo>
                        <a:cubicBezTo>
                          <a:pt x="119044" y="1282833"/>
                          <a:pt x="145693" y="1309483"/>
                          <a:pt x="178566" y="1309483"/>
                        </a:cubicBezTo>
                        <a:lnTo>
                          <a:pt x="1408686" y="1309483"/>
                        </a:lnTo>
                        <a:cubicBezTo>
                          <a:pt x="1441559" y="1309483"/>
                          <a:pt x="1468208" y="1282833"/>
                          <a:pt x="1468208" y="1249961"/>
                        </a:cubicBezTo>
                        <a:lnTo>
                          <a:pt x="1468208" y="944136"/>
                        </a:lnTo>
                        <a:cubicBezTo>
                          <a:pt x="1376604" y="918227"/>
                          <a:pt x="1309483" y="834003"/>
                          <a:pt x="1309483" y="734104"/>
                        </a:cubicBezTo>
                        <a:close/>
                        <a:moveTo>
                          <a:pt x="773785" y="917485"/>
                        </a:moveTo>
                        <a:lnTo>
                          <a:pt x="654741" y="798441"/>
                        </a:lnTo>
                        <a:lnTo>
                          <a:pt x="518264" y="934916"/>
                        </a:lnTo>
                        <a:lnTo>
                          <a:pt x="434087" y="850741"/>
                        </a:lnTo>
                        <a:lnTo>
                          <a:pt x="654741" y="630086"/>
                        </a:lnTo>
                        <a:lnTo>
                          <a:pt x="773785" y="749130"/>
                        </a:lnTo>
                        <a:lnTo>
                          <a:pt x="888015" y="634901"/>
                        </a:lnTo>
                        <a:lnTo>
                          <a:pt x="833307" y="634901"/>
                        </a:lnTo>
                        <a:lnTo>
                          <a:pt x="833307" y="515857"/>
                        </a:lnTo>
                        <a:lnTo>
                          <a:pt x="1175413" y="515857"/>
                        </a:lnTo>
                        <a:lnTo>
                          <a:pt x="773785" y="917485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186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34" name="图形 32"/>
              <p:cNvSpPr/>
              <p:nvPr/>
            </p:nvSpPr>
            <p:spPr>
              <a:xfrm>
                <a:off x="5952011" y="3875057"/>
                <a:ext cx="275279" cy="233065"/>
              </a:xfrm>
              <a:custGeom>
                <a:avLst/>
                <a:gdLst>
                  <a:gd name="connsiteX0" fmla="*/ 1635919 w 1643099"/>
                  <a:gd name="connsiteY0" fmla="*/ 435531 h 1391126"/>
                  <a:gd name="connsiteX1" fmla="*/ 1379458 w 1643099"/>
                  <a:gd name="connsiteY1" fmla="*/ 22503 h 1391126"/>
                  <a:gd name="connsiteX2" fmla="*/ 1353741 w 1643099"/>
                  <a:gd name="connsiteY2" fmla="*/ 3810 h 1391126"/>
                  <a:gd name="connsiteX3" fmla="*/ 1341001 w 1643099"/>
                  <a:gd name="connsiteY3" fmla="*/ 476 h 1391126"/>
                  <a:gd name="connsiteX4" fmla="*/ 1338977 w 1643099"/>
                  <a:gd name="connsiteY4" fmla="*/ 0 h 1391126"/>
                  <a:gd name="connsiteX5" fmla="*/ 306348 w 1643099"/>
                  <a:gd name="connsiteY5" fmla="*/ 0 h 1391126"/>
                  <a:gd name="connsiteX6" fmla="*/ 304086 w 1643099"/>
                  <a:gd name="connsiteY6" fmla="*/ 595 h 1391126"/>
                  <a:gd name="connsiteX7" fmla="*/ 286464 w 1643099"/>
                  <a:gd name="connsiteY7" fmla="*/ 5120 h 1391126"/>
                  <a:gd name="connsiteX8" fmla="*/ 282654 w 1643099"/>
                  <a:gd name="connsiteY8" fmla="*/ 6548 h 1391126"/>
                  <a:gd name="connsiteX9" fmla="*/ 281702 w 1643099"/>
                  <a:gd name="connsiteY9" fmla="*/ 6906 h 1391126"/>
                  <a:gd name="connsiteX10" fmla="*/ 267057 w 1643099"/>
                  <a:gd name="connsiteY10" fmla="*/ 21431 h 1391126"/>
                  <a:gd name="connsiteX11" fmla="*/ 265986 w 1643099"/>
                  <a:gd name="connsiteY11" fmla="*/ 22384 h 1391126"/>
                  <a:gd name="connsiteX12" fmla="*/ 7263 w 1643099"/>
                  <a:gd name="connsiteY12" fmla="*/ 435293 h 1391126"/>
                  <a:gd name="connsiteX13" fmla="*/ 6667 w 1643099"/>
                  <a:gd name="connsiteY13" fmla="*/ 437674 h 1391126"/>
                  <a:gd name="connsiteX14" fmla="*/ 0 w 1643099"/>
                  <a:gd name="connsiteY14" fmla="*/ 460653 h 1391126"/>
                  <a:gd name="connsiteX15" fmla="*/ 476 w 1643099"/>
                  <a:gd name="connsiteY15" fmla="*/ 463153 h 1391126"/>
                  <a:gd name="connsiteX16" fmla="*/ 1310 w 1643099"/>
                  <a:gd name="connsiteY16" fmla="*/ 467439 h 1391126"/>
                  <a:gd name="connsiteX17" fmla="*/ 10954 w 1643099"/>
                  <a:gd name="connsiteY17" fmla="*/ 489823 h 1391126"/>
                  <a:gd name="connsiteX18" fmla="*/ 11906 w 1643099"/>
                  <a:gd name="connsiteY18" fmla="*/ 492085 h 1391126"/>
                  <a:gd name="connsiteX19" fmla="*/ 790337 w 1643099"/>
                  <a:gd name="connsiteY19" fmla="*/ 1374934 h 1391126"/>
                  <a:gd name="connsiteX20" fmla="*/ 826056 w 1643099"/>
                  <a:gd name="connsiteY20" fmla="*/ 1391126 h 1391126"/>
                  <a:gd name="connsiteX21" fmla="*/ 826175 w 1643099"/>
                  <a:gd name="connsiteY21" fmla="*/ 1391126 h 1391126"/>
                  <a:gd name="connsiteX22" fmla="*/ 862013 w 1643099"/>
                  <a:gd name="connsiteY22" fmla="*/ 1374696 h 1391126"/>
                  <a:gd name="connsiteX23" fmla="*/ 1631394 w 1643099"/>
                  <a:gd name="connsiteY23" fmla="*/ 491847 h 1391126"/>
                  <a:gd name="connsiteX24" fmla="*/ 1635919 w 1643099"/>
                  <a:gd name="connsiteY24" fmla="*/ 435531 h 1391126"/>
                  <a:gd name="connsiteX25" fmla="*/ 305753 w 1643099"/>
                  <a:gd name="connsiteY25" fmla="*/ 138232 h 1391126"/>
                  <a:gd name="connsiteX26" fmla="*/ 472678 w 1643099"/>
                  <a:gd name="connsiteY26" fmla="*/ 413028 h 1391126"/>
                  <a:gd name="connsiteX27" fmla="*/ 133707 w 1643099"/>
                  <a:gd name="connsiteY27" fmla="*/ 413028 h 1391126"/>
                  <a:gd name="connsiteX28" fmla="*/ 305753 w 1643099"/>
                  <a:gd name="connsiteY28" fmla="*/ 138232 h 1391126"/>
                  <a:gd name="connsiteX29" fmla="*/ 1022866 w 1643099"/>
                  <a:gd name="connsiteY29" fmla="*/ 508278 h 1391126"/>
                  <a:gd name="connsiteX30" fmla="*/ 821888 w 1643099"/>
                  <a:gd name="connsiteY30" fmla="*/ 1180505 h 1391126"/>
                  <a:gd name="connsiteX31" fmla="*/ 620911 w 1643099"/>
                  <a:gd name="connsiteY31" fmla="*/ 508278 h 1391126"/>
                  <a:gd name="connsiteX32" fmla="*/ 1022866 w 1643099"/>
                  <a:gd name="connsiteY32" fmla="*/ 508278 h 1391126"/>
                  <a:gd name="connsiteX33" fmla="*/ 648533 w 1643099"/>
                  <a:gd name="connsiteY33" fmla="*/ 413028 h 1391126"/>
                  <a:gd name="connsiteX34" fmla="*/ 821888 w 1643099"/>
                  <a:gd name="connsiteY34" fmla="*/ 113943 h 1391126"/>
                  <a:gd name="connsiteX35" fmla="*/ 995243 w 1643099"/>
                  <a:gd name="connsiteY35" fmla="*/ 413028 h 1391126"/>
                  <a:gd name="connsiteX36" fmla="*/ 648533 w 1643099"/>
                  <a:gd name="connsiteY36" fmla="*/ 413028 h 1391126"/>
                  <a:gd name="connsiteX37" fmla="*/ 921187 w 1643099"/>
                  <a:gd name="connsiteY37" fmla="*/ 95250 h 1391126"/>
                  <a:gd name="connsiteX38" fmla="*/ 1252776 w 1643099"/>
                  <a:gd name="connsiteY38" fmla="*/ 95250 h 1391126"/>
                  <a:gd name="connsiteX39" fmla="*/ 1082993 w 1643099"/>
                  <a:gd name="connsiteY39" fmla="*/ 374571 h 1391126"/>
                  <a:gd name="connsiteX40" fmla="*/ 921187 w 1643099"/>
                  <a:gd name="connsiteY40" fmla="*/ 95250 h 1391126"/>
                  <a:gd name="connsiteX41" fmla="*/ 560784 w 1643099"/>
                  <a:gd name="connsiteY41" fmla="*/ 374571 h 1391126"/>
                  <a:gd name="connsiteX42" fmla="*/ 391001 w 1643099"/>
                  <a:gd name="connsiteY42" fmla="*/ 95250 h 1391126"/>
                  <a:gd name="connsiteX43" fmla="*/ 722590 w 1643099"/>
                  <a:gd name="connsiteY43" fmla="*/ 95250 h 1391126"/>
                  <a:gd name="connsiteX44" fmla="*/ 560784 w 1643099"/>
                  <a:gd name="connsiteY44" fmla="*/ 374571 h 1391126"/>
                  <a:gd name="connsiteX45" fmla="*/ 521494 w 1643099"/>
                  <a:gd name="connsiteY45" fmla="*/ 508278 h 1391126"/>
                  <a:gd name="connsiteX46" fmla="*/ 710446 w 1643099"/>
                  <a:gd name="connsiteY46" fmla="*/ 1140500 h 1391126"/>
                  <a:gd name="connsiteX47" fmla="*/ 152995 w 1643099"/>
                  <a:gd name="connsiteY47" fmla="*/ 508278 h 1391126"/>
                  <a:gd name="connsiteX48" fmla="*/ 521494 w 1643099"/>
                  <a:gd name="connsiteY48" fmla="*/ 508278 h 1391126"/>
                  <a:gd name="connsiteX49" fmla="*/ 1122283 w 1643099"/>
                  <a:gd name="connsiteY49" fmla="*/ 508278 h 1391126"/>
                  <a:gd name="connsiteX50" fmla="*/ 1490782 w 1643099"/>
                  <a:gd name="connsiteY50" fmla="*/ 508278 h 1391126"/>
                  <a:gd name="connsiteX51" fmla="*/ 929878 w 1643099"/>
                  <a:gd name="connsiteY51" fmla="*/ 1151811 h 1391126"/>
                  <a:gd name="connsiteX52" fmla="*/ 1122283 w 1643099"/>
                  <a:gd name="connsiteY52" fmla="*/ 508278 h 1391126"/>
                  <a:gd name="connsiteX53" fmla="*/ 1171218 w 1643099"/>
                  <a:gd name="connsiteY53" fmla="*/ 413028 h 1391126"/>
                  <a:gd name="connsiteX54" fmla="*/ 1338620 w 1643099"/>
                  <a:gd name="connsiteY54" fmla="*/ 137398 h 1391126"/>
                  <a:gd name="connsiteX55" fmla="*/ 1509832 w 1643099"/>
                  <a:gd name="connsiteY55" fmla="*/ 413028 h 1391126"/>
                  <a:gd name="connsiteX56" fmla="*/ 1171218 w 1643099"/>
                  <a:gd name="connsiteY56" fmla="*/ 413028 h 1391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1643099" h="1391126">
                    <a:moveTo>
                      <a:pt x="1635919" y="435531"/>
                    </a:moveTo>
                    <a:lnTo>
                      <a:pt x="1379458" y="22503"/>
                    </a:lnTo>
                    <a:cubicBezTo>
                      <a:pt x="1373505" y="12978"/>
                      <a:pt x="1363980" y="7382"/>
                      <a:pt x="1353741" y="3810"/>
                    </a:cubicBezTo>
                    <a:cubicBezTo>
                      <a:pt x="1349574" y="2262"/>
                      <a:pt x="1345406" y="833"/>
                      <a:pt x="1341001" y="476"/>
                    </a:cubicBezTo>
                    <a:cubicBezTo>
                      <a:pt x="1340168" y="476"/>
                      <a:pt x="1339691" y="0"/>
                      <a:pt x="1338977" y="0"/>
                    </a:cubicBezTo>
                    <a:lnTo>
                      <a:pt x="306348" y="0"/>
                    </a:lnTo>
                    <a:cubicBezTo>
                      <a:pt x="305633" y="0"/>
                      <a:pt x="304919" y="476"/>
                      <a:pt x="304086" y="595"/>
                    </a:cubicBezTo>
                    <a:cubicBezTo>
                      <a:pt x="298013" y="833"/>
                      <a:pt x="292179" y="2381"/>
                      <a:pt x="286464" y="5120"/>
                    </a:cubicBezTo>
                    <a:cubicBezTo>
                      <a:pt x="285274" y="5715"/>
                      <a:pt x="283845" y="5834"/>
                      <a:pt x="282654" y="6548"/>
                    </a:cubicBezTo>
                    <a:cubicBezTo>
                      <a:pt x="282416" y="6787"/>
                      <a:pt x="282059" y="6667"/>
                      <a:pt x="281702" y="6906"/>
                    </a:cubicBezTo>
                    <a:cubicBezTo>
                      <a:pt x="275511" y="10716"/>
                      <a:pt x="270748" y="15716"/>
                      <a:pt x="267057" y="21431"/>
                    </a:cubicBezTo>
                    <a:cubicBezTo>
                      <a:pt x="266700" y="21788"/>
                      <a:pt x="266224" y="21908"/>
                      <a:pt x="265986" y="22384"/>
                    </a:cubicBezTo>
                    <a:lnTo>
                      <a:pt x="7263" y="435293"/>
                    </a:lnTo>
                    <a:cubicBezTo>
                      <a:pt x="6787" y="436126"/>
                      <a:pt x="7144" y="436959"/>
                      <a:pt x="6667" y="437674"/>
                    </a:cubicBezTo>
                    <a:cubicBezTo>
                      <a:pt x="2857" y="444579"/>
                      <a:pt x="0" y="452080"/>
                      <a:pt x="0" y="460653"/>
                    </a:cubicBezTo>
                    <a:cubicBezTo>
                      <a:pt x="0" y="461486"/>
                      <a:pt x="476" y="462320"/>
                      <a:pt x="476" y="463153"/>
                    </a:cubicBezTo>
                    <a:cubicBezTo>
                      <a:pt x="476" y="464701"/>
                      <a:pt x="1072" y="465892"/>
                      <a:pt x="1310" y="467439"/>
                    </a:cubicBezTo>
                    <a:cubicBezTo>
                      <a:pt x="2619" y="475774"/>
                      <a:pt x="5834" y="483394"/>
                      <a:pt x="10954" y="489823"/>
                    </a:cubicBezTo>
                    <a:cubicBezTo>
                      <a:pt x="11430" y="490538"/>
                      <a:pt x="11311" y="491371"/>
                      <a:pt x="11906" y="492085"/>
                    </a:cubicBezTo>
                    <a:lnTo>
                      <a:pt x="790337" y="1374934"/>
                    </a:lnTo>
                    <a:cubicBezTo>
                      <a:pt x="799386" y="1385173"/>
                      <a:pt x="812363" y="1391126"/>
                      <a:pt x="826056" y="1391126"/>
                    </a:cubicBezTo>
                    <a:cubicBezTo>
                      <a:pt x="826056" y="1391126"/>
                      <a:pt x="826175" y="1391126"/>
                      <a:pt x="826175" y="1391126"/>
                    </a:cubicBezTo>
                    <a:cubicBezTo>
                      <a:pt x="839867" y="1391007"/>
                      <a:pt x="852964" y="1385173"/>
                      <a:pt x="862013" y="1374696"/>
                    </a:cubicBezTo>
                    <a:lnTo>
                      <a:pt x="1631394" y="491847"/>
                    </a:lnTo>
                    <a:cubicBezTo>
                      <a:pt x="1645087" y="476131"/>
                      <a:pt x="1646992" y="453271"/>
                      <a:pt x="1635919" y="435531"/>
                    </a:cubicBezTo>
                    <a:close/>
                    <a:moveTo>
                      <a:pt x="305753" y="138232"/>
                    </a:moveTo>
                    <a:lnTo>
                      <a:pt x="472678" y="413028"/>
                    </a:lnTo>
                    <a:lnTo>
                      <a:pt x="133707" y="413028"/>
                    </a:lnTo>
                    <a:lnTo>
                      <a:pt x="305753" y="138232"/>
                    </a:lnTo>
                    <a:close/>
                    <a:moveTo>
                      <a:pt x="1022866" y="508278"/>
                    </a:moveTo>
                    <a:lnTo>
                      <a:pt x="821888" y="1180505"/>
                    </a:lnTo>
                    <a:lnTo>
                      <a:pt x="620911" y="508278"/>
                    </a:lnTo>
                    <a:lnTo>
                      <a:pt x="1022866" y="508278"/>
                    </a:lnTo>
                    <a:close/>
                    <a:moveTo>
                      <a:pt x="648533" y="413028"/>
                    </a:moveTo>
                    <a:lnTo>
                      <a:pt x="821888" y="113943"/>
                    </a:lnTo>
                    <a:lnTo>
                      <a:pt x="995243" y="413028"/>
                    </a:lnTo>
                    <a:lnTo>
                      <a:pt x="648533" y="413028"/>
                    </a:lnTo>
                    <a:close/>
                    <a:moveTo>
                      <a:pt x="921187" y="95250"/>
                    </a:moveTo>
                    <a:lnTo>
                      <a:pt x="1252776" y="95250"/>
                    </a:lnTo>
                    <a:lnTo>
                      <a:pt x="1082993" y="374571"/>
                    </a:lnTo>
                    <a:lnTo>
                      <a:pt x="921187" y="95250"/>
                    </a:lnTo>
                    <a:close/>
                    <a:moveTo>
                      <a:pt x="560784" y="374571"/>
                    </a:moveTo>
                    <a:lnTo>
                      <a:pt x="391001" y="95250"/>
                    </a:lnTo>
                    <a:lnTo>
                      <a:pt x="722590" y="95250"/>
                    </a:lnTo>
                    <a:lnTo>
                      <a:pt x="560784" y="374571"/>
                    </a:lnTo>
                    <a:close/>
                    <a:moveTo>
                      <a:pt x="521494" y="508278"/>
                    </a:moveTo>
                    <a:lnTo>
                      <a:pt x="710446" y="1140500"/>
                    </a:lnTo>
                    <a:lnTo>
                      <a:pt x="152995" y="508278"/>
                    </a:lnTo>
                    <a:lnTo>
                      <a:pt x="521494" y="508278"/>
                    </a:lnTo>
                    <a:close/>
                    <a:moveTo>
                      <a:pt x="1122283" y="508278"/>
                    </a:moveTo>
                    <a:lnTo>
                      <a:pt x="1490782" y="508278"/>
                    </a:lnTo>
                    <a:lnTo>
                      <a:pt x="929878" y="1151811"/>
                    </a:lnTo>
                    <a:lnTo>
                      <a:pt x="1122283" y="508278"/>
                    </a:lnTo>
                    <a:close/>
                    <a:moveTo>
                      <a:pt x="1171218" y="413028"/>
                    </a:moveTo>
                    <a:lnTo>
                      <a:pt x="1338620" y="137398"/>
                    </a:lnTo>
                    <a:lnTo>
                      <a:pt x="1509832" y="413028"/>
                    </a:lnTo>
                    <a:lnTo>
                      <a:pt x="1171218" y="413028"/>
                    </a:lnTo>
                    <a:close/>
                  </a:path>
                </a:pathLst>
              </a:custGeom>
              <a:solidFill>
                <a:schemeClr val="bg1"/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30" name="矩形 29"/>
            <p:cNvSpPr/>
            <p:nvPr/>
          </p:nvSpPr>
          <p:spPr>
            <a:xfrm>
              <a:off x="4610100" y="1308689"/>
              <a:ext cx="6908800" cy="20429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: 圆角 30"/>
            <p:cNvSpPr/>
            <p:nvPr/>
          </p:nvSpPr>
          <p:spPr>
            <a:xfrm>
              <a:off x="2242002" y="1308689"/>
              <a:ext cx="2368098" cy="2042911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60401" y="1308690"/>
              <a:ext cx="1581602" cy="2042911"/>
            </a:xfrm>
            <a:prstGeom prst="rec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4740646" y="1418361"/>
              <a:ext cx="5881001" cy="1410835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Copy paste  fonts. 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Choose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（重点加粗）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the only option to retain text. -12pt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Theme color makes PPT more convenient to change. Adjust the spacing to adapt to Chinese typesetting, use the reference line in PPT . 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Supporting text here.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……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2345871" y="1610566"/>
              <a:ext cx="2452986" cy="396134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altLang="zh-CN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  <a:endPara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2345871" y="2217588"/>
              <a:ext cx="2216890" cy="959943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altLang="zh-CN" sz="1200" b="1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Unified fonts make reading more fluent.</a:t>
              </a:r>
              <a:endParaRPr lang="en-US" altLang="zh-CN" sz="12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en-US" altLang="zh-CN" sz="1200" b="1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Theme color makes PPT</a:t>
              </a:r>
              <a:endParaRPr lang="en-US" altLang="zh-CN" sz="12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en-US" altLang="zh-CN" sz="1200" b="1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Supporting text here.</a:t>
              </a:r>
              <a:endParaRPr lang="en-US" altLang="zh-CN" sz="12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endParaRP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2443148" y="2107659"/>
              <a:ext cx="47989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95988" y="1266657"/>
            <a:ext cx="10922912" cy="4891947"/>
            <a:chOff x="595988" y="1266657"/>
            <a:chExt cx="10922912" cy="4891947"/>
          </a:xfrm>
        </p:grpSpPr>
        <p:sp>
          <p:nvSpPr>
            <p:cNvPr id="12" name="Rectangle 29"/>
            <p:cNvSpPr/>
            <p:nvPr/>
          </p:nvSpPr>
          <p:spPr>
            <a:xfrm>
              <a:off x="669926" y="1692613"/>
              <a:ext cx="10848974" cy="3107987"/>
            </a:xfrm>
            <a:prstGeom prst="rec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95988" y="5267911"/>
              <a:ext cx="7473592" cy="890693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172720" indent="-171450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CN" sz="1200" dirty="0"/>
                <a:t>Copy paste fonts. Choose the only option to retain text. </a:t>
              </a:r>
              <a:endParaRPr lang="en-US" altLang="zh-CN" sz="1200" dirty="0"/>
            </a:p>
            <a:p>
              <a:pPr marL="172720" indent="-171450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solidFill>
                    <a:schemeClr val="tx1"/>
                  </a:solidFill>
                </a:rPr>
                <a:t>Unified fonts make reading more fluent.</a:t>
              </a:r>
              <a:endParaRPr lang="en-US" altLang="zh-CN" sz="1200" dirty="0">
                <a:solidFill>
                  <a:schemeClr val="tx1"/>
                </a:solidFill>
              </a:endParaRPr>
            </a:p>
            <a:p>
              <a:pPr marL="172720" indent="-171450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solidFill>
                    <a:schemeClr val="tx1"/>
                  </a:solidFill>
                </a:rPr>
                <a:t>Theme color makes PPT</a:t>
              </a:r>
              <a:endParaRPr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69925" y="4899660"/>
              <a:ext cx="1392817" cy="30777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rtlCol="0">
              <a:normAutofit/>
            </a:bodyPr>
            <a:lstStyle/>
            <a:p>
              <a:r>
                <a:rPr lang="en-US" altLang="zh-CN" sz="1400" b="1" dirty="0">
                  <a:solidFill>
                    <a:schemeClr val="bg1"/>
                  </a:solidFill>
                </a:rPr>
                <a:t>Text here-14pt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321660"/>
            <a:ext cx="10858500" cy="4812439"/>
            <a:chOff x="660400" y="1321660"/>
            <a:chExt cx="10858500" cy="4812439"/>
          </a:xfrm>
        </p:grpSpPr>
        <p:sp>
          <p:nvSpPr>
            <p:cNvPr id="25" name="Rectangle 24"/>
            <p:cNvSpPr/>
            <p:nvPr/>
          </p:nvSpPr>
          <p:spPr>
            <a:xfrm>
              <a:off x="660400" y="3971925"/>
              <a:ext cx="3473434" cy="21621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660400" y="1321660"/>
              <a:ext cx="3473434" cy="2650265"/>
            </a:xfrm>
            <a:prstGeom prst="rec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873475" y="4554068"/>
              <a:ext cx="3047284" cy="1410835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172720" indent="-171450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CN" sz="1200" dirty="0"/>
                <a:t>Copy paste fonts. Choose the only option to retain text. </a:t>
              </a:r>
              <a:endParaRPr lang="en-US" altLang="zh-CN" sz="1200" dirty="0"/>
            </a:p>
            <a:p>
              <a:pPr marL="172720" indent="-171450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solidFill>
                    <a:schemeClr val="tx1"/>
                  </a:solidFill>
                </a:rPr>
                <a:t>Unified fonts make reading more fluent.</a:t>
              </a:r>
              <a:endParaRPr lang="en-US" altLang="zh-CN" sz="1200" dirty="0">
                <a:solidFill>
                  <a:schemeClr val="tx1"/>
                </a:solidFill>
              </a:endParaRPr>
            </a:p>
            <a:p>
              <a:pPr marL="172720" indent="-171450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solidFill>
                    <a:schemeClr val="tx1"/>
                  </a:solidFill>
                </a:rPr>
                <a:t>Theme color makes PPT</a:t>
              </a:r>
              <a:endParaRPr lang="en-US" altLang="zh-CN" sz="1200" dirty="0">
                <a:solidFill>
                  <a:schemeClr val="tx1"/>
                </a:solidFill>
              </a:endParaRPr>
            </a:p>
            <a:p>
              <a:pPr marL="172720" indent="-171450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solidFill>
                    <a:schemeClr val="tx1"/>
                  </a:solidFill>
                </a:rPr>
                <a:t>Supporting text here.</a:t>
              </a:r>
              <a:endParaRPr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73475" y="4185817"/>
              <a:ext cx="3047284" cy="307777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en-US" altLang="zh-CN" sz="1400" b="1" dirty="0">
                  <a:solidFill>
                    <a:schemeClr val="accent1"/>
                  </a:solidFill>
                </a:rPr>
                <a:t>Text here-14pt</a:t>
              </a:r>
              <a:endParaRPr lang="zh-CN" altLang="en-US" sz="1400" b="1" dirty="0">
                <a:solidFill>
                  <a:schemeClr val="accent1"/>
                </a:solidFill>
              </a:endParaRPr>
            </a:p>
          </p:txBody>
        </p:sp>
        <p:sp>
          <p:nvSpPr>
            <p:cNvPr id="29" name="Rectangle 24"/>
            <p:cNvSpPr/>
            <p:nvPr/>
          </p:nvSpPr>
          <p:spPr>
            <a:xfrm>
              <a:off x="4352933" y="3971925"/>
              <a:ext cx="3473434" cy="21621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352933" y="1321660"/>
              <a:ext cx="3473434" cy="2650265"/>
            </a:xfrm>
            <a:prstGeom prst="rec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/>
            </a:p>
          </p:txBody>
        </p:sp>
        <p:sp>
          <p:nvSpPr>
            <p:cNvPr id="33" name="Rectangle 24"/>
            <p:cNvSpPr/>
            <p:nvPr/>
          </p:nvSpPr>
          <p:spPr>
            <a:xfrm>
              <a:off x="8045466" y="3971925"/>
              <a:ext cx="3473434" cy="21621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29"/>
            <p:cNvSpPr/>
            <p:nvPr/>
          </p:nvSpPr>
          <p:spPr>
            <a:xfrm>
              <a:off x="8045466" y="1321660"/>
              <a:ext cx="3473434" cy="2650265"/>
            </a:xfrm>
            <a:prstGeom prst="rec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4566008" y="4554068"/>
              <a:ext cx="3047284" cy="1410835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172720" indent="-171450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CN" sz="1200" dirty="0"/>
                <a:t>Copy paste fonts. Choose the only option to retain text. </a:t>
              </a:r>
              <a:endParaRPr lang="en-US" altLang="zh-CN" sz="1200" dirty="0"/>
            </a:p>
            <a:p>
              <a:pPr marL="172720" indent="-171450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solidFill>
                    <a:schemeClr val="tx1"/>
                  </a:solidFill>
                </a:rPr>
                <a:t>Unified fonts make reading more fluent.</a:t>
              </a:r>
              <a:endParaRPr lang="en-US" altLang="zh-CN" sz="1200" dirty="0">
                <a:solidFill>
                  <a:schemeClr val="tx1"/>
                </a:solidFill>
              </a:endParaRPr>
            </a:p>
            <a:p>
              <a:pPr marL="172720" indent="-171450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solidFill>
                    <a:schemeClr val="tx1"/>
                  </a:solidFill>
                </a:rPr>
                <a:t>Theme color makes PPT</a:t>
              </a:r>
              <a:endParaRPr lang="en-US" altLang="zh-CN" sz="1200" dirty="0">
                <a:solidFill>
                  <a:schemeClr val="tx1"/>
                </a:solidFill>
              </a:endParaRPr>
            </a:p>
            <a:p>
              <a:pPr marL="172720" indent="-171450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solidFill>
                    <a:schemeClr val="tx1"/>
                  </a:solidFill>
                </a:rPr>
                <a:t>Supporting text here.</a:t>
              </a:r>
              <a:endParaRPr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4566008" y="4185817"/>
              <a:ext cx="3047284" cy="307777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en-US" altLang="zh-CN" sz="1400" b="1" dirty="0">
                  <a:solidFill>
                    <a:schemeClr val="accent1"/>
                  </a:solidFill>
                </a:rPr>
                <a:t>Text here-14pt</a:t>
              </a:r>
              <a:endParaRPr lang="zh-CN" altLang="en-US" sz="1400" b="1" dirty="0">
                <a:solidFill>
                  <a:schemeClr val="accent1"/>
                </a:solidFill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8258541" y="4554068"/>
              <a:ext cx="3047284" cy="1410835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172720" indent="-171450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CN" sz="1200" dirty="0"/>
                <a:t>Copy paste fonts. Choose the only option to retain text. </a:t>
              </a:r>
              <a:endParaRPr lang="en-US" altLang="zh-CN" sz="1200" dirty="0"/>
            </a:p>
            <a:p>
              <a:pPr marL="172720" indent="-171450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solidFill>
                    <a:schemeClr val="tx1"/>
                  </a:solidFill>
                </a:rPr>
                <a:t>Unified fonts make reading more fluent.</a:t>
              </a:r>
              <a:endParaRPr lang="en-US" altLang="zh-CN" sz="1200" dirty="0">
                <a:solidFill>
                  <a:schemeClr val="tx1"/>
                </a:solidFill>
              </a:endParaRPr>
            </a:p>
            <a:p>
              <a:pPr marL="172720" indent="-171450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solidFill>
                    <a:schemeClr val="tx1"/>
                  </a:solidFill>
                </a:rPr>
                <a:t>Theme color makes PPT</a:t>
              </a:r>
              <a:endParaRPr lang="en-US" altLang="zh-CN" sz="1200" dirty="0">
                <a:solidFill>
                  <a:schemeClr val="tx1"/>
                </a:solidFill>
              </a:endParaRPr>
            </a:p>
            <a:p>
              <a:pPr marL="172720" indent="-171450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solidFill>
                    <a:schemeClr val="tx1"/>
                  </a:solidFill>
                </a:rPr>
                <a:t>Supporting text here.</a:t>
              </a:r>
              <a:endParaRPr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8258541" y="4185817"/>
              <a:ext cx="3047284" cy="307777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en-US" altLang="zh-CN" sz="1400" b="1" dirty="0">
                  <a:solidFill>
                    <a:schemeClr val="accent1"/>
                  </a:solidFill>
                </a:rPr>
                <a:t>Text here-14pt</a:t>
              </a:r>
              <a:endParaRPr lang="zh-CN" altLang="en-US" sz="1400" b="1" dirty="0">
                <a:solidFill>
                  <a:schemeClr val="accent1"/>
                </a:solidFill>
              </a:endParaRPr>
            </a:p>
          </p:txBody>
        </p:sp>
        <p:sp>
          <p:nvSpPr>
            <p:cNvPr id="42" name="Rectangle 24"/>
            <p:cNvSpPr/>
            <p:nvPr/>
          </p:nvSpPr>
          <p:spPr>
            <a:xfrm>
              <a:off x="660400" y="3863925"/>
              <a:ext cx="3473434" cy="108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24"/>
            <p:cNvSpPr/>
            <p:nvPr/>
          </p:nvSpPr>
          <p:spPr>
            <a:xfrm>
              <a:off x="4352933" y="3863925"/>
              <a:ext cx="3473434" cy="108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24"/>
            <p:cNvSpPr/>
            <p:nvPr/>
          </p:nvSpPr>
          <p:spPr>
            <a:xfrm>
              <a:off x="8045466" y="3863925"/>
              <a:ext cx="3473434" cy="108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1363451" y="1266657"/>
            <a:ext cx="12882351" cy="4810923"/>
            <a:chOff x="-1363451" y="1266657"/>
            <a:chExt cx="12882351" cy="4810923"/>
          </a:xfrm>
        </p:grpSpPr>
        <p:sp>
          <p:nvSpPr>
            <p:cNvPr id="12" name="弧形 11"/>
            <p:cNvSpPr/>
            <p:nvPr/>
          </p:nvSpPr>
          <p:spPr>
            <a:xfrm>
              <a:off x="-1363451" y="2250030"/>
              <a:ext cx="3827551" cy="3827550"/>
            </a:xfrm>
            <a:prstGeom prst="arc">
              <a:avLst>
                <a:gd name="adj1" fmla="val 16200000"/>
                <a:gd name="adj2" fmla="val 5427776"/>
              </a:avLst>
            </a:prstGeom>
            <a:ln w="317500">
              <a:gradFill>
                <a:gsLst>
                  <a:gs pos="0">
                    <a:schemeClr val="bg2">
                      <a:alpha val="0"/>
                    </a:schemeClr>
                  </a:gs>
                  <a:gs pos="65000">
                    <a:srgbClr val="F2F2F2"/>
                  </a:gs>
                  <a:gs pos="35000">
                    <a:schemeClr val="bg2"/>
                  </a:gs>
                  <a:gs pos="100000">
                    <a:schemeClr val="bg2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60400" y="1670321"/>
              <a:ext cx="10858500" cy="4337279"/>
              <a:chOff x="660400" y="1670321"/>
              <a:chExt cx="10858500" cy="4337279"/>
            </a:xfrm>
          </p:grpSpPr>
          <p:sp>
            <p:nvSpPr>
              <p:cNvPr id="39" name="文本框 38"/>
              <p:cNvSpPr txBox="1"/>
              <p:nvPr/>
            </p:nvSpPr>
            <p:spPr>
              <a:xfrm>
                <a:off x="660400" y="1670321"/>
                <a:ext cx="10858500" cy="29360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R="0" lvl="0" indent="0" fontAlgn="auto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Pct val="25000"/>
                  <a:buFontTx/>
                  <a:buNone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Theme color makes PPT more convenient to change. Adjust the spacing to adapt to Chinese typesetting, use the reference line in PPT . 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grpSp>
            <p:nvGrpSpPr>
              <p:cNvPr id="6" name="组合 5"/>
              <p:cNvGrpSpPr/>
              <p:nvPr/>
            </p:nvGrpSpPr>
            <p:grpSpPr>
              <a:xfrm>
                <a:off x="1621780" y="2522697"/>
                <a:ext cx="1140606" cy="3244465"/>
                <a:chOff x="1621780" y="2522697"/>
                <a:chExt cx="1140606" cy="3244465"/>
              </a:xfrm>
            </p:grpSpPr>
            <p:sp>
              <p:nvSpPr>
                <p:cNvPr id="61" name="椭圆 60"/>
                <p:cNvSpPr>
                  <a:spLocks noChangeAspect="1"/>
                </p:cNvSpPr>
                <p:nvPr/>
              </p:nvSpPr>
              <p:spPr>
                <a:xfrm>
                  <a:off x="1621780" y="2522697"/>
                  <a:ext cx="576000" cy="576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椭圆 61"/>
                <p:cNvSpPr>
                  <a:spLocks noChangeAspect="1"/>
                </p:cNvSpPr>
                <p:nvPr/>
              </p:nvSpPr>
              <p:spPr>
                <a:xfrm>
                  <a:off x="1621780" y="5191162"/>
                  <a:ext cx="576000" cy="5760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椭圆 64"/>
                <p:cNvSpPr>
                  <a:spLocks noChangeAspect="1"/>
                </p:cNvSpPr>
                <p:nvPr/>
              </p:nvSpPr>
              <p:spPr>
                <a:xfrm>
                  <a:off x="2186386" y="3883641"/>
                  <a:ext cx="576000" cy="5760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2" name="Freeform 641"/>
                <p:cNvSpPr>
                  <a:spLocks noEditPoints="1"/>
                </p:cNvSpPr>
                <p:nvPr/>
              </p:nvSpPr>
              <p:spPr bwMode="auto">
                <a:xfrm>
                  <a:off x="1814900" y="2694479"/>
                  <a:ext cx="189761" cy="232436"/>
                </a:xfrm>
                <a:custGeom>
                  <a:avLst/>
                  <a:gdLst>
                    <a:gd name="T0" fmla="*/ 9441 w 13167"/>
                    <a:gd name="T1" fmla="*/ 218 h 16127"/>
                    <a:gd name="T2" fmla="*/ 9270 w 13167"/>
                    <a:gd name="T3" fmla="*/ 658 h 16127"/>
                    <a:gd name="T4" fmla="*/ 8990 w 13167"/>
                    <a:gd name="T5" fmla="*/ 1233 h 16127"/>
                    <a:gd name="T6" fmla="*/ 8594 w 13167"/>
                    <a:gd name="T7" fmla="*/ 1850 h 16127"/>
                    <a:gd name="T8" fmla="*/ 8079 w 13167"/>
                    <a:gd name="T9" fmla="*/ 2414 h 16127"/>
                    <a:gd name="T10" fmla="*/ 7436 w 13167"/>
                    <a:gd name="T11" fmla="*/ 2834 h 16127"/>
                    <a:gd name="T12" fmla="*/ 6910 w 13167"/>
                    <a:gd name="T13" fmla="*/ 2929 h 16127"/>
                    <a:gd name="T14" fmla="*/ 6296 w 13167"/>
                    <a:gd name="T15" fmla="*/ 2792 h 16127"/>
                    <a:gd name="T16" fmla="*/ 5273 w 13167"/>
                    <a:gd name="T17" fmla="*/ 2432 h 16127"/>
                    <a:gd name="T18" fmla="*/ 4494 w 13167"/>
                    <a:gd name="T19" fmla="*/ 2183 h 16127"/>
                    <a:gd name="T20" fmla="*/ 3736 w 13167"/>
                    <a:gd name="T21" fmla="*/ 2048 h 16127"/>
                    <a:gd name="T22" fmla="*/ 3048 w 13167"/>
                    <a:gd name="T23" fmla="*/ 2124 h 16127"/>
                    <a:gd name="T24" fmla="*/ 2122 w 13167"/>
                    <a:gd name="T25" fmla="*/ 2651 h 16127"/>
                    <a:gd name="T26" fmla="*/ 1334 w 13167"/>
                    <a:gd name="T27" fmla="*/ 3426 h 16127"/>
                    <a:gd name="T28" fmla="*/ 758 w 13167"/>
                    <a:gd name="T29" fmla="*/ 4286 h 16127"/>
                    <a:gd name="T30" fmla="*/ 364 w 13167"/>
                    <a:gd name="T31" fmla="*/ 5116 h 16127"/>
                    <a:gd name="T32" fmla="*/ 126 w 13167"/>
                    <a:gd name="T33" fmla="*/ 5798 h 16127"/>
                    <a:gd name="T34" fmla="*/ 7 w 13167"/>
                    <a:gd name="T35" fmla="*/ 6260 h 16127"/>
                    <a:gd name="T36" fmla="*/ 3509 w 13167"/>
                    <a:gd name="T37" fmla="*/ 11292 h 16127"/>
                    <a:gd name="T38" fmla="*/ 3760 w 13167"/>
                    <a:gd name="T39" fmla="*/ 10792 h 16127"/>
                    <a:gd name="T40" fmla="*/ 4150 w 13167"/>
                    <a:gd name="T41" fmla="*/ 10109 h 16127"/>
                    <a:gd name="T42" fmla="*/ 4660 w 13167"/>
                    <a:gd name="T43" fmla="*/ 9366 h 16127"/>
                    <a:gd name="T44" fmla="*/ 5266 w 13167"/>
                    <a:gd name="T45" fmla="*/ 8685 h 16127"/>
                    <a:gd name="T46" fmla="*/ 5948 w 13167"/>
                    <a:gd name="T47" fmla="*/ 8188 h 16127"/>
                    <a:gd name="T48" fmla="*/ 6603 w 13167"/>
                    <a:gd name="T49" fmla="*/ 7994 h 16127"/>
                    <a:gd name="T50" fmla="*/ 7196 w 13167"/>
                    <a:gd name="T51" fmla="*/ 8039 h 16127"/>
                    <a:gd name="T52" fmla="*/ 7787 w 13167"/>
                    <a:gd name="T53" fmla="*/ 8221 h 16127"/>
                    <a:gd name="T54" fmla="*/ 8399 w 13167"/>
                    <a:gd name="T55" fmla="*/ 8459 h 16127"/>
                    <a:gd name="T56" fmla="*/ 9056 w 13167"/>
                    <a:gd name="T57" fmla="*/ 8672 h 16127"/>
                    <a:gd name="T58" fmla="*/ 9780 w 13167"/>
                    <a:gd name="T59" fmla="*/ 8777 h 16127"/>
                    <a:gd name="T60" fmla="*/ 10592 w 13167"/>
                    <a:gd name="T61" fmla="*/ 8689 h 16127"/>
                    <a:gd name="T62" fmla="*/ 11349 w 13167"/>
                    <a:gd name="T63" fmla="*/ 8278 h 16127"/>
                    <a:gd name="T64" fmla="*/ 11977 w 13167"/>
                    <a:gd name="T65" fmla="*/ 7611 h 16127"/>
                    <a:gd name="T66" fmla="*/ 12474 w 13167"/>
                    <a:gd name="T67" fmla="*/ 6830 h 16127"/>
                    <a:gd name="T68" fmla="*/ 12838 w 13167"/>
                    <a:gd name="T69" fmla="*/ 6073 h 16127"/>
                    <a:gd name="T70" fmla="*/ 13069 w 13167"/>
                    <a:gd name="T71" fmla="*/ 5479 h 16127"/>
                    <a:gd name="T72" fmla="*/ 9512 w 13167"/>
                    <a:gd name="T73" fmla="*/ 0 h 16127"/>
                    <a:gd name="T74" fmla="*/ 4346 w 13167"/>
                    <a:gd name="T75" fmla="*/ 11009 h 16127"/>
                    <a:gd name="T76" fmla="*/ 4071 w 13167"/>
                    <a:gd name="T77" fmla="*/ 11442 h 16127"/>
                    <a:gd name="T78" fmla="*/ 3839 w 13167"/>
                    <a:gd name="T79" fmla="*/ 11846 h 16127"/>
                    <a:gd name="T80" fmla="*/ 6240 w 13167"/>
                    <a:gd name="T81" fmla="*/ 15752 h 16127"/>
                    <a:gd name="T82" fmla="*/ 6379 w 13167"/>
                    <a:gd name="T83" fmla="*/ 15895 h 16127"/>
                    <a:gd name="T84" fmla="*/ 6546 w 13167"/>
                    <a:gd name="T85" fmla="*/ 16016 h 16127"/>
                    <a:gd name="T86" fmla="*/ 6760 w 13167"/>
                    <a:gd name="T87" fmla="*/ 16106 h 16127"/>
                    <a:gd name="T88" fmla="*/ 7011 w 13167"/>
                    <a:gd name="T89" fmla="*/ 16123 h 16127"/>
                    <a:gd name="T90" fmla="*/ 7293 w 13167"/>
                    <a:gd name="T91" fmla="*/ 16027 h 16127"/>
                    <a:gd name="T92" fmla="*/ 7559 w 13167"/>
                    <a:gd name="T93" fmla="*/ 15806 h 16127"/>
                    <a:gd name="T94" fmla="*/ 7686 w 13167"/>
                    <a:gd name="T95" fmla="*/ 15565 h 16127"/>
                    <a:gd name="T96" fmla="*/ 7704 w 13167"/>
                    <a:gd name="T97" fmla="*/ 15329 h 16127"/>
                    <a:gd name="T98" fmla="*/ 7653 w 13167"/>
                    <a:gd name="T99" fmla="*/ 15119 h 16127"/>
                    <a:gd name="T100" fmla="*/ 7577 w 13167"/>
                    <a:gd name="T101" fmla="*/ 14955 h 16127"/>
                    <a:gd name="T102" fmla="*/ 7508 w 13167"/>
                    <a:gd name="T103" fmla="*/ 14849 h 161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3167" h="16127">
                      <a:moveTo>
                        <a:pt x="9512" y="0"/>
                      </a:moveTo>
                      <a:lnTo>
                        <a:pt x="9504" y="26"/>
                      </a:lnTo>
                      <a:lnTo>
                        <a:pt x="9481" y="101"/>
                      </a:lnTo>
                      <a:lnTo>
                        <a:pt x="9463" y="154"/>
                      </a:lnTo>
                      <a:lnTo>
                        <a:pt x="9441" y="218"/>
                      </a:lnTo>
                      <a:lnTo>
                        <a:pt x="9416" y="291"/>
                      </a:lnTo>
                      <a:lnTo>
                        <a:pt x="9386" y="372"/>
                      </a:lnTo>
                      <a:lnTo>
                        <a:pt x="9351" y="461"/>
                      </a:lnTo>
                      <a:lnTo>
                        <a:pt x="9313" y="556"/>
                      </a:lnTo>
                      <a:lnTo>
                        <a:pt x="9270" y="658"/>
                      </a:lnTo>
                      <a:lnTo>
                        <a:pt x="9222" y="765"/>
                      </a:lnTo>
                      <a:lnTo>
                        <a:pt x="9171" y="877"/>
                      </a:lnTo>
                      <a:lnTo>
                        <a:pt x="9115" y="993"/>
                      </a:lnTo>
                      <a:lnTo>
                        <a:pt x="9055" y="1112"/>
                      </a:lnTo>
                      <a:lnTo>
                        <a:pt x="8990" y="1233"/>
                      </a:lnTo>
                      <a:lnTo>
                        <a:pt x="8919" y="1356"/>
                      </a:lnTo>
                      <a:lnTo>
                        <a:pt x="8845" y="1480"/>
                      </a:lnTo>
                      <a:lnTo>
                        <a:pt x="8767" y="1604"/>
                      </a:lnTo>
                      <a:lnTo>
                        <a:pt x="8683" y="1727"/>
                      </a:lnTo>
                      <a:lnTo>
                        <a:pt x="8594" y="1850"/>
                      </a:lnTo>
                      <a:lnTo>
                        <a:pt x="8501" y="1970"/>
                      </a:lnTo>
                      <a:lnTo>
                        <a:pt x="8403" y="2087"/>
                      </a:lnTo>
                      <a:lnTo>
                        <a:pt x="8299" y="2200"/>
                      </a:lnTo>
                      <a:lnTo>
                        <a:pt x="8191" y="2310"/>
                      </a:lnTo>
                      <a:lnTo>
                        <a:pt x="8079" y="2414"/>
                      </a:lnTo>
                      <a:lnTo>
                        <a:pt x="7960" y="2513"/>
                      </a:lnTo>
                      <a:lnTo>
                        <a:pt x="7837" y="2605"/>
                      </a:lnTo>
                      <a:lnTo>
                        <a:pt x="7709" y="2689"/>
                      </a:lnTo>
                      <a:lnTo>
                        <a:pt x="7575" y="2766"/>
                      </a:lnTo>
                      <a:lnTo>
                        <a:pt x="7436" y="2834"/>
                      </a:lnTo>
                      <a:lnTo>
                        <a:pt x="7291" y="2893"/>
                      </a:lnTo>
                      <a:lnTo>
                        <a:pt x="7207" y="2917"/>
                      </a:lnTo>
                      <a:lnTo>
                        <a:pt x="7115" y="2930"/>
                      </a:lnTo>
                      <a:lnTo>
                        <a:pt x="7015" y="2934"/>
                      </a:lnTo>
                      <a:lnTo>
                        <a:pt x="6910" y="2929"/>
                      </a:lnTo>
                      <a:lnTo>
                        <a:pt x="6798" y="2915"/>
                      </a:lnTo>
                      <a:lnTo>
                        <a:pt x="6680" y="2894"/>
                      </a:lnTo>
                      <a:lnTo>
                        <a:pt x="6557" y="2866"/>
                      </a:lnTo>
                      <a:lnTo>
                        <a:pt x="6429" y="2831"/>
                      </a:lnTo>
                      <a:lnTo>
                        <a:pt x="6296" y="2792"/>
                      </a:lnTo>
                      <a:lnTo>
                        <a:pt x="6159" y="2749"/>
                      </a:lnTo>
                      <a:lnTo>
                        <a:pt x="6018" y="2700"/>
                      </a:lnTo>
                      <a:lnTo>
                        <a:pt x="5874" y="2650"/>
                      </a:lnTo>
                      <a:lnTo>
                        <a:pt x="5578" y="2542"/>
                      </a:lnTo>
                      <a:lnTo>
                        <a:pt x="5273" y="2432"/>
                      </a:lnTo>
                      <a:lnTo>
                        <a:pt x="5118" y="2378"/>
                      </a:lnTo>
                      <a:lnTo>
                        <a:pt x="4963" y="2324"/>
                      </a:lnTo>
                      <a:lnTo>
                        <a:pt x="4806" y="2274"/>
                      </a:lnTo>
                      <a:lnTo>
                        <a:pt x="4651" y="2227"/>
                      </a:lnTo>
                      <a:lnTo>
                        <a:pt x="4494" y="2183"/>
                      </a:lnTo>
                      <a:lnTo>
                        <a:pt x="4340" y="2144"/>
                      </a:lnTo>
                      <a:lnTo>
                        <a:pt x="4186" y="2111"/>
                      </a:lnTo>
                      <a:lnTo>
                        <a:pt x="4034" y="2083"/>
                      </a:lnTo>
                      <a:lnTo>
                        <a:pt x="3883" y="2061"/>
                      </a:lnTo>
                      <a:lnTo>
                        <a:pt x="3736" y="2048"/>
                      </a:lnTo>
                      <a:lnTo>
                        <a:pt x="3591" y="2044"/>
                      </a:lnTo>
                      <a:lnTo>
                        <a:pt x="3449" y="2048"/>
                      </a:lnTo>
                      <a:lnTo>
                        <a:pt x="3312" y="2062"/>
                      </a:lnTo>
                      <a:lnTo>
                        <a:pt x="3177" y="2088"/>
                      </a:lnTo>
                      <a:lnTo>
                        <a:pt x="3048" y="2124"/>
                      </a:lnTo>
                      <a:lnTo>
                        <a:pt x="2922" y="2172"/>
                      </a:lnTo>
                      <a:lnTo>
                        <a:pt x="2708" y="2276"/>
                      </a:lnTo>
                      <a:lnTo>
                        <a:pt x="2503" y="2392"/>
                      </a:lnTo>
                      <a:lnTo>
                        <a:pt x="2307" y="2517"/>
                      </a:lnTo>
                      <a:lnTo>
                        <a:pt x="2122" y="2651"/>
                      </a:lnTo>
                      <a:lnTo>
                        <a:pt x="1946" y="2794"/>
                      </a:lnTo>
                      <a:lnTo>
                        <a:pt x="1780" y="2943"/>
                      </a:lnTo>
                      <a:lnTo>
                        <a:pt x="1623" y="3100"/>
                      </a:lnTo>
                      <a:lnTo>
                        <a:pt x="1475" y="3261"/>
                      </a:lnTo>
                      <a:lnTo>
                        <a:pt x="1334" y="3426"/>
                      </a:lnTo>
                      <a:lnTo>
                        <a:pt x="1204" y="3595"/>
                      </a:lnTo>
                      <a:lnTo>
                        <a:pt x="1080" y="3766"/>
                      </a:lnTo>
                      <a:lnTo>
                        <a:pt x="965" y="3939"/>
                      </a:lnTo>
                      <a:lnTo>
                        <a:pt x="858" y="4113"/>
                      </a:lnTo>
                      <a:lnTo>
                        <a:pt x="758" y="4286"/>
                      </a:lnTo>
                      <a:lnTo>
                        <a:pt x="665" y="4458"/>
                      </a:lnTo>
                      <a:lnTo>
                        <a:pt x="580" y="4628"/>
                      </a:lnTo>
                      <a:lnTo>
                        <a:pt x="502" y="4795"/>
                      </a:lnTo>
                      <a:lnTo>
                        <a:pt x="429" y="4958"/>
                      </a:lnTo>
                      <a:lnTo>
                        <a:pt x="364" y="5116"/>
                      </a:lnTo>
                      <a:lnTo>
                        <a:pt x="305" y="5268"/>
                      </a:lnTo>
                      <a:lnTo>
                        <a:pt x="252" y="5413"/>
                      </a:lnTo>
                      <a:lnTo>
                        <a:pt x="205" y="5550"/>
                      </a:lnTo>
                      <a:lnTo>
                        <a:pt x="163" y="5679"/>
                      </a:lnTo>
                      <a:lnTo>
                        <a:pt x="126" y="5798"/>
                      </a:lnTo>
                      <a:lnTo>
                        <a:pt x="95" y="5907"/>
                      </a:lnTo>
                      <a:lnTo>
                        <a:pt x="68" y="6005"/>
                      </a:lnTo>
                      <a:lnTo>
                        <a:pt x="46" y="6089"/>
                      </a:lnTo>
                      <a:lnTo>
                        <a:pt x="29" y="6161"/>
                      </a:lnTo>
                      <a:lnTo>
                        <a:pt x="7" y="6260"/>
                      </a:lnTo>
                      <a:lnTo>
                        <a:pt x="0" y="6295"/>
                      </a:lnTo>
                      <a:lnTo>
                        <a:pt x="3421" y="11485"/>
                      </a:lnTo>
                      <a:lnTo>
                        <a:pt x="3436" y="11452"/>
                      </a:lnTo>
                      <a:lnTo>
                        <a:pt x="3478" y="11358"/>
                      </a:lnTo>
                      <a:lnTo>
                        <a:pt x="3509" y="11292"/>
                      </a:lnTo>
                      <a:lnTo>
                        <a:pt x="3547" y="11212"/>
                      </a:lnTo>
                      <a:lnTo>
                        <a:pt x="3591" y="11121"/>
                      </a:lnTo>
                      <a:lnTo>
                        <a:pt x="3642" y="11020"/>
                      </a:lnTo>
                      <a:lnTo>
                        <a:pt x="3698" y="10911"/>
                      </a:lnTo>
                      <a:lnTo>
                        <a:pt x="3760" y="10792"/>
                      </a:lnTo>
                      <a:lnTo>
                        <a:pt x="3827" y="10667"/>
                      </a:lnTo>
                      <a:lnTo>
                        <a:pt x="3900" y="10535"/>
                      </a:lnTo>
                      <a:lnTo>
                        <a:pt x="3979" y="10397"/>
                      </a:lnTo>
                      <a:lnTo>
                        <a:pt x="4062" y="10255"/>
                      </a:lnTo>
                      <a:lnTo>
                        <a:pt x="4150" y="10109"/>
                      </a:lnTo>
                      <a:lnTo>
                        <a:pt x="4244" y="9962"/>
                      </a:lnTo>
                      <a:lnTo>
                        <a:pt x="4341" y="9813"/>
                      </a:lnTo>
                      <a:lnTo>
                        <a:pt x="4443" y="9664"/>
                      </a:lnTo>
                      <a:lnTo>
                        <a:pt x="4550" y="9515"/>
                      </a:lnTo>
                      <a:lnTo>
                        <a:pt x="4660" y="9366"/>
                      </a:lnTo>
                      <a:lnTo>
                        <a:pt x="4774" y="9221"/>
                      </a:lnTo>
                      <a:lnTo>
                        <a:pt x="4892" y="9080"/>
                      </a:lnTo>
                      <a:lnTo>
                        <a:pt x="5013" y="8942"/>
                      </a:lnTo>
                      <a:lnTo>
                        <a:pt x="5138" y="8811"/>
                      </a:lnTo>
                      <a:lnTo>
                        <a:pt x="5266" y="8685"/>
                      </a:lnTo>
                      <a:lnTo>
                        <a:pt x="5397" y="8567"/>
                      </a:lnTo>
                      <a:lnTo>
                        <a:pt x="5531" y="8457"/>
                      </a:lnTo>
                      <a:lnTo>
                        <a:pt x="5667" y="8357"/>
                      </a:lnTo>
                      <a:lnTo>
                        <a:pt x="5807" y="8267"/>
                      </a:lnTo>
                      <a:lnTo>
                        <a:pt x="5948" y="8188"/>
                      </a:lnTo>
                      <a:lnTo>
                        <a:pt x="6091" y="8121"/>
                      </a:lnTo>
                      <a:lnTo>
                        <a:pt x="6237" y="8068"/>
                      </a:lnTo>
                      <a:lnTo>
                        <a:pt x="6360" y="8034"/>
                      </a:lnTo>
                      <a:lnTo>
                        <a:pt x="6483" y="8010"/>
                      </a:lnTo>
                      <a:lnTo>
                        <a:pt x="6603" y="7994"/>
                      </a:lnTo>
                      <a:lnTo>
                        <a:pt x="6723" y="7988"/>
                      </a:lnTo>
                      <a:lnTo>
                        <a:pt x="6843" y="7990"/>
                      </a:lnTo>
                      <a:lnTo>
                        <a:pt x="6960" y="8000"/>
                      </a:lnTo>
                      <a:lnTo>
                        <a:pt x="7079" y="8017"/>
                      </a:lnTo>
                      <a:lnTo>
                        <a:pt x="7196" y="8039"/>
                      </a:lnTo>
                      <a:lnTo>
                        <a:pt x="7314" y="8067"/>
                      </a:lnTo>
                      <a:lnTo>
                        <a:pt x="7432" y="8100"/>
                      </a:lnTo>
                      <a:lnTo>
                        <a:pt x="7549" y="8137"/>
                      </a:lnTo>
                      <a:lnTo>
                        <a:pt x="7668" y="8178"/>
                      </a:lnTo>
                      <a:lnTo>
                        <a:pt x="7787" y="8221"/>
                      </a:lnTo>
                      <a:lnTo>
                        <a:pt x="7907" y="8267"/>
                      </a:lnTo>
                      <a:lnTo>
                        <a:pt x="8028" y="8314"/>
                      </a:lnTo>
                      <a:lnTo>
                        <a:pt x="8150" y="8362"/>
                      </a:lnTo>
                      <a:lnTo>
                        <a:pt x="8273" y="8411"/>
                      </a:lnTo>
                      <a:lnTo>
                        <a:pt x="8399" y="8459"/>
                      </a:lnTo>
                      <a:lnTo>
                        <a:pt x="8526" y="8507"/>
                      </a:lnTo>
                      <a:lnTo>
                        <a:pt x="8655" y="8552"/>
                      </a:lnTo>
                      <a:lnTo>
                        <a:pt x="8786" y="8595"/>
                      </a:lnTo>
                      <a:lnTo>
                        <a:pt x="8919" y="8636"/>
                      </a:lnTo>
                      <a:lnTo>
                        <a:pt x="9056" y="8672"/>
                      </a:lnTo>
                      <a:lnTo>
                        <a:pt x="9194" y="8704"/>
                      </a:lnTo>
                      <a:lnTo>
                        <a:pt x="9336" y="8731"/>
                      </a:lnTo>
                      <a:lnTo>
                        <a:pt x="9480" y="8752"/>
                      </a:lnTo>
                      <a:lnTo>
                        <a:pt x="9629" y="8769"/>
                      </a:lnTo>
                      <a:lnTo>
                        <a:pt x="9780" y="8777"/>
                      </a:lnTo>
                      <a:lnTo>
                        <a:pt x="9936" y="8778"/>
                      </a:lnTo>
                      <a:lnTo>
                        <a:pt x="10094" y="8771"/>
                      </a:lnTo>
                      <a:lnTo>
                        <a:pt x="10258" y="8754"/>
                      </a:lnTo>
                      <a:lnTo>
                        <a:pt x="10425" y="8728"/>
                      </a:lnTo>
                      <a:lnTo>
                        <a:pt x="10592" y="8689"/>
                      </a:lnTo>
                      <a:lnTo>
                        <a:pt x="10753" y="8634"/>
                      </a:lnTo>
                      <a:lnTo>
                        <a:pt x="10910" y="8564"/>
                      </a:lnTo>
                      <a:lnTo>
                        <a:pt x="11062" y="8480"/>
                      </a:lnTo>
                      <a:lnTo>
                        <a:pt x="11209" y="8385"/>
                      </a:lnTo>
                      <a:lnTo>
                        <a:pt x="11349" y="8278"/>
                      </a:lnTo>
                      <a:lnTo>
                        <a:pt x="11486" y="8160"/>
                      </a:lnTo>
                      <a:lnTo>
                        <a:pt x="11616" y="8034"/>
                      </a:lnTo>
                      <a:lnTo>
                        <a:pt x="11741" y="7900"/>
                      </a:lnTo>
                      <a:lnTo>
                        <a:pt x="11862" y="7759"/>
                      </a:lnTo>
                      <a:lnTo>
                        <a:pt x="11977" y="7611"/>
                      </a:lnTo>
                      <a:lnTo>
                        <a:pt x="12087" y="7460"/>
                      </a:lnTo>
                      <a:lnTo>
                        <a:pt x="12192" y="7305"/>
                      </a:lnTo>
                      <a:lnTo>
                        <a:pt x="12291" y="7148"/>
                      </a:lnTo>
                      <a:lnTo>
                        <a:pt x="12386" y="6988"/>
                      </a:lnTo>
                      <a:lnTo>
                        <a:pt x="12474" y="6830"/>
                      </a:lnTo>
                      <a:lnTo>
                        <a:pt x="12557" y="6672"/>
                      </a:lnTo>
                      <a:lnTo>
                        <a:pt x="12635" y="6516"/>
                      </a:lnTo>
                      <a:lnTo>
                        <a:pt x="12709" y="6364"/>
                      </a:lnTo>
                      <a:lnTo>
                        <a:pt x="12776" y="6215"/>
                      </a:lnTo>
                      <a:lnTo>
                        <a:pt x="12838" y="6073"/>
                      </a:lnTo>
                      <a:lnTo>
                        <a:pt x="12895" y="5936"/>
                      </a:lnTo>
                      <a:lnTo>
                        <a:pt x="12946" y="5808"/>
                      </a:lnTo>
                      <a:lnTo>
                        <a:pt x="12992" y="5688"/>
                      </a:lnTo>
                      <a:lnTo>
                        <a:pt x="13034" y="5578"/>
                      </a:lnTo>
                      <a:lnTo>
                        <a:pt x="13069" y="5479"/>
                      </a:lnTo>
                      <a:lnTo>
                        <a:pt x="13099" y="5393"/>
                      </a:lnTo>
                      <a:lnTo>
                        <a:pt x="13123" y="5319"/>
                      </a:lnTo>
                      <a:lnTo>
                        <a:pt x="13156" y="5216"/>
                      </a:lnTo>
                      <a:lnTo>
                        <a:pt x="13167" y="5181"/>
                      </a:lnTo>
                      <a:lnTo>
                        <a:pt x="9512" y="0"/>
                      </a:lnTo>
                      <a:close/>
                      <a:moveTo>
                        <a:pt x="4593" y="10659"/>
                      </a:moveTo>
                      <a:lnTo>
                        <a:pt x="4529" y="10746"/>
                      </a:lnTo>
                      <a:lnTo>
                        <a:pt x="4466" y="10833"/>
                      </a:lnTo>
                      <a:lnTo>
                        <a:pt x="4405" y="10922"/>
                      </a:lnTo>
                      <a:lnTo>
                        <a:pt x="4346" y="11009"/>
                      </a:lnTo>
                      <a:lnTo>
                        <a:pt x="4288" y="11097"/>
                      </a:lnTo>
                      <a:lnTo>
                        <a:pt x="4231" y="11184"/>
                      </a:lnTo>
                      <a:lnTo>
                        <a:pt x="4176" y="11270"/>
                      </a:lnTo>
                      <a:lnTo>
                        <a:pt x="4123" y="11357"/>
                      </a:lnTo>
                      <a:lnTo>
                        <a:pt x="4071" y="11442"/>
                      </a:lnTo>
                      <a:lnTo>
                        <a:pt x="4021" y="11525"/>
                      </a:lnTo>
                      <a:lnTo>
                        <a:pt x="3973" y="11608"/>
                      </a:lnTo>
                      <a:lnTo>
                        <a:pt x="3927" y="11689"/>
                      </a:lnTo>
                      <a:lnTo>
                        <a:pt x="3881" y="11768"/>
                      </a:lnTo>
                      <a:lnTo>
                        <a:pt x="3839" y="11846"/>
                      </a:lnTo>
                      <a:lnTo>
                        <a:pt x="3798" y="11921"/>
                      </a:lnTo>
                      <a:lnTo>
                        <a:pt x="3759" y="11994"/>
                      </a:lnTo>
                      <a:lnTo>
                        <a:pt x="6217" y="15724"/>
                      </a:lnTo>
                      <a:lnTo>
                        <a:pt x="6223" y="15731"/>
                      </a:lnTo>
                      <a:lnTo>
                        <a:pt x="6240" y="15752"/>
                      </a:lnTo>
                      <a:lnTo>
                        <a:pt x="6267" y="15784"/>
                      </a:lnTo>
                      <a:lnTo>
                        <a:pt x="6305" y="15825"/>
                      </a:lnTo>
                      <a:lnTo>
                        <a:pt x="6327" y="15847"/>
                      </a:lnTo>
                      <a:lnTo>
                        <a:pt x="6352" y="15871"/>
                      </a:lnTo>
                      <a:lnTo>
                        <a:pt x="6379" y="15895"/>
                      </a:lnTo>
                      <a:lnTo>
                        <a:pt x="6408" y="15919"/>
                      </a:lnTo>
                      <a:lnTo>
                        <a:pt x="6440" y="15945"/>
                      </a:lnTo>
                      <a:lnTo>
                        <a:pt x="6474" y="15969"/>
                      </a:lnTo>
                      <a:lnTo>
                        <a:pt x="6509" y="15993"/>
                      </a:lnTo>
                      <a:lnTo>
                        <a:pt x="6546" y="16016"/>
                      </a:lnTo>
                      <a:lnTo>
                        <a:pt x="6585" y="16037"/>
                      </a:lnTo>
                      <a:lnTo>
                        <a:pt x="6626" y="16057"/>
                      </a:lnTo>
                      <a:lnTo>
                        <a:pt x="6669" y="16076"/>
                      </a:lnTo>
                      <a:lnTo>
                        <a:pt x="6713" y="16092"/>
                      </a:lnTo>
                      <a:lnTo>
                        <a:pt x="6760" y="16106"/>
                      </a:lnTo>
                      <a:lnTo>
                        <a:pt x="6807" y="16116"/>
                      </a:lnTo>
                      <a:lnTo>
                        <a:pt x="6856" y="16124"/>
                      </a:lnTo>
                      <a:lnTo>
                        <a:pt x="6906" y="16127"/>
                      </a:lnTo>
                      <a:lnTo>
                        <a:pt x="6958" y="16127"/>
                      </a:lnTo>
                      <a:lnTo>
                        <a:pt x="7011" y="16123"/>
                      </a:lnTo>
                      <a:lnTo>
                        <a:pt x="7066" y="16114"/>
                      </a:lnTo>
                      <a:lnTo>
                        <a:pt x="7121" y="16101"/>
                      </a:lnTo>
                      <a:lnTo>
                        <a:pt x="7177" y="16082"/>
                      </a:lnTo>
                      <a:lnTo>
                        <a:pt x="7234" y="16057"/>
                      </a:lnTo>
                      <a:lnTo>
                        <a:pt x="7293" y="16027"/>
                      </a:lnTo>
                      <a:lnTo>
                        <a:pt x="7351" y="15991"/>
                      </a:lnTo>
                      <a:lnTo>
                        <a:pt x="7414" y="15946"/>
                      </a:lnTo>
                      <a:lnTo>
                        <a:pt x="7469" y="15900"/>
                      </a:lnTo>
                      <a:lnTo>
                        <a:pt x="7517" y="15854"/>
                      </a:lnTo>
                      <a:lnTo>
                        <a:pt x="7559" y="15806"/>
                      </a:lnTo>
                      <a:lnTo>
                        <a:pt x="7595" y="15759"/>
                      </a:lnTo>
                      <a:lnTo>
                        <a:pt x="7625" y="15711"/>
                      </a:lnTo>
                      <a:lnTo>
                        <a:pt x="7650" y="15662"/>
                      </a:lnTo>
                      <a:lnTo>
                        <a:pt x="7670" y="15613"/>
                      </a:lnTo>
                      <a:lnTo>
                        <a:pt x="7686" y="15565"/>
                      </a:lnTo>
                      <a:lnTo>
                        <a:pt x="7697" y="15516"/>
                      </a:lnTo>
                      <a:lnTo>
                        <a:pt x="7704" y="15469"/>
                      </a:lnTo>
                      <a:lnTo>
                        <a:pt x="7707" y="15421"/>
                      </a:lnTo>
                      <a:lnTo>
                        <a:pt x="7707" y="15374"/>
                      </a:lnTo>
                      <a:lnTo>
                        <a:pt x="7704" y="15329"/>
                      </a:lnTo>
                      <a:lnTo>
                        <a:pt x="7698" y="15284"/>
                      </a:lnTo>
                      <a:lnTo>
                        <a:pt x="7690" y="15240"/>
                      </a:lnTo>
                      <a:lnTo>
                        <a:pt x="7679" y="15199"/>
                      </a:lnTo>
                      <a:lnTo>
                        <a:pt x="7667" y="15157"/>
                      </a:lnTo>
                      <a:lnTo>
                        <a:pt x="7653" y="15119"/>
                      </a:lnTo>
                      <a:lnTo>
                        <a:pt x="7639" y="15082"/>
                      </a:lnTo>
                      <a:lnTo>
                        <a:pt x="7624" y="15046"/>
                      </a:lnTo>
                      <a:lnTo>
                        <a:pt x="7608" y="15014"/>
                      </a:lnTo>
                      <a:lnTo>
                        <a:pt x="7592" y="14983"/>
                      </a:lnTo>
                      <a:lnTo>
                        <a:pt x="7577" y="14955"/>
                      </a:lnTo>
                      <a:lnTo>
                        <a:pt x="7562" y="14929"/>
                      </a:lnTo>
                      <a:lnTo>
                        <a:pt x="7548" y="14907"/>
                      </a:lnTo>
                      <a:lnTo>
                        <a:pt x="7536" y="14888"/>
                      </a:lnTo>
                      <a:lnTo>
                        <a:pt x="7525" y="14872"/>
                      </a:lnTo>
                      <a:lnTo>
                        <a:pt x="7508" y="14849"/>
                      </a:lnTo>
                      <a:lnTo>
                        <a:pt x="7502" y="14842"/>
                      </a:lnTo>
                      <a:lnTo>
                        <a:pt x="4593" y="10659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/>
                </a:p>
              </p:txBody>
            </p:sp>
            <p:sp>
              <p:nvSpPr>
                <p:cNvPr id="93" name="Freeform 96"/>
                <p:cNvSpPr>
                  <a:spLocks noEditPoints="1"/>
                </p:cNvSpPr>
                <p:nvPr/>
              </p:nvSpPr>
              <p:spPr bwMode="auto">
                <a:xfrm>
                  <a:off x="2373595" y="4071081"/>
                  <a:ext cx="201583" cy="201120"/>
                </a:xfrm>
                <a:custGeom>
                  <a:avLst/>
                  <a:gdLst>
                    <a:gd name="T0" fmla="*/ 13537 w 16094"/>
                    <a:gd name="T1" fmla="*/ 6059 h 16058"/>
                    <a:gd name="T2" fmla="*/ 13105 w 16094"/>
                    <a:gd name="T3" fmla="*/ 4843 h 16058"/>
                    <a:gd name="T4" fmla="*/ 12309 w 16094"/>
                    <a:gd name="T5" fmla="*/ 3778 h 16058"/>
                    <a:gd name="T6" fmla="*/ 11103 w 16094"/>
                    <a:gd name="T7" fmla="*/ 2914 h 16058"/>
                    <a:gd name="T8" fmla="*/ 9730 w 16094"/>
                    <a:gd name="T9" fmla="*/ 2510 h 16058"/>
                    <a:gd name="T10" fmla="*/ 10548 w 16094"/>
                    <a:gd name="T11" fmla="*/ 1344 h 16058"/>
                    <a:gd name="T12" fmla="*/ 11273 w 16094"/>
                    <a:gd name="T13" fmla="*/ 1058 h 16058"/>
                    <a:gd name="T14" fmla="*/ 12175 w 16094"/>
                    <a:gd name="T15" fmla="*/ 1030 h 16058"/>
                    <a:gd name="T16" fmla="*/ 13215 w 16094"/>
                    <a:gd name="T17" fmla="*/ 1370 h 16058"/>
                    <a:gd name="T18" fmla="*/ 14130 w 16094"/>
                    <a:gd name="T19" fmla="*/ 2061 h 16058"/>
                    <a:gd name="T20" fmla="*/ 14752 w 16094"/>
                    <a:gd name="T21" fmla="*/ 2927 h 16058"/>
                    <a:gd name="T22" fmla="*/ 15061 w 16094"/>
                    <a:gd name="T23" fmla="*/ 3885 h 16058"/>
                    <a:gd name="T24" fmla="*/ 15035 w 16094"/>
                    <a:gd name="T25" fmla="*/ 4794 h 16058"/>
                    <a:gd name="T26" fmla="*/ 14704 w 16094"/>
                    <a:gd name="T27" fmla="*/ 5577 h 16058"/>
                    <a:gd name="T28" fmla="*/ 4429 w 16094"/>
                    <a:gd name="T29" fmla="*/ 13990 h 16058"/>
                    <a:gd name="T30" fmla="*/ 4128 w 16094"/>
                    <a:gd name="T31" fmla="*/ 13119 h 16058"/>
                    <a:gd name="T32" fmla="*/ 3522 w 16094"/>
                    <a:gd name="T33" fmla="*/ 12349 h 16058"/>
                    <a:gd name="T34" fmla="*/ 2735 w 16094"/>
                    <a:gd name="T35" fmla="*/ 11832 h 16058"/>
                    <a:gd name="T36" fmla="*/ 1857 w 16094"/>
                    <a:gd name="T37" fmla="*/ 11600 h 16058"/>
                    <a:gd name="T38" fmla="*/ 2349 w 16094"/>
                    <a:gd name="T39" fmla="*/ 9539 h 16058"/>
                    <a:gd name="T40" fmla="*/ 3383 w 16094"/>
                    <a:gd name="T41" fmla="*/ 9051 h 16058"/>
                    <a:gd name="T42" fmla="*/ 5065 w 16094"/>
                    <a:gd name="T43" fmla="*/ 9305 h 16058"/>
                    <a:gd name="T44" fmla="*/ 6529 w 16094"/>
                    <a:gd name="T45" fmla="*/ 10574 h 16058"/>
                    <a:gd name="T46" fmla="*/ 7057 w 16094"/>
                    <a:gd name="T47" fmla="*/ 12341 h 16058"/>
                    <a:gd name="T48" fmla="*/ 6481 w 16094"/>
                    <a:gd name="T49" fmla="*/ 13816 h 16058"/>
                    <a:gd name="T50" fmla="*/ 1899 w 16094"/>
                    <a:gd name="T51" fmla="*/ 15034 h 16058"/>
                    <a:gd name="T52" fmla="*/ 1430 w 16094"/>
                    <a:gd name="T53" fmla="*/ 14978 h 16058"/>
                    <a:gd name="T54" fmla="*/ 1080 w 16094"/>
                    <a:gd name="T55" fmla="*/ 14626 h 16058"/>
                    <a:gd name="T56" fmla="*/ 1037 w 16094"/>
                    <a:gd name="T57" fmla="*/ 14110 h 16058"/>
                    <a:gd name="T58" fmla="*/ 2133 w 16094"/>
                    <a:gd name="T59" fmla="*/ 12161 h 16058"/>
                    <a:gd name="T60" fmla="*/ 2879 w 16094"/>
                    <a:gd name="T61" fmla="*/ 12483 h 16058"/>
                    <a:gd name="T62" fmla="*/ 3517 w 16094"/>
                    <a:gd name="T63" fmla="*/ 13089 h 16058"/>
                    <a:gd name="T64" fmla="*/ 3887 w 16094"/>
                    <a:gd name="T65" fmla="*/ 13837 h 16058"/>
                    <a:gd name="T66" fmla="*/ 5275 w 16094"/>
                    <a:gd name="T67" fmla="*/ 8311 h 16058"/>
                    <a:gd name="T68" fmla="*/ 4471 w 16094"/>
                    <a:gd name="T69" fmla="*/ 8075 h 16058"/>
                    <a:gd name="T70" fmla="*/ 3832 w 16094"/>
                    <a:gd name="T71" fmla="*/ 8011 h 16058"/>
                    <a:gd name="T72" fmla="*/ 8544 w 16094"/>
                    <a:gd name="T73" fmla="*/ 3613 h 16058"/>
                    <a:gd name="T74" fmla="*/ 9615 w 16094"/>
                    <a:gd name="T75" fmla="*/ 3512 h 16058"/>
                    <a:gd name="T76" fmla="*/ 7177 w 16094"/>
                    <a:gd name="T77" fmla="*/ 9768 h 16058"/>
                    <a:gd name="T78" fmla="*/ 6475 w 16094"/>
                    <a:gd name="T79" fmla="*/ 9029 h 16058"/>
                    <a:gd name="T80" fmla="*/ 10683 w 16094"/>
                    <a:gd name="T81" fmla="*/ 3831 h 16058"/>
                    <a:gd name="T82" fmla="*/ 11597 w 16094"/>
                    <a:gd name="T83" fmla="*/ 4487 h 16058"/>
                    <a:gd name="T84" fmla="*/ 12178 w 16094"/>
                    <a:gd name="T85" fmla="*/ 5258 h 16058"/>
                    <a:gd name="T86" fmla="*/ 7882 w 16094"/>
                    <a:gd name="T87" fmla="*/ 11105 h 16058"/>
                    <a:gd name="T88" fmla="*/ 12576 w 16094"/>
                    <a:gd name="T89" fmla="*/ 6482 h 16058"/>
                    <a:gd name="T90" fmla="*/ 12439 w 16094"/>
                    <a:gd name="T91" fmla="*/ 7635 h 16058"/>
                    <a:gd name="T92" fmla="*/ 11948 w 16094"/>
                    <a:gd name="T93" fmla="*/ 8406 h 16058"/>
                    <a:gd name="T94" fmla="*/ 14463 w 16094"/>
                    <a:gd name="T95" fmla="*/ 1003 h 16058"/>
                    <a:gd name="T96" fmla="*/ 13190 w 16094"/>
                    <a:gd name="T97" fmla="*/ 260 h 16058"/>
                    <a:gd name="T98" fmla="*/ 11795 w 16094"/>
                    <a:gd name="T99" fmla="*/ 0 h 16058"/>
                    <a:gd name="T100" fmla="*/ 10660 w 16094"/>
                    <a:gd name="T101" fmla="*/ 187 h 16058"/>
                    <a:gd name="T102" fmla="*/ 9684 w 16094"/>
                    <a:gd name="T103" fmla="*/ 727 h 16058"/>
                    <a:gd name="T104" fmla="*/ 1704 w 16094"/>
                    <a:gd name="T105" fmla="*/ 8728 h 16058"/>
                    <a:gd name="T106" fmla="*/ 1279 w 16094"/>
                    <a:gd name="T107" fmla="*/ 9454 h 16058"/>
                    <a:gd name="T108" fmla="*/ 0 w 16094"/>
                    <a:gd name="T109" fmla="*/ 14302 h 16058"/>
                    <a:gd name="T110" fmla="*/ 402 w 16094"/>
                    <a:gd name="T111" fmla="*/ 15419 h 16058"/>
                    <a:gd name="T112" fmla="*/ 1407 w 16094"/>
                    <a:gd name="T113" fmla="*/ 16022 h 16058"/>
                    <a:gd name="T114" fmla="*/ 2275 w 16094"/>
                    <a:gd name="T115" fmla="*/ 15980 h 16058"/>
                    <a:gd name="T116" fmla="*/ 7227 w 16094"/>
                    <a:gd name="T117" fmla="*/ 14541 h 16058"/>
                    <a:gd name="T118" fmla="*/ 15901 w 16094"/>
                    <a:gd name="T119" fmla="*/ 5421 h 16058"/>
                    <a:gd name="T120" fmla="*/ 15857 w 16094"/>
                    <a:gd name="T121" fmla="*/ 2953 h 160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6094" h="16058">
                      <a:moveTo>
                        <a:pt x="14431" y="5907"/>
                      </a:moveTo>
                      <a:lnTo>
                        <a:pt x="13584" y="6759"/>
                      </a:lnTo>
                      <a:lnTo>
                        <a:pt x="13585" y="6717"/>
                      </a:lnTo>
                      <a:lnTo>
                        <a:pt x="13586" y="6675"/>
                      </a:lnTo>
                      <a:lnTo>
                        <a:pt x="13588" y="6633"/>
                      </a:lnTo>
                      <a:lnTo>
                        <a:pt x="13590" y="6591"/>
                      </a:lnTo>
                      <a:lnTo>
                        <a:pt x="13591" y="6549"/>
                      </a:lnTo>
                      <a:lnTo>
                        <a:pt x="13591" y="6507"/>
                      </a:lnTo>
                      <a:lnTo>
                        <a:pt x="13590" y="6464"/>
                      </a:lnTo>
                      <a:lnTo>
                        <a:pt x="13587" y="6420"/>
                      </a:lnTo>
                      <a:lnTo>
                        <a:pt x="13578" y="6330"/>
                      </a:lnTo>
                      <a:lnTo>
                        <a:pt x="13566" y="6240"/>
                      </a:lnTo>
                      <a:lnTo>
                        <a:pt x="13553" y="6148"/>
                      </a:lnTo>
                      <a:lnTo>
                        <a:pt x="13537" y="6059"/>
                      </a:lnTo>
                      <a:lnTo>
                        <a:pt x="13520" y="5969"/>
                      </a:lnTo>
                      <a:lnTo>
                        <a:pt x="13500" y="5879"/>
                      </a:lnTo>
                      <a:lnTo>
                        <a:pt x="13478" y="5790"/>
                      </a:lnTo>
                      <a:lnTo>
                        <a:pt x="13453" y="5702"/>
                      </a:lnTo>
                      <a:lnTo>
                        <a:pt x="13427" y="5613"/>
                      </a:lnTo>
                      <a:lnTo>
                        <a:pt x="13400" y="5525"/>
                      </a:lnTo>
                      <a:lnTo>
                        <a:pt x="13370" y="5439"/>
                      </a:lnTo>
                      <a:lnTo>
                        <a:pt x="13338" y="5351"/>
                      </a:lnTo>
                      <a:lnTo>
                        <a:pt x="13305" y="5265"/>
                      </a:lnTo>
                      <a:lnTo>
                        <a:pt x="13268" y="5180"/>
                      </a:lnTo>
                      <a:lnTo>
                        <a:pt x="13230" y="5094"/>
                      </a:lnTo>
                      <a:lnTo>
                        <a:pt x="13191" y="5010"/>
                      </a:lnTo>
                      <a:lnTo>
                        <a:pt x="13150" y="4927"/>
                      </a:lnTo>
                      <a:lnTo>
                        <a:pt x="13105" y="4843"/>
                      </a:lnTo>
                      <a:lnTo>
                        <a:pt x="13060" y="4761"/>
                      </a:lnTo>
                      <a:lnTo>
                        <a:pt x="13014" y="4680"/>
                      </a:lnTo>
                      <a:lnTo>
                        <a:pt x="12965" y="4600"/>
                      </a:lnTo>
                      <a:lnTo>
                        <a:pt x="12913" y="4520"/>
                      </a:lnTo>
                      <a:lnTo>
                        <a:pt x="12861" y="4441"/>
                      </a:lnTo>
                      <a:lnTo>
                        <a:pt x="12807" y="4364"/>
                      </a:lnTo>
                      <a:lnTo>
                        <a:pt x="12750" y="4286"/>
                      </a:lnTo>
                      <a:lnTo>
                        <a:pt x="12692" y="4210"/>
                      </a:lnTo>
                      <a:lnTo>
                        <a:pt x="12633" y="4136"/>
                      </a:lnTo>
                      <a:lnTo>
                        <a:pt x="12571" y="4062"/>
                      </a:lnTo>
                      <a:lnTo>
                        <a:pt x="12508" y="3989"/>
                      </a:lnTo>
                      <a:lnTo>
                        <a:pt x="12443" y="3917"/>
                      </a:lnTo>
                      <a:lnTo>
                        <a:pt x="12376" y="3847"/>
                      </a:lnTo>
                      <a:lnTo>
                        <a:pt x="12309" y="3778"/>
                      </a:lnTo>
                      <a:lnTo>
                        <a:pt x="12230" y="3701"/>
                      </a:lnTo>
                      <a:lnTo>
                        <a:pt x="12152" y="3628"/>
                      </a:lnTo>
                      <a:lnTo>
                        <a:pt x="12071" y="3557"/>
                      </a:lnTo>
                      <a:lnTo>
                        <a:pt x="11989" y="3487"/>
                      </a:lnTo>
                      <a:lnTo>
                        <a:pt x="11905" y="3419"/>
                      </a:lnTo>
                      <a:lnTo>
                        <a:pt x="11821" y="3354"/>
                      </a:lnTo>
                      <a:lnTo>
                        <a:pt x="11735" y="3292"/>
                      </a:lnTo>
                      <a:lnTo>
                        <a:pt x="11648" y="3231"/>
                      </a:lnTo>
                      <a:lnTo>
                        <a:pt x="11560" y="3172"/>
                      </a:lnTo>
                      <a:lnTo>
                        <a:pt x="11471" y="3116"/>
                      </a:lnTo>
                      <a:lnTo>
                        <a:pt x="11380" y="3062"/>
                      </a:lnTo>
                      <a:lnTo>
                        <a:pt x="11289" y="3010"/>
                      </a:lnTo>
                      <a:lnTo>
                        <a:pt x="11196" y="2961"/>
                      </a:lnTo>
                      <a:lnTo>
                        <a:pt x="11103" y="2914"/>
                      </a:lnTo>
                      <a:lnTo>
                        <a:pt x="11009" y="2868"/>
                      </a:lnTo>
                      <a:lnTo>
                        <a:pt x="10913" y="2826"/>
                      </a:lnTo>
                      <a:lnTo>
                        <a:pt x="10818" y="2786"/>
                      </a:lnTo>
                      <a:lnTo>
                        <a:pt x="10721" y="2749"/>
                      </a:lnTo>
                      <a:lnTo>
                        <a:pt x="10625" y="2714"/>
                      </a:lnTo>
                      <a:lnTo>
                        <a:pt x="10527" y="2681"/>
                      </a:lnTo>
                      <a:lnTo>
                        <a:pt x="10429" y="2651"/>
                      </a:lnTo>
                      <a:lnTo>
                        <a:pt x="10330" y="2622"/>
                      </a:lnTo>
                      <a:lnTo>
                        <a:pt x="10231" y="2597"/>
                      </a:lnTo>
                      <a:lnTo>
                        <a:pt x="10132" y="2574"/>
                      </a:lnTo>
                      <a:lnTo>
                        <a:pt x="10031" y="2554"/>
                      </a:lnTo>
                      <a:lnTo>
                        <a:pt x="9932" y="2537"/>
                      </a:lnTo>
                      <a:lnTo>
                        <a:pt x="9831" y="2522"/>
                      </a:lnTo>
                      <a:lnTo>
                        <a:pt x="9730" y="2510"/>
                      </a:lnTo>
                      <a:lnTo>
                        <a:pt x="9630" y="2500"/>
                      </a:lnTo>
                      <a:lnTo>
                        <a:pt x="9529" y="2493"/>
                      </a:lnTo>
                      <a:lnTo>
                        <a:pt x="9428" y="2489"/>
                      </a:lnTo>
                      <a:lnTo>
                        <a:pt x="9327" y="2487"/>
                      </a:lnTo>
                      <a:lnTo>
                        <a:pt x="10160" y="1649"/>
                      </a:lnTo>
                      <a:lnTo>
                        <a:pt x="10199" y="1611"/>
                      </a:lnTo>
                      <a:lnTo>
                        <a:pt x="10240" y="1574"/>
                      </a:lnTo>
                      <a:lnTo>
                        <a:pt x="10282" y="1538"/>
                      </a:lnTo>
                      <a:lnTo>
                        <a:pt x="10324" y="1502"/>
                      </a:lnTo>
                      <a:lnTo>
                        <a:pt x="10367" y="1468"/>
                      </a:lnTo>
                      <a:lnTo>
                        <a:pt x="10411" y="1435"/>
                      </a:lnTo>
                      <a:lnTo>
                        <a:pt x="10456" y="1404"/>
                      </a:lnTo>
                      <a:lnTo>
                        <a:pt x="10502" y="1373"/>
                      </a:lnTo>
                      <a:lnTo>
                        <a:pt x="10548" y="1344"/>
                      </a:lnTo>
                      <a:lnTo>
                        <a:pt x="10596" y="1316"/>
                      </a:lnTo>
                      <a:lnTo>
                        <a:pt x="10644" y="1289"/>
                      </a:lnTo>
                      <a:lnTo>
                        <a:pt x="10692" y="1263"/>
                      </a:lnTo>
                      <a:lnTo>
                        <a:pt x="10742" y="1237"/>
                      </a:lnTo>
                      <a:lnTo>
                        <a:pt x="10793" y="1214"/>
                      </a:lnTo>
                      <a:lnTo>
                        <a:pt x="10843" y="1192"/>
                      </a:lnTo>
                      <a:lnTo>
                        <a:pt x="10894" y="1171"/>
                      </a:lnTo>
                      <a:lnTo>
                        <a:pt x="10947" y="1151"/>
                      </a:lnTo>
                      <a:lnTo>
                        <a:pt x="11000" y="1132"/>
                      </a:lnTo>
                      <a:lnTo>
                        <a:pt x="11053" y="1115"/>
                      </a:lnTo>
                      <a:lnTo>
                        <a:pt x="11108" y="1099"/>
                      </a:lnTo>
                      <a:lnTo>
                        <a:pt x="11162" y="1084"/>
                      </a:lnTo>
                      <a:lnTo>
                        <a:pt x="11217" y="1070"/>
                      </a:lnTo>
                      <a:lnTo>
                        <a:pt x="11273" y="1058"/>
                      </a:lnTo>
                      <a:lnTo>
                        <a:pt x="11329" y="1046"/>
                      </a:lnTo>
                      <a:lnTo>
                        <a:pt x="11386" y="1037"/>
                      </a:lnTo>
                      <a:lnTo>
                        <a:pt x="11444" y="1028"/>
                      </a:lnTo>
                      <a:lnTo>
                        <a:pt x="11501" y="1021"/>
                      </a:lnTo>
                      <a:lnTo>
                        <a:pt x="11559" y="1015"/>
                      </a:lnTo>
                      <a:lnTo>
                        <a:pt x="11618" y="1010"/>
                      </a:lnTo>
                      <a:lnTo>
                        <a:pt x="11676" y="1007"/>
                      </a:lnTo>
                      <a:lnTo>
                        <a:pt x="11735" y="1005"/>
                      </a:lnTo>
                      <a:lnTo>
                        <a:pt x="11795" y="1004"/>
                      </a:lnTo>
                      <a:lnTo>
                        <a:pt x="11871" y="1005"/>
                      </a:lnTo>
                      <a:lnTo>
                        <a:pt x="11947" y="1008"/>
                      </a:lnTo>
                      <a:lnTo>
                        <a:pt x="12023" y="1014"/>
                      </a:lnTo>
                      <a:lnTo>
                        <a:pt x="12098" y="1021"/>
                      </a:lnTo>
                      <a:lnTo>
                        <a:pt x="12175" y="1030"/>
                      </a:lnTo>
                      <a:lnTo>
                        <a:pt x="12251" y="1042"/>
                      </a:lnTo>
                      <a:lnTo>
                        <a:pt x="12327" y="1055"/>
                      </a:lnTo>
                      <a:lnTo>
                        <a:pt x="12402" y="1071"/>
                      </a:lnTo>
                      <a:lnTo>
                        <a:pt x="12478" y="1088"/>
                      </a:lnTo>
                      <a:lnTo>
                        <a:pt x="12553" y="1108"/>
                      </a:lnTo>
                      <a:lnTo>
                        <a:pt x="12629" y="1129"/>
                      </a:lnTo>
                      <a:lnTo>
                        <a:pt x="12703" y="1153"/>
                      </a:lnTo>
                      <a:lnTo>
                        <a:pt x="12777" y="1178"/>
                      </a:lnTo>
                      <a:lnTo>
                        <a:pt x="12852" y="1205"/>
                      </a:lnTo>
                      <a:lnTo>
                        <a:pt x="12925" y="1234"/>
                      </a:lnTo>
                      <a:lnTo>
                        <a:pt x="12999" y="1266"/>
                      </a:lnTo>
                      <a:lnTo>
                        <a:pt x="13071" y="1299"/>
                      </a:lnTo>
                      <a:lnTo>
                        <a:pt x="13144" y="1334"/>
                      </a:lnTo>
                      <a:lnTo>
                        <a:pt x="13215" y="1370"/>
                      </a:lnTo>
                      <a:lnTo>
                        <a:pt x="13285" y="1408"/>
                      </a:lnTo>
                      <a:lnTo>
                        <a:pt x="13356" y="1448"/>
                      </a:lnTo>
                      <a:lnTo>
                        <a:pt x="13425" y="1490"/>
                      </a:lnTo>
                      <a:lnTo>
                        <a:pt x="13495" y="1535"/>
                      </a:lnTo>
                      <a:lnTo>
                        <a:pt x="13562" y="1580"/>
                      </a:lnTo>
                      <a:lnTo>
                        <a:pt x="13629" y="1627"/>
                      </a:lnTo>
                      <a:lnTo>
                        <a:pt x="13696" y="1676"/>
                      </a:lnTo>
                      <a:lnTo>
                        <a:pt x="13761" y="1727"/>
                      </a:lnTo>
                      <a:lnTo>
                        <a:pt x="13827" y="1779"/>
                      </a:lnTo>
                      <a:lnTo>
                        <a:pt x="13890" y="1834"/>
                      </a:lnTo>
                      <a:lnTo>
                        <a:pt x="13952" y="1889"/>
                      </a:lnTo>
                      <a:lnTo>
                        <a:pt x="14014" y="1946"/>
                      </a:lnTo>
                      <a:lnTo>
                        <a:pt x="14075" y="2005"/>
                      </a:lnTo>
                      <a:lnTo>
                        <a:pt x="14130" y="2061"/>
                      </a:lnTo>
                      <a:lnTo>
                        <a:pt x="14185" y="2119"/>
                      </a:lnTo>
                      <a:lnTo>
                        <a:pt x="14237" y="2177"/>
                      </a:lnTo>
                      <a:lnTo>
                        <a:pt x="14288" y="2235"/>
                      </a:lnTo>
                      <a:lnTo>
                        <a:pt x="14338" y="2295"/>
                      </a:lnTo>
                      <a:lnTo>
                        <a:pt x="14386" y="2356"/>
                      </a:lnTo>
                      <a:lnTo>
                        <a:pt x="14433" y="2417"/>
                      </a:lnTo>
                      <a:lnTo>
                        <a:pt x="14478" y="2478"/>
                      </a:lnTo>
                      <a:lnTo>
                        <a:pt x="14522" y="2540"/>
                      </a:lnTo>
                      <a:lnTo>
                        <a:pt x="14564" y="2603"/>
                      </a:lnTo>
                      <a:lnTo>
                        <a:pt x="14605" y="2667"/>
                      </a:lnTo>
                      <a:lnTo>
                        <a:pt x="14644" y="2731"/>
                      </a:lnTo>
                      <a:lnTo>
                        <a:pt x="14682" y="2796"/>
                      </a:lnTo>
                      <a:lnTo>
                        <a:pt x="14718" y="2861"/>
                      </a:lnTo>
                      <a:lnTo>
                        <a:pt x="14752" y="2927"/>
                      </a:lnTo>
                      <a:lnTo>
                        <a:pt x="14785" y="2993"/>
                      </a:lnTo>
                      <a:lnTo>
                        <a:pt x="14816" y="3060"/>
                      </a:lnTo>
                      <a:lnTo>
                        <a:pt x="14846" y="3126"/>
                      </a:lnTo>
                      <a:lnTo>
                        <a:pt x="14874" y="3195"/>
                      </a:lnTo>
                      <a:lnTo>
                        <a:pt x="14900" y="3262"/>
                      </a:lnTo>
                      <a:lnTo>
                        <a:pt x="14925" y="3330"/>
                      </a:lnTo>
                      <a:lnTo>
                        <a:pt x="14948" y="3398"/>
                      </a:lnTo>
                      <a:lnTo>
                        <a:pt x="14969" y="3468"/>
                      </a:lnTo>
                      <a:lnTo>
                        <a:pt x="14988" y="3537"/>
                      </a:lnTo>
                      <a:lnTo>
                        <a:pt x="15007" y="3606"/>
                      </a:lnTo>
                      <a:lnTo>
                        <a:pt x="15023" y="3675"/>
                      </a:lnTo>
                      <a:lnTo>
                        <a:pt x="15038" y="3746"/>
                      </a:lnTo>
                      <a:lnTo>
                        <a:pt x="15050" y="3816"/>
                      </a:lnTo>
                      <a:lnTo>
                        <a:pt x="15061" y="3885"/>
                      </a:lnTo>
                      <a:lnTo>
                        <a:pt x="15070" y="3955"/>
                      </a:lnTo>
                      <a:lnTo>
                        <a:pt x="15078" y="4026"/>
                      </a:lnTo>
                      <a:lnTo>
                        <a:pt x="15084" y="4097"/>
                      </a:lnTo>
                      <a:lnTo>
                        <a:pt x="15087" y="4162"/>
                      </a:lnTo>
                      <a:lnTo>
                        <a:pt x="15089" y="4227"/>
                      </a:lnTo>
                      <a:lnTo>
                        <a:pt x="15089" y="4292"/>
                      </a:lnTo>
                      <a:lnTo>
                        <a:pt x="15088" y="4357"/>
                      </a:lnTo>
                      <a:lnTo>
                        <a:pt x="15085" y="4420"/>
                      </a:lnTo>
                      <a:lnTo>
                        <a:pt x="15081" y="4484"/>
                      </a:lnTo>
                      <a:lnTo>
                        <a:pt x="15075" y="4546"/>
                      </a:lnTo>
                      <a:lnTo>
                        <a:pt x="15067" y="4610"/>
                      </a:lnTo>
                      <a:lnTo>
                        <a:pt x="15058" y="4672"/>
                      </a:lnTo>
                      <a:lnTo>
                        <a:pt x="15048" y="4733"/>
                      </a:lnTo>
                      <a:lnTo>
                        <a:pt x="15035" y="4794"/>
                      </a:lnTo>
                      <a:lnTo>
                        <a:pt x="15022" y="4855"/>
                      </a:lnTo>
                      <a:lnTo>
                        <a:pt x="15006" y="4914"/>
                      </a:lnTo>
                      <a:lnTo>
                        <a:pt x="14989" y="4973"/>
                      </a:lnTo>
                      <a:lnTo>
                        <a:pt x="14970" y="5032"/>
                      </a:lnTo>
                      <a:lnTo>
                        <a:pt x="14950" y="5089"/>
                      </a:lnTo>
                      <a:lnTo>
                        <a:pt x="14929" y="5147"/>
                      </a:lnTo>
                      <a:lnTo>
                        <a:pt x="14906" y="5203"/>
                      </a:lnTo>
                      <a:lnTo>
                        <a:pt x="14882" y="5259"/>
                      </a:lnTo>
                      <a:lnTo>
                        <a:pt x="14856" y="5314"/>
                      </a:lnTo>
                      <a:lnTo>
                        <a:pt x="14829" y="5368"/>
                      </a:lnTo>
                      <a:lnTo>
                        <a:pt x="14799" y="5422"/>
                      </a:lnTo>
                      <a:lnTo>
                        <a:pt x="14769" y="5474"/>
                      </a:lnTo>
                      <a:lnTo>
                        <a:pt x="14737" y="5526"/>
                      </a:lnTo>
                      <a:lnTo>
                        <a:pt x="14704" y="5577"/>
                      </a:lnTo>
                      <a:lnTo>
                        <a:pt x="14670" y="5627"/>
                      </a:lnTo>
                      <a:lnTo>
                        <a:pt x="14633" y="5675"/>
                      </a:lnTo>
                      <a:lnTo>
                        <a:pt x="14595" y="5724"/>
                      </a:lnTo>
                      <a:lnTo>
                        <a:pt x="14557" y="5772"/>
                      </a:lnTo>
                      <a:lnTo>
                        <a:pt x="14516" y="5818"/>
                      </a:lnTo>
                      <a:lnTo>
                        <a:pt x="14474" y="5863"/>
                      </a:lnTo>
                      <a:lnTo>
                        <a:pt x="14431" y="5907"/>
                      </a:lnTo>
                      <a:close/>
                      <a:moveTo>
                        <a:pt x="4463" y="14370"/>
                      </a:moveTo>
                      <a:lnTo>
                        <a:pt x="4461" y="14307"/>
                      </a:lnTo>
                      <a:lnTo>
                        <a:pt x="4458" y="14243"/>
                      </a:lnTo>
                      <a:lnTo>
                        <a:pt x="4453" y="14180"/>
                      </a:lnTo>
                      <a:lnTo>
                        <a:pt x="4446" y="14117"/>
                      </a:lnTo>
                      <a:lnTo>
                        <a:pt x="4438" y="14053"/>
                      </a:lnTo>
                      <a:lnTo>
                        <a:pt x="4429" y="13990"/>
                      </a:lnTo>
                      <a:lnTo>
                        <a:pt x="4417" y="13926"/>
                      </a:lnTo>
                      <a:lnTo>
                        <a:pt x="4405" y="13863"/>
                      </a:lnTo>
                      <a:lnTo>
                        <a:pt x="4391" y="13800"/>
                      </a:lnTo>
                      <a:lnTo>
                        <a:pt x="4375" y="13737"/>
                      </a:lnTo>
                      <a:lnTo>
                        <a:pt x="4357" y="13673"/>
                      </a:lnTo>
                      <a:lnTo>
                        <a:pt x="4338" y="13610"/>
                      </a:lnTo>
                      <a:lnTo>
                        <a:pt x="4317" y="13548"/>
                      </a:lnTo>
                      <a:lnTo>
                        <a:pt x="4295" y="13486"/>
                      </a:lnTo>
                      <a:lnTo>
                        <a:pt x="4271" y="13423"/>
                      </a:lnTo>
                      <a:lnTo>
                        <a:pt x="4246" y="13362"/>
                      </a:lnTo>
                      <a:lnTo>
                        <a:pt x="4219" y="13300"/>
                      </a:lnTo>
                      <a:lnTo>
                        <a:pt x="4191" y="13240"/>
                      </a:lnTo>
                      <a:lnTo>
                        <a:pt x="4161" y="13179"/>
                      </a:lnTo>
                      <a:lnTo>
                        <a:pt x="4128" y="13119"/>
                      </a:lnTo>
                      <a:lnTo>
                        <a:pt x="4095" y="13059"/>
                      </a:lnTo>
                      <a:lnTo>
                        <a:pt x="4060" y="13000"/>
                      </a:lnTo>
                      <a:lnTo>
                        <a:pt x="4024" y="12942"/>
                      </a:lnTo>
                      <a:lnTo>
                        <a:pt x="3986" y="12884"/>
                      </a:lnTo>
                      <a:lnTo>
                        <a:pt x="3946" y="12826"/>
                      </a:lnTo>
                      <a:lnTo>
                        <a:pt x="3905" y="12769"/>
                      </a:lnTo>
                      <a:lnTo>
                        <a:pt x="3862" y="12714"/>
                      </a:lnTo>
                      <a:lnTo>
                        <a:pt x="3818" y="12658"/>
                      </a:lnTo>
                      <a:lnTo>
                        <a:pt x="3771" y="12604"/>
                      </a:lnTo>
                      <a:lnTo>
                        <a:pt x="3723" y="12549"/>
                      </a:lnTo>
                      <a:lnTo>
                        <a:pt x="3674" y="12497"/>
                      </a:lnTo>
                      <a:lnTo>
                        <a:pt x="3622" y="12445"/>
                      </a:lnTo>
                      <a:lnTo>
                        <a:pt x="3573" y="12396"/>
                      </a:lnTo>
                      <a:lnTo>
                        <a:pt x="3522" y="12349"/>
                      </a:lnTo>
                      <a:lnTo>
                        <a:pt x="3470" y="12303"/>
                      </a:lnTo>
                      <a:lnTo>
                        <a:pt x="3418" y="12258"/>
                      </a:lnTo>
                      <a:lnTo>
                        <a:pt x="3366" y="12215"/>
                      </a:lnTo>
                      <a:lnTo>
                        <a:pt x="3312" y="12174"/>
                      </a:lnTo>
                      <a:lnTo>
                        <a:pt x="3257" y="12133"/>
                      </a:lnTo>
                      <a:lnTo>
                        <a:pt x="3202" y="12094"/>
                      </a:lnTo>
                      <a:lnTo>
                        <a:pt x="3146" y="12057"/>
                      </a:lnTo>
                      <a:lnTo>
                        <a:pt x="3088" y="12020"/>
                      </a:lnTo>
                      <a:lnTo>
                        <a:pt x="3031" y="11985"/>
                      </a:lnTo>
                      <a:lnTo>
                        <a:pt x="2974" y="11952"/>
                      </a:lnTo>
                      <a:lnTo>
                        <a:pt x="2914" y="11920"/>
                      </a:lnTo>
                      <a:lnTo>
                        <a:pt x="2855" y="11889"/>
                      </a:lnTo>
                      <a:lnTo>
                        <a:pt x="2796" y="11860"/>
                      </a:lnTo>
                      <a:lnTo>
                        <a:pt x="2735" y="11832"/>
                      </a:lnTo>
                      <a:lnTo>
                        <a:pt x="2675" y="11806"/>
                      </a:lnTo>
                      <a:lnTo>
                        <a:pt x="2613" y="11781"/>
                      </a:lnTo>
                      <a:lnTo>
                        <a:pt x="2552" y="11757"/>
                      </a:lnTo>
                      <a:lnTo>
                        <a:pt x="2490" y="11735"/>
                      </a:lnTo>
                      <a:lnTo>
                        <a:pt x="2427" y="11715"/>
                      </a:lnTo>
                      <a:lnTo>
                        <a:pt x="2365" y="11696"/>
                      </a:lnTo>
                      <a:lnTo>
                        <a:pt x="2303" y="11679"/>
                      </a:lnTo>
                      <a:lnTo>
                        <a:pt x="2239" y="11663"/>
                      </a:lnTo>
                      <a:lnTo>
                        <a:pt x="2176" y="11648"/>
                      </a:lnTo>
                      <a:lnTo>
                        <a:pt x="2112" y="11636"/>
                      </a:lnTo>
                      <a:lnTo>
                        <a:pt x="2048" y="11625"/>
                      </a:lnTo>
                      <a:lnTo>
                        <a:pt x="1985" y="11615"/>
                      </a:lnTo>
                      <a:lnTo>
                        <a:pt x="1920" y="11607"/>
                      </a:lnTo>
                      <a:lnTo>
                        <a:pt x="1857" y="11600"/>
                      </a:lnTo>
                      <a:lnTo>
                        <a:pt x="1793" y="11595"/>
                      </a:lnTo>
                      <a:lnTo>
                        <a:pt x="1728" y="11592"/>
                      </a:lnTo>
                      <a:lnTo>
                        <a:pt x="2229" y="9781"/>
                      </a:lnTo>
                      <a:lnTo>
                        <a:pt x="2236" y="9759"/>
                      </a:lnTo>
                      <a:lnTo>
                        <a:pt x="2244" y="9736"/>
                      </a:lnTo>
                      <a:lnTo>
                        <a:pt x="2253" y="9714"/>
                      </a:lnTo>
                      <a:lnTo>
                        <a:pt x="2263" y="9692"/>
                      </a:lnTo>
                      <a:lnTo>
                        <a:pt x="2273" y="9670"/>
                      </a:lnTo>
                      <a:lnTo>
                        <a:pt x="2284" y="9648"/>
                      </a:lnTo>
                      <a:lnTo>
                        <a:pt x="2296" y="9626"/>
                      </a:lnTo>
                      <a:lnTo>
                        <a:pt x="2308" y="9604"/>
                      </a:lnTo>
                      <a:lnTo>
                        <a:pt x="2321" y="9583"/>
                      </a:lnTo>
                      <a:lnTo>
                        <a:pt x="2335" y="9561"/>
                      </a:lnTo>
                      <a:lnTo>
                        <a:pt x="2349" y="9539"/>
                      </a:lnTo>
                      <a:lnTo>
                        <a:pt x="2363" y="9518"/>
                      </a:lnTo>
                      <a:lnTo>
                        <a:pt x="2378" y="9498"/>
                      </a:lnTo>
                      <a:lnTo>
                        <a:pt x="2393" y="9478"/>
                      </a:lnTo>
                      <a:lnTo>
                        <a:pt x="2409" y="9458"/>
                      </a:lnTo>
                      <a:lnTo>
                        <a:pt x="2426" y="9438"/>
                      </a:lnTo>
                      <a:lnTo>
                        <a:pt x="2522" y="9374"/>
                      </a:lnTo>
                      <a:lnTo>
                        <a:pt x="2621" y="9314"/>
                      </a:lnTo>
                      <a:lnTo>
                        <a:pt x="2723" y="9260"/>
                      </a:lnTo>
                      <a:lnTo>
                        <a:pt x="2828" y="9211"/>
                      </a:lnTo>
                      <a:lnTo>
                        <a:pt x="2934" y="9169"/>
                      </a:lnTo>
                      <a:lnTo>
                        <a:pt x="3044" y="9131"/>
                      </a:lnTo>
                      <a:lnTo>
                        <a:pt x="3156" y="9099"/>
                      </a:lnTo>
                      <a:lnTo>
                        <a:pt x="3268" y="9072"/>
                      </a:lnTo>
                      <a:lnTo>
                        <a:pt x="3383" y="9051"/>
                      </a:lnTo>
                      <a:lnTo>
                        <a:pt x="3500" y="9034"/>
                      </a:lnTo>
                      <a:lnTo>
                        <a:pt x="3617" y="9024"/>
                      </a:lnTo>
                      <a:lnTo>
                        <a:pt x="3736" y="9018"/>
                      </a:lnTo>
                      <a:lnTo>
                        <a:pt x="3857" y="9018"/>
                      </a:lnTo>
                      <a:lnTo>
                        <a:pt x="3976" y="9023"/>
                      </a:lnTo>
                      <a:lnTo>
                        <a:pt x="4098" y="9033"/>
                      </a:lnTo>
                      <a:lnTo>
                        <a:pt x="4220" y="9049"/>
                      </a:lnTo>
                      <a:lnTo>
                        <a:pt x="4342" y="9070"/>
                      </a:lnTo>
                      <a:lnTo>
                        <a:pt x="4463" y="9096"/>
                      </a:lnTo>
                      <a:lnTo>
                        <a:pt x="4584" y="9127"/>
                      </a:lnTo>
                      <a:lnTo>
                        <a:pt x="4706" y="9164"/>
                      </a:lnTo>
                      <a:lnTo>
                        <a:pt x="4826" y="9206"/>
                      </a:lnTo>
                      <a:lnTo>
                        <a:pt x="4946" y="9252"/>
                      </a:lnTo>
                      <a:lnTo>
                        <a:pt x="5065" y="9305"/>
                      </a:lnTo>
                      <a:lnTo>
                        <a:pt x="5184" y="9363"/>
                      </a:lnTo>
                      <a:lnTo>
                        <a:pt x="5300" y="9425"/>
                      </a:lnTo>
                      <a:lnTo>
                        <a:pt x="5415" y="9493"/>
                      </a:lnTo>
                      <a:lnTo>
                        <a:pt x="5529" y="9566"/>
                      </a:lnTo>
                      <a:lnTo>
                        <a:pt x="5640" y="9644"/>
                      </a:lnTo>
                      <a:lnTo>
                        <a:pt x="5750" y="9727"/>
                      </a:lnTo>
                      <a:lnTo>
                        <a:pt x="5857" y="9815"/>
                      </a:lnTo>
                      <a:lnTo>
                        <a:pt x="5962" y="9909"/>
                      </a:lnTo>
                      <a:lnTo>
                        <a:pt x="6065" y="10007"/>
                      </a:lnTo>
                      <a:lnTo>
                        <a:pt x="6168" y="10115"/>
                      </a:lnTo>
                      <a:lnTo>
                        <a:pt x="6267" y="10226"/>
                      </a:lnTo>
                      <a:lnTo>
                        <a:pt x="6360" y="10339"/>
                      </a:lnTo>
                      <a:lnTo>
                        <a:pt x="6447" y="10456"/>
                      </a:lnTo>
                      <a:lnTo>
                        <a:pt x="6529" y="10574"/>
                      </a:lnTo>
                      <a:lnTo>
                        <a:pt x="6604" y="10695"/>
                      </a:lnTo>
                      <a:lnTo>
                        <a:pt x="6673" y="10816"/>
                      </a:lnTo>
                      <a:lnTo>
                        <a:pt x="6738" y="10941"/>
                      </a:lnTo>
                      <a:lnTo>
                        <a:pt x="6796" y="11065"/>
                      </a:lnTo>
                      <a:lnTo>
                        <a:pt x="6848" y="11191"/>
                      </a:lnTo>
                      <a:lnTo>
                        <a:pt x="6895" y="11318"/>
                      </a:lnTo>
                      <a:lnTo>
                        <a:pt x="6936" y="11446"/>
                      </a:lnTo>
                      <a:lnTo>
                        <a:pt x="6971" y="11574"/>
                      </a:lnTo>
                      <a:lnTo>
                        <a:pt x="7000" y="11702"/>
                      </a:lnTo>
                      <a:lnTo>
                        <a:pt x="7023" y="11831"/>
                      </a:lnTo>
                      <a:lnTo>
                        <a:pt x="7041" y="11959"/>
                      </a:lnTo>
                      <a:lnTo>
                        <a:pt x="7052" y="12087"/>
                      </a:lnTo>
                      <a:lnTo>
                        <a:pt x="7058" y="12214"/>
                      </a:lnTo>
                      <a:lnTo>
                        <a:pt x="7057" y="12341"/>
                      </a:lnTo>
                      <a:lnTo>
                        <a:pt x="7051" y="12466"/>
                      </a:lnTo>
                      <a:lnTo>
                        <a:pt x="7039" y="12589"/>
                      </a:lnTo>
                      <a:lnTo>
                        <a:pt x="7019" y="12712"/>
                      </a:lnTo>
                      <a:lnTo>
                        <a:pt x="6995" y="12832"/>
                      </a:lnTo>
                      <a:lnTo>
                        <a:pt x="6965" y="12952"/>
                      </a:lnTo>
                      <a:lnTo>
                        <a:pt x="6929" y="13068"/>
                      </a:lnTo>
                      <a:lnTo>
                        <a:pt x="6886" y="13183"/>
                      </a:lnTo>
                      <a:lnTo>
                        <a:pt x="6837" y="13294"/>
                      </a:lnTo>
                      <a:lnTo>
                        <a:pt x="6783" y="13402"/>
                      </a:lnTo>
                      <a:lnTo>
                        <a:pt x="6722" y="13508"/>
                      </a:lnTo>
                      <a:lnTo>
                        <a:pt x="6655" y="13610"/>
                      </a:lnTo>
                      <a:lnTo>
                        <a:pt x="6582" y="13710"/>
                      </a:lnTo>
                      <a:lnTo>
                        <a:pt x="6502" y="13805"/>
                      </a:lnTo>
                      <a:lnTo>
                        <a:pt x="6481" y="13816"/>
                      </a:lnTo>
                      <a:lnTo>
                        <a:pt x="6459" y="13827"/>
                      </a:lnTo>
                      <a:lnTo>
                        <a:pt x="6437" y="13838"/>
                      </a:lnTo>
                      <a:lnTo>
                        <a:pt x="6415" y="13848"/>
                      </a:lnTo>
                      <a:lnTo>
                        <a:pt x="6392" y="13858"/>
                      </a:lnTo>
                      <a:lnTo>
                        <a:pt x="6369" y="13867"/>
                      </a:lnTo>
                      <a:lnTo>
                        <a:pt x="6345" y="13876"/>
                      </a:lnTo>
                      <a:lnTo>
                        <a:pt x="6322" y="13884"/>
                      </a:lnTo>
                      <a:lnTo>
                        <a:pt x="4463" y="14370"/>
                      </a:lnTo>
                      <a:close/>
                      <a:moveTo>
                        <a:pt x="2096" y="14991"/>
                      </a:moveTo>
                      <a:lnTo>
                        <a:pt x="2070" y="14997"/>
                      </a:lnTo>
                      <a:lnTo>
                        <a:pt x="2036" y="15005"/>
                      </a:lnTo>
                      <a:lnTo>
                        <a:pt x="1995" y="15014"/>
                      </a:lnTo>
                      <a:lnTo>
                        <a:pt x="1949" y="15024"/>
                      </a:lnTo>
                      <a:lnTo>
                        <a:pt x="1899" y="15034"/>
                      </a:lnTo>
                      <a:lnTo>
                        <a:pt x="1849" y="15043"/>
                      </a:lnTo>
                      <a:lnTo>
                        <a:pt x="1825" y="15046"/>
                      </a:lnTo>
                      <a:lnTo>
                        <a:pt x="1801" y="15050"/>
                      </a:lnTo>
                      <a:lnTo>
                        <a:pt x="1777" y="15052"/>
                      </a:lnTo>
                      <a:lnTo>
                        <a:pt x="1755" y="15054"/>
                      </a:lnTo>
                      <a:lnTo>
                        <a:pt x="1716" y="15053"/>
                      </a:lnTo>
                      <a:lnTo>
                        <a:pt x="1679" y="15049"/>
                      </a:lnTo>
                      <a:lnTo>
                        <a:pt x="1641" y="15044"/>
                      </a:lnTo>
                      <a:lnTo>
                        <a:pt x="1604" y="15037"/>
                      </a:lnTo>
                      <a:lnTo>
                        <a:pt x="1568" y="15029"/>
                      </a:lnTo>
                      <a:lnTo>
                        <a:pt x="1532" y="15018"/>
                      </a:lnTo>
                      <a:lnTo>
                        <a:pt x="1498" y="15006"/>
                      </a:lnTo>
                      <a:lnTo>
                        <a:pt x="1464" y="14993"/>
                      </a:lnTo>
                      <a:lnTo>
                        <a:pt x="1430" y="14978"/>
                      </a:lnTo>
                      <a:lnTo>
                        <a:pt x="1398" y="14961"/>
                      </a:lnTo>
                      <a:lnTo>
                        <a:pt x="1367" y="14943"/>
                      </a:lnTo>
                      <a:lnTo>
                        <a:pt x="1336" y="14923"/>
                      </a:lnTo>
                      <a:lnTo>
                        <a:pt x="1307" y="14902"/>
                      </a:lnTo>
                      <a:lnTo>
                        <a:pt x="1279" y="14880"/>
                      </a:lnTo>
                      <a:lnTo>
                        <a:pt x="1251" y="14856"/>
                      </a:lnTo>
                      <a:lnTo>
                        <a:pt x="1225" y="14832"/>
                      </a:lnTo>
                      <a:lnTo>
                        <a:pt x="1201" y="14804"/>
                      </a:lnTo>
                      <a:lnTo>
                        <a:pt x="1177" y="14777"/>
                      </a:lnTo>
                      <a:lnTo>
                        <a:pt x="1155" y="14749"/>
                      </a:lnTo>
                      <a:lnTo>
                        <a:pt x="1134" y="14720"/>
                      </a:lnTo>
                      <a:lnTo>
                        <a:pt x="1115" y="14689"/>
                      </a:lnTo>
                      <a:lnTo>
                        <a:pt x="1096" y="14658"/>
                      </a:lnTo>
                      <a:lnTo>
                        <a:pt x="1080" y="14626"/>
                      </a:lnTo>
                      <a:lnTo>
                        <a:pt x="1065" y="14593"/>
                      </a:lnTo>
                      <a:lnTo>
                        <a:pt x="1051" y="14559"/>
                      </a:lnTo>
                      <a:lnTo>
                        <a:pt x="1040" y="14524"/>
                      </a:lnTo>
                      <a:lnTo>
                        <a:pt x="1030" y="14488"/>
                      </a:lnTo>
                      <a:lnTo>
                        <a:pt x="1021" y="14452"/>
                      </a:lnTo>
                      <a:lnTo>
                        <a:pt x="1015" y="14415"/>
                      </a:lnTo>
                      <a:lnTo>
                        <a:pt x="1010" y="14378"/>
                      </a:lnTo>
                      <a:lnTo>
                        <a:pt x="1007" y="14340"/>
                      </a:lnTo>
                      <a:lnTo>
                        <a:pt x="1006" y="14302"/>
                      </a:lnTo>
                      <a:lnTo>
                        <a:pt x="1009" y="14268"/>
                      </a:lnTo>
                      <a:lnTo>
                        <a:pt x="1015" y="14229"/>
                      </a:lnTo>
                      <a:lnTo>
                        <a:pt x="1022" y="14189"/>
                      </a:lnTo>
                      <a:lnTo>
                        <a:pt x="1029" y="14149"/>
                      </a:lnTo>
                      <a:lnTo>
                        <a:pt x="1037" y="14110"/>
                      </a:lnTo>
                      <a:lnTo>
                        <a:pt x="1045" y="14074"/>
                      </a:lnTo>
                      <a:lnTo>
                        <a:pt x="1051" y="14043"/>
                      </a:lnTo>
                      <a:lnTo>
                        <a:pt x="1056" y="14020"/>
                      </a:lnTo>
                      <a:lnTo>
                        <a:pt x="1586" y="12106"/>
                      </a:lnTo>
                      <a:lnTo>
                        <a:pt x="1641" y="12105"/>
                      </a:lnTo>
                      <a:lnTo>
                        <a:pt x="1695" y="12105"/>
                      </a:lnTo>
                      <a:lnTo>
                        <a:pt x="1749" y="12107"/>
                      </a:lnTo>
                      <a:lnTo>
                        <a:pt x="1804" y="12111"/>
                      </a:lnTo>
                      <a:lnTo>
                        <a:pt x="1858" y="12116"/>
                      </a:lnTo>
                      <a:lnTo>
                        <a:pt x="1913" y="12122"/>
                      </a:lnTo>
                      <a:lnTo>
                        <a:pt x="1968" y="12130"/>
                      </a:lnTo>
                      <a:lnTo>
                        <a:pt x="2023" y="12139"/>
                      </a:lnTo>
                      <a:lnTo>
                        <a:pt x="2077" y="12149"/>
                      </a:lnTo>
                      <a:lnTo>
                        <a:pt x="2133" y="12161"/>
                      </a:lnTo>
                      <a:lnTo>
                        <a:pt x="2187" y="12175"/>
                      </a:lnTo>
                      <a:lnTo>
                        <a:pt x="2242" y="12190"/>
                      </a:lnTo>
                      <a:lnTo>
                        <a:pt x="2297" y="12206"/>
                      </a:lnTo>
                      <a:lnTo>
                        <a:pt x="2351" y="12224"/>
                      </a:lnTo>
                      <a:lnTo>
                        <a:pt x="2405" y="12243"/>
                      </a:lnTo>
                      <a:lnTo>
                        <a:pt x="2460" y="12264"/>
                      </a:lnTo>
                      <a:lnTo>
                        <a:pt x="2513" y="12286"/>
                      </a:lnTo>
                      <a:lnTo>
                        <a:pt x="2566" y="12309"/>
                      </a:lnTo>
                      <a:lnTo>
                        <a:pt x="2619" y="12335"/>
                      </a:lnTo>
                      <a:lnTo>
                        <a:pt x="2673" y="12362"/>
                      </a:lnTo>
                      <a:lnTo>
                        <a:pt x="2725" y="12390"/>
                      </a:lnTo>
                      <a:lnTo>
                        <a:pt x="2776" y="12420"/>
                      </a:lnTo>
                      <a:lnTo>
                        <a:pt x="2829" y="12451"/>
                      </a:lnTo>
                      <a:lnTo>
                        <a:pt x="2879" y="12483"/>
                      </a:lnTo>
                      <a:lnTo>
                        <a:pt x="2930" y="12517"/>
                      </a:lnTo>
                      <a:lnTo>
                        <a:pt x="2980" y="12553"/>
                      </a:lnTo>
                      <a:lnTo>
                        <a:pt x="3029" y="12590"/>
                      </a:lnTo>
                      <a:lnTo>
                        <a:pt x="3078" y="12629"/>
                      </a:lnTo>
                      <a:lnTo>
                        <a:pt x="3126" y="12669"/>
                      </a:lnTo>
                      <a:lnTo>
                        <a:pt x="3174" y="12711"/>
                      </a:lnTo>
                      <a:lnTo>
                        <a:pt x="3220" y="12754"/>
                      </a:lnTo>
                      <a:lnTo>
                        <a:pt x="3266" y="12799"/>
                      </a:lnTo>
                      <a:lnTo>
                        <a:pt x="3312" y="12845"/>
                      </a:lnTo>
                      <a:lnTo>
                        <a:pt x="3356" y="12893"/>
                      </a:lnTo>
                      <a:lnTo>
                        <a:pt x="3398" y="12941"/>
                      </a:lnTo>
                      <a:lnTo>
                        <a:pt x="3439" y="12990"/>
                      </a:lnTo>
                      <a:lnTo>
                        <a:pt x="3479" y="13039"/>
                      </a:lnTo>
                      <a:lnTo>
                        <a:pt x="3517" y="13089"/>
                      </a:lnTo>
                      <a:lnTo>
                        <a:pt x="3553" y="13139"/>
                      </a:lnTo>
                      <a:lnTo>
                        <a:pt x="3588" y="13191"/>
                      </a:lnTo>
                      <a:lnTo>
                        <a:pt x="3621" y="13243"/>
                      </a:lnTo>
                      <a:lnTo>
                        <a:pt x="3653" y="13295"/>
                      </a:lnTo>
                      <a:lnTo>
                        <a:pt x="3683" y="13348"/>
                      </a:lnTo>
                      <a:lnTo>
                        <a:pt x="3712" y="13401"/>
                      </a:lnTo>
                      <a:lnTo>
                        <a:pt x="3739" y="13455"/>
                      </a:lnTo>
                      <a:lnTo>
                        <a:pt x="3765" y="13509"/>
                      </a:lnTo>
                      <a:lnTo>
                        <a:pt x="3788" y="13563"/>
                      </a:lnTo>
                      <a:lnTo>
                        <a:pt x="3811" y="13617"/>
                      </a:lnTo>
                      <a:lnTo>
                        <a:pt x="3833" y="13671"/>
                      </a:lnTo>
                      <a:lnTo>
                        <a:pt x="3852" y="13727"/>
                      </a:lnTo>
                      <a:lnTo>
                        <a:pt x="3870" y="13782"/>
                      </a:lnTo>
                      <a:lnTo>
                        <a:pt x="3887" y="13837"/>
                      </a:lnTo>
                      <a:lnTo>
                        <a:pt x="3902" y="13892"/>
                      </a:lnTo>
                      <a:lnTo>
                        <a:pt x="3915" y="13948"/>
                      </a:lnTo>
                      <a:lnTo>
                        <a:pt x="3927" y="14004"/>
                      </a:lnTo>
                      <a:lnTo>
                        <a:pt x="3938" y="14060"/>
                      </a:lnTo>
                      <a:lnTo>
                        <a:pt x="3946" y="14115"/>
                      </a:lnTo>
                      <a:lnTo>
                        <a:pt x="3954" y="14170"/>
                      </a:lnTo>
                      <a:lnTo>
                        <a:pt x="3960" y="14225"/>
                      </a:lnTo>
                      <a:lnTo>
                        <a:pt x="3964" y="14282"/>
                      </a:lnTo>
                      <a:lnTo>
                        <a:pt x="3967" y="14337"/>
                      </a:lnTo>
                      <a:lnTo>
                        <a:pt x="3968" y="14391"/>
                      </a:lnTo>
                      <a:lnTo>
                        <a:pt x="3968" y="14446"/>
                      </a:lnTo>
                      <a:lnTo>
                        <a:pt x="3967" y="14500"/>
                      </a:lnTo>
                      <a:lnTo>
                        <a:pt x="2096" y="14991"/>
                      </a:lnTo>
                      <a:close/>
                      <a:moveTo>
                        <a:pt x="5275" y="8311"/>
                      </a:moveTo>
                      <a:lnTo>
                        <a:pt x="5187" y="8277"/>
                      </a:lnTo>
                      <a:lnTo>
                        <a:pt x="5099" y="8245"/>
                      </a:lnTo>
                      <a:lnTo>
                        <a:pt x="5011" y="8215"/>
                      </a:lnTo>
                      <a:lnTo>
                        <a:pt x="4921" y="8186"/>
                      </a:lnTo>
                      <a:lnTo>
                        <a:pt x="4877" y="8173"/>
                      </a:lnTo>
                      <a:lnTo>
                        <a:pt x="4833" y="8159"/>
                      </a:lnTo>
                      <a:lnTo>
                        <a:pt x="4787" y="8147"/>
                      </a:lnTo>
                      <a:lnTo>
                        <a:pt x="4742" y="8135"/>
                      </a:lnTo>
                      <a:lnTo>
                        <a:pt x="4698" y="8124"/>
                      </a:lnTo>
                      <a:lnTo>
                        <a:pt x="4652" y="8113"/>
                      </a:lnTo>
                      <a:lnTo>
                        <a:pt x="4607" y="8103"/>
                      </a:lnTo>
                      <a:lnTo>
                        <a:pt x="4562" y="8093"/>
                      </a:lnTo>
                      <a:lnTo>
                        <a:pt x="4517" y="8084"/>
                      </a:lnTo>
                      <a:lnTo>
                        <a:pt x="4471" y="8075"/>
                      </a:lnTo>
                      <a:lnTo>
                        <a:pt x="4426" y="8067"/>
                      </a:lnTo>
                      <a:lnTo>
                        <a:pt x="4380" y="8059"/>
                      </a:lnTo>
                      <a:lnTo>
                        <a:pt x="4335" y="8052"/>
                      </a:lnTo>
                      <a:lnTo>
                        <a:pt x="4289" y="8045"/>
                      </a:lnTo>
                      <a:lnTo>
                        <a:pt x="4243" y="8039"/>
                      </a:lnTo>
                      <a:lnTo>
                        <a:pt x="4198" y="8034"/>
                      </a:lnTo>
                      <a:lnTo>
                        <a:pt x="4153" y="8029"/>
                      </a:lnTo>
                      <a:lnTo>
                        <a:pt x="4106" y="8025"/>
                      </a:lnTo>
                      <a:lnTo>
                        <a:pt x="4061" y="8021"/>
                      </a:lnTo>
                      <a:lnTo>
                        <a:pt x="4015" y="8018"/>
                      </a:lnTo>
                      <a:lnTo>
                        <a:pt x="3969" y="8015"/>
                      </a:lnTo>
                      <a:lnTo>
                        <a:pt x="3923" y="8013"/>
                      </a:lnTo>
                      <a:lnTo>
                        <a:pt x="3878" y="8011"/>
                      </a:lnTo>
                      <a:lnTo>
                        <a:pt x="3832" y="8011"/>
                      </a:lnTo>
                      <a:lnTo>
                        <a:pt x="7706" y="4116"/>
                      </a:lnTo>
                      <a:lnTo>
                        <a:pt x="7763" y="4063"/>
                      </a:lnTo>
                      <a:lnTo>
                        <a:pt x="7820" y="4012"/>
                      </a:lnTo>
                      <a:lnTo>
                        <a:pt x="7880" y="3964"/>
                      </a:lnTo>
                      <a:lnTo>
                        <a:pt x="7941" y="3918"/>
                      </a:lnTo>
                      <a:lnTo>
                        <a:pt x="8003" y="3875"/>
                      </a:lnTo>
                      <a:lnTo>
                        <a:pt x="8067" y="3834"/>
                      </a:lnTo>
                      <a:lnTo>
                        <a:pt x="8131" y="3796"/>
                      </a:lnTo>
                      <a:lnTo>
                        <a:pt x="8197" y="3760"/>
                      </a:lnTo>
                      <a:lnTo>
                        <a:pt x="8265" y="3725"/>
                      </a:lnTo>
                      <a:lnTo>
                        <a:pt x="8333" y="3694"/>
                      </a:lnTo>
                      <a:lnTo>
                        <a:pt x="8403" y="3665"/>
                      </a:lnTo>
                      <a:lnTo>
                        <a:pt x="8473" y="3638"/>
                      </a:lnTo>
                      <a:lnTo>
                        <a:pt x="8544" y="3613"/>
                      </a:lnTo>
                      <a:lnTo>
                        <a:pt x="8616" y="3591"/>
                      </a:lnTo>
                      <a:lnTo>
                        <a:pt x="8689" y="3571"/>
                      </a:lnTo>
                      <a:lnTo>
                        <a:pt x="8764" y="3554"/>
                      </a:lnTo>
                      <a:lnTo>
                        <a:pt x="8838" y="3539"/>
                      </a:lnTo>
                      <a:lnTo>
                        <a:pt x="8914" y="3526"/>
                      </a:lnTo>
                      <a:lnTo>
                        <a:pt x="8989" y="3515"/>
                      </a:lnTo>
                      <a:lnTo>
                        <a:pt x="9067" y="3507"/>
                      </a:lnTo>
                      <a:lnTo>
                        <a:pt x="9143" y="3501"/>
                      </a:lnTo>
                      <a:lnTo>
                        <a:pt x="9220" y="3497"/>
                      </a:lnTo>
                      <a:lnTo>
                        <a:pt x="9299" y="3496"/>
                      </a:lnTo>
                      <a:lnTo>
                        <a:pt x="9377" y="3497"/>
                      </a:lnTo>
                      <a:lnTo>
                        <a:pt x="9457" y="3500"/>
                      </a:lnTo>
                      <a:lnTo>
                        <a:pt x="9535" y="3505"/>
                      </a:lnTo>
                      <a:lnTo>
                        <a:pt x="9615" y="3512"/>
                      </a:lnTo>
                      <a:lnTo>
                        <a:pt x="9694" y="3522"/>
                      </a:lnTo>
                      <a:lnTo>
                        <a:pt x="9775" y="3534"/>
                      </a:lnTo>
                      <a:lnTo>
                        <a:pt x="9854" y="3548"/>
                      </a:lnTo>
                      <a:lnTo>
                        <a:pt x="9934" y="3565"/>
                      </a:lnTo>
                      <a:lnTo>
                        <a:pt x="10014" y="3583"/>
                      </a:lnTo>
                      <a:lnTo>
                        <a:pt x="5275" y="8311"/>
                      </a:lnTo>
                      <a:close/>
                      <a:moveTo>
                        <a:pt x="7441" y="10165"/>
                      </a:moveTo>
                      <a:lnTo>
                        <a:pt x="7406" y="10107"/>
                      </a:lnTo>
                      <a:lnTo>
                        <a:pt x="7369" y="10049"/>
                      </a:lnTo>
                      <a:lnTo>
                        <a:pt x="7332" y="9992"/>
                      </a:lnTo>
                      <a:lnTo>
                        <a:pt x="7295" y="9936"/>
                      </a:lnTo>
                      <a:lnTo>
                        <a:pt x="7257" y="9880"/>
                      </a:lnTo>
                      <a:lnTo>
                        <a:pt x="7218" y="9824"/>
                      </a:lnTo>
                      <a:lnTo>
                        <a:pt x="7177" y="9768"/>
                      </a:lnTo>
                      <a:lnTo>
                        <a:pt x="7137" y="9714"/>
                      </a:lnTo>
                      <a:lnTo>
                        <a:pt x="7096" y="9660"/>
                      </a:lnTo>
                      <a:lnTo>
                        <a:pt x="7053" y="9606"/>
                      </a:lnTo>
                      <a:lnTo>
                        <a:pt x="7009" y="9553"/>
                      </a:lnTo>
                      <a:lnTo>
                        <a:pt x="6965" y="9500"/>
                      </a:lnTo>
                      <a:lnTo>
                        <a:pt x="6919" y="9448"/>
                      </a:lnTo>
                      <a:lnTo>
                        <a:pt x="6873" y="9397"/>
                      </a:lnTo>
                      <a:lnTo>
                        <a:pt x="6824" y="9347"/>
                      </a:lnTo>
                      <a:lnTo>
                        <a:pt x="6776" y="9297"/>
                      </a:lnTo>
                      <a:lnTo>
                        <a:pt x="6718" y="9240"/>
                      </a:lnTo>
                      <a:lnTo>
                        <a:pt x="6658" y="9185"/>
                      </a:lnTo>
                      <a:lnTo>
                        <a:pt x="6598" y="9131"/>
                      </a:lnTo>
                      <a:lnTo>
                        <a:pt x="6538" y="9079"/>
                      </a:lnTo>
                      <a:lnTo>
                        <a:pt x="6475" y="9029"/>
                      </a:lnTo>
                      <a:lnTo>
                        <a:pt x="6412" y="8978"/>
                      </a:lnTo>
                      <a:lnTo>
                        <a:pt x="6348" y="8930"/>
                      </a:lnTo>
                      <a:lnTo>
                        <a:pt x="6284" y="8884"/>
                      </a:lnTo>
                      <a:lnTo>
                        <a:pt x="6220" y="8838"/>
                      </a:lnTo>
                      <a:lnTo>
                        <a:pt x="6153" y="8794"/>
                      </a:lnTo>
                      <a:lnTo>
                        <a:pt x="6087" y="8750"/>
                      </a:lnTo>
                      <a:lnTo>
                        <a:pt x="6021" y="8707"/>
                      </a:lnTo>
                      <a:lnTo>
                        <a:pt x="5953" y="8666"/>
                      </a:lnTo>
                      <a:lnTo>
                        <a:pt x="5885" y="8626"/>
                      </a:lnTo>
                      <a:lnTo>
                        <a:pt x="5816" y="8587"/>
                      </a:lnTo>
                      <a:lnTo>
                        <a:pt x="5748" y="8549"/>
                      </a:lnTo>
                      <a:lnTo>
                        <a:pt x="10542" y="3766"/>
                      </a:lnTo>
                      <a:lnTo>
                        <a:pt x="10613" y="3798"/>
                      </a:lnTo>
                      <a:lnTo>
                        <a:pt x="10683" y="3831"/>
                      </a:lnTo>
                      <a:lnTo>
                        <a:pt x="10752" y="3866"/>
                      </a:lnTo>
                      <a:lnTo>
                        <a:pt x="10821" y="3903"/>
                      </a:lnTo>
                      <a:lnTo>
                        <a:pt x="10889" y="3942"/>
                      </a:lnTo>
                      <a:lnTo>
                        <a:pt x="10958" y="3983"/>
                      </a:lnTo>
                      <a:lnTo>
                        <a:pt x="11025" y="4026"/>
                      </a:lnTo>
                      <a:lnTo>
                        <a:pt x="11091" y="4070"/>
                      </a:lnTo>
                      <a:lnTo>
                        <a:pt x="11157" y="4115"/>
                      </a:lnTo>
                      <a:lnTo>
                        <a:pt x="11222" y="4163"/>
                      </a:lnTo>
                      <a:lnTo>
                        <a:pt x="11287" y="4212"/>
                      </a:lnTo>
                      <a:lnTo>
                        <a:pt x="11351" y="4263"/>
                      </a:lnTo>
                      <a:lnTo>
                        <a:pt x="11413" y="4317"/>
                      </a:lnTo>
                      <a:lnTo>
                        <a:pt x="11476" y="4372"/>
                      </a:lnTo>
                      <a:lnTo>
                        <a:pt x="11537" y="4428"/>
                      </a:lnTo>
                      <a:lnTo>
                        <a:pt x="11597" y="4487"/>
                      </a:lnTo>
                      <a:lnTo>
                        <a:pt x="11648" y="4537"/>
                      </a:lnTo>
                      <a:lnTo>
                        <a:pt x="11696" y="4590"/>
                      </a:lnTo>
                      <a:lnTo>
                        <a:pt x="11743" y="4642"/>
                      </a:lnTo>
                      <a:lnTo>
                        <a:pt x="11790" y="4696"/>
                      </a:lnTo>
                      <a:lnTo>
                        <a:pt x="11835" y="4749"/>
                      </a:lnTo>
                      <a:lnTo>
                        <a:pt x="11878" y="4803"/>
                      </a:lnTo>
                      <a:lnTo>
                        <a:pt x="11919" y="4859"/>
                      </a:lnTo>
                      <a:lnTo>
                        <a:pt x="11961" y="4915"/>
                      </a:lnTo>
                      <a:lnTo>
                        <a:pt x="12000" y="4970"/>
                      </a:lnTo>
                      <a:lnTo>
                        <a:pt x="12038" y="5027"/>
                      </a:lnTo>
                      <a:lnTo>
                        <a:pt x="12075" y="5084"/>
                      </a:lnTo>
                      <a:lnTo>
                        <a:pt x="12110" y="5142"/>
                      </a:lnTo>
                      <a:lnTo>
                        <a:pt x="12145" y="5200"/>
                      </a:lnTo>
                      <a:lnTo>
                        <a:pt x="12178" y="5258"/>
                      </a:lnTo>
                      <a:lnTo>
                        <a:pt x="12210" y="5316"/>
                      </a:lnTo>
                      <a:lnTo>
                        <a:pt x="12241" y="5375"/>
                      </a:lnTo>
                      <a:lnTo>
                        <a:pt x="7441" y="10165"/>
                      </a:lnTo>
                      <a:close/>
                      <a:moveTo>
                        <a:pt x="8055" y="11941"/>
                      </a:moveTo>
                      <a:lnTo>
                        <a:pt x="8045" y="11856"/>
                      </a:lnTo>
                      <a:lnTo>
                        <a:pt x="8035" y="11772"/>
                      </a:lnTo>
                      <a:lnTo>
                        <a:pt x="8022" y="11687"/>
                      </a:lnTo>
                      <a:lnTo>
                        <a:pt x="8008" y="11603"/>
                      </a:lnTo>
                      <a:lnTo>
                        <a:pt x="7991" y="11519"/>
                      </a:lnTo>
                      <a:lnTo>
                        <a:pt x="7973" y="11435"/>
                      </a:lnTo>
                      <a:lnTo>
                        <a:pt x="7953" y="11352"/>
                      </a:lnTo>
                      <a:lnTo>
                        <a:pt x="7931" y="11270"/>
                      </a:lnTo>
                      <a:lnTo>
                        <a:pt x="7907" y="11187"/>
                      </a:lnTo>
                      <a:lnTo>
                        <a:pt x="7882" y="11105"/>
                      </a:lnTo>
                      <a:lnTo>
                        <a:pt x="7854" y="11024"/>
                      </a:lnTo>
                      <a:lnTo>
                        <a:pt x="7825" y="10943"/>
                      </a:lnTo>
                      <a:lnTo>
                        <a:pt x="7795" y="10861"/>
                      </a:lnTo>
                      <a:lnTo>
                        <a:pt x="7763" y="10781"/>
                      </a:lnTo>
                      <a:lnTo>
                        <a:pt x="7729" y="10702"/>
                      </a:lnTo>
                      <a:lnTo>
                        <a:pt x="7693" y="10622"/>
                      </a:lnTo>
                      <a:lnTo>
                        <a:pt x="12448" y="5878"/>
                      </a:lnTo>
                      <a:lnTo>
                        <a:pt x="12475" y="5965"/>
                      </a:lnTo>
                      <a:lnTo>
                        <a:pt x="12499" y="6051"/>
                      </a:lnTo>
                      <a:lnTo>
                        <a:pt x="12519" y="6137"/>
                      </a:lnTo>
                      <a:lnTo>
                        <a:pt x="12537" y="6223"/>
                      </a:lnTo>
                      <a:lnTo>
                        <a:pt x="12553" y="6310"/>
                      </a:lnTo>
                      <a:lnTo>
                        <a:pt x="12566" y="6396"/>
                      </a:lnTo>
                      <a:lnTo>
                        <a:pt x="12576" y="6482"/>
                      </a:lnTo>
                      <a:lnTo>
                        <a:pt x="12583" y="6568"/>
                      </a:lnTo>
                      <a:lnTo>
                        <a:pt x="12588" y="6654"/>
                      </a:lnTo>
                      <a:lnTo>
                        <a:pt x="12591" y="6739"/>
                      </a:lnTo>
                      <a:lnTo>
                        <a:pt x="12591" y="6824"/>
                      </a:lnTo>
                      <a:lnTo>
                        <a:pt x="12588" y="6908"/>
                      </a:lnTo>
                      <a:lnTo>
                        <a:pt x="12582" y="6992"/>
                      </a:lnTo>
                      <a:lnTo>
                        <a:pt x="12574" y="7075"/>
                      </a:lnTo>
                      <a:lnTo>
                        <a:pt x="12563" y="7158"/>
                      </a:lnTo>
                      <a:lnTo>
                        <a:pt x="12549" y="7239"/>
                      </a:lnTo>
                      <a:lnTo>
                        <a:pt x="12533" y="7320"/>
                      </a:lnTo>
                      <a:lnTo>
                        <a:pt x="12513" y="7400"/>
                      </a:lnTo>
                      <a:lnTo>
                        <a:pt x="12492" y="7479"/>
                      </a:lnTo>
                      <a:lnTo>
                        <a:pt x="12467" y="7557"/>
                      </a:lnTo>
                      <a:lnTo>
                        <a:pt x="12439" y="7635"/>
                      </a:lnTo>
                      <a:lnTo>
                        <a:pt x="12409" y="7710"/>
                      </a:lnTo>
                      <a:lnTo>
                        <a:pt x="12376" y="7784"/>
                      </a:lnTo>
                      <a:lnTo>
                        <a:pt x="12340" y="7857"/>
                      </a:lnTo>
                      <a:lnTo>
                        <a:pt x="12302" y="7930"/>
                      </a:lnTo>
                      <a:lnTo>
                        <a:pt x="12260" y="8000"/>
                      </a:lnTo>
                      <a:lnTo>
                        <a:pt x="12216" y="8069"/>
                      </a:lnTo>
                      <a:lnTo>
                        <a:pt x="12169" y="8136"/>
                      </a:lnTo>
                      <a:lnTo>
                        <a:pt x="12120" y="8203"/>
                      </a:lnTo>
                      <a:lnTo>
                        <a:pt x="12066" y="8267"/>
                      </a:lnTo>
                      <a:lnTo>
                        <a:pt x="12011" y="8329"/>
                      </a:lnTo>
                      <a:lnTo>
                        <a:pt x="11953" y="8389"/>
                      </a:lnTo>
                      <a:lnTo>
                        <a:pt x="11947" y="8394"/>
                      </a:lnTo>
                      <a:lnTo>
                        <a:pt x="11940" y="8400"/>
                      </a:lnTo>
                      <a:lnTo>
                        <a:pt x="11948" y="8406"/>
                      </a:lnTo>
                      <a:lnTo>
                        <a:pt x="8060" y="12314"/>
                      </a:lnTo>
                      <a:lnTo>
                        <a:pt x="8061" y="12268"/>
                      </a:lnTo>
                      <a:lnTo>
                        <a:pt x="8061" y="12222"/>
                      </a:lnTo>
                      <a:lnTo>
                        <a:pt x="8062" y="12175"/>
                      </a:lnTo>
                      <a:lnTo>
                        <a:pt x="8062" y="12129"/>
                      </a:lnTo>
                      <a:lnTo>
                        <a:pt x="8062" y="12082"/>
                      </a:lnTo>
                      <a:lnTo>
                        <a:pt x="8061" y="12035"/>
                      </a:lnTo>
                      <a:lnTo>
                        <a:pt x="8059" y="11988"/>
                      </a:lnTo>
                      <a:lnTo>
                        <a:pt x="8055" y="11941"/>
                      </a:lnTo>
                      <a:close/>
                      <a:moveTo>
                        <a:pt x="14785" y="1295"/>
                      </a:moveTo>
                      <a:lnTo>
                        <a:pt x="14707" y="1218"/>
                      </a:lnTo>
                      <a:lnTo>
                        <a:pt x="14626" y="1144"/>
                      </a:lnTo>
                      <a:lnTo>
                        <a:pt x="14546" y="1072"/>
                      </a:lnTo>
                      <a:lnTo>
                        <a:pt x="14463" y="1003"/>
                      </a:lnTo>
                      <a:lnTo>
                        <a:pt x="14379" y="934"/>
                      </a:lnTo>
                      <a:lnTo>
                        <a:pt x="14294" y="869"/>
                      </a:lnTo>
                      <a:lnTo>
                        <a:pt x="14208" y="806"/>
                      </a:lnTo>
                      <a:lnTo>
                        <a:pt x="14119" y="745"/>
                      </a:lnTo>
                      <a:lnTo>
                        <a:pt x="14031" y="685"/>
                      </a:lnTo>
                      <a:lnTo>
                        <a:pt x="13941" y="629"/>
                      </a:lnTo>
                      <a:lnTo>
                        <a:pt x="13851" y="575"/>
                      </a:lnTo>
                      <a:lnTo>
                        <a:pt x="13758" y="523"/>
                      </a:lnTo>
                      <a:lnTo>
                        <a:pt x="13666" y="473"/>
                      </a:lnTo>
                      <a:lnTo>
                        <a:pt x="13572" y="426"/>
                      </a:lnTo>
                      <a:lnTo>
                        <a:pt x="13478" y="380"/>
                      </a:lnTo>
                      <a:lnTo>
                        <a:pt x="13382" y="338"/>
                      </a:lnTo>
                      <a:lnTo>
                        <a:pt x="13286" y="298"/>
                      </a:lnTo>
                      <a:lnTo>
                        <a:pt x="13190" y="260"/>
                      </a:lnTo>
                      <a:lnTo>
                        <a:pt x="13092" y="225"/>
                      </a:lnTo>
                      <a:lnTo>
                        <a:pt x="12995" y="193"/>
                      </a:lnTo>
                      <a:lnTo>
                        <a:pt x="12896" y="162"/>
                      </a:lnTo>
                      <a:lnTo>
                        <a:pt x="12798" y="134"/>
                      </a:lnTo>
                      <a:lnTo>
                        <a:pt x="12698" y="109"/>
                      </a:lnTo>
                      <a:lnTo>
                        <a:pt x="12598" y="86"/>
                      </a:lnTo>
                      <a:lnTo>
                        <a:pt x="12499" y="66"/>
                      </a:lnTo>
                      <a:lnTo>
                        <a:pt x="12398" y="49"/>
                      </a:lnTo>
                      <a:lnTo>
                        <a:pt x="12299" y="34"/>
                      </a:lnTo>
                      <a:lnTo>
                        <a:pt x="12198" y="22"/>
                      </a:lnTo>
                      <a:lnTo>
                        <a:pt x="12097" y="12"/>
                      </a:lnTo>
                      <a:lnTo>
                        <a:pt x="11996" y="5"/>
                      </a:lnTo>
                      <a:lnTo>
                        <a:pt x="11895" y="1"/>
                      </a:lnTo>
                      <a:lnTo>
                        <a:pt x="11795" y="0"/>
                      </a:lnTo>
                      <a:lnTo>
                        <a:pt x="11710" y="1"/>
                      </a:lnTo>
                      <a:lnTo>
                        <a:pt x="11626" y="4"/>
                      </a:lnTo>
                      <a:lnTo>
                        <a:pt x="11542" y="9"/>
                      </a:lnTo>
                      <a:lnTo>
                        <a:pt x="11459" y="16"/>
                      </a:lnTo>
                      <a:lnTo>
                        <a:pt x="11376" y="24"/>
                      </a:lnTo>
                      <a:lnTo>
                        <a:pt x="11294" y="35"/>
                      </a:lnTo>
                      <a:lnTo>
                        <a:pt x="11212" y="47"/>
                      </a:lnTo>
                      <a:lnTo>
                        <a:pt x="11131" y="62"/>
                      </a:lnTo>
                      <a:lnTo>
                        <a:pt x="11051" y="78"/>
                      </a:lnTo>
                      <a:lnTo>
                        <a:pt x="10971" y="96"/>
                      </a:lnTo>
                      <a:lnTo>
                        <a:pt x="10892" y="116"/>
                      </a:lnTo>
                      <a:lnTo>
                        <a:pt x="10814" y="139"/>
                      </a:lnTo>
                      <a:lnTo>
                        <a:pt x="10736" y="162"/>
                      </a:lnTo>
                      <a:lnTo>
                        <a:pt x="10660" y="187"/>
                      </a:lnTo>
                      <a:lnTo>
                        <a:pt x="10584" y="215"/>
                      </a:lnTo>
                      <a:lnTo>
                        <a:pt x="10509" y="243"/>
                      </a:lnTo>
                      <a:lnTo>
                        <a:pt x="10435" y="274"/>
                      </a:lnTo>
                      <a:lnTo>
                        <a:pt x="10361" y="307"/>
                      </a:lnTo>
                      <a:lnTo>
                        <a:pt x="10289" y="341"/>
                      </a:lnTo>
                      <a:lnTo>
                        <a:pt x="10217" y="377"/>
                      </a:lnTo>
                      <a:lnTo>
                        <a:pt x="10147" y="416"/>
                      </a:lnTo>
                      <a:lnTo>
                        <a:pt x="10078" y="455"/>
                      </a:lnTo>
                      <a:lnTo>
                        <a:pt x="10010" y="496"/>
                      </a:lnTo>
                      <a:lnTo>
                        <a:pt x="9943" y="539"/>
                      </a:lnTo>
                      <a:lnTo>
                        <a:pt x="9876" y="583"/>
                      </a:lnTo>
                      <a:lnTo>
                        <a:pt x="9811" y="629"/>
                      </a:lnTo>
                      <a:lnTo>
                        <a:pt x="9748" y="677"/>
                      </a:lnTo>
                      <a:lnTo>
                        <a:pt x="9684" y="727"/>
                      </a:lnTo>
                      <a:lnTo>
                        <a:pt x="9623" y="778"/>
                      </a:lnTo>
                      <a:lnTo>
                        <a:pt x="9562" y="831"/>
                      </a:lnTo>
                      <a:lnTo>
                        <a:pt x="9503" y="885"/>
                      </a:lnTo>
                      <a:lnTo>
                        <a:pt x="9446" y="941"/>
                      </a:lnTo>
                      <a:lnTo>
                        <a:pt x="6997" y="3403"/>
                      </a:lnTo>
                      <a:lnTo>
                        <a:pt x="6986" y="3412"/>
                      </a:lnTo>
                      <a:lnTo>
                        <a:pt x="6974" y="3422"/>
                      </a:lnTo>
                      <a:lnTo>
                        <a:pt x="6969" y="3428"/>
                      </a:lnTo>
                      <a:lnTo>
                        <a:pt x="6964" y="3435"/>
                      </a:lnTo>
                      <a:lnTo>
                        <a:pt x="6965" y="3436"/>
                      </a:lnTo>
                      <a:lnTo>
                        <a:pt x="1769" y="8659"/>
                      </a:lnTo>
                      <a:lnTo>
                        <a:pt x="1747" y="8681"/>
                      </a:lnTo>
                      <a:lnTo>
                        <a:pt x="1725" y="8704"/>
                      </a:lnTo>
                      <a:lnTo>
                        <a:pt x="1704" y="8728"/>
                      </a:lnTo>
                      <a:lnTo>
                        <a:pt x="1683" y="8751"/>
                      </a:lnTo>
                      <a:lnTo>
                        <a:pt x="1642" y="8799"/>
                      </a:lnTo>
                      <a:lnTo>
                        <a:pt x="1602" y="8847"/>
                      </a:lnTo>
                      <a:lnTo>
                        <a:pt x="1564" y="8897"/>
                      </a:lnTo>
                      <a:lnTo>
                        <a:pt x="1528" y="8949"/>
                      </a:lnTo>
                      <a:lnTo>
                        <a:pt x="1494" y="9002"/>
                      </a:lnTo>
                      <a:lnTo>
                        <a:pt x="1461" y="9055"/>
                      </a:lnTo>
                      <a:lnTo>
                        <a:pt x="1429" y="9109"/>
                      </a:lnTo>
                      <a:lnTo>
                        <a:pt x="1400" y="9165"/>
                      </a:lnTo>
                      <a:lnTo>
                        <a:pt x="1372" y="9221"/>
                      </a:lnTo>
                      <a:lnTo>
                        <a:pt x="1347" y="9279"/>
                      </a:lnTo>
                      <a:lnTo>
                        <a:pt x="1322" y="9336"/>
                      </a:lnTo>
                      <a:lnTo>
                        <a:pt x="1300" y="9395"/>
                      </a:lnTo>
                      <a:lnTo>
                        <a:pt x="1279" y="9454"/>
                      </a:lnTo>
                      <a:lnTo>
                        <a:pt x="1260" y="9514"/>
                      </a:lnTo>
                      <a:lnTo>
                        <a:pt x="78" y="13784"/>
                      </a:lnTo>
                      <a:lnTo>
                        <a:pt x="74" y="13803"/>
                      </a:lnTo>
                      <a:lnTo>
                        <a:pt x="65" y="13846"/>
                      </a:lnTo>
                      <a:lnTo>
                        <a:pt x="53" y="13908"/>
                      </a:lnTo>
                      <a:lnTo>
                        <a:pt x="38" y="13984"/>
                      </a:lnTo>
                      <a:lnTo>
                        <a:pt x="31" y="14025"/>
                      </a:lnTo>
                      <a:lnTo>
                        <a:pt x="24" y="14066"/>
                      </a:lnTo>
                      <a:lnTo>
                        <a:pt x="18" y="14109"/>
                      </a:lnTo>
                      <a:lnTo>
                        <a:pt x="12" y="14151"/>
                      </a:lnTo>
                      <a:lnTo>
                        <a:pt x="7" y="14192"/>
                      </a:lnTo>
                      <a:lnTo>
                        <a:pt x="3" y="14231"/>
                      </a:lnTo>
                      <a:lnTo>
                        <a:pt x="1" y="14268"/>
                      </a:lnTo>
                      <a:lnTo>
                        <a:pt x="0" y="14302"/>
                      </a:lnTo>
                      <a:lnTo>
                        <a:pt x="2" y="14392"/>
                      </a:lnTo>
                      <a:lnTo>
                        <a:pt x="9" y="14481"/>
                      </a:lnTo>
                      <a:lnTo>
                        <a:pt x="20" y="14569"/>
                      </a:lnTo>
                      <a:lnTo>
                        <a:pt x="36" y="14656"/>
                      </a:lnTo>
                      <a:lnTo>
                        <a:pt x="55" y="14740"/>
                      </a:lnTo>
                      <a:lnTo>
                        <a:pt x="79" y="14824"/>
                      </a:lnTo>
                      <a:lnTo>
                        <a:pt x="107" y="14906"/>
                      </a:lnTo>
                      <a:lnTo>
                        <a:pt x="139" y="14985"/>
                      </a:lnTo>
                      <a:lnTo>
                        <a:pt x="174" y="15063"/>
                      </a:lnTo>
                      <a:lnTo>
                        <a:pt x="212" y="15139"/>
                      </a:lnTo>
                      <a:lnTo>
                        <a:pt x="256" y="15212"/>
                      </a:lnTo>
                      <a:lnTo>
                        <a:pt x="301" y="15283"/>
                      </a:lnTo>
                      <a:lnTo>
                        <a:pt x="350" y="15352"/>
                      </a:lnTo>
                      <a:lnTo>
                        <a:pt x="402" y="15419"/>
                      </a:lnTo>
                      <a:lnTo>
                        <a:pt x="458" y="15483"/>
                      </a:lnTo>
                      <a:lnTo>
                        <a:pt x="516" y="15543"/>
                      </a:lnTo>
                      <a:lnTo>
                        <a:pt x="577" y="15601"/>
                      </a:lnTo>
                      <a:lnTo>
                        <a:pt x="642" y="15657"/>
                      </a:lnTo>
                      <a:lnTo>
                        <a:pt x="708" y="15709"/>
                      </a:lnTo>
                      <a:lnTo>
                        <a:pt x="778" y="15758"/>
                      </a:lnTo>
                      <a:lnTo>
                        <a:pt x="849" y="15804"/>
                      </a:lnTo>
                      <a:lnTo>
                        <a:pt x="922" y="15846"/>
                      </a:lnTo>
                      <a:lnTo>
                        <a:pt x="999" y="15884"/>
                      </a:lnTo>
                      <a:lnTo>
                        <a:pt x="1076" y="15919"/>
                      </a:lnTo>
                      <a:lnTo>
                        <a:pt x="1157" y="15952"/>
                      </a:lnTo>
                      <a:lnTo>
                        <a:pt x="1238" y="15979"/>
                      </a:lnTo>
                      <a:lnTo>
                        <a:pt x="1323" y="16003"/>
                      </a:lnTo>
                      <a:lnTo>
                        <a:pt x="1407" y="16022"/>
                      </a:lnTo>
                      <a:lnTo>
                        <a:pt x="1495" y="16038"/>
                      </a:lnTo>
                      <a:lnTo>
                        <a:pt x="1582" y="16049"/>
                      </a:lnTo>
                      <a:lnTo>
                        <a:pt x="1672" y="16056"/>
                      </a:lnTo>
                      <a:lnTo>
                        <a:pt x="1763" y="16058"/>
                      </a:lnTo>
                      <a:lnTo>
                        <a:pt x="1801" y="16057"/>
                      </a:lnTo>
                      <a:lnTo>
                        <a:pt x="1843" y="16054"/>
                      </a:lnTo>
                      <a:lnTo>
                        <a:pt x="1887" y="16049"/>
                      </a:lnTo>
                      <a:lnTo>
                        <a:pt x="1933" y="16044"/>
                      </a:lnTo>
                      <a:lnTo>
                        <a:pt x="1981" y="16037"/>
                      </a:lnTo>
                      <a:lnTo>
                        <a:pt x="2028" y="16029"/>
                      </a:lnTo>
                      <a:lnTo>
                        <a:pt x="2075" y="16020"/>
                      </a:lnTo>
                      <a:lnTo>
                        <a:pt x="2122" y="16012"/>
                      </a:lnTo>
                      <a:lnTo>
                        <a:pt x="2205" y="15995"/>
                      </a:lnTo>
                      <a:lnTo>
                        <a:pt x="2275" y="15980"/>
                      </a:lnTo>
                      <a:lnTo>
                        <a:pt x="2324" y="15969"/>
                      </a:lnTo>
                      <a:lnTo>
                        <a:pt x="2345" y="15964"/>
                      </a:lnTo>
                      <a:lnTo>
                        <a:pt x="6609" y="14846"/>
                      </a:lnTo>
                      <a:lnTo>
                        <a:pt x="6669" y="14827"/>
                      </a:lnTo>
                      <a:lnTo>
                        <a:pt x="6729" y="14805"/>
                      </a:lnTo>
                      <a:lnTo>
                        <a:pt x="6788" y="14783"/>
                      </a:lnTo>
                      <a:lnTo>
                        <a:pt x="6845" y="14759"/>
                      </a:lnTo>
                      <a:lnTo>
                        <a:pt x="6903" y="14733"/>
                      </a:lnTo>
                      <a:lnTo>
                        <a:pt x="6960" y="14705"/>
                      </a:lnTo>
                      <a:lnTo>
                        <a:pt x="7015" y="14675"/>
                      </a:lnTo>
                      <a:lnTo>
                        <a:pt x="7070" y="14644"/>
                      </a:lnTo>
                      <a:lnTo>
                        <a:pt x="7123" y="14612"/>
                      </a:lnTo>
                      <a:lnTo>
                        <a:pt x="7175" y="14577"/>
                      </a:lnTo>
                      <a:lnTo>
                        <a:pt x="7227" y="14541"/>
                      </a:lnTo>
                      <a:lnTo>
                        <a:pt x="7277" y="14502"/>
                      </a:lnTo>
                      <a:lnTo>
                        <a:pt x="7326" y="14463"/>
                      </a:lnTo>
                      <a:lnTo>
                        <a:pt x="7375" y="14422"/>
                      </a:lnTo>
                      <a:lnTo>
                        <a:pt x="7421" y="14380"/>
                      </a:lnTo>
                      <a:lnTo>
                        <a:pt x="7466" y="14336"/>
                      </a:lnTo>
                      <a:lnTo>
                        <a:pt x="15143" y="6617"/>
                      </a:lnTo>
                      <a:lnTo>
                        <a:pt x="15270" y="6483"/>
                      </a:lnTo>
                      <a:lnTo>
                        <a:pt x="15387" y="6344"/>
                      </a:lnTo>
                      <a:lnTo>
                        <a:pt x="15495" y="6200"/>
                      </a:lnTo>
                      <a:lnTo>
                        <a:pt x="15594" y="6053"/>
                      </a:lnTo>
                      <a:lnTo>
                        <a:pt x="15685" y="5900"/>
                      </a:lnTo>
                      <a:lnTo>
                        <a:pt x="15766" y="5744"/>
                      </a:lnTo>
                      <a:lnTo>
                        <a:pt x="15837" y="5584"/>
                      </a:lnTo>
                      <a:lnTo>
                        <a:pt x="15901" y="5421"/>
                      </a:lnTo>
                      <a:lnTo>
                        <a:pt x="15955" y="5254"/>
                      </a:lnTo>
                      <a:lnTo>
                        <a:pt x="16000" y="5084"/>
                      </a:lnTo>
                      <a:lnTo>
                        <a:pt x="16037" y="4913"/>
                      </a:lnTo>
                      <a:lnTo>
                        <a:pt x="16065" y="4739"/>
                      </a:lnTo>
                      <a:lnTo>
                        <a:pt x="16083" y="4563"/>
                      </a:lnTo>
                      <a:lnTo>
                        <a:pt x="16093" y="4387"/>
                      </a:lnTo>
                      <a:lnTo>
                        <a:pt x="16094" y="4208"/>
                      </a:lnTo>
                      <a:lnTo>
                        <a:pt x="16087" y="4030"/>
                      </a:lnTo>
                      <a:lnTo>
                        <a:pt x="16070" y="3850"/>
                      </a:lnTo>
                      <a:lnTo>
                        <a:pt x="16045" y="3669"/>
                      </a:lnTo>
                      <a:lnTo>
                        <a:pt x="16011" y="3490"/>
                      </a:lnTo>
                      <a:lnTo>
                        <a:pt x="15968" y="3310"/>
                      </a:lnTo>
                      <a:lnTo>
                        <a:pt x="15917" y="3131"/>
                      </a:lnTo>
                      <a:lnTo>
                        <a:pt x="15857" y="2953"/>
                      </a:lnTo>
                      <a:lnTo>
                        <a:pt x="15788" y="2776"/>
                      </a:lnTo>
                      <a:lnTo>
                        <a:pt x="15711" y="2601"/>
                      </a:lnTo>
                      <a:lnTo>
                        <a:pt x="15625" y="2428"/>
                      </a:lnTo>
                      <a:lnTo>
                        <a:pt x="15531" y="2257"/>
                      </a:lnTo>
                      <a:lnTo>
                        <a:pt x="15428" y="2089"/>
                      </a:lnTo>
                      <a:lnTo>
                        <a:pt x="15316" y="1923"/>
                      </a:lnTo>
                      <a:lnTo>
                        <a:pt x="15196" y="1760"/>
                      </a:lnTo>
                      <a:lnTo>
                        <a:pt x="15067" y="1602"/>
                      </a:lnTo>
                      <a:lnTo>
                        <a:pt x="14930" y="1446"/>
                      </a:lnTo>
                      <a:lnTo>
                        <a:pt x="14785" y="129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/>
                </a:p>
              </p:txBody>
            </p:sp>
            <p:sp>
              <p:nvSpPr>
                <p:cNvPr id="94" name="Freeform 213"/>
                <p:cNvSpPr>
                  <a:spLocks noEditPoints="1"/>
                </p:cNvSpPr>
                <p:nvPr/>
              </p:nvSpPr>
              <p:spPr bwMode="auto">
                <a:xfrm>
                  <a:off x="1811001" y="5380383"/>
                  <a:ext cx="197558" cy="197558"/>
                </a:xfrm>
                <a:custGeom>
                  <a:avLst/>
                  <a:gdLst>
                    <a:gd name="T0" fmla="*/ 8330 w 16095"/>
                    <a:gd name="T1" fmla="*/ 13155 h 16095"/>
                    <a:gd name="T2" fmla="*/ 8153 w 16095"/>
                    <a:gd name="T3" fmla="*/ 13120 h 16095"/>
                    <a:gd name="T4" fmla="*/ 5125 w 16095"/>
                    <a:gd name="T5" fmla="*/ 12104 h 16095"/>
                    <a:gd name="T6" fmla="*/ 5125 w 16095"/>
                    <a:gd name="T7" fmla="*/ 12104 h 16095"/>
                    <a:gd name="T8" fmla="*/ 4694 w 16095"/>
                    <a:gd name="T9" fmla="*/ 11707 h 16095"/>
                    <a:gd name="T10" fmla="*/ 1577 w 16095"/>
                    <a:gd name="T11" fmla="*/ 10451 h 16095"/>
                    <a:gd name="T12" fmla="*/ 15800 w 16095"/>
                    <a:gd name="T13" fmla="*/ 45 h 16095"/>
                    <a:gd name="T14" fmla="*/ 15716 w 16095"/>
                    <a:gd name="T15" fmla="*/ 15 h 16095"/>
                    <a:gd name="T16" fmla="*/ 15627 w 16095"/>
                    <a:gd name="T17" fmla="*/ 1 h 16095"/>
                    <a:gd name="T18" fmla="*/ 15537 w 16095"/>
                    <a:gd name="T19" fmla="*/ 3 h 16095"/>
                    <a:gd name="T20" fmla="*/ 15448 w 16095"/>
                    <a:gd name="T21" fmla="*/ 21 h 16095"/>
                    <a:gd name="T22" fmla="*/ 15362 w 16095"/>
                    <a:gd name="T23" fmla="*/ 55 h 16095"/>
                    <a:gd name="T24" fmla="*/ 210 w 16095"/>
                    <a:gd name="T25" fmla="*/ 10154 h 16095"/>
                    <a:gd name="T26" fmla="*/ 145 w 16095"/>
                    <a:gd name="T27" fmla="*/ 10209 h 16095"/>
                    <a:gd name="T28" fmla="*/ 91 w 16095"/>
                    <a:gd name="T29" fmla="*/ 10275 h 16095"/>
                    <a:gd name="T30" fmla="*/ 48 w 16095"/>
                    <a:gd name="T31" fmla="*/ 10348 h 16095"/>
                    <a:gd name="T32" fmla="*/ 18 w 16095"/>
                    <a:gd name="T33" fmla="*/ 10428 h 16095"/>
                    <a:gd name="T34" fmla="*/ 3 w 16095"/>
                    <a:gd name="T35" fmla="*/ 10511 h 16095"/>
                    <a:gd name="T36" fmla="*/ 1 w 16095"/>
                    <a:gd name="T37" fmla="*/ 10597 h 16095"/>
                    <a:gd name="T38" fmla="*/ 15 w 16095"/>
                    <a:gd name="T39" fmla="*/ 10682 h 16095"/>
                    <a:gd name="T40" fmla="*/ 42 w 16095"/>
                    <a:gd name="T41" fmla="*/ 10764 h 16095"/>
                    <a:gd name="T42" fmla="*/ 82 w 16095"/>
                    <a:gd name="T43" fmla="*/ 10838 h 16095"/>
                    <a:gd name="T44" fmla="*/ 134 w 16095"/>
                    <a:gd name="T45" fmla="*/ 10904 h 16095"/>
                    <a:gd name="T46" fmla="*/ 197 w 16095"/>
                    <a:gd name="T47" fmla="*/ 10961 h 16095"/>
                    <a:gd name="T48" fmla="*/ 269 w 16095"/>
                    <a:gd name="T49" fmla="*/ 11007 h 16095"/>
                    <a:gd name="T50" fmla="*/ 6102 w 16095"/>
                    <a:gd name="T51" fmla="*/ 15842 h 16095"/>
                    <a:gd name="T52" fmla="*/ 6148 w 16095"/>
                    <a:gd name="T53" fmla="*/ 15910 h 16095"/>
                    <a:gd name="T54" fmla="*/ 6206 w 16095"/>
                    <a:gd name="T55" fmla="*/ 15968 h 16095"/>
                    <a:gd name="T56" fmla="*/ 6270 w 16095"/>
                    <a:gd name="T57" fmla="*/ 16018 h 16095"/>
                    <a:gd name="T58" fmla="*/ 6341 w 16095"/>
                    <a:gd name="T59" fmla="*/ 16055 h 16095"/>
                    <a:gd name="T60" fmla="*/ 6419 w 16095"/>
                    <a:gd name="T61" fmla="*/ 16081 h 16095"/>
                    <a:gd name="T62" fmla="*/ 6499 w 16095"/>
                    <a:gd name="T63" fmla="*/ 16093 h 16095"/>
                    <a:gd name="T64" fmla="*/ 6572 w 16095"/>
                    <a:gd name="T65" fmla="*/ 16094 h 16095"/>
                    <a:gd name="T66" fmla="*/ 6652 w 16095"/>
                    <a:gd name="T67" fmla="*/ 16082 h 16095"/>
                    <a:gd name="T68" fmla="*/ 6729 w 16095"/>
                    <a:gd name="T69" fmla="*/ 16058 h 16095"/>
                    <a:gd name="T70" fmla="*/ 6800 w 16095"/>
                    <a:gd name="T71" fmla="*/ 16022 h 16095"/>
                    <a:gd name="T72" fmla="*/ 6866 w 16095"/>
                    <a:gd name="T73" fmla="*/ 15974 h 16095"/>
                    <a:gd name="T74" fmla="*/ 6922 w 16095"/>
                    <a:gd name="T75" fmla="*/ 15917 h 16095"/>
                    <a:gd name="T76" fmla="*/ 6970 w 16095"/>
                    <a:gd name="T77" fmla="*/ 15851 h 16095"/>
                    <a:gd name="T78" fmla="*/ 12958 w 16095"/>
                    <a:gd name="T79" fmla="*/ 16081 h 16095"/>
                    <a:gd name="T80" fmla="*/ 13077 w 16095"/>
                    <a:gd name="T81" fmla="*/ 16095 h 16095"/>
                    <a:gd name="T82" fmla="*/ 13157 w 16095"/>
                    <a:gd name="T83" fmla="*/ 16089 h 16095"/>
                    <a:gd name="T84" fmla="*/ 13234 w 16095"/>
                    <a:gd name="T85" fmla="*/ 16070 h 16095"/>
                    <a:gd name="T86" fmla="*/ 13309 w 16095"/>
                    <a:gd name="T87" fmla="*/ 16038 h 16095"/>
                    <a:gd name="T88" fmla="*/ 13415 w 16095"/>
                    <a:gd name="T89" fmla="*/ 15964 h 16095"/>
                    <a:gd name="T90" fmla="*/ 13504 w 16095"/>
                    <a:gd name="T91" fmla="*/ 15858 h 16095"/>
                    <a:gd name="T92" fmla="*/ 13561 w 16095"/>
                    <a:gd name="T93" fmla="*/ 15730 h 16095"/>
                    <a:gd name="T94" fmla="*/ 16093 w 16095"/>
                    <a:gd name="T95" fmla="*/ 548 h 16095"/>
                    <a:gd name="T96" fmla="*/ 16093 w 16095"/>
                    <a:gd name="T97" fmla="*/ 457 h 16095"/>
                    <a:gd name="T98" fmla="*/ 16076 w 16095"/>
                    <a:gd name="T99" fmla="*/ 367 h 16095"/>
                    <a:gd name="T100" fmla="*/ 16045 w 16095"/>
                    <a:gd name="T101" fmla="*/ 284 h 16095"/>
                    <a:gd name="T102" fmla="*/ 15997 w 16095"/>
                    <a:gd name="T103" fmla="*/ 206 h 16095"/>
                    <a:gd name="T104" fmla="*/ 15938 w 16095"/>
                    <a:gd name="T105" fmla="*/ 138 h 16095"/>
                    <a:gd name="T106" fmla="*/ 15865 w 16095"/>
                    <a:gd name="T107" fmla="*/ 80 h 160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6095" h="16095">
                      <a:moveTo>
                        <a:pt x="12684" y="14892"/>
                      </a:moveTo>
                      <a:lnTo>
                        <a:pt x="8388" y="13174"/>
                      </a:lnTo>
                      <a:lnTo>
                        <a:pt x="8368" y="13167"/>
                      </a:lnTo>
                      <a:lnTo>
                        <a:pt x="8349" y="13161"/>
                      </a:lnTo>
                      <a:lnTo>
                        <a:pt x="8330" y="13155"/>
                      </a:lnTo>
                      <a:lnTo>
                        <a:pt x="8310" y="13149"/>
                      </a:lnTo>
                      <a:lnTo>
                        <a:pt x="8271" y="13140"/>
                      </a:lnTo>
                      <a:lnTo>
                        <a:pt x="8232" y="13132"/>
                      </a:lnTo>
                      <a:lnTo>
                        <a:pt x="8192" y="13125"/>
                      </a:lnTo>
                      <a:lnTo>
                        <a:pt x="8153" y="13120"/>
                      </a:lnTo>
                      <a:lnTo>
                        <a:pt x="8114" y="13117"/>
                      </a:lnTo>
                      <a:lnTo>
                        <a:pt x="8074" y="13114"/>
                      </a:lnTo>
                      <a:lnTo>
                        <a:pt x="14689" y="2860"/>
                      </a:lnTo>
                      <a:lnTo>
                        <a:pt x="12684" y="14892"/>
                      </a:lnTo>
                      <a:close/>
                      <a:moveTo>
                        <a:pt x="5125" y="12104"/>
                      </a:moveTo>
                      <a:lnTo>
                        <a:pt x="5123" y="12102"/>
                      </a:lnTo>
                      <a:lnTo>
                        <a:pt x="5121" y="12099"/>
                      </a:lnTo>
                      <a:lnTo>
                        <a:pt x="14648" y="1902"/>
                      </a:lnTo>
                      <a:lnTo>
                        <a:pt x="6527" y="14558"/>
                      </a:lnTo>
                      <a:lnTo>
                        <a:pt x="5125" y="12104"/>
                      </a:lnTo>
                      <a:close/>
                      <a:moveTo>
                        <a:pt x="1577" y="10451"/>
                      </a:moveTo>
                      <a:lnTo>
                        <a:pt x="13234" y="2679"/>
                      </a:lnTo>
                      <a:lnTo>
                        <a:pt x="4759" y="11751"/>
                      </a:lnTo>
                      <a:lnTo>
                        <a:pt x="4726" y="11729"/>
                      </a:lnTo>
                      <a:lnTo>
                        <a:pt x="4694" y="11707"/>
                      </a:lnTo>
                      <a:lnTo>
                        <a:pt x="4678" y="11697"/>
                      </a:lnTo>
                      <a:lnTo>
                        <a:pt x="4661" y="11687"/>
                      </a:lnTo>
                      <a:lnTo>
                        <a:pt x="4643" y="11677"/>
                      </a:lnTo>
                      <a:lnTo>
                        <a:pt x="4625" y="11669"/>
                      </a:lnTo>
                      <a:lnTo>
                        <a:pt x="1577" y="10451"/>
                      </a:lnTo>
                      <a:close/>
                      <a:moveTo>
                        <a:pt x="15865" y="80"/>
                      </a:moveTo>
                      <a:lnTo>
                        <a:pt x="15850" y="70"/>
                      </a:lnTo>
                      <a:lnTo>
                        <a:pt x="15833" y="61"/>
                      </a:lnTo>
                      <a:lnTo>
                        <a:pt x="15817" y="53"/>
                      </a:lnTo>
                      <a:lnTo>
                        <a:pt x="15800" y="45"/>
                      </a:lnTo>
                      <a:lnTo>
                        <a:pt x="15784" y="38"/>
                      </a:lnTo>
                      <a:lnTo>
                        <a:pt x="15767" y="31"/>
                      </a:lnTo>
                      <a:lnTo>
                        <a:pt x="15750" y="25"/>
                      </a:lnTo>
                      <a:lnTo>
                        <a:pt x="15733" y="20"/>
                      </a:lnTo>
                      <a:lnTo>
                        <a:pt x="15716" y="15"/>
                      </a:lnTo>
                      <a:lnTo>
                        <a:pt x="15698" y="11"/>
                      </a:lnTo>
                      <a:lnTo>
                        <a:pt x="15681" y="8"/>
                      </a:lnTo>
                      <a:lnTo>
                        <a:pt x="15662" y="5"/>
                      </a:lnTo>
                      <a:lnTo>
                        <a:pt x="15645" y="3"/>
                      </a:lnTo>
                      <a:lnTo>
                        <a:pt x="15627" y="1"/>
                      </a:lnTo>
                      <a:lnTo>
                        <a:pt x="15609" y="0"/>
                      </a:lnTo>
                      <a:lnTo>
                        <a:pt x="15592" y="0"/>
                      </a:lnTo>
                      <a:lnTo>
                        <a:pt x="15574" y="0"/>
                      </a:lnTo>
                      <a:lnTo>
                        <a:pt x="15556" y="1"/>
                      </a:lnTo>
                      <a:lnTo>
                        <a:pt x="15537" y="3"/>
                      </a:lnTo>
                      <a:lnTo>
                        <a:pt x="15520" y="5"/>
                      </a:lnTo>
                      <a:lnTo>
                        <a:pt x="15501" y="8"/>
                      </a:lnTo>
                      <a:lnTo>
                        <a:pt x="15483" y="12"/>
                      </a:lnTo>
                      <a:lnTo>
                        <a:pt x="15465" y="16"/>
                      </a:lnTo>
                      <a:lnTo>
                        <a:pt x="15448" y="21"/>
                      </a:lnTo>
                      <a:lnTo>
                        <a:pt x="15430" y="26"/>
                      </a:lnTo>
                      <a:lnTo>
                        <a:pt x="15413" y="32"/>
                      </a:lnTo>
                      <a:lnTo>
                        <a:pt x="15396" y="39"/>
                      </a:lnTo>
                      <a:lnTo>
                        <a:pt x="15379" y="47"/>
                      </a:lnTo>
                      <a:lnTo>
                        <a:pt x="15362" y="55"/>
                      </a:lnTo>
                      <a:lnTo>
                        <a:pt x="15346" y="64"/>
                      </a:lnTo>
                      <a:lnTo>
                        <a:pt x="15329" y="74"/>
                      </a:lnTo>
                      <a:lnTo>
                        <a:pt x="15313" y="84"/>
                      </a:lnTo>
                      <a:lnTo>
                        <a:pt x="224" y="10144"/>
                      </a:lnTo>
                      <a:lnTo>
                        <a:pt x="210" y="10154"/>
                      </a:lnTo>
                      <a:lnTo>
                        <a:pt x="196" y="10164"/>
                      </a:lnTo>
                      <a:lnTo>
                        <a:pt x="182" y="10175"/>
                      </a:lnTo>
                      <a:lnTo>
                        <a:pt x="169" y="10186"/>
                      </a:lnTo>
                      <a:lnTo>
                        <a:pt x="157" y="10197"/>
                      </a:lnTo>
                      <a:lnTo>
                        <a:pt x="145" y="10209"/>
                      </a:lnTo>
                      <a:lnTo>
                        <a:pt x="133" y="10222"/>
                      </a:lnTo>
                      <a:lnTo>
                        <a:pt x="122" y="10234"/>
                      </a:lnTo>
                      <a:lnTo>
                        <a:pt x="111" y="10247"/>
                      </a:lnTo>
                      <a:lnTo>
                        <a:pt x="100" y="10262"/>
                      </a:lnTo>
                      <a:lnTo>
                        <a:pt x="91" y="10275"/>
                      </a:lnTo>
                      <a:lnTo>
                        <a:pt x="80" y="10289"/>
                      </a:lnTo>
                      <a:lnTo>
                        <a:pt x="71" y="10304"/>
                      </a:lnTo>
                      <a:lnTo>
                        <a:pt x="63" y="10318"/>
                      </a:lnTo>
                      <a:lnTo>
                        <a:pt x="55" y="10333"/>
                      </a:lnTo>
                      <a:lnTo>
                        <a:pt x="48" y="10348"/>
                      </a:lnTo>
                      <a:lnTo>
                        <a:pt x="41" y="10363"/>
                      </a:lnTo>
                      <a:lnTo>
                        <a:pt x="34" y="10379"/>
                      </a:lnTo>
                      <a:lnTo>
                        <a:pt x="29" y="10395"/>
                      </a:lnTo>
                      <a:lnTo>
                        <a:pt x="23" y="10411"/>
                      </a:lnTo>
                      <a:lnTo>
                        <a:pt x="18" y="10428"/>
                      </a:lnTo>
                      <a:lnTo>
                        <a:pt x="14" y="10444"/>
                      </a:lnTo>
                      <a:lnTo>
                        <a:pt x="10" y="10460"/>
                      </a:lnTo>
                      <a:lnTo>
                        <a:pt x="7" y="10477"/>
                      </a:lnTo>
                      <a:lnTo>
                        <a:pt x="5" y="10494"/>
                      </a:lnTo>
                      <a:lnTo>
                        <a:pt x="3" y="10511"/>
                      </a:lnTo>
                      <a:lnTo>
                        <a:pt x="1" y="10528"/>
                      </a:lnTo>
                      <a:lnTo>
                        <a:pt x="0" y="10545"/>
                      </a:lnTo>
                      <a:lnTo>
                        <a:pt x="0" y="10562"/>
                      </a:lnTo>
                      <a:lnTo>
                        <a:pt x="0" y="10579"/>
                      </a:lnTo>
                      <a:lnTo>
                        <a:pt x="1" y="10597"/>
                      </a:lnTo>
                      <a:lnTo>
                        <a:pt x="3" y="10614"/>
                      </a:lnTo>
                      <a:lnTo>
                        <a:pt x="5" y="10632"/>
                      </a:lnTo>
                      <a:lnTo>
                        <a:pt x="8" y="10649"/>
                      </a:lnTo>
                      <a:lnTo>
                        <a:pt x="11" y="10666"/>
                      </a:lnTo>
                      <a:lnTo>
                        <a:pt x="15" y="10682"/>
                      </a:lnTo>
                      <a:lnTo>
                        <a:pt x="19" y="10699"/>
                      </a:lnTo>
                      <a:lnTo>
                        <a:pt x="24" y="10715"/>
                      </a:lnTo>
                      <a:lnTo>
                        <a:pt x="29" y="10731"/>
                      </a:lnTo>
                      <a:lnTo>
                        <a:pt x="35" y="10747"/>
                      </a:lnTo>
                      <a:lnTo>
                        <a:pt x="42" y="10764"/>
                      </a:lnTo>
                      <a:lnTo>
                        <a:pt x="49" y="10779"/>
                      </a:lnTo>
                      <a:lnTo>
                        <a:pt x="56" y="10794"/>
                      </a:lnTo>
                      <a:lnTo>
                        <a:pt x="64" y="10809"/>
                      </a:lnTo>
                      <a:lnTo>
                        <a:pt x="73" y="10824"/>
                      </a:lnTo>
                      <a:lnTo>
                        <a:pt x="82" y="10838"/>
                      </a:lnTo>
                      <a:lnTo>
                        <a:pt x="92" y="10852"/>
                      </a:lnTo>
                      <a:lnTo>
                        <a:pt x="102" y="10865"/>
                      </a:lnTo>
                      <a:lnTo>
                        <a:pt x="112" y="10878"/>
                      </a:lnTo>
                      <a:lnTo>
                        <a:pt x="123" y="10891"/>
                      </a:lnTo>
                      <a:lnTo>
                        <a:pt x="134" y="10904"/>
                      </a:lnTo>
                      <a:lnTo>
                        <a:pt x="146" y="10916"/>
                      </a:lnTo>
                      <a:lnTo>
                        <a:pt x="158" y="10929"/>
                      </a:lnTo>
                      <a:lnTo>
                        <a:pt x="171" y="10940"/>
                      </a:lnTo>
                      <a:lnTo>
                        <a:pt x="183" y="10951"/>
                      </a:lnTo>
                      <a:lnTo>
                        <a:pt x="197" y="10961"/>
                      </a:lnTo>
                      <a:lnTo>
                        <a:pt x="210" y="10972"/>
                      </a:lnTo>
                      <a:lnTo>
                        <a:pt x="224" y="10981"/>
                      </a:lnTo>
                      <a:lnTo>
                        <a:pt x="239" y="10990"/>
                      </a:lnTo>
                      <a:lnTo>
                        <a:pt x="253" y="10999"/>
                      </a:lnTo>
                      <a:lnTo>
                        <a:pt x="269" y="11007"/>
                      </a:lnTo>
                      <a:lnTo>
                        <a:pt x="285" y="11015"/>
                      </a:lnTo>
                      <a:lnTo>
                        <a:pt x="300" y="11022"/>
                      </a:lnTo>
                      <a:lnTo>
                        <a:pt x="316" y="11029"/>
                      </a:lnTo>
                      <a:lnTo>
                        <a:pt x="4251" y="12603"/>
                      </a:lnTo>
                      <a:lnTo>
                        <a:pt x="6102" y="15842"/>
                      </a:lnTo>
                      <a:lnTo>
                        <a:pt x="6110" y="15856"/>
                      </a:lnTo>
                      <a:lnTo>
                        <a:pt x="6119" y="15870"/>
                      </a:lnTo>
                      <a:lnTo>
                        <a:pt x="6128" y="15884"/>
                      </a:lnTo>
                      <a:lnTo>
                        <a:pt x="6138" y="15897"/>
                      </a:lnTo>
                      <a:lnTo>
                        <a:pt x="6148" y="15910"/>
                      </a:lnTo>
                      <a:lnTo>
                        <a:pt x="6159" y="15922"/>
                      </a:lnTo>
                      <a:lnTo>
                        <a:pt x="6170" y="15934"/>
                      </a:lnTo>
                      <a:lnTo>
                        <a:pt x="6181" y="15946"/>
                      </a:lnTo>
                      <a:lnTo>
                        <a:pt x="6194" y="15957"/>
                      </a:lnTo>
                      <a:lnTo>
                        <a:pt x="6206" y="15968"/>
                      </a:lnTo>
                      <a:lnTo>
                        <a:pt x="6218" y="15979"/>
                      </a:lnTo>
                      <a:lnTo>
                        <a:pt x="6230" y="15989"/>
                      </a:lnTo>
                      <a:lnTo>
                        <a:pt x="6243" y="15999"/>
                      </a:lnTo>
                      <a:lnTo>
                        <a:pt x="6257" y="16008"/>
                      </a:lnTo>
                      <a:lnTo>
                        <a:pt x="6270" y="16018"/>
                      </a:lnTo>
                      <a:lnTo>
                        <a:pt x="6284" y="16026"/>
                      </a:lnTo>
                      <a:lnTo>
                        <a:pt x="6298" y="16034"/>
                      </a:lnTo>
                      <a:lnTo>
                        <a:pt x="6312" y="16041"/>
                      </a:lnTo>
                      <a:lnTo>
                        <a:pt x="6326" y="16048"/>
                      </a:lnTo>
                      <a:lnTo>
                        <a:pt x="6341" y="16055"/>
                      </a:lnTo>
                      <a:lnTo>
                        <a:pt x="6357" y="16061"/>
                      </a:lnTo>
                      <a:lnTo>
                        <a:pt x="6372" y="16067"/>
                      </a:lnTo>
                      <a:lnTo>
                        <a:pt x="6388" y="16072"/>
                      </a:lnTo>
                      <a:lnTo>
                        <a:pt x="6403" y="16076"/>
                      </a:lnTo>
                      <a:lnTo>
                        <a:pt x="6419" y="16081"/>
                      </a:lnTo>
                      <a:lnTo>
                        <a:pt x="6435" y="16084"/>
                      </a:lnTo>
                      <a:lnTo>
                        <a:pt x="6451" y="16087"/>
                      </a:lnTo>
                      <a:lnTo>
                        <a:pt x="6467" y="16090"/>
                      </a:lnTo>
                      <a:lnTo>
                        <a:pt x="6483" y="16092"/>
                      </a:lnTo>
                      <a:lnTo>
                        <a:pt x="6499" y="16093"/>
                      </a:lnTo>
                      <a:lnTo>
                        <a:pt x="6516" y="16094"/>
                      </a:lnTo>
                      <a:lnTo>
                        <a:pt x="6533" y="16095"/>
                      </a:lnTo>
                      <a:lnTo>
                        <a:pt x="6539" y="16095"/>
                      </a:lnTo>
                      <a:lnTo>
                        <a:pt x="6555" y="16095"/>
                      </a:lnTo>
                      <a:lnTo>
                        <a:pt x="6572" y="16094"/>
                      </a:lnTo>
                      <a:lnTo>
                        <a:pt x="6588" y="16093"/>
                      </a:lnTo>
                      <a:lnTo>
                        <a:pt x="6604" y="16091"/>
                      </a:lnTo>
                      <a:lnTo>
                        <a:pt x="6620" y="16088"/>
                      </a:lnTo>
                      <a:lnTo>
                        <a:pt x="6636" y="16085"/>
                      </a:lnTo>
                      <a:lnTo>
                        <a:pt x="6652" y="16082"/>
                      </a:lnTo>
                      <a:lnTo>
                        <a:pt x="6667" y="16078"/>
                      </a:lnTo>
                      <a:lnTo>
                        <a:pt x="6683" y="16074"/>
                      </a:lnTo>
                      <a:lnTo>
                        <a:pt x="6699" y="16069"/>
                      </a:lnTo>
                      <a:lnTo>
                        <a:pt x="6714" y="16063"/>
                      </a:lnTo>
                      <a:lnTo>
                        <a:pt x="6729" y="16058"/>
                      </a:lnTo>
                      <a:lnTo>
                        <a:pt x="6743" y="16051"/>
                      </a:lnTo>
                      <a:lnTo>
                        <a:pt x="6758" y="16045"/>
                      </a:lnTo>
                      <a:lnTo>
                        <a:pt x="6772" y="16037"/>
                      </a:lnTo>
                      <a:lnTo>
                        <a:pt x="6786" y="16030"/>
                      </a:lnTo>
                      <a:lnTo>
                        <a:pt x="6800" y="16022"/>
                      </a:lnTo>
                      <a:lnTo>
                        <a:pt x="6813" y="16013"/>
                      </a:lnTo>
                      <a:lnTo>
                        <a:pt x="6827" y="16003"/>
                      </a:lnTo>
                      <a:lnTo>
                        <a:pt x="6840" y="15994"/>
                      </a:lnTo>
                      <a:lnTo>
                        <a:pt x="6852" y="15984"/>
                      </a:lnTo>
                      <a:lnTo>
                        <a:pt x="6866" y="15974"/>
                      </a:lnTo>
                      <a:lnTo>
                        <a:pt x="6878" y="15963"/>
                      </a:lnTo>
                      <a:lnTo>
                        <a:pt x="6889" y="15952"/>
                      </a:lnTo>
                      <a:lnTo>
                        <a:pt x="6901" y="15941"/>
                      </a:lnTo>
                      <a:lnTo>
                        <a:pt x="6912" y="15929"/>
                      </a:lnTo>
                      <a:lnTo>
                        <a:pt x="6922" y="15917"/>
                      </a:lnTo>
                      <a:lnTo>
                        <a:pt x="6933" y="15904"/>
                      </a:lnTo>
                      <a:lnTo>
                        <a:pt x="6943" y="15891"/>
                      </a:lnTo>
                      <a:lnTo>
                        <a:pt x="6952" y="15878"/>
                      </a:lnTo>
                      <a:lnTo>
                        <a:pt x="6961" y="15864"/>
                      </a:lnTo>
                      <a:lnTo>
                        <a:pt x="6970" y="15851"/>
                      </a:lnTo>
                      <a:lnTo>
                        <a:pt x="8014" y="14108"/>
                      </a:lnTo>
                      <a:lnTo>
                        <a:pt x="12890" y="16059"/>
                      </a:lnTo>
                      <a:lnTo>
                        <a:pt x="12913" y="16067"/>
                      </a:lnTo>
                      <a:lnTo>
                        <a:pt x="12936" y="16074"/>
                      </a:lnTo>
                      <a:lnTo>
                        <a:pt x="12958" y="16081"/>
                      </a:lnTo>
                      <a:lnTo>
                        <a:pt x="12983" y="16086"/>
                      </a:lnTo>
                      <a:lnTo>
                        <a:pt x="13006" y="16090"/>
                      </a:lnTo>
                      <a:lnTo>
                        <a:pt x="13030" y="16093"/>
                      </a:lnTo>
                      <a:lnTo>
                        <a:pt x="13053" y="16094"/>
                      </a:lnTo>
                      <a:lnTo>
                        <a:pt x="13077" y="16095"/>
                      </a:lnTo>
                      <a:lnTo>
                        <a:pt x="13093" y="16095"/>
                      </a:lnTo>
                      <a:lnTo>
                        <a:pt x="13109" y="16094"/>
                      </a:lnTo>
                      <a:lnTo>
                        <a:pt x="13124" y="16093"/>
                      </a:lnTo>
                      <a:lnTo>
                        <a:pt x="13141" y="16091"/>
                      </a:lnTo>
                      <a:lnTo>
                        <a:pt x="13157" y="16089"/>
                      </a:lnTo>
                      <a:lnTo>
                        <a:pt x="13173" y="16086"/>
                      </a:lnTo>
                      <a:lnTo>
                        <a:pt x="13188" y="16083"/>
                      </a:lnTo>
                      <a:lnTo>
                        <a:pt x="13204" y="16079"/>
                      </a:lnTo>
                      <a:lnTo>
                        <a:pt x="13219" y="16075"/>
                      </a:lnTo>
                      <a:lnTo>
                        <a:pt x="13234" y="16070"/>
                      </a:lnTo>
                      <a:lnTo>
                        <a:pt x="13250" y="16064"/>
                      </a:lnTo>
                      <a:lnTo>
                        <a:pt x="13265" y="16059"/>
                      </a:lnTo>
                      <a:lnTo>
                        <a:pt x="13279" y="16052"/>
                      </a:lnTo>
                      <a:lnTo>
                        <a:pt x="13294" y="16046"/>
                      </a:lnTo>
                      <a:lnTo>
                        <a:pt x="13309" y="16038"/>
                      </a:lnTo>
                      <a:lnTo>
                        <a:pt x="13324" y="16031"/>
                      </a:lnTo>
                      <a:lnTo>
                        <a:pt x="13348" y="16016"/>
                      </a:lnTo>
                      <a:lnTo>
                        <a:pt x="13371" y="15999"/>
                      </a:lnTo>
                      <a:lnTo>
                        <a:pt x="13394" y="15982"/>
                      </a:lnTo>
                      <a:lnTo>
                        <a:pt x="13415" y="15964"/>
                      </a:lnTo>
                      <a:lnTo>
                        <a:pt x="13435" y="15945"/>
                      </a:lnTo>
                      <a:lnTo>
                        <a:pt x="13454" y="15924"/>
                      </a:lnTo>
                      <a:lnTo>
                        <a:pt x="13473" y="15903"/>
                      </a:lnTo>
                      <a:lnTo>
                        <a:pt x="13489" y="15881"/>
                      </a:lnTo>
                      <a:lnTo>
                        <a:pt x="13504" y="15858"/>
                      </a:lnTo>
                      <a:lnTo>
                        <a:pt x="13518" y="15833"/>
                      </a:lnTo>
                      <a:lnTo>
                        <a:pt x="13531" y="15808"/>
                      </a:lnTo>
                      <a:lnTo>
                        <a:pt x="13542" y="15783"/>
                      </a:lnTo>
                      <a:lnTo>
                        <a:pt x="13552" y="15757"/>
                      </a:lnTo>
                      <a:lnTo>
                        <a:pt x="13561" y="15730"/>
                      </a:lnTo>
                      <a:lnTo>
                        <a:pt x="13568" y="15703"/>
                      </a:lnTo>
                      <a:lnTo>
                        <a:pt x="13573" y="15675"/>
                      </a:lnTo>
                      <a:lnTo>
                        <a:pt x="16088" y="585"/>
                      </a:lnTo>
                      <a:lnTo>
                        <a:pt x="16091" y="567"/>
                      </a:lnTo>
                      <a:lnTo>
                        <a:pt x="16093" y="548"/>
                      </a:lnTo>
                      <a:lnTo>
                        <a:pt x="16094" y="530"/>
                      </a:lnTo>
                      <a:lnTo>
                        <a:pt x="16095" y="512"/>
                      </a:lnTo>
                      <a:lnTo>
                        <a:pt x="16095" y="493"/>
                      </a:lnTo>
                      <a:lnTo>
                        <a:pt x="16094" y="475"/>
                      </a:lnTo>
                      <a:lnTo>
                        <a:pt x="16093" y="457"/>
                      </a:lnTo>
                      <a:lnTo>
                        <a:pt x="16091" y="439"/>
                      </a:lnTo>
                      <a:lnTo>
                        <a:pt x="16088" y="420"/>
                      </a:lnTo>
                      <a:lnTo>
                        <a:pt x="16085" y="402"/>
                      </a:lnTo>
                      <a:lnTo>
                        <a:pt x="16081" y="385"/>
                      </a:lnTo>
                      <a:lnTo>
                        <a:pt x="16076" y="367"/>
                      </a:lnTo>
                      <a:lnTo>
                        <a:pt x="16071" y="350"/>
                      </a:lnTo>
                      <a:lnTo>
                        <a:pt x="16066" y="333"/>
                      </a:lnTo>
                      <a:lnTo>
                        <a:pt x="16059" y="317"/>
                      </a:lnTo>
                      <a:lnTo>
                        <a:pt x="16052" y="300"/>
                      </a:lnTo>
                      <a:lnTo>
                        <a:pt x="16045" y="284"/>
                      </a:lnTo>
                      <a:lnTo>
                        <a:pt x="16037" y="268"/>
                      </a:lnTo>
                      <a:lnTo>
                        <a:pt x="16028" y="251"/>
                      </a:lnTo>
                      <a:lnTo>
                        <a:pt x="16019" y="236"/>
                      </a:lnTo>
                      <a:lnTo>
                        <a:pt x="16008" y="221"/>
                      </a:lnTo>
                      <a:lnTo>
                        <a:pt x="15997" y="206"/>
                      </a:lnTo>
                      <a:lnTo>
                        <a:pt x="15987" y="192"/>
                      </a:lnTo>
                      <a:lnTo>
                        <a:pt x="15975" y="178"/>
                      </a:lnTo>
                      <a:lnTo>
                        <a:pt x="15963" y="164"/>
                      </a:lnTo>
                      <a:lnTo>
                        <a:pt x="15951" y="151"/>
                      </a:lnTo>
                      <a:lnTo>
                        <a:pt x="15938" y="138"/>
                      </a:lnTo>
                      <a:lnTo>
                        <a:pt x="15924" y="126"/>
                      </a:lnTo>
                      <a:lnTo>
                        <a:pt x="15910" y="114"/>
                      </a:lnTo>
                      <a:lnTo>
                        <a:pt x="15896" y="102"/>
                      </a:lnTo>
                      <a:lnTo>
                        <a:pt x="15881" y="92"/>
                      </a:lnTo>
                      <a:lnTo>
                        <a:pt x="15865" y="8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/>
                </a:p>
              </p:txBody>
            </p:sp>
          </p:grpSp>
          <p:grpSp>
            <p:nvGrpSpPr>
              <p:cNvPr id="25" name="组合 24"/>
              <p:cNvGrpSpPr/>
              <p:nvPr/>
            </p:nvGrpSpPr>
            <p:grpSpPr>
              <a:xfrm>
                <a:off x="2623817" y="2264350"/>
                <a:ext cx="8100000" cy="1080000"/>
                <a:chOff x="3078098" y="2344298"/>
                <a:chExt cx="8435726" cy="1080000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3233824" y="2344298"/>
                  <a:ext cx="8280000" cy="1080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marL="288290" indent="-172720">
                    <a:lnSpc>
                      <a:spcPct val="120000"/>
                    </a:lnSpc>
                    <a:spcAft>
                      <a:spcPts val="600"/>
                    </a:spcAft>
                    <a:buSzPct val="25000"/>
                  </a:pPr>
                  <a:r>
                    <a:rPr lang="en-US" altLang="zh-CN" sz="1400" b="1" dirty="0">
                      <a:solidFill>
                        <a:schemeClr val="tx1"/>
                      </a:solidFill>
                      <a:latin typeface="+mj-lt"/>
                      <a:ea typeface="Open Sans" panose="020B0606030504020204" pitchFamily="34" charset="0"/>
                      <a:cs typeface="Segoe UI" panose="020B0502040204020203" pitchFamily="34" charset="0"/>
                    </a:rPr>
                    <a:t>Text Here-14pt</a:t>
                  </a:r>
                  <a:endParaRPr lang="en-US" altLang="zh-CN" sz="1400" b="1" dirty="0">
                    <a:solidFill>
                      <a:schemeClr val="tx1"/>
                    </a:solidFill>
                    <a:latin typeface="+mj-lt"/>
                    <a:ea typeface="Open Sans" panose="020B0606030504020204" pitchFamily="34" charset="0"/>
                    <a:cs typeface="Segoe UI" panose="020B0502040204020203" pitchFamily="34" charset="0"/>
                  </a:endParaRPr>
                </a:p>
                <a:p>
                  <a:pPr marL="288290" indent="-172720">
                    <a:lnSpc>
                      <a:spcPct val="120000"/>
                    </a:lnSpc>
                    <a:spcAft>
                      <a:spcPts val="600"/>
                    </a:spcAft>
                    <a:buSzPct val="100000"/>
                    <a:buFont typeface="Arial" panose="020B0604020202020204" pitchFamily="34" charset="0"/>
                    <a:buChar char="•"/>
                    <a:defRPr/>
                  </a:pPr>
                  <a:r>
                    <a:rPr lang="en-US" altLang="zh-CN" sz="1200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Unified fonts make reading more </a:t>
                  </a:r>
                  <a:r>
                    <a:rPr lang="en-US" altLang="zh-CN" sz="1200" dirty="0" err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fluent.Copy</a:t>
                  </a:r>
                  <a:r>
                    <a:rPr lang="en-US" altLang="zh-CN" sz="1200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 paste fonts. Choose the only </a:t>
                  </a:r>
                  <a:r>
                    <a:rPr lang="en-US" altLang="zh-CN" sz="1200" dirty="0" err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optio</a:t>
                  </a:r>
                  <a:r>
                    <a:rPr lang="en-US" altLang="zh-CN" sz="1200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 to retain text.-12pt</a:t>
                  </a:r>
                  <a:endPara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endParaRPr>
                </a:p>
                <a:p>
                  <a:pPr marL="288290" indent="-172720">
                    <a:lnSpc>
                      <a:spcPct val="120000"/>
                    </a:lnSpc>
                    <a:spcAft>
                      <a:spcPts val="600"/>
                    </a:spcAft>
                    <a:buSzPct val="100000"/>
                    <a:buFont typeface="Arial" panose="020B0604020202020204" pitchFamily="34" charset="0"/>
                    <a:buChar char="•"/>
                    <a:defRPr/>
                  </a:pPr>
                  <a:r>
                    <a:rPr lang="en-US" altLang="zh-CN" sz="1200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Copy paste  fonts. Choose the only option to retain text. </a:t>
                  </a:r>
                  <a:endPara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  <p:sp>
              <p:nvSpPr>
                <p:cNvPr id="23" name="等腰三角形 22"/>
                <p:cNvSpPr/>
                <p:nvPr/>
              </p:nvSpPr>
              <p:spPr>
                <a:xfrm rot="16200000" flipH="1">
                  <a:off x="3001049" y="2778224"/>
                  <a:ext cx="366246" cy="212148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2616200" y="4927600"/>
                <a:ext cx="8100000" cy="1080000"/>
                <a:chOff x="3078098" y="2344298"/>
                <a:chExt cx="8435726" cy="1080000"/>
              </a:xfrm>
            </p:grpSpPr>
            <p:sp>
              <p:nvSpPr>
                <p:cNvPr id="51" name="矩形 50"/>
                <p:cNvSpPr/>
                <p:nvPr/>
              </p:nvSpPr>
              <p:spPr>
                <a:xfrm>
                  <a:off x="3233824" y="2344298"/>
                  <a:ext cx="8280000" cy="1080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marL="288290" indent="-172720">
                    <a:lnSpc>
                      <a:spcPct val="120000"/>
                    </a:lnSpc>
                    <a:spcAft>
                      <a:spcPts val="600"/>
                    </a:spcAft>
                    <a:buSzPct val="25000"/>
                  </a:pPr>
                  <a:r>
                    <a:rPr lang="en-US" altLang="zh-CN" sz="1400" b="1" dirty="0">
                      <a:solidFill>
                        <a:schemeClr val="tx1"/>
                      </a:solidFill>
                      <a:latin typeface="+mj-lt"/>
                      <a:ea typeface="Open Sans" panose="020B0606030504020204" pitchFamily="34" charset="0"/>
                      <a:cs typeface="Segoe UI" panose="020B0502040204020203" pitchFamily="34" charset="0"/>
                    </a:rPr>
                    <a:t>Text Here-14pt</a:t>
                  </a:r>
                  <a:endParaRPr lang="en-US" altLang="zh-CN" sz="1400" b="1" dirty="0">
                    <a:solidFill>
                      <a:schemeClr val="tx1"/>
                    </a:solidFill>
                    <a:latin typeface="+mj-lt"/>
                    <a:ea typeface="Open Sans" panose="020B0606030504020204" pitchFamily="34" charset="0"/>
                    <a:cs typeface="Segoe UI" panose="020B0502040204020203" pitchFamily="34" charset="0"/>
                  </a:endParaRPr>
                </a:p>
                <a:p>
                  <a:pPr marL="288290" indent="-172720">
                    <a:lnSpc>
                      <a:spcPct val="120000"/>
                    </a:lnSpc>
                    <a:spcAft>
                      <a:spcPts val="600"/>
                    </a:spcAft>
                    <a:buSzPct val="100000"/>
                    <a:buFont typeface="Arial" panose="020B0604020202020204" pitchFamily="34" charset="0"/>
                    <a:buChar char="•"/>
                    <a:defRPr/>
                  </a:pPr>
                  <a:r>
                    <a:rPr lang="en-US" altLang="zh-CN" sz="1200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Unified fonts make reading more </a:t>
                  </a:r>
                  <a:r>
                    <a:rPr lang="en-US" altLang="zh-CN" sz="1200" dirty="0" err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fluent.Copy</a:t>
                  </a:r>
                  <a:r>
                    <a:rPr lang="en-US" altLang="zh-CN" sz="1200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 paste fonts. Choose the only </a:t>
                  </a:r>
                  <a:r>
                    <a:rPr lang="en-US" altLang="zh-CN" sz="1200" dirty="0" err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optio</a:t>
                  </a:r>
                  <a:r>
                    <a:rPr lang="en-US" altLang="zh-CN" sz="1200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 to retain text.-12pt</a:t>
                  </a:r>
                  <a:endPara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endParaRPr>
                </a:p>
                <a:p>
                  <a:pPr marL="288290" indent="-172720">
                    <a:lnSpc>
                      <a:spcPct val="120000"/>
                    </a:lnSpc>
                    <a:spcAft>
                      <a:spcPts val="600"/>
                    </a:spcAft>
                    <a:buSzPct val="100000"/>
                    <a:buFont typeface="Arial" panose="020B0604020202020204" pitchFamily="34" charset="0"/>
                    <a:buChar char="•"/>
                    <a:defRPr/>
                  </a:pPr>
                  <a:r>
                    <a:rPr lang="en-US" altLang="zh-CN" sz="1200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Copy paste  fonts. Choose the only option to retain text. </a:t>
                  </a:r>
                  <a:endPara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  <p:sp>
              <p:nvSpPr>
                <p:cNvPr id="52" name="等腰三角形 51"/>
                <p:cNvSpPr/>
                <p:nvPr/>
              </p:nvSpPr>
              <p:spPr>
                <a:xfrm rot="16200000" flipH="1">
                  <a:off x="3001049" y="2778224"/>
                  <a:ext cx="366246" cy="212148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0" name="组合 39"/>
              <p:cNvGrpSpPr/>
              <p:nvPr/>
            </p:nvGrpSpPr>
            <p:grpSpPr>
              <a:xfrm>
                <a:off x="3136900" y="3619500"/>
                <a:ext cx="8100000" cy="1080000"/>
                <a:chOff x="3078098" y="2344298"/>
                <a:chExt cx="8435726" cy="1080000"/>
              </a:xfrm>
            </p:grpSpPr>
            <p:sp>
              <p:nvSpPr>
                <p:cNvPr id="47" name="矩形 46"/>
                <p:cNvSpPr/>
                <p:nvPr/>
              </p:nvSpPr>
              <p:spPr>
                <a:xfrm>
                  <a:off x="3233824" y="2344298"/>
                  <a:ext cx="8280000" cy="1080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marL="288290" indent="-172720">
                    <a:lnSpc>
                      <a:spcPct val="120000"/>
                    </a:lnSpc>
                    <a:spcAft>
                      <a:spcPts val="600"/>
                    </a:spcAft>
                    <a:buSzPct val="25000"/>
                  </a:pPr>
                  <a:r>
                    <a:rPr lang="en-US" altLang="zh-CN" sz="1400" b="1" dirty="0">
                      <a:solidFill>
                        <a:schemeClr val="tx1"/>
                      </a:solidFill>
                      <a:latin typeface="+mj-lt"/>
                      <a:ea typeface="Open Sans" panose="020B0606030504020204" pitchFamily="34" charset="0"/>
                      <a:cs typeface="Segoe UI" panose="020B0502040204020203" pitchFamily="34" charset="0"/>
                    </a:rPr>
                    <a:t>Text Here-14pt</a:t>
                  </a:r>
                  <a:endParaRPr lang="en-US" altLang="zh-CN" sz="1400" b="1" dirty="0">
                    <a:solidFill>
                      <a:schemeClr val="tx1"/>
                    </a:solidFill>
                    <a:latin typeface="+mj-lt"/>
                    <a:ea typeface="Open Sans" panose="020B0606030504020204" pitchFamily="34" charset="0"/>
                    <a:cs typeface="Segoe UI" panose="020B0502040204020203" pitchFamily="34" charset="0"/>
                  </a:endParaRPr>
                </a:p>
                <a:p>
                  <a:pPr marL="288290" indent="-172720">
                    <a:lnSpc>
                      <a:spcPct val="120000"/>
                    </a:lnSpc>
                    <a:spcAft>
                      <a:spcPts val="600"/>
                    </a:spcAft>
                    <a:buSzPct val="100000"/>
                    <a:buFont typeface="Arial" panose="020B0604020202020204" pitchFamily="34" charset="0"/>
                    <a:buChar char="•"/>
                    <a:defRPr/>
                  </a:pPr>
                  <a:r>
                    <a:rPr lang="en-US" altLang="zh-CN" sz="1200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Unified fonts make reading more </a:t>
                  </a:r>
                  <a:r>
                    <a:rPr lang="en-US" altLang="zh-CN" sz="1200" dirty="0" err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fluent.Copy</a:t>
                  </a:r>
                  <a:r>
                    <a:rPr lang="en-US" altLang="zh-CN" sz="1200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 paste fonts. Choose the only </a:t>
                  </a:r>
                  <a:r>
                    <a:rPr lang="en-US" altLang="zh-CN" sz="1200" dirty="0" err="1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optio</a:t>
                  </a:r>
                  <a:r>
                    <a:rPr lang="en-US" altLang="zh-CN" sz="1200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 to retain text.-12pt</a:t>
                  </a:r>
                  <a:endPara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endParaRPr>
                </a:p>
                <a:p>
                  <a:pPr marL="288290" indent="-172720">
                    <a:lnSpc>
                      <a:spcPct val="120000"/>
                    </a:lnSpc>
                    <a:spcAft>
                      <a:spcPts val="600"/>
                    </a:spcAft>
                    <a:buSzPct val="100000"/>
                    <a:buFont typeface="Arial" panose="020B0604020202020204" pitchFamily="34" charset="0"/>
                    <a:buChar char="•"/>
                    <a:defRPr/>
                  </a:pPr>
                  <a:r>
                    <a:rPr lang="en-US" altLang="zh-CN" sz="1200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Copy paste  fonts. Choose the only option to retain text. </a:t>
                  </a:r>
                  <a:endParaRPr lang="en-US" altLang="zh-CN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  <p:sp>
              <p:nvSpPr>
                <p:cNvPr id="49" name="等腰三角形 48"/>
                <p:cNvSpPr/>
                <p:nvPr/>
              </p:nvSpPr>
              <p:spPr>
                <a:xfrm rot="16200000" flipH="1">
                  <a:off x="3001049" y="2778224"/>
                  <a:ext cx="366246" cy="212148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24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66752" y="1266657"/>
            <a:ext cx="10858497" cy="4867443"/>
            <a:chOff x="666752" y="1266657"/>
            <a:chExt cx="10858497" cy="4867443"/>
          </a:xfrm>
        </p:grpSpPr>
        <p:sp>
          <p:nvSpPr>
            <p:cNvPr id="66" name="文本框 65"/>
            <p:cNvSpPr txBox="1"/>
            <p:nvPr/>
          </p:nvSpPr>
          <p:spPr>
            <a:xfrm>
              <a:off x="671513" y="1479414"/>
              <a:ext cx="10848975" cy="1028700"/>
            </a:xfrm>
            <a:prstGeom prst="rect">
              <a:avLst/>
            </a:prstGeom>
            <a:noFill/>
            <a:ln w="3175">
              <a:solidFill>
                <a:schemeClr val="accent1"/>
              </a:solidFill>
            </a:ln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en-US"/>
              </a:defPPr>
              <a:lvl1pPr>
                <a:defRPr sz="18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666752" y="1802586"/>
              <a:ext cx="10858497" cy="593368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marL="172720" marR="0" lvl="0" indent="-172720" fontAlgn="auto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Tx/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latin typeface="Arial" panose="020B0604020202020204" pitchFamily="34" charset="0"/>
                  <a:ea typeface="微软雅黑" panose="020B0503020204020204" charset="-122"/>
                </a:rPr>
                <a:t>Copy paste  fonts. </a:t>
              </a:r>
              <a:r>
                <a:rPr lang="en-US" altLang="zh-CN" sz="12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Choose</a:t>
              </a:r>
              <a:r>
                <a:rPr lang="zh-CN" alt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（重点加粗）</a:t>
              </a:r>
              <a:r>
                <a:rPr lang="zh-CN" altLang="en-US" sz="1200" dirty="0">
                  <a:latin typeface="Arial" panose="020B0604020202020204" pitchFamily="34" charset="0"/>
                  <a:ea typeface="微软雅黑" panose="020B0503020204020204" charset="-122"/>
                </a:rPr>
                <a:t> </a:t>
              </a:r>
              <a:r>
                <a:rPr lang="en-US" altLang="zh-CN" sz="1200" dirty="0">
                  <a:latin typeface="Arial" panose="020B0604020202020204" pitchFamily="34" charset="0"/>
                  <a:ea typeface="微软雅黑" panose="020B0503020204020204" charset="-122"/>
                </a:rPr>
                <a:t>the only option to retain text. -12pt</a:t>
              </a:r>
              <a:endParaRPr lang="en-US" altLang="zh-CN" sz="1200" dirty="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marL="172720" marR="0" lvl="0" indent="-172720" fontAlgn="auto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Tx/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latin typeface="Arial" panose="020B0604020202020204" pitchFamily="34" charset="0"/>
                  <a:ea typeface="微软雅黑" panose="020B0503020204020204" charset="-122"/>
                </a:rPr>
                <a:t>Theme color makes PPT more convenient to change. Adjust the spacing to adapt to Chinese typesetting, use the reference line in PPT . </a:t>
              </a:r>
              <a:endParaRPr lang="en-US" altLang="zh-CN" sz="12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68" name="五边形 6"/>
            <p:cNvSpPr/>
            <p:nvPr>
              <p:custDataLst>
                <p:tags r:id="rId1"/>
              </p:custDataLst>
            </p:nvPr>
          </p:nvSpPr>
          <p:spPr bwMode="auto">
            <a:xfrm>
              <a:off x="669926" y="1266657"/>
              <a:ext cx="9261474" cy="432000"/>
            </a:xfrm>
            <a:prstGeom prst="homePlate">
              <a:avLst/>
            </a:prstGeom>
            <a:solidFill>
              <a:schemeClr val="accent1"/>
            </a:solidFill>
            <a:ln w="3175" algn="ctr">
              <a:solidFill>
                <a:schemeClr val="accent1"/>
              </a:solidFill>
              <a:round/>
            </a:ln>
          </p:spPr>
          <p:txBody>
            <a:bodyPr wrap="square" lIns="252000" tIns="45720" rIns="91440" bIns="45720" anchor="ctr">
              <a:normAutofit/>
            </a:bodyPr>
            <a:lstStyle/>
            <a:p>
              <a:pPr lvl="0" defTabSz="914400">
                <a:defRPr/>
              </a:pPr>
              <a:r>
                <a:rPr lang="en-US" altLang="zh-CN" sz="1400" b="1" kern="0" dirty="0">
                  <a:solidFill>
                    <a:schemeClr val="bg1"/>
                  </a:solidFill>
                </a:rPr>
                <a:t>Supporting text here-14pt</a:t>
              </a:r>
              <a:endParaRPr lang="en-US" altLang="zh-CN" sz="1400" b="1" kern="0" dirty="0">
                <a:solidFill>
                  <a:schemeClr val="bg1"/>
                </a:solidFill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669925" y="2719127"/>
              <a:ext cx="10848972" cy="3414973"/>
              <a:chOff x="669925" y="2719127"/>
              <a:chExt cx="10848972" cy="3414973"/>
            </a:xfrm>
          </p:grpSpPr>
          <p:sp>
            <p:nvSpPr>
              <p:cNvPr id="34" name="íslíḍé"/>
              <p:cNvSpPr/>
              <p:nvPr/>
            </p:nvSpPr>
            <p:spPr>
              <a:xfrm>
                <a:off x="669925" y="2719127"/>
                <a:ext cx="2644776" cy="34149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îsḷiḋé"/>
              <p:cNvSpPr/>
              <p:nvPr/>
            </p:nvSpPr>
            <p:spPr bwMode="auto">
              <a:xfrm>
                <a:off x="669925" y="4542797"/>
                <a:ext cx="2644776" cy="15913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Copy paste fonts. Choose the only option to retain text.….</a:t>
                </a:r>
                <a:endParaRPr lang="en-US" altLang="zh-CN" sz="1200" dirty="0"/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sz="1200" dirty="0"/>
                  <a:t>……</a:t>
                </a:r>
                <a:endParaRPr lang="en-US" altLang="zh-CN" sz="1200" dirty="0"/>
              </a:p>
            </p:txBody>
          </p:sp>
          <p:sp>
            <p:nvSpPr>
              <p:cNvPr id="40" name="íṧľíḋé"/>
              <p:cNvSpPr txBox="1"/>
              <p:nvPr/>
            </p:nvSpPr>
            <p:spPr bwMode="auto">
              <a:xfrm>
                <a:off x="669925" y="4049417"/>
                <a:ext cx="2644776" cy="3285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400" b="1" dirty="0"/>
                  <a:t>Text here-14pt</a:t>
                </a:r>
                <a:endParaRPr lang="en-US" altLang="zh-CN" sz="1400" b="1" dirty="0"/>
              </a:p>
            </p:txBody>
          </p:sp>
          <p:sp>
            <p:nvSpPr>
              <p:cNvPr id="37" name="íṩľïḍé"/>
              <p:cNvSpPr/>
              <p:nvPr/>
            </p:nvSpPr>
            <p:spPr>
              <a:xfrm>
                <a:off x="1530541" y="2905310"/>
                <a:ext cx="923544" cy="923925"/>
              </a:xfrm>
              <a:prstGeom prst="roundRect">
                <a:avLst/>
              </a:prstGeom>
              <a:solidFill>
                <a:schemeClr val="accent1"/>
              </a:solidFill>
              <a:ln w="76200">
                <a:solidFill>
                  <a:schemeClr val="bg1"/>
                </a:solidFill>
              </a:ln>
              <a:effectLst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í$ľîḓê"/>
              <p:cNvSpPr/>
              <p:nvPr/>
            </p:nvSpPr>
            <p:spPr>
              <a:xfrm>
                <a:off x="3404657" y="2719127"/>
                <a:ext cx="2644776" cy="34149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îsḷîďé"/>
              <p:cNvSpPr/>
              <p:nvPr/>
            </p:nvSpPr>
            <p:spPr bwMode="auto">
              <a:xfrm>
                <a:off x="3404657" y="4542797"/>
                <a:ext cx="2644776" cy="15913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text.…</a:t>
                </a:r>
                <a:r>
                  <a:rPr kumimoji="0" lang="de-DE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  <a:endParaRPr kumimoji="0" lang="de-DE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en-US" altLang="zh-CN" sz="1200" dirty="0">
                    <a:solidFill>
                      <a:srgbClr val="000000"/>
                    </a:solidFill>
                  </a:rPr>
                  <a:t>……</a:t>
                </a:r>
                <a:endParaRPr kumimoji="0" lang="de-DE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ïŝḻîḑe"/>
              <p:cNvSpPr txBox="1"/>
              <p:nvPr/>
            </p:nvSpPr>
            <p:spPr bwMode="auto">
              <a:xfrm>
                <a:off x="3404657" y="4049417"/>
                <a:ext cx="2644776" cy="3285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20000"/>
                  </a:lnSpc>
                  <a:spcBef>
                    <a:spcPct val="0"/>
                  </a:spcBef>
                  <a:defRPr sz="1400" b="1"/>
                </a:lvl1pPr>
              </a:lstStyle>
              <a:p>
                <a:pPr algn="ctr" eaLnBrk="1" hangingPunct="1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400" b="1" dirty="0"/>
                  <a:t>Text here-14pt</a:t>
                </a:r>
                <a:endParaRPr lang="en-US" altLang="zh-CN" sz="1400" b="1" dirty="0"/>
              </a:p>
            </p:txBody>
          </p:sp>
          <p:sp>
            <p:nvSpPr>
              <p:cNvPr id="30" name="iṡḻide"/>
              <p:cNvSpPr/>
              <p:nvPr/>
            </p:nvSpPr>
            <p:spPr>
              <a:xfrm>
                <a:off x="4265273" y="2905310"/>
                <a:ext cx="923544" cy="923925"/>
              </a:xfrm>
              <a:prstGeom prst="roundRect">
                <a:avLst/>
              </a:prstGeom>
              <a:solidFill>
                <a:schemeClr val="accent2"/>
              </a:solidFill>
              <a:ln w="76200">
                <a:solidFill>
                  <a:schemeClr val="bg1"/>
                </a:solidFill>
              </a:ln>
              <a:effectLst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iSļîḓê"/>
              <p:cNvSpPr/>
              <p:nvPr/>
            </p:nvSpPr>
            <p:spPr>
              <a:xfrm>
                <a:off x="6139389" y="2719127"/>
                <a:ext cx="2644776" cy="34149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iš1îḑe"/>
              <p:cNvSpPr/>
              <p:nvPr/>
            </p:nvSpPr>
            <p:spPr bwMode="auto">
              <a:xfrm>
                <a:off x="6139389" y="4542797"/>
                <a:ext cx="2644776" cy="15913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text.…</a:t>
                </a:r>
                <a:r>
                  <a:rPr kumimoji="0" lang="de-DE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  <a:endParaRPr kumimoji="0" lang="de-DE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en-US" altLang="zh-CN" sz="1200" dirty="0">
                    <a:solidFill>
                      <a:srgbClr val="000000"/>
                    </a:solidFill>
                  </a:rPr>
                  <a:t>……</a:t>
                </a:r>
                <a:endParaRPr kumimoji="0" lang="de-DE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" name="ïŝļïdé"/>
              <p:cNvSpPr txBox="1"/>
              <p:nvPr/>
            </p:nvSpPr>
            <p:spPr bwMode="auto">
              <a:xfrm>
                <a:off x="6139389" y="4049417"/>
                <a:ext cx="2644776" cy="3270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20000"/>
                  </a:lnSpc>
                  <a:spcBef>
                    <a:spcPct val="0"/>
                  </a:spcBef>
                  <a:defRPr sz="1400" b="1"/>
                </a:lvl1pPr>
              </a:lstStyle>
              <a:p>
                <a:pPr algn="ctr" eaLnBrk="1" hangingPunct="1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400" b="1" dirty="0"/>
                  <a:t>Text here-14pt</a:t>
                </a:r>
                <a:endParaRPr lang="en-US" altLang="zh-CN" sz="1400" b="1" dirty="0"/>
              </a:p>
            </p:txBody>
          </p:sp>
          <p:sp>
            <p:nvSpPr>
              <p:cNvPr id="23" name="îṧļíḋe"/>
              <p:cNvSpPr/>
              <p:nvPr/>
            </p:nvSpPr>
            <p:spPr>
              <a:xfrm>
                <a:off x="7000005" y="2905310"/>
                <a:ext cx="923544" cy="923925"/>
              </a:xfrm>
              <a:prstGeom prst="roundRect">
                <a:avLst/>
              </a:prstGeom>
              <a:solidFill>
                <a:schemeClr val="accent3"/>
              </a:solidFill>
              <a:ln w="76200">
                <a:solidFill>
                  <a:schemeClr val="bg1"/>
                </a:solidFill>
              </a:ln>
              <a:effectLst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iSlíḑê"/>
              <p:cNvSpPr/>
              <p:nvPr/>
            </p:nvSpPr>
            <p:spPr>
              <a:xfrm>
                <a:off x="8874121" y="2719127"/>
                <a:ext cx="2644776" cy="34149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iŝḷïdè"/>
              <p:cNvSpPr txBox="1"/>
              <p:nvPr/>
            </p:nvSpPr>
            <p:spPr bwMode="auto">
              <a:xfrm>
                <a:off x="8874121" y="4049417"/>
                <a:ext cx="2644776" cy="3270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20000"/>
                  </a:lnSpc>
                  <a:spcBef>
                    <a:spcPct val="0"/>
                  </a:spcBef>
                  <a:defRPr sz="1400" b="1"/>
                </a:lvl1pPr>
              </a:lstStyle>
              <a:p>
                <a:pPr algn="ctr" eaLnBrk="1" hangingPunct="1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400" b="1" dirty="0"/>
                  <a:t>Text here-14pt</a:t>
                </a:r>
                <a:endParaRPr lang="en-US" altLang="zh-CN" sz="1400" b="1" dirty="0"/>
              </a:p>
            </p:txBody>
          </p:sp>
          <p:sp>
            <p:nvSpPr>
              <p:cNvPr id="16" name="îṧ1iďe"/>
              <p:cNvSpPr/>
              <p:nvPr/>
            </p:nvSpPr>
            <p:spPr>
              <a:xfrm>
                <a:off x="9734737" y="2905310"/>
                <a:ext cx="923544" cy="923925"/>
              </a:xfrm>
              <a:prstGeom prst="roundRect">
                <a:avLst/>
              </a:prstGeom>
              <a:solidFill>
                <a:schemeClr val="accent4"/>
              </a:solidFill>
              <a:ln w="76200">
                <a:solidFill>
                  <a:schemeClr val="bg1"/>
                </a:solidFill>
              </a:ln>
              <a:effectLst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图形 46"/>
              <p:cNvSpPr/>
              <p:nvPr/>
            </p:nvSpPr>
            <p:spPr>
              <a:xfrm>
                <a:off x="7335208" y="3223525"/>
                <a:ext cx="253139" cy="287494"/>
              </a:xfrm>
              <a:custGeom>
                <a:avLst/>
                <a:gdLst>
                  <a:gd name="connsiteX0" fmla="*/ 1434354 w 1568823"/>
                  <a:gd name="connsiteY0" fmla="*/ 504264 h 1781735"/>
                  <a:gd name="connsiteX1" fmla="*/ 1467970 w 1568823"/>
                  <a:gd name="connsiteY1" fmla="*/ 470647 h 1781735"/>
                  <a:gd name="connsiteX2" fmla="*/ 1479177 w 1568823"/>
                  <a:gd name="connsiteY2" fmla="*/ 403412 h 1781735"/>
                  <a:gd name="connsiteX3" fmla="*/ 1434354 w 1568823"/>
                  <a:gd name="connsiteY3" fmla="*/ 347382 h 1781735"/>
                  <a:gd name="connsiteX4" fmla="*/ 885265 w 1568823"/>
                  <a:gd name="connsiteY4" fmla="*/ 33618 h 1781735"/>
                  <a:gd name="connsiteX5" fmla="*/ 661147 w 1568823"/>
                  <a:gd name="connsiteY5" fmla="*/ 33618 h 1781735"/>
                  <a:gd name="connsiteX6" fmla="*/ 123265 w 1568823"/>
                  <a:gd name="connsiteY6" fmla="*/ 347382 h 1781735"/>
                  <a:gd name="connsiteX7" fmla="*/ 89647 w 1568823"/>
                  <a:gd name="connsiteY7" fmla="*/ 381001 h 1781735"/>
                  <a:gd name="connsiteX8" fmla="*/ 78442 w 1568823"/>
                  <a:gd name="connsiteY8" fmla="*/ 448236 h 1781735"/>
                  <a:gd name="connsiteX9" fmla="*/ 123265 w 1568823"/>
                  <a:gd name="connsiteY9" fmla="*/ 504264 h 1781735"/>
                  <a:gd name="connsiteX10" fmla="*/ 672354 w 1568823"/>
                  <a:gd name="connsiteY10" fmla="*/ 818029 h 1781735"/>
                  <a:gd name="connsiteX11" fmla="*/ 784412 w 1568823"/>
                  <a:gd name="connsiteY11" fmla="*/ 851647 h 1781735"/>
                  <a:gd name="connsiteX12" fmla="*/ 896470 w 1568823"/>
                  <a:gd name="connsiteY12" fmla="*/ 818029 h 1781735"/>
                  <a:gd name="connsiteX13" fmla="*/ 1434354 w 1568823"/>
                  <a:gd name="connsiteY13" fmla="*/ 504264 h 1781735"/>
                  <a:gd name="connsiteX14" fmla="*/ 717177 w 1568823"/>
                  <a:gd name="connsiteY14" fmla="*/ 717176 h 1781735"/>
                  <a:gd name="connsiteX15" fmla="*/ 212912 w 1568823"/>
                  <a:gd name="connsiteY15" fmla="*/ 425824 h 1781735"/>
                  <a:gd name="connsiteX16" fmla="*/ 728382 w 1568823"/>
                  <a:gd name="connsiteY16" fmla="*/ 134470 h 1781735"/>
                  <a:gd name="connsiteX17" fmla="*/ 840442 w 1568823"/>
                  <a:gd name="connsiteY17" fmla="*/ 134470 h 1781735"/>
                  <a:gd name="connsiteX18" fmla="*/ 1344705 w 1568823"/>
                  <a:gd name="connsiteY18" fmla="*/ 425824 h 1781735"/>
                  <a:gd name="connsiteX19" fmla="*/ 829235 w 1568823"/>
                  <a:gd name="connsiteY19" fmla="*/ 717176 h 1781735"/>
                  <a:gd name="connsiteX20" fmla="*/ 717177 w 1568823"/>
                  <a:gd name="connsiteY20" fmla="*/ 717176 h 1781735"/>
                  <a:gd name="connsiteX21" fmla="*/ 616324 w 1568823"/>
                  <a:gd name="connsiteY21" fmla="*/ 907676 h 1781735"/>
                  <a:gd name="connsiteX22" fmla="*/ 168089 w 1568823"/>
                  <a:gd name="connsiteY22" fmla="*/ 649941 h 1781735"/>
                  <a:gd name="connsiteX23" fmla="*/ 112058 w 1568823"/>
                  <a:gd name="connsiteY23" fmla="*/ 638736 h 1781735"/>
                  <a:gd name="connsiteX24" fmla="*/ 0 w 1568823"/>
                  <a:gd name="connsiteY24" fmla="*/ 750794 h 1781735"/>
                  <a:gd name="connsiteX25" fmla="*/ 0 w 1568823"/>
                  <a:gd name="connsiteY25" fmla="*/ 1322294 h 1781735"/>
                  <a:gd name="connsiteX26" fmla="*/ 112058 w 1568823"/>
                  <a:gd name="connsiteY26" fmla="*/ 1512794 h 1781735"/>
                  <a:gd name="connsiteX27" fmla="*/ 560293 w 1568823"/>
                  <a:gd name="connsiteY27" fmla="*/ 1770529 h 1781735"/>
                  <a:gd name="connsiteX28" fmla="*/ 616324 w 1568823"/>
                  <a:gd name="connsiteY28" fmla="*/ 1781736 h 1781735"/>
                  <a:gd name="connsiteX29" fmla="*/ 728382 w 1568823"/>
                  <a:gd name="connsiteY29" fmla="*/ 1669676 h 1781735"/>
                  <a:gd name="connsiteX30" fmla="*/ 728382 w 1568823"/>
                  <a:gd name="connsiteY30" fmla="*/ 1098176 h 1781735"/>
                  <a:gd name="connsiteX31" fmla="*/ 616324 w 1568823"/>
                  <a:gd name="connsiteY31" fmla="*/ 907676 h 1781735"/>
                  <a:gd name="connsiteX32" fmla="*/ 616324 w 1568823"/>
                  <a:gd name="connsiteY32" fmla="*/ 1680882 h 1781735"/>
                  <a:gd name="connsiteX33" fmla="*/ 168089 w 1568823"/>
                  <a:gd name="connsiteY33" fmla="*/ 1423147 h 1781735"/>
                  <a:gd name="connsiteX34" fmla="*/ 112058 w 1568823"/>
                  <a:gd name="connsiteY34" fmla="*/ 1322294 h 1781735"/>
                  <a:gd name="connsiteX35" fmla="*/ 112058 w 1568823"/>
                  <a:gd name="connsiteY35" fmla="*/ 750794 h 1781735"/>
                  <a:gd name="connsiteX36" fmla="*/ 134470 w 1568823"/>
                  <a:gd name="connsiteY36" fmla="*/ 705971 h 1781735"/>
                  <a:gd name="connsiteX37" fmla="*/ 112058 w 1568823"/>
                  <a:gd name="connsiteY37" fmla="*/ 750794 h 1781735"/>
                  <a:gd name="connsiteX38" fmla="*/ 560293 w 1568823"/>
                  <a:gd name="connsiteY38" fmla="*/ 1008529 h 1781735"/>
                  <a:gd name="connsiteX39" fmla="*/ 616324 w 1568823"/>
                  <a:gd name="connsiteY39" fmla="*/ 1109382 h 1781735"/>
                  <a:gd name="connsiteX40" fmla="*/ 616324 w 1568823"/>
                  <a:gd name="connsiteY40" fmla="*/ 1680882 h 1781735"/>
                  <a:gd name="connsiteX41" fmla="*/ 1456765 w 1568823"/>
                  <a:gd name="connsiteY41" fmla="*/ 638736 h 1781735"/>
                  <a:gd name="connsiteX42" fmla="*/ 1400735 w 1568823"/>
                  <a:gd name="connsiteY42" fmla="*/ 649941 h 1781735"/>
                  <a:gd name="connsiteX43" fmla="*/ 952500 w 1568823"/>
                  <a:gd name="connsiteY43" fmla="*/ 907676 h 1781735"/>
                  <a:gd name="connsiteX44" fmla="*/ 840442 w 1568823"/>
                  <a:gd name="connsiteY44" fmla="*/ 1098176 h 1781735"/>
                  <a:gd name="connsiteX45" fmla="*/ 840442 w 1568823"/>
                  <a:gd name="connsiteY45" fmla="*/ 1669676 h 1781735"/>
                  <a:gd name="connsiteX46" fmla="*/ 952500 w 1568823"/>
                  <a:gd name="connsiteY46" fmla="*/ 1781736 h 1781735"/>
                  <a:gd name="connsiteX47" fmla="*/ 1008530 w 1568823"/>
                  <a:gd name="connsiteY47" fmla="*/ 1770529 h 1781735"/>
                  <a:gd name="connsiteX48" fmla="*/ 1456765 w 1568823"/>
                  <a:gd name="connsiteY48" fmla="*/ 1512794 h 1781735"/>
                  <a:gd name="connsiteX49" fmla="*/ 1568824 w 1568823"/>
                  <a:gd name="connsiteY49" fmla="*/ 1322294 h 1781735"/>
                  <a:gd name="connsiteX50" fmla="*/ 1568824 w 1568823"/>
                  <a:gd name="connsiteY50" fmla="*/ 750794 h 1781735"/>
                  <a:gd name="connsiteX51" fmla="*/ 1456765 w 1568823"/>
                  <a:gd name="connsiteY51" fmla="*/ 638736 h 1781735"/>
                  <a:gd name="connsiteX52" fmla="*/ 1456765 w 1568823"/>
                  <a:gd name="connsiteY52" fmla="*/ 1322294 h 1781735"/>
                  <a:gd name="connsiteX53" fmla="*/ 1400735 w 1568823"/>
                  <a:gd name="connsiteY53" fmla="*/ 1423147 h 1781735"/>
                  <a:gd name="connsiteX54" fmla="*/ 952500 w 1568823"/>
                  <a:gd name="connsiteY54" fmla="*/ 1680882 h 1781735"/>
                  <a:gd name="connsiteX55" fmla="*/ 952500 w 1568823"/>
                  <a:gd name="connsiteY55" fmla="*/ 1109382 h 1781735"/>
                  <a:gd name="connsiteX56" fmla="*/ 1008530 w 1568823"/>
                  <a:gd name="connsiteY56" fmla="*/ 1008529 h 1781735"/>
                  <a:gd name="connsiteX57" fmla="*/ 1456765 w 1568823"/>
                  <a:gd name="connsiteY57" fmla="*/ 750794 h 1781735"/>
                  <a:gd name="connsiteX58" fmla="*/ 1456765 w 1568823"/>
                  <a:gd name="connsiteY58" fmla="*/ 1322294 h 1781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1568823" h="1781735">
                    <a:moveTo>
                      <a:pt x="1434354" y="504264"/>
                    </a:moveTo>
                    <a:lnTo>
                      <a:pt x="1467970" y="470647"/>
                    </a:lnTo>
                    <a:cubicBezTo>
                      <a:pt x="1479177" y="448236"/>
                      <a:pt x="1479177" y="425824"/>
                      <a:pt x="1479177" y="403412"/>
                    </a:cubicBezTo>
                    <a:cubicBezTo>
                      <a:pt x="1467970" y="381001"/>
                      <a:pt x="1456765" y="358589"/>
                      <a:pt x="1434354" y="347382"/>
                    </a:cubicBezTo>
                    <a:lnTo>
                      <a:pt x="885265" y="33618"/>
                    </a:lnTo>
                    <a:cubicBezTo>
                      <a:pt x="818030" y="-11206"/>
                      <a:pt x="728382" y="-11206"/>
                      <a:pt x="661147" y="33618"/>
                    </a:cubicBezTo>
                    <a:lnTo>
                      <a:pt x="123265" y="347382"/>
                    </a:lnTo>
                    <a:cubicBezTo>
                      <a:pt x="100854" y="347382"/>
                      <a:pt x="89647" y="358589"/>
                      <a:pt x="89647" y="381001"/>
                    </a:cubicBezTo>
                    <a:cubicBezTo>
                      <a:pt x="78442" y="403412"/>
                      <a:pt x="67235" y="425824"/>
                      <a:pt x="78442" y="448236"/>
                    </a:cubicBezTo>
                    <a:cubicBezTo>
                      <a:pt x="89647" y="470647"/>
                      <a:pt x="100854" y="493059"/>
                      <a:pt x="123265" y="504264"/>
                    </a:cubicBezTo>
                    <a:lnTo>
                      <a:pt x="672354" y="818029"/>
                    </a:lnTo>
                    <a:cubicBezTo>
                      <a:pt x="705970" y="840441"/>
                      <a:pt x="750793" y="851647"/>
                      <a:pt x="784412" y="851647"/>
                    </a:cubicBezTo>
                    <a:cubicBezTo>
                      <a:pt x="818030" y="851647"/>
                      <a:pt x="862854" y="840441"/>
                      <a:pt x="896470" y="818029"/>
                    </a:cubicBezTo>
                    <a:lnTo>
                      <a:pt x="1434354" y="504264"/>
                    </a:lnTo>
                    <a:close/>
                    <a:moveTo>
                      <a:pt x="717177" y="717176"/>
                    </a:moveTo>
                    <a:lnTo>
                      <a:pt x="212912" y="425824"/>
                    </a:lnTo>
                    <a:lnTo>
                      <a:pt x="728382" y="134470"/>
                    </a:lnTo>
                    <a:cubicBezTo>
                      <a:pt x="762000" y="112059"/>
                      <a:pt x="806824" y="112059"/>
                      <a:pt x="840442" y="134470"/>
                    </a:cubicBezTo>
                    <a:lnTo>
                      <a:pt x="1344705" y="425824"/>
                    </a:lnTo>
                    <a:lnTo>
                      <a:pt x="829235" y="717176"/>
                    </a:lnTo>
                    <a:cubicBezTo>
                      <a:pt x="795619" y="739589"/>
                      <a:pt x="750793" y="739589"/>
                      <a:pt x="717177" y="717176"/>
                    </a:cubicBezTo>
                    <a:close/>
                    <a:moveTo>
                      <a:pt x="616324" y="907676"/>
                    </a:moveTo>
                    <a:lnTo>
                      <a:pt x="168089" y="649941"/>
                    </a:lnTo>
                    <a:cubicBezTo>
                      <a:pt x="145677" y="649941"/>
                      <a:pt x="134470" y="638736"/>
                      <a:pt x="112058" y="638736"/>
                    </a:cubicBezTo>
                    <a:cubicBezTo>
                      <a:pt x="44824" y="638736"/>
                      <a:pt x="0" y="694764"/>
                      <a:pt x="0" y="750794"/>
                    </a:cubicBezTo>
                    <a:lnTo>
                      <a:pt x="0" y="1322294"/>
                    </a:lnTo>
                    <a:cubicBezTo>
                      <a:pt x="0" y="1400736"/>
                      <a:pt x="44824" y="1479176"/>
                      <a:pt x="112058" y="1512794"/>
                    </a:cubicBezTo>
                    <a:lnTo>
                      <a:pt x="560293" y="1770529"/>
                    </a:lnTo>
                    <a:cubicBezTo>
                      <a:pt x="582705" y="1781736"/>
                      <a:pt x="593912" y="1781736"/>
                      <a:pt x="616324" y="1781736"/>
                    </a:cubicBezTo>
                    <a:cubicBezTo>
                      <a:pt x="683558" y="1781736"/>
                      <a:pt x="728382" y="1736912"/>
                      <a:pt x="728382" y="1669676"/>
                    </a:cubicBezTo>
                    <a:lnTo>
                      <a:pt x="728382" y="1098176"/>
                    </a:lnTo>
                    <a:cubicBezTo>
                      <a:pt x="728382" y="1019736"/>
                      <a:pt x="683558" y="952501"/>
                      <a:pt x="616324" y="907676"/>
                    </a:cubicBezTo>
                    <a:close/>
                    <a:moveTo>
                      <a:pt x="616324" y="1680882"/>
                    </a:moveTo>
                    <a:lnTo>
                      <a:pt x="168089" y="1423147"/>
                    </a:lnTo>
                    <a:cubicBezTo>
                      <a:pt x="134470" y="1400736"/>
                      <a:pt x="112058" y="1367117"/>
                      <a:pt x="112058" y="1322294"/>
                    </a:cubicBezTo>
                    <a:lnTo>
                      <a:pt x="112058" y="750794"/>
                    </a:lnTo>
                    <a:lnTo>
                      <a:pt x="134470" y="705971"/>
                    </a:lnTo>
                    <a:lnTo>
                      <a:pt x="112058" y="750794"/>
                    </a:lnTo>
                    <a:lnTo>
                      <a:pt x="560293" y="1008529"/>
                    </a:lnTo>
                    <a:cubicBezTo>
                      <a:pt x="593912" y="1030941"/>
                      <a:pt x="616324" y="1064559"/>
                      <a:pt x="616324" y="1109382"/>
                    </a:cubicBezTo>
                    <a:lnTo>
                      <a:pt x="616324" y="1680882"/>
                    </a:lnTo>
                    <a:close/>
                    <a:moveTo>
                      <a:pt x="1456765" y="638736"/>
                    </a:moveTo>
                    <a:cubicBezTo>
                      <a:pt x="1434354" y="638736"/>
                      <a:pt x="1423147" y="638736"/>
                      <a:pt x="1400735" y="649941"/>
                    </a:cubicBezTo>
                    <a:lnTo>
                      <a:pt x="952500" y="907676"/>
                    </a:lnTo>
                    <a:cubicBezTo>
                      <a:pt x="885265" y="952501"/>
                      <a:pt x="840442" y="1019736"/>
                      <a:pt x="840442" y="1098176"/>
                    </a:cubicBezTo>
                    <a:lnTo>
                      <a:pt x="840442" y="1669676"/>
                    </a:lnTo>
                    <a:cubicBezTo>
                      <a:pt x="840442" y="1736912"/>
                      <a:pt x="885265" y="1781736"/>
                      <a:pt x="952500" y="1781736"/>
                    </a:cubicBezTo>
                    <a:cubicBezTo>
                      <a:pt x="974912" y="1781736"/>
                      <a:pt x="986119" y="1781736"/>
                      <a:pt x="1008530" y="1770529"/>
                    </a:cubicBezTo>
                    <a:lnTo>
                      <a:pt x="1456765" y="1512794"/>
                    </a:lnTo>
                    <a:cubicBezTo>
                      <a:pt x="1524000" y="1467971"/>
                      <a:pt x="1568824" y="1400736"/>
                      <a:pt x="1568824" y="1322294"/>
                    </a:cubicBezTo>
                    <a:lnTo>
                      <a:pt x="1568824" y="750794"/>
                    </a:lnTo>
                    <a:cubicBezTo>
                      <a:pt x="1568824" y="694764"/>
                      <a:pt x="1524000" y="638736"/>
                      <a:pt x="1456765" y="638736"/>
                    </a:cubicBezTo>
                    <a:close/>
                    <a:moveTo>
                      <a:pt x="1456765" y="1322294"/>
                    </a:moveTo>
                    <a:cubicBezTo>
                      <a:pt x="1456765" y="1367117"/>
                      <a:pt x="1434354" y="1400736"/>
                      <a:pt x="1400735" y="1423147"/>
                    </a:cubicBezTo>
                    <a:lnTo>
                      <a:pt x="952500" y="1680882"/>
                    </a:lnTo>
                    <a:lnTo>
                      <a:pt x="952500" y="1109382"/>
                    </a:lnTo>
                    <a:cubicBezTo>
                      <a:pt x="952500" y="1064559"/>
                      <a:pt x="974912" y="1030941"/>
                      <a:pt x="1008530" y="1008529"/>
                    </a:cubicBezTo>
                    <a:lnTo>
                      <a:pt x="1456765" y="750794"/>
                    </a:lnTo>
                    <a:lnTo>
                      <a:pt x="1456765" y="1322294"/>
                    </a:lnTo>
                    <a:close/>
                  </a:path>
                </a:pathLst>
              </a:custGeom>
              <a:solidFill>
                <a:schemeClr val="bg1"/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任意多边形: 形状 57"/>
              <p:cNvSpPr/>
              <p:nvPr/>
            </p:nvSpPr>
            <p:spPr>
              <a:xfrm>
                <a:off x="10047195" y="3219638"/>
                <a:ext cx="298629" cy="295268"/>
              </a:xfrm>
              <a:custGeom>
                <a:avLst/>
                <a:gdLst>
                  <a:gd name="connsiteX0" fmla="*/ 997738 w 1717956"/>
                  <a:gd name="connsiteY0" fmla="*/ 1573225 h 1698622"/>
                  <a:gd name="connsiteX1" fmla="*/ 1352978 w 1717956"/>
                  <a:gd name="connsiteY1" fmla="*/ 1573225 h 1698622"/>
                  <a:gd name="connsiteX2" fmla="*/ 1415687 w 1717956"/>
                  <a:gd name="connsiteY2" fmla="*/ 1635918 h 1698622"/>
                  <a:gd name="connsiteX3" fmla="*/ 1415687 w 1717956"/>
                  <a:gd name="connsiteY3" fmla="*/ 1635928 h 1698622"/>
                  <a:gd name="connsiteX4" fmla="*/ 1352978 w 1717956"/>
                  <a:gd name="connsiteY4" fmla="*/ 1698622 h 1698622"/>
                  <a:gd name="connsiteX5" fmla="*/ 997738 w 1717956"/>
                  <a:gd name="connsiteY5" fmla="*/ 1698622 h 1698622"/>
                  <a:gd name="connsiteX6" fmla="*/ 935024 w 1717956"/>
                  <a:gd name="connsiteY6" fmla="*/ 1635924 h 1698622"/>
                  <a:gd name="connsiteX7" fmla="*/ 997738 w 1717956"/>
                  <a:gd name="connsiteY7" fmla="*/ 1573225 h 1698622"/>
                  <a:gd name="connsiteX8" fmla="*/ 857267 w 1717956"/>
                  <a:gd name="connsiteY8" fmla="*/ 434940 h 1698622"/>
                  <a:gd name="connsiteX9" fmla="*/ 807908 w 1717956"/>
                  <a:gd name="connsiteY9" fmla="*/ 534828 h 1698622"/>
                  <a:gd name="connsiteX10" fmla="*/ 697726 w 1717956"/>
                  <a:gd name="connsiteY10" fmla="*/ 550935 h 1698622"/>
                  <a:gd name="connsiteX11" fmla="*/ 777497 w 1717956"/>
                  <a:gd name="connsiteY11" fmla="*/ 628478 h 1698622"/>
                  <a:gd name="connsiteX12" fmla="*/ 758557 w 1717956"/>
                  <a:gd name="connsiteY12" fmla="*/ 738444 h 1698622"/>
                  <a:gd name="connsiteX13" fmla="*/ 857258 w 1717956"/>
                  <a:gd name="connsiteY13" fmla="*/ 686676 h 1698622"/>
                  <a:gd name="connsiteX14" fmla="*/ 955971 w 1717956"/>
                  <a:gd name="connsiteY14" fmla="*/ 738444 h 1698622"/>
                  <a:gd name="connsiteX15" fmla="*/ 937030 w 1717956"/>
                  <a:gd name="connsiteY15" fmla="*/ 628478 h 1698622"/>
                  <a:gd name="connsiteX16" fmla="*/ 1016802 w 1717956"/>
                  <a:gd name="connsiteY16" fmla="*/ 550935 h 1698622"/>
                  <a:gd name="connsiteX17" fmla="*/ 906619 w 1717956"/>
                  <a:gd name="connsiteY17" fmla="*/ 534828 h 1698622"/>
                  <a:gd name="connsiteX18" fmla="*/ 1452242 w 1717956"/>
                  <a:gd name="connsiteY18" fmla="*/ 356300 h 1698622"/>
                  <a:gd name="connsiteX19" fmla="*/ 1452242 w 1717956"/>
                  <a:gd name="connsiteY19" fmla="*/ 716194 h 1698622"/>
                  <a:gd name="connsiteX20" fmla="*/ 1481730 w 1717956"/>
                  <a:gd name="connsiteY20" fmla="*/ 707024 h 1698622"/>
                  <a:gd name="connsiteX21" fmla="*/ 1595046 w 1717956"/>
                  <a:gd name="connsiteY21" fmla="*/ 536248 h 1698622"/>
                  <a:gd name="connsiteX22" fmla="*/ 1481734 w 1717956"/>
                  <a:gd name="connsiteY22" fmla="*/ 365472 h 1698622"/>
                  <a:gd name="connsiteX23" fmla="*/ 265905 w 1717956"/>
                  <a:gd name="connsiteY23" fmla="*/ 355831 h 1698622"/>
                  <a:gd name="connsiteX24" fmla="*/ 236228 w 1717956"/>
                  <a:gd name="connsiteY24" fmla="*/ 365061 h 1698622"/>
                  <a:gd name="connsiteX25" fmla="*/ 122920 w 1717956"/>
                  <a:gd name="connsiteY25" fmla="*/ 535838 h 1698622"/>
                  <a:gd name="connsiteX26" fmla="*/ 236228 w 1717956"/>
                  <a:gd name="connsiteY26" fmla="*/ 706614 h 1698622"/>
                  <a:gd name="connsiteX27" fmla="*/ 265905 w 1717956"/>
                  <a:gd name="connsiteY27" fmla="*/ 715844 h 1698622"/>
                  <a:gd name="connsiteX28" fmla="*/ 852549 w 1717956"/>
                  <a:gd name="connsiteY28" fmla="*/ 332932 h 1698622"/>
                  <a:gd name="connsiteX29" fmla="*/ 920510 w 1717956"/>
                  <a:gd name="connsiteY29" fmla="*/ 372094 h 1698622"/>
                  <a:gd name="connsiteX30" fmla="*/ 962610 w 1717956"/>
                  <a:gd name="connsiteY30" fmla="*/ 457486 h 1698622"/>
                  <a:gd name="connsiteX31" fmla="*/ 1056682 w 1717956"/>
                  <a:gd name="connsiteY31" fmla="*/ 471182 h 1698622"/>
                  <a:gd name="connsiteX32" fmla="*/ 1113903 w 1717956"/>
                  <a:gd name="connsiteY32" fmla="*/ 519722 h 1698622"/>
                  <a:gd name="connsiteX33" fmla="*/ 1095362 w 1717956"/>
                  <a:gd name="connsiteY33" fmla="*/ 592226 h 1698622"/>
                  <a:gd name="connsiteX34" fmla="*/ 1027682 w 1717956"/>
                  <a:gd name="connsiteY34" fmla="*/ 658091 h 1698622"/>
                  <a:gd name="connsiteX35" fmla="*/ 1043802 w 1717956"/>
                  <a:gd name="connsiteY35" fmla="*/ 751742 h 1698622"/>
                  <a:gd name="connsiteX36" fmla="*/ 1044849 w 1717956"/>
                  <a:gd name="connsiteY36" fmla="*/ 763752 h 1698622"/>
                  <a:gd name="connsiteX37" fmla="*/ 974300 w 1717956"/>
                  <a:gd name="connsiteY37" fmla="*/ 834514 h 1698622"/>
                  <a:gd name="connsiteX38" fmla="*/ 941470 w 1717956"/>
                  <a:gd name="connsiteY38" fmla="*/ 826455 h 1698622"/>
                  <a:gd name="connsiteX39" fmla="*/ 857068 w 1717956"/>
                  <a:gd name="connsiteY39" fmla="*/ 782344 h 1698622"/>
                  <a:gd name="connsiteX40" fmla="*/ 772866 w 1717956"/>
                  <a:gd name="connsiteY40" fmla="*/ 826455 h 1698622"/>
                  <a:gd name="connsiteX41" fmla="*/ 728231 w 1717956"/>
                  <a:gd name="connsiteY41" fmla="*/ 833495 h 1698622"/>
                  <a:gd name="connsiteX42" fmla="*/ 670125 w 1717956"/>
                  <a:gd name="connsiteY42" fmla="*/ 751732 h 1698622"/>
                  <a:gd name="connsiteX43" fmla="*/ 686245 w 1717956"/>
                  <a:gd name="connsiteY43" fmla="*/ 657872 h 1698622"/>
                  <a:gd name="connsiteX44" fmla="*/ 618155 w 1717956"/>
                  <a:gd name="connsiteY44" fmla="*/ 591616 h 1698622"/>
                  <a:gd name="connsiteX45" fmla="*/ 597322 w 1717956"/>
                  <a:gd name="connsiteY45" fmla="*/ 550427 h 1698622"/>
                  <a:gd name="connsiteX46" fmla="*/ 657834 w 1717956"/>
                  <a:gd name="connsiteY46" fmla="*/ 470782 h 1698622"/>
                  <a:gd name="connsiteX47" fmla="*/ 751506 w 1717956"/>
                  <a:gd name="connsiteY47" fmla="*/ 457086 h 1698622"/>
                  <a:gd name="connsiteX48" fmla="*/ 793606 w 1717956"/>
                  <a:gd name="connsiteY48" fmla="*/ 371893 h 1698622"/>
                  <a:gd name="connsiteX49" fmla="*/ 825342 w 1717956"/>
                  <a:gd name="connsiteY49" fmla="*/ 340265 h 1698622"/>
                  <a:gd name="connsiteX50" fmla="*/ 852549 w 1717956"/>
                  <a:gd name="connsiteY50" fmla="*/ 332932 h 1698622"/>
                  <a:gd name="connsiteX51" fmla="*/ 388625 w 1717956"/>
                  <a:gd name="connsiteY51" fmla="*/ 122891 h 1698622"/>
                  <a:gd name="connsiteX52" fmla="*/ 388625 w 1717956"/>
                  <a:gd name="connsiteY52" fmla="*/ 745093 h 1698622"/>
                  <a:gd name="connsiteX53" fmla="*/ 388492 w 1717956"/>
                  <a:gd name="connsiteY53" fmla="*/ 747655 h 1698622"/>
                  <a:gd name="connsiteX54" fmla="*/ 858678 w 1717956"/>
                  <a:gd name="connsiteY54" fmla="*/ 1215038 h 1698622"/>
                  <a:gd name="connsiteX55" fmla="*/ 1328931 w 1717956"/>
                  <a:gd name="connsiteY55" fmla="*/ 744892 h 1698622"/>
                  <a:gd name="connsiteX56" fmla="*/ 1329322 w 1717956"/>
                  <a:gd name="connsiteY56" fmla="*/ 738148 h 1698622"/>
                  <a:gd name="connsiteX57" fmla="*/ 1329322 w 1717956"/>
                  <a:gd name="connsiteY57" fmla="*/ 122891 h 1698622"/>
                  <a:gd name="connsiteX58" fmla="*/ 265905 w 1717956"/>
                  <a:gd name="connsiteY58" fmla="*/ 0 h 1698622"/>
                  <a:gd name="connsiteX59" fmla="*/ 1452242 w 1717956"/>
                  <a:gd name="connsiteY59" fmla="*/ 0 h 1698622"/>
                  <a:gd name="connsiteX60" fmla="*/ 1452242 w 1717956"/>
                  <a:gd name="connsiteY60" fmla="*/ 232498 h 1698622"/>
                  <a:gd name="connsiteX61" fmla="*/ 1471689 w 1717956"/>
                  <a:gd name="connsiteY61" fmla="*/ 234464 h 1698622"/>
                  <a:gd name="connsiteX62" fmla="*/ 1717956 w 1717956"/>
                  <a:gd name="connsiteY62" fmla="*/ 536438 h 1698622"/>
                  <a:gd name="connsiteX63" fmla="*/ 1471617 w 1717956"/>
                  <a:gd name="connsiteY63" fmla="*/ 838031 h 1698622"/>
                  <a:gd name="connsiteX64" fmla="*/ 1441861 w 1717956"/>
                  <a:gd name="connsiteY64" fmla="*/ 841038 h 1698622"/>
                  <a:gd name="connsiteX65" fmla="*/ 1438892 w 1717956"/>
                  <a:gd name="connsiteY65" fmla="*/ 867978 h 1698622"/>
                  <a:gd name="connsiteX66" fmla="*/ 1278275 w 1717956"/>
                  <a:gd name="connsiteY66" fmla="*/ 1163907 h 1698622"/>
                  <a:gd name="connsiteX67" fmla="*/ 918424 w 1717956"/>
                  <a:gd name="connsiteY67" fmla="*/ 1334957 h 1698622"/>
                  <a:gd name="connsiteX68" fmla="*/ 918424 w 1717956"/>
                  <a:gd name="connsiteY68" fmla="*/ 1698613 h 1698622"/>
                  <a:gd name="connsiteX69" fmla="*/ 365141 w 1717956"/>
                  <a:gd name="connsiteY69" fmla="*/ 1698613 h 1698622"/>
                  <a:gd name="connsiteX70" fmla="*/ 303776 w 1717956"/>
                  <a:gd name="connsiteY70" fmla="*/ 1637281 h 1698622"/>
                  <a:gd name="connsiteX71" fmla="*/ 365141 w 1717956"/>
                  <a:gd name="connsiteY71" fmla="*/ 1575939 h 1698622"/>
                  <a:gd name="connsiteX72" fmla="*/ 795703 w 1717956"/>
                  <a:gd name="connsiteY72" fmla="*/ 1575939 h 1698622"/>
                  <a:gd name="connsiteX73" fmla="*/ 795703 w 1717956"/>
                  <a:gd name="connsiteY73" fmla="*/ 1334529 h 1698622"/>
                  <a:gd name="connsiteX74" fmla="*/ 276276 w 1717956"/>
                  <a:gd name="connsiteY74" fmla="*/ 856690 h 1698622"/>
                  <a:gd name="connsiteX75" fmla="*/ 274784 w 1717956"/>
                  <a:gd name="connsiteY75" fmla="*/ 840905 h 1698622"/>
                  <a:gd name="connsiteX76" fmla="*/ 246269 w 1717956"/>
                  <a:gd name="connsiteY76" fmla="*/ 838022 h 1698622"/>
                  <a:gd name="connsiteX77" fmla="*/ 0 w 1717956"/>
                  <a:gd name="connsiteY77" fmla="*/ 536038 h 1698622"/>
                  <a:gd name="connsiteX78" fmla="*/ 246269 w 1717956"/>
                  <a:gd name="connsiteY78" fmla="*/ 234055 h 1698622"/>
                  <a:gd name="connsiteX79" fmla="*/ 265905 w 1717956"/>
                  <a:gd name="connsiteY79" fmla="*/ 232070 h 1698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717956" h="1698622">
                    <a:moveTo>
                      <a:pt x="997738" y="1573225"/>
                    </a:moveTo>
                    <a:lnTo>
                      <a:pt x="1352978" y="1573225"/>
                    </a:lnTo>
                    <a:cubicBezTo>
                      <a:pt x="1387611" y="1573225"/>
                      <a:pt x="1415687" y="1601294"/>
                      <a:pt x="1415687" y="1635918"/>
                    </a:cubicBezTo>
                    <a:cubicBezTo>
                      <a:pt x="1415687" y="1635922"/>
                      <a:pt x="1415687" y="1635924"/>
                      <a:pt x="1415687" y="1635928"/>
                    </a:cubicBezTo>
                    <a:cubicBezTo>
                      <a:pt x="1415687" y="1670553"/>
                      <a:pt x="1387611" y="1698622"/>
                      <a:pt x="1352978" y="1698622"/>
                    </a:cubicBezTo>
                    <a:lnTo>
                      <a:pt x="997738" y="1698622"/>
                    </a:lnTo>
                    <a:cubicBezTo>
                      <a:pt x="963101" y="1698622"/>
                      <a:pt x="935024" y="1670551"/>
                      <a:pt x="935024" y="1635924"/>
                    </a:cubicBezTo>
                    <a:cubicBezTo>
                      <a:pt x="935024" y="1601295"/>
                      <a:pt x="963101" y="1573225"/>
                      <a:pt x="997738" y="1573225"/>
                    </a:cubicBezTo>
                    <a:close/>
                    <a:moveTo>
                      <a:pt x="857267" y="434940"/>
                    </a:moveTo>
                    <a:lnTo>
                      <a:pt x="807908" y="534828"/>
                    </a:lnTo>
                    <a:lnTo>
                      <a:pt x="697726" y="550935"/>
                    </a:lnTo>
                    <a:lnTo>
                      <a:pt x="777497" y="628478"/>
                    </a:lnTo>
                    <a:lnTo>
                      <a:pt x="758557" y="738444"/>
                    </a:lnTo>
                    <a:lnTo>
                      <a:pt x="857258" y="686676"/>
                    </a:lnTo>
                    <a:lnTo>
                      <a:pt x="955971" y="738444"/>
                    </a:lnTo>
                    <a:lnTo>
                      <a:pt x="937030" y="628478"/>
                    </a:lnTo>
                    <a:lnTo>
                      <a:pt x="1016802" y="550935"/>
                    </a:lnTo>
                    <a:lnTo>
                      <a:pt x="906619" y="534828"/>
                    </a:lnTo>
                    <a:close/>
                    <a:moveTo>
                      <a:pt x="1452242" y="356300"/>
                    </a:moveTo>
                    <a:lnTo>
                      <a:pt x="1452242" y="716194"/>
                    </a:lnTo>
                    <a:lnTo>
                      <a:pt x="1481730" y="707024"/>
                    </a:lnTo>
                    <a:cubicBezTo>
                      <a:pt x="1548256" y="678846"/>
                      <a:pt x="1595046" y="612908"/>
                      <a:pt x="1595046" y="536248"/>
                    </a:cubicBezTo>
                    <a:cubicBezTo>
                      <a:pt x="1595046" y="459588"/>
                      <a:pt x="1548261" y="393649"/>
                      <a:pt x="1481734" y="365472"/>
                    </a:cubicBezTo>
                    <a:close/>
                    <a:moveTo>
                      <a:pt x="265905" y="355831"/>
                    </a:moveTo>
                    <a:lnTo>
                      <a:pt x="236228" y="365061"/>
                    </a:lnTo>
                    <a:cubicBezTo>
                      <a:pt x="169705" y="393239"/>
                      <a:pt x="122920" y="459178"/>
                      <a:pt x="122920" y="535838"/>
                    </a:cubicBezTo>
                    <a:cubicBezTo>
                      <a:pt x="122920" y="612497"/>
                      <a:pt x="169705" y="678436"/>
                      <a:pt x="236228" y="706614"/>
                    </a:cubicBezTo>
                    <a:lnTo>
                      <a:pt x="265905" y="715844"/>
                    </a:lnTo>
                    <a:close/>
                    <a:moveTo>
                      <a:pt x="852549" y="332932"/>
                    </a:moveTo>
                    <a:cubicBezTo>
                      <a:pt x="880148" y="331207"/>
                      <a:pt x="907393" y="345796"/>
                      <a:pt x="920510" y="372094"/>
                    </a:cubicBezTo>
                    <a:lnTo>
                      <a:pt x="962610" y="457486"/>
                    </a:lnTo>
                    <a:lnTo>
                      <a:pt x="1056682" y="471182"/>
                    </a:lnTo>
                    <a:cubicBezTo>
                      <a:pt x="1083434" y="475169"/>
                      <a:pt x="1105611" y="493981"/>
                      <a:pt x="1113903" y="519722"/>
                    </a:cubicBezTo>
                    <a:cubicBezTo>
                      <a:pt x="1122228" y="545442"/>
                      <a:pt x="1115014" y="573656"/>
                      <a:pt x="1095362" y="592226"/>
                    </a:cubicBezTo>
                    <a:lnTo>
                      <a:pt x="1027682" y="658091"/>
                    </a:lnTo>
                    <a:lnTo>
                      <a:pt x="1043802" y="751742"/>
                    </a:lnTo>
                    <a:cubicBezTo>
                      <a:pt x="1044492" y="755708"/>
                      <a:pt x="1044844" y="759726"/>
                      <a:pt x="1044849" y="763752"/>
                    </a:cubicBezTo>
                    <a:cubicBezTo>
                      <a:pt x="1044913" y="802769"/>
                      <a:pt x="1013326" y="834451"/>
                      <a:pt x="974300" y="834514"/>
                    </a:cubicBezTo>
                    <a:cubicBezTo>
                      <a:pt x="962856" y="834613"/>
                      <a:pt x="951568" y="831843"/>
                      <a:pt x="941470" y="826455"/>
                    </a:cubicBezTo>
                    <a:lnTo>
                      <a:pt x="857068" y="782344"/>
                    </a:lnTo>
                    <a:lnTo>
                      <a:pt x="772866" y="826455"/>
                    </a:lnTo>
                    <a:cubicBezTo>
                      <a:pt x="759154" y="833603"/>
                      <a:pt x="743480" y="836075"/>
                      <a:pt x="728231" y="833495"/>
                    </a:cubicBezTo>
                    <a:cubicBezTo>
                      <a:pt x="689603" y="826959"/>
                      <a:pt x="663588" y="790351"/>
                      <a:pt x="670125" y="751732"/>
                    </a:cubicBezTo>
                    <a:lnTo>
                      <a:pt x="686245" y="657872"/>
                    </a:lnTo>
                    <a:lnTo>
                      <a:pt x="618155" y="591616"/>
                    </a:lnTo>
                    <a:cubicBezTo>
                      <a:pt x="606799" y="580602"/>
                      <a:pt x="599463" y="566099"/>
                      <a:pt x="597322" y="550427"/>
                    </a:cubicBezTo>
                    <a:cubicBezTo>
                      <a:pt x="592033" y="511726"/>
                      <a:pt x="619126" y="476069"/>
                      <a:pt x="657834" y="470782"/>
                    </a:cubicBezTo>
                    <a:lnTo>
                      <a:pt x="751506" y="457086"/>
                    </a:lnTo>
                    <a:lnTo>
                      <a:pt x="793606" y="371893"/>
                    </a:lnTo>
                    <a:cubicBezTo>
                      <a:pt x="800491" y="358201"/>
                      <a:pt x="811624" y="347104"/>
                      <a:pt x="825342" y="340265"/>
                    </a:cubicBezTo>
                    <a:cubicBezTo>
                      <a:pt x="834110" y="335894"/>
                      <a:pt x="843349" y="333507"/>
                      <a:pt x="852549" y="332932"/>
                    </a:cubicBezTo>
                    <a:close/>
                    <a:moveTo>
                      <a:pt x="388625" y="122891"/>
                    </a:moveTo>
                    <a:lnTo>
                      <a:pt x="388625" y="745093"/>
                    </a:lnTo>
                    <a:cubicBezTo>
                      <a:pt x="388625" y="745960"/>
                      <a:pt x="388529" y="746797"/>
                      <a:pt x="388492" y="747655"/>
                    </a:cubicBezTo>
                    <a:cubicBezTo>
                      <a:pt x="389988" y="1005620"/>
                      <a:pt x="600301" y="1215038"/>
                      <a:pt x="858678" y="1215038"/>
                    </a:cubicBezTo>
                    <a:cubicBezTo>
                      <a:pt x="1117971" y="1215038"/>
                      <a:pt x="1328931" y="1004134"/>
                      <a:pt x="1328931" y="744892"/>
                    </a:cubicBezTo>
                    <a:cubicBezTo>
                      <a:pt x="1328941" y="742639"/>
                      <a:pt x="1329071" y="740388"/>
                      <a:pt x="1329322" y="738148"/>
                    </a:cubicBezTo>
                    <a:lnTo>
                      <a:pt x="1329322" y="122891"/>
                    </a:lnTo>
                    <a:close/>
                    <a:moveTo>
                      <a:pt x="265905" y="0"/>
                    </a:moveTo>
                    <a:lnTo>
                      <a:pt x="1452242" y="0"/>
                    </a:lnTo>
                    <a:lnTo>
                      <a:pt x="1452242" y="232498"/>
                    </a:lnTo>
                    <a:lnTo>
                      <a:pt x="1471689" y="234464"/>
                    </a:lnTo>
                    <a:cubicBezTo>
                      <a:pt x="1612058" y="263256"/>
                      <a:pt x="1717956" y="387720"/>
                      <a:pt x="1717956" y="536438"/>
                    </a:cubicBezTo>
                    <a:cubicBezTo>
                      <a:pt x="1717773" y="684982"/>
                      <a:pt x="1611844" y="809278"/>
                      <a:pt x="1471617" y="838031"/>
                    </a:cubicBezTo>
                    <a:lnTo>
                      <a:pt x="1441861" y="841038"/>
                    </a:lnTo>
                    <a:lnTo>
                      <a:pt x="1438892" y="867978"/>
                    </a:lnTo>
                    <a:cubicBezTo>
                      <a:pt x="1415616" y="979193"/>
                      <a:pt x="1360619" y="1081476"/>
                      <a:pt x="1278275" y="1163907"/>
                    </a:cubicBezTo>
                    <a:cubicBezTo>
                      <a:pt x="1180346" y="1261938"/>
                      <a:pt x="1054300" y="1321480"/>
                      <a:pt x="918424" y="1334957"/>
                    </a:cubicBezTo>
                    <a:lnTo>
                      <a:pt x="918424" y="1698613"/>
                    </a:lnTo>
                    <a:lnTo>
                      <a:pt x="365141" y="1698613"/>
                    </a:lnTo>
                    <a:cubicBezTo>
                      <a:pt x="331298" y="1698613"/>
                      <a:pt x="303776" y="1671094"/>
                      <a:pt x="303776" y="1637281"/>
                    </a:cubicBezTo>
                    <a:cubicBezTo>
                      <a:pt x="303776" y="1603467"/>
                      <a:pt x="331298" y="1575939"/>
                      <a:pt x="365141" y="1575939"/>
                    </a:cubicBezTo>
                    <a:lnTo>
                      <a:pt x="795703" y="1575939"/>
                    </a:lnTo>
                    <a:lnTo>
                      <a:pt x="795703" y="1334529"/>
                    </a:lnTo>
                    <a:cubicBezTo>
                      <a:pt x="535411" y="1306849"/>
                      <a:pt x="324850" y="1110195"/>
                      <a:pt x="276276" y="856690"/>
                    </a:cubicBezTo>
                    <a:lnTo>
                      <a:pt x="274784" y="840905"/>
                    </a:lnTo>
                    <a:lnTo>
                      <a:pt x="246269" y="838022"/>
                    </a:lnTo>
                    <a:cubicBezTo>
                      <a:pt x="105899" y="809230"/>
                      <a:pt x="0" y="684765"/>
                      <a:pt x="0" y="536038"/>
                    </a:cubicBezTo>
                    <a:cubicBezTo>
                      <a:pt x="0" y="387312"/>
                      <a:pt x="105899" y="262847"/>
                      <a:pt x="246269" y="234055"/>
                    </a:cubicBezTo>
                    <a:lnTo>
                      <a:pt x="265905" y="232070"/>
                    </a:lnTo>
                    <a:close/>
                  </a:path>
                </a:pathLst>
              </a:custGeom>
              <a:solidFill>
                <a:schemeClr val="bg1"/>
              </a:solidFill>
              <a:ln w="18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图形 50"/>
              <p:cNvSpPr/>
              <p:nvPr/>
            </p:nvSpPr>
            <p:spPr>
              <a:xfrm>
                <a:off x="1852456" y="3236271"/>
                <a:ext cx="279715" cy="262003"/>
              </a:xfrm>
              <a:custGeom>
                <a:avLst/>
                <a:gdLst>
                  <a:gd name="connsiteX0" fmla="*/ 1560197 w 1700214"/>
                  <a:gd name="connsiteY0" fmla="*/ 0 h 1592552"/>
                  <a:gd name="connsiteX1" fmla="*/ 140026 w 1700214"/>
                  <a:gd name="connsiteY1" fmla="*/ 0 h 1592552"/>
                  <a:gd name="connsiteX2" fmla="*/ 0 w 1700214"/>
                  <a:gd name="connsiteY2" fmla="*/ 140020 h 1592552"/>
                  <a:gd name="connsiteX3" fmla="*/ 0 w 1700214"/>
                  <a:gd name="connsiteY3" fmla="*/ 1452521 h 1592552"/>
                  <a:gd name="connsiteX4" fmla="*/ 140026 w 1700214"/>
                  <a:gd name="connsiteY4" fmla="*/ 1592547 h 1592552"/>
                  <a:gd name="connsiteX5" fmla="*/ 243394 w 1700214"/>
                  <a:gd name="connsiteY5" fmla="*/ 1592547 h 1592552"/>
                  <a:gd name="connsiteX6" fmla="*/ 290728 w 1700214"/>
                  <a:gd name="connsiteY6" fmla="*/ 1570029 h 1592552"/>
                  <a:gd name="connsiteX7" fmla="*/ 630633 w 1700214"/>
                  <a:gd name="connsiteY7" fmla="*/ 1148619 h 1592552"/>
                  <a:gd name="connsiteX8" fmla="*/ 785795 w 1700214"/>
                  <a:gd name="connsiteY8" fmla="*/ 1276676 h 1592552"/>
                  <a:gd name="connsiteX9" fmla="*/ 869068 w 1700214"/>
                  <a:gd name="connsiteY9" fmla="*/ 1271120 h 1592552"/>
                  <a:gd name="connsiteX10" fmla="*/ 1323664 w 1700214"/>
                  <a:gd name="connsiteY10" fmla="*/ 738529 h 1592552"/>
                  <a:gd name="connsiteX11" fmla="*/ 1310940 w 1700214"/>
                  <a:gd name="connsiteY11" fmla="*/ 850846 h 1592552"/>
                  <a:gd name="connsiteX12" fmla="*/ 1371681 w 1700214"/>
                  <a:gd name="connsiteY12" fmla="*/ 911588 h 1592552"/>
                  <a:gd name="connsiteX13" fmla="*/ 1432423 w 1700214"/>
                  <a:gd name="connsiteY13" fmla="*/ 850846 h 1592552"/>
                  <a:gd name="connsiteX14" fmla="*/ 1462679 w 1700214"/>
                  <a:gd name="connsiteY14" fmla="*/ 583758 h 1592552"/>
                  <a:gd name="connsiteX15" fmla="*/ 1464002 w 1700214"/>
                  <a:gd name="connsiteY15" fmla="*/ 572087 h 1592552"/>
                  <a:gd name="connsiteX16" fmla="*/ 1464060 w 1700214"/>
                  <a:gd name="connsiteY16" fmla="*/ 571582 h 1592552"/>
                  <a:gd name="connsiteX17" fmla="*/ 1464041 w 1700214"/>
                  <a:gd name="connsiteY17" fmla="*/ 571266 h 1592552"/>
                  <a:gd name="connsiteX18" fmla="*/ 1464060 w 1700214"/>
                  <a:gd name="connsiteY18" fmla="*/ 570951 h 1592552"/>
                  <a:gd name="connsiteX19" fmla="*/ 1403318 w 1700214"/>
                  <a:gd name="connsiteY19" fmla="*/ 510209 h 1592552"/>
                  <a:gd name="connsiteX20" fmla="*/ 1124056 w 1700214"/>
                  <a:gd name="connsiteY20" fmla="*/ 541846 h 1592552"/>
                  <a:gd name="connsiteX21" fmla="*/ 1063314 w 1700214"/>
                  <a:gd name="connsiteY21" fmla="*/ 602588 h 1592552"/>
                  <a:gd name="connsiteX22" fmla="*/ 1124056 w 1700214"/>
                  <a:gd name="connsiteY22" fmla="*/ 663329 h 1592552"/>
                  <a:gd name="connsiteX23" fmla="*/ 1238242 w 1700214"/>
                  <a:gd name="connsiteY23" fmla="*/ 650393 h 1592552"/>
                  <a:gd name="connsiteX24" fmla="*/ 818949 w 1700214"/>
                  <a:gd name="connsiteY24" fmla="*/ 1146335 h 1592552"/>
                  <a:gd name="connsiteX25" fmla="*/ 660762 w 1700214"/>
                  <a:gd name="connsiteY25" fmla="*/ 1015746 h 1592552"/>
                  <a:gd name="connsiteX26" fmla="*/ 615961 w 1700214"/>
                  <a:gd name="connsiteY26" fmla="*/ 1002080 h 1592552"/>
                  <a:gd name="connsiteX27" fmla="*/ 574695 w 1700214"/>
                  <a:gd name="connsiteY27" fmla="*/ 1024349 h 1592552"/>
                  <a:gd name="connsiteX28" fmla="*/ 215363 w 1700214"/>
                  <a:gd name="connsiteY28" fmla="*/ 1470040 h 1592552"/>
                  <a:gd name="connsiteX29" fmla="*/ 192519 w 1700214"/>
                  <a:gd name="connsiteY29" fmla="*/ 1470040 h 1592552"/>
                  <a:gd name="connsiteX30" fmla="*/ 122498 w 1700214"/>
                  <a:gd name="connsiteY30" fmla="*/ 1400020 h 1592552"/>
                  <a:gd name="connsiteX31" fmla="*/ 122498 w 1700214"/>
                  <a:gd name="connsiteY31" fmla="*/ 192530 h 1592552"/>
                  <a:gd name="connsiteX32" fmla="*/ 192519 w 1700214"/>
                  <a:gd name="connsiteY32" fmla="*/ 122508 h 1592552"/>
                  <a:gd name="connsiteX33" fmla="*/ 1507677 w 1700214"/>
                  <a:gd name="connsiteY33" fmla="*/ 122508 h 1592552"/>
                  <a:gd name="connsiteX34" fmla="*/ 1577710 w 1700214"/>
                  <a:gd name="connsiteY34" fmla="*/ 192530 h 1592552"/>
                  <a:gd name="connsiteX35" fmla="*/ 1577710 w 1700214"/>
                  <a:gd name="connsiteY35" fmla="*/ 1400018 h 1592552"/>
                  <a:gd name="connsiteX36" fmla="*/ 1507677 w 1700214"/>
                  <a:gd name="connsiteY36" fmla="*/ 1470038 h 1592552"/>
                  <a:gd name="connsiteX37" fmla="*/ 876667 w 1700214"/>
                  <a:gd name="connsiteY37" fmla="*/ 1470038 h 1592552"/>
                  <a:gd name="connsiteX38" fmla="*/ 815410 w 1700214"/>
                  <a:gd name="connsiteY38" fmla="*/ 1531295 h 1592552"/>
                  <a:gd name="connsiteX39" fmla="*/ 876667 w 1700214"/>
                  <a:gd name="connsiteY39" fmla="*/ 1592552 h 1592552"/>
                  <a:gd name="connsiteX40" fmla="*/ 1560193 w 1700214"/>
                  <a:gd name="connsiteY40" fmla="*/ 1592552 h 1592552"/>
                  <a:gd name="connsiteX41" fmla="*/ 1700214 w 1700214"/>
                  <a:gd name="connsiteY41" fmla="*/ 1452526 h 1592552"/>
                  <a:gd name="connsiteX42" fmla="*/ 1700214 w 1700214"/>
                  <a:gd name="connsiteY42" fmla="*/ 140025 h 1592552"/>
                  <a:gd name="connsiteX43" fmla="*/ 1560193 w 1700214"/>
                  <a:gd name="connsiteY43" fmla="*/ 5 h 1592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700214" h="1592552">
                    <a:moveTo>
                      <a:pt x="1560197" y="0"/>
                    </a:moveTo>
                    <a:lnTo>
                      <a:pt x="140026" y="0"/>
                    </a:lnTo>
                    <a:cubicBezTo>
                      <a:pt x="62675" y="0"/>
                      <a:pt x="0" y="62687"/>
                      <a:pt x="0" y="140020"/>
                    </a:cubicBezTo>
                    <a:lnTo>
                      <a:pt x="0" y="1452521"/>
                    </a:lnTo>
                    <a:cubicBezTo>
                      <a:pt x="0" y="1529872"/>
                      <a:pt x="62694" y="1592547"/>
                      <a:pt x="140026" y="1592547"/>
                    </a:cubicBezTo>
                    <a:lnTo>
                      <a:pt x="243394" y="1592547"/>
                    </a:lnTo>
                    <a:cubicBezTo>
                      <a:pt x="261871" y="1592547"/>
                      <a:pt x="279086" y="1584210"/>
                      <a:pt x="290728" y="1570029"/>
                    </a:cubicBezTo>
                    <a:lnTo>
                      <a:pt x="630633" y="1148619"/>
                    </a:lnTo>
                    <a:lnTo>
                      <a:pt x="785795" y="1276676"/>
                    </a:lnTo>
                    <a:cubicBezTo>
                      <a:pt x="810601" y="1297181"/>
                      <a:pt x="847044" y="1294647"/>
                      <a:pt x="869068" y="1271120"/>
                    </a:cubicBezTo>
                    <a:lnTo>
                      <a:pt x="1323664" y="738529"/>
                    </a:lnTo>
                    <a:lnTo>
                      <a:pt x="1310940" y="850846"/>
                    </a:lnTo>
                    <a:cubicBezTo>
                      <a:pt x="1310940" y="884390"/>
                      <a:pt x="1338135" y="911588"/>
                      <a:pt x="1371681" y="911588"/>
                    </a:cubicBezTo>
                    <a:cubicBezTo>
                      <a:pt x="1405226" y="911588"/>
                      <a:pt x="1432423" y="884392"/>
                      <a:pt x="1432423" y="850846"/>
                    </a:cubicBezTo>
                    <a:lnTo>
                      <a:pt x="1462679" y="583758"/>
                    </a:lnTo>
                    <a:cubicBezTo>
                      <a:pt x="1463492" y="579990"/>
                      <a:pt x="1463929" y="576083"/>
                      <a:pt x="1464002" y="572087"/>
                    </a:cubicBezTo>
                    <a:lnTo>
                      <a:pt x="1464060" y="571582"/>
                    </a:lnTo>
                    <a:cubicBezTo>
                      <a:pt x="1464060" y="571476"/>
                      <a:pt x="1464043" y="571375"/>
                      <a:pt x="1464041" y="571266"/>
                    </a:cubicBezTo>
                    <a:cubicBezTo>
                      <a:pt x="1464041" y="571161"/>
                      <a:pt x="1464060" y="571059"/>
                      <a:pt x="1464060" y="570951"/>
                    </a:cubicBezTo>
                    <a:cubicBezTo>
                      <a:pt x="1464060" y="537406"/>
                      <a:pt x="1436865" y="510209"/>
                      <a:pt x="1403318" y="510209"/>
                    </a:cubicBezTo>
                    <a:lnTo>
                      <a:pt x="1124056" y="541846"/>
                    </a:lnTo>
                    <a:cubicBezTo>
                      <a:pt x="1090511" y="541846"/>
                      <a:pt x="1063314" y="569041"/>
                      <a:pt x="1063314" y="602588"/>
                    </a:cubicBezTo>
                    <a:cubicBezTo>
                      <a:pt x="1063314" y="636132"/>
                      <a:pt x="1090509" y="663329"/>
                      <a:pt x="1124056" y="663329"/>
                    </a:cubicBezTo>
                    <a:lnTo>
                      <a:pt x="1238242" y="650393"/>
                    </a:lnTo>
                    <a:lnTo>
                      <a:pt x="818949" y="1146335"/>
                    </a:lnTo>
                    <a:lnTo>
                      <a:pt x="660762" y="1015746"/>
                    </a:lnTo>
                    <a:cubicBezTo>
                      <a:pt x="648353" y="1005365"/>
                      <a:pt x="632152" y="1000557"/>
                      <a:pt x="615961" y="1002080"/>
                    </a:cubicBezTo>
                    <a:cubicBezTo>
                      <a:pt x="599757" y="1003585"/>
                      <a:pt x="585078" y="1011694"/>
                      <a:pt x="574695" y="1024349"/>
                    </a:cubicBezTo>
                    <a:lnTo>
                      <a:pt x="215363" y="1470040"/>
                    </a:lnTo>
                    <a:lnTo>
                      <a:pt x="192519" y="1470040"/>
                    </a:lnTo>
                    <a:cubicBezTo>
                      <a:pt x="153853" y="1470040"/>
                      <a:pt x="122498" y="1438723"/>
                      <a:pt x="122498" y="1400020"/>
                    </a:cubicBezTo>
                    <a:lnTo>
                      <a:pt x="122498" y="192530"/>
                    </a:lnTo>
                    <a:cubicBezTo>
                      <a:pt x="122498" y="153856"/>
                      <a:pt x="153826" y="122508"/>
                      <a:pt x="192519" y="122508"/>
                    </a:cubicBezTo>
                    <a:lnTo>
                      <a:pt x="1507677" y="122508"/>
                    </a:lnTo>
                    <a:cubicBezTo>
                      <a:pt x="1546350" y="122508"/>
                      <a:pt x="1577710" y="153836"/>
                      <a:pt x="1577710" y="192530"/>
                    </a:cubicBezTo>
                    <a:lnTo>
                      <a:pt x="1577710" y="1400018"/>
                    </a:lnTo>
                    <a:cubicBezTo>
                      <a:pt x="1577710" y="1438691"/>
                      <a:pt x="1546382" y="1470038"/>
                      <a:pt x="1507677" y="1470038"/>
                    </a:cubicBezTo>
                    <a:lnTo>
                      <a:pt x="876667" y="1470038"/>
                    </a:lnTo>
                    <a:cubicBezTo>
                      <a:pt x="842836" y="1470038"/>
                      <a:pt x="815410" y="1497461"/>
                      <a:pt x="815410" y="1531295"/>
                    </a:cubicBezTo>
                    <a:cubicBezTo>
                      <a:pt x="815410" y="1565130"/>
                      <a:pt x="842833" y="1592552"/>
                      <a:pt x="876667" y="1592552"/>
                    </a:cubicBezTo>
                    <a:lnTo>
                      <a:pt x="1560193" y="1592552"/>
                    </a:lnTo>
                    <a:cubicBezTo>
                      <a:pt x="1637533" y="1592552"/>
                      <a:pt x="1700214" y="1529857"/>
                      <a:pt x="1700214" y="1452526"/>
                    </a:cubicBezTo>
                    <a:lnTo>
                      <a:pt x="1700214" y="140025"/>
                    </a:lnTo>
                    <a:cubicBezTo>
                      <a:pt x="1700214" y="62684"/>
                      <a:pt x="1637519" y="5"/>
                      <a:pt x="1560193" y="5"/>
                    </a:cubicBezTo>
                    <a:close/>
                  </a:path>
                </a:pathLst>
              </a:custGeom>
              <a:solidFill>
                <a:schemeClr val="bg1"/>
              </a:solidFill>
              <a:ln w="169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任意多边形: 形状 64"/>
              <p:cNvSpPr/>
              <p:nvPr/>
            </p:nvSpPr>
            <p:spPr>
              <a:xfrm>
                <a:off x="4595834" y="3213723"/>
                <a:ext cx="262423" cy="307099"/>
              </a:xfrm>
              <a:custGeom>
                <a:avLst/>
                <a:gdLst>
                  <a:gd name="connsiteX0" fmla="*/ 1052118 w 1627867"/>
                  <a:gd name="connsiteY0" fmla="*/ 571500 h 1905000"/>
                  <a:gd name="connsiteX1" fmla="*/ 1385493 w 1627867"/>
                  <a:gd name="connsiteY1" fmla="*/ 571500 h 1905000"/>
                  <a:gd name="connsiteX2" fmla="*/ 1385493 w 1627867"/>
                  <a:gd name="connsiteY2" fmla="*/ 904875 h 1905000"/>
                  <a:gd name="connsiteX3" fmla="*/ 1337868 w 1627867"/>
                  <a:gd name="connsiteY3" fmla="*/ 952500 h 1905000"/>
                  <a:gd name="connsiteX4" fmla="*/ 1290243 w 1627867"/>
                  <a:gd name="connsiteY4" fmla="*/ 904875 h 1905000"/>
                  <a:gd name="connsiteX5" fmla="*/ 1290243 w 1627867"/>
                  <a:gd name="connsiteY5" fmla="*/ 753572 h 1905000"/>
                  <a:gd name="connsiteX6" fmla="*/ 970202 w 1627867"/>
                  <a:gd name="connsiteY6" fmla="*/ 1129665 h 1905000"/>
                  <a:gd name="connsiteX7" fmla="*/ 711122 w 1627867"/>
                  <a:gd name="connsiteY7" fmla="*/ 981075 h 1905000"/>
                  <a:gd name="connsiteX8" fmla="*/ 392987 w 1627867"/>
                  <a:gd name="connsiteY8" fmla="*/ 1248727 h 1905000"/>
                  <a:gd name="connsiteX9" fmla="*/ 359650 w 1627867"/>
                  <a:gd name="connsiteY9" fmla="*/ 1257300 h 1905000"/>
                  <a:gd name="connsiteX10" fmla="*/ 308949 w 1627867"/>
                  <a:gd name="connsiteY10" fmla="*/ 1207037 h 1905000"/>
                  <a:gd name="connsiteX11" fmla="*/ 326312 w 1627867"/>
                  <a:gd name="connsiteY11" fmla="*/ 1168717 h 1905000"/>
                  <a:gd name="connsiteX12" fmla="*/ 327265 w 1627867"/>
                  <a:gd name="connsiteY12" fmla="*/ 1167765 h 1905000"/>
                  <a:gd name="connsiteX13" fmla="*/ 699692 w 1627867"/>
                  <a:gd name="connsiteY13" fmla="*/ 854392 h 1905000"/>
                  <a:gd name="connsiteX14" fmla="*/ 947342 w 1627867"/>
                  <a:gd name="connsiteY14" fmla="*/ 997267 h 1905000"/>
                  <a:gd name="connsiteX15" fmla="*/ 1229282 w 1627867"/>
                  <a:gd name="connsiteY15" fmla="*/ 666750 h 1905000"/>
                  <a:gd name="connsiteX16" fmla="*/ 1052118 w 1627867"/>
                  <a:gd name="connsiteY16" fmla="*/ 666750 h 1905000"/>
                  <a:gd name="connsiteX17" fmla="*/ 1004493 w 1627867"/>
                  <a:gd name="connsiteY17" fmla="*/ 619125 h 1905000"/>
                  <a:gd name="connsiteX18" fmla="*/ 1052118 w 1627867"/>
                  <a:gd name="connsiteY18" fmla="*/ 571500 h 1905000"/>
                  <a:gd name="connsiteX19" fmla="*/ 804467 w 1627867"/>
                  <a:gd name="connsiteY19" fmla="*/ 123825 h 1905000"/>
                  <a:gd name="connsiteX20" fmla="*/ 431087 w 1627867"/>
                  <a:gd name="connsiteY20" fmla="*/ 290513 h 1905000"/>
                  <a:gd name="connsiteX21" fmla="*/ 102475 w 1627867"/>
                  <a:gd name="connsiteY21" fmla="*/ 363855 h 1905000"/>
                  <a:gd name="connsiteX22" fmla="*/ 167245 w 1627867"/>
                  <a:gd name="connsiteY22" fmla="*/ 1191578 h 1905000"/>
                  <a:gd name="connsiteX23" fmla="*/ 846377 w 1627867"/>
                  <a:gd name="connsiteY23" fmla="*/ 1786890 h 1905000"/>
                  <a:gd name="connsiteX24" fmla="*/ 1456930 w 1627867"/>
                  <a:gd name="connsiteY24" fmla="*/ 1200150 h 1905000"/>
                  <a:gd name="connsiteX25" fmla="*/ 1525510 w 1627867"/>
                  <a:gd name="connsiteY25" fmla="*/ 341948 h 1905000"/>
                  <a:gd name="connsiteX26" fmla="*/ 1254047 w 1627867"/>
                  <a:gd name="connsiteY26" fmla="*/ 306705 h 1905000"/>
                  <a:gd name="connsiteX27" fmla="*/ 804467 w 1627867"/>
                  <a:gd name="connsiteY27" fmla="*/ 123825 h 1905000"/>
                  <a:gd name="connsiteX28" fmla="*/ 807325 w 1627867"/>
                  <a:gd name="connsiteY28" fmla="*/ 0 h 1905000"/>
                  <a:gd name="connsiteX29" fmla="*/ 835900 w 1627867"/>
                  <a:gd name="connsiteY29" fmla="*/ 20955 h 1905000"/>
                  <a:gd name="connsiteX30" fmla="*/ 1275955 w 1627867"/>
                  <a:gd name="connsiteY30" fmla="*/ 207645 h 1905000"/>
                  <a:gd name="connsiteX31" fmla="*/ 1575040 w 1627867"/>
                  <a:gd name="connsiteY31" fmla="*/ 240982 h 1905000"/>
                  <a:gd name="connsiteX32" fmla="*/ 1624570 w 1627867"/>
                  <a:gd name="connsiteY32" fmla="*/ 240982 h 1905000"/>
                  <a:gd name="connsiteX33" fmla="*/ 1625522 w 1627867"/>
                  <a:gd name="connsiteY33" fmla="*/ 290513 h 1905000"/>
                  <a:gd name="connsiteX34" fmla="*/ 1554085 w 1627867"/>
                  <a:gd name="connsiteY34" fmla="*/ 1230630 h 1905000"/>
                  <a:gd name="connsiteX35" fmla="*/ 871142 w 1627867"/>
                  <a:gd name="connsiteY35" fmla="*/ 1890713 h 1905000"/>
                  <a:gd name="connsiteX36" fmla="*/ 846377 w 1627867"/>
                  <a:gd name="connsiteY36" fmla="*/ 1905000 h 1905000"/>
                  <a:gd name="connsiteX37" fmla="*/ 820660 w 1627867"/>
                  <a:gd name="connsiteY37" fmla="*/ 1889764 h 1905000"/>
                  <a:gd name="connsiteX38" fmla="*/ 72947 w 1627867"/>
                  <a:gd name="connsiteY38" fmla="*/ 1226820 h 1905000"/>
                  <a:gd name="connsiteX39" fmla="*/ 2462 w 1627867"/>
                  <a:gd name="connsiteY39" fmla="*/ 314325 h 1905000"/>
                  <a:gd name="connsiteX40" fmla="*/ 3415 w 1627867"/>
                  <a:gd name="connsiteY40" fmla="*/ 267653 h 1905000"/>
                  <a:gd name="connsiteX41" fmla="*/ 50087 w 1627867"/>
                  <a:gd name="connsiteY41" fmla="*/ 264795 h 1905000"/>
                  <a:gd name="connsiteX42" fmla="*/ 399655 w 1627867"/>
                  <a:gd name="connsiteY42" fmla="*/ 193358 h 1905000"/>
                  <a:gd name="connsiteX43" fmla="*/ 777797 w 1627867"/>
                  <a:gd name="connsiteY43" fmla="*/ 19050 h 190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627867" h="1905000">
                    <a:moveTo>
                      <a:pt x="1052118" y="571500"/>
                    </a:moveTo>
                    <a:lnTo>
                      <a:pt x="1385493" y="571500"/>
                    </a:lnTo>
                    <a:lnTo>
                      <a:pt x="1385493" y="904875"/>
                    </a:lnTo>
                    <a:cubicBezTo>
                      <a:pt x="1385493" y="931545"/>
                      <a:pt x="1364538" y="952500"/>
                      <a:pt x="1337868" y="952500"/>
                    </a:cubicBezTo>
                    <a:cubicBezTo>
                      <a:pt x="1311198" y="952500"/>
                      <a:pt x="1290243" y="931545"/>
                      <a:pt x="1290243" y="904875"/>
                    </a:cubicBezTo>
                    <a:lnTo>
                      <a:pt x="1290243" y="753572"/>
                    </a:lnTo>
                    <a:lnTo>
                      <a:pt x="970202" y="1129665"/>
                    </a:lnTo>
                    <a:lnTo>
                      <a:pt x="711122" y="981075"/>
                    </a:lnTo>
                    <a:lnTo>
                      <a:pt x="392987" y="1248727"/>
                    </a:lnTo>
                    <a:cubicBezTo>
                      <a:pt x="382510" y="1253490"/>
                      <a:pt x="370127" y="1257300"/>
                      <a:pt x="359650" y="1257300"/>
                    </a:cubicBezTo>
                    <a:cubicBezTo>
                      <a:pt x="331769" y="1257421"/>
                      <a:pt x="309070" y="1234918"/>
                      <a:pt x="308949" y="1207037"/>
                    </a:cubicBezTo>
                    <a:cubicBezTo>
                      <a:pt x="308884" y="1192346"/>
                      <a:pt x="315224" y="1178356"/>
                      <a:pt x="326312" y="1168717"/>
                    </a:cubicBezTo>
                    <a:lnTo>
                      <a:pt x="327265" y="1167765"/>
                    </a:lnTo>
                    <a:lnTo>
                      <a:pt x="699692" y="854392"/>
                    </a:lnTo>
                    <a:lnTo>
                      <a:pt x="947342" y="997267"/>
                    </a:lnTo>
                    <a:lnTo>
                      <a:pt x="1229282" y="666750"/>
                    </a:lnTo>
                    <a:lnTo>
                      <a:pt x="1052118" y="666750"/>
                    </a:lnTo>
                    <a:cubicBezTo>
                      <a:pt x="1025448" y="666750"/>
                      <a:pt x="1004493" y="645795"/>
                      <a:pt x="1004493" y="619125"/>
                    </a:cubicBezTo>
                    <a:cubicBezTo>
                      <a:pt x="1004493" y="592455"/>
                      <a:pt x="1025448" y="571500"/>
                      <a:pt x="1052118" y="571500"/>
                    </a:cubicBezTo>
                    <a:close/>
                    <a:moveTo>
                      <a:pt x="804467" y="123825"/>
                    </a:moveTo>
                    <a:cubicBezTo>
                      <a:pt x="694930" y="188595"/>
                      <a:pt x="567295" y="246698"/>
                      <a:pt x="431087" y="290513"/>
                    </a:cubicBezTo>
                    <a:cubicBezTo>
                      <a:pt x="316787" y="326708"/>
                      <a:pt x="204392" y="352425"/>
                      <a:pt x="102475" y="363855"/>
                    </a:cubicBezTo>
                    <a:cubicBezTo>
                      <a:pt x="92950" y="879158"/>
                      <a:pt x="132955" y="1099185"/>
                      <a:pt x="167245" y="1191578"/>
                    </a:cubicBezTo>
                    <a:cubicBezTo>
                      <a:pt x="200582" y="1280160"/>
                      <a:pt x="332980" y="1473518"/>
                      <a:pt x="846377" y="1786890"/>
                    </a:cubicBezTo>
                    <a:cubicBezTo>
                      <a:pt x="1194992" y="1583055"/>
                      <a:pt x="1398827" y="1385888"/>
                      <a:pt x="1456930" y="1200150"/>
                    </a:cubicBezTo>
                    <a:cubicBezTo>
                      <a:pt x="1509317" y="1032510"/>
                      <a:pt x="1531225" y="743903"/>
                      <a:pt x="1525510" y="341948"/>
                    </a:cubicBezTo>
                    <a:cubicBezTo>
                      <a:pt x="1437880" y="339090"/>
                      <a:pt x="1344535" y="326708"/>
                      <a:pt x="1254047" y="306705"/>
                    </a:cubicBezTo>
                    <a:cubicBezTo>
                      <a:pt x="1079740" y="267653"/>
                      <a:pt x="920672" y="202883"/>
                      <a:pt x="804467" y="123825"/>
                    </a:cubicBezTo>
                    <a:close/>
                    <a:moveTo>
                      <a:pt x="807325" y="0"/>
                    </a:moveTo>
                    <a:lnTo>
                      <a:pt x="835900" y="20955"/>
                    </a:lnTo>
                    <a:cubicBezTo>
                      <a:pt x="942580" y="100013"/>
                      <a:pt x="1102600" y="168593"/>
                      <a:pt x="1275955" y="207645"/>
                    </a:cubicBezTo>
                    <a:cubicBezTo>
                      <a:pt x="1377872" y="230505"/>
                      <a:pt x="1480742" y="240982"/>
                      <a:pt x="1575040" y="240982"/>
                    </a:cubicBezTo>
                    <a:lnTo>
                      <a:pt x="1624570" y="240982"/>
                    </a:lnTo>
                    <a:lnTo>
                      <a:pt x="1625522" y="290513"/>
                    </a:lnTo>
                    <a:cubicBezTo>
                      <a:pt x="1636000" y="728663"/>
                      <a:pt x="1611235" y="1044893"/>
                      <a:pt x="1554085" y="1230630"/>
                    </a:cubicBezTo>
                    <a:cubicBezTo>
                      <a:pt x="1486457" y="1446848"/>
                      <a:pt x="1257857" y="1668780"/>
                      <a:pt x="871142" y="1890713"/>
                    </a:cubicBezTo>
                    <a:lnTo>
                      <a:pt x="846377" y="1905000"/>
                    </a:lnTo>
                    <a:lnTo>
                      <a:pt x="820660" y="1889764"/>
                    </a:lnTo>
                    <a:cubicBezTo>
                      <a:pt x="393940" y="1630680"/>
                      <a:pt x="142480" y="1407795"/>
                      <a:pt x="72947" y="1226820"/>
                    </a:cubicBezTo>
                    <a:cubicBezTo>
                      <a:pt x="14845" y="1075373"/>
                      <a:pt x="-8015" y="767715"/>
                      <a:pt x="2462" y="314325"/>
                    </a:cubicBezTo>
                    <a:lnTo>
                      <a:pt x="3415" y="267653"/>
                    </a:lnTo>
                    <a:lnTo>
                      <a:pt x="50087" y="264795"/>
                    </a:lnTo>
                    <a:cubicBezTo>
                      <a:pt x="154862" y="259080"/>
                      <a:pt x="274877" y="233363"/>
                      <a:pt x="399655" y="193358"/>
                    </a:cubicBezTo>
                    <a:cubicBezTo>
                      <a:pt x="539672" y="147638"/>
                      <a:pt x="671117" y="87630"/>
                      <a:pt x="777797" y="19050"/>
                    </a:cubicBezTo>
                    <a:close/>
                  </a:path>
                </a:pathLst>
              </a:custGeom>
              <a:solidFill>
                <a:schemeClr val="bg1"/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iš1îḑe"/>
              <p:cNvSpPr/>
              <p:nvPr/>
            </p:nvSpPr>
            <p:spPr bwMode="auto">
              <a:xfrm>
                <a:off x="8874121" y="4542797"/>
                <a:ext cx="2644776" cy="15913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text.…</a:t>
                </a:r>
                <a:r>
                  <a:rPr kumimoji="0" lang="de-DE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  <a:endParaRPr kumimoji="0" lang="de-DE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en-US" altLang="zh-CN" sz="1200" dirty="0">
                    <a:solidFill>
                      <a:srgbClr val="000000"/>
                    </a:solidFill>
                  </a:rPr>
                  <a:t>……</a:t>
                </a:r>
                <a:endParaRPr kumimoji="0" lang="de-DE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73099" y="1724442"/>
            <a:ext cx="10845801" cy="3790533"/>
            <a:chOff x="673099" y="1724442"/>
            <a:chExt cx="10845801" cy="3790533"/>
          </a:xfrm>
        </p:grpSpPr>
        <p:sp>
          <p:nvSpPr>
            <p:cNvPr id="71" name="Rectangle: Rounded Corners 1"/>
            <p:cNvSpPr/>
            <p:nvPr/>
          </p:nvSpPr>
          <p:spPr>
            <a:xfrm>
              <a:off x="673099" y="1724442"/>
              <a:ext cx="2516729" cy="3790533"/>
            </a:xfrm>
            <a:prstGeom prst="roundRect">
              <a:avLst>
                <a:gd name="adj" fmla="val 2381"/>
              </a:avLst>
            </a:prstGeom>
            <a:solidFill>
              <a:schemeClr val="bg1">
                <a:lumMod val="9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endParaRPr lang="en-US" sz="3200" dirty="0">
                <a:solidFill>
                  <a:srgbClr val="FFFFFF"/>
                </a:solidFill>
              </a:endParaRPr>
            </a:p>
          </p:txBody>
        </p:sp>
        <p:sp>
          <p:nvSpPr>
            <p:cNvPr id="72" name="Rectangle: Rounded Corners 1"/>
            <p:cNvSpPr/>
            <p:nvPr/>
          </p:nvSpPr>
          <p:spPr>
            <a:xfrm>
              <a:off x="3449456" y="1724442"/>
              <a:ext cx="2516729" cy="3790533"/>
            </a:xfrm>
            <a:prstGeom prst="roundRect">
              <a:avLst>
                <a:gd name="adj" fmla="val 2381"/>
              </a:avLst>
            </a:prstGeom>
            <a:solidFill>
              <a:schemeClr val="bg1">
                <a:lumMod val="9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endParaRPr lang="en-US" sz="3200" dirty="0">
                <a:solidFill>
                  <a:srgbClr val="FFFFFF"/>
                </a:solidFill>
              </a:endParaRPr>
            </a:p>
          </p:txBody>
        </p:sp>
        <p:sp>
          <p:nvSpPr>
            <p:cNvPr id="73" name="Rectangle: Rounded Corners 1"/>
            <p:cNvSpPr/>
            <p:nvPr/>
          </p:nvSpPr>
          <p:spPr>
            <a:xfrm>
              <a:off x="6225813" y="1724442"/>
              <a:ext cx="2516729" cy="3790533"/>
            </a:xfrm>
            <a:prstGeom prst="roundRect">
              <a:avLst>
                <a:gd name="adj" fmla="val 2381"/>
              </a:avLst>
            </a:prstGeom>
            <a:solidFill>
              <a:schemeClr val="bg1">
                <a:lumMod val="9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endParaRPr lang="en-US" sz="3200" dirty="0">
                <a:solidFill>
                  <a:srgbClr val="FFFFFF"/>
                </a:solidFill>
              </a:endParaRPr>
            </a:p>
          </p:txBody>
        </p:sp>
        <p:sp>
          <p:nvSpPr>
            <p:cNvPr id="74" name="Rectangle: Rounded Corners 1"/>
            <p:cNvSpPr/>
            <p:nvPr/>
          </p:nvSpPr>
          <p:spPr>
            <a:xfrm>
              <a:off x="9002171" y="1724442"/>
              <a:ext cx="2516729" cy="3790533"/>
            </a:xfrm>
            <a:prstGeom prst="roundRect">
              <a:avLst>
                <a:gd name="adj" fmla="val 2381"/>
              </a:avLst>
            </a:prstGeom>
            <a:solidFill>
              <a:schemeClr val="bg1">
                <a:lumMod val="9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endParaRPr lang="en-US" sz="3200" dirty="0">
                <a:solidFill>
                  <a:srgbClr val="FFFFFF"/>
                </a:solidFill>
              </a:endParaRPr>
            </a:p>
          </p:txBody>
        </p:sp>
        <p:sp>
          <p:nvSpPr>
            <p:cNvPr id="4" name="Rectangle: Rounded Corners 1"/>
            <p:cNvSpPr/>
            <p:nvPr/>
          </p:nvSpPr>
          <p:spPr>
            <a:xfrm>
              <a:off x="673099" y="1724442"/>
              <a:ext cx="2516729" cy="540000"/>
            </a:xfrm>
            <a:prstGeom prst="roundRect">
              <a:avLst>
                <a:gd name="adj" fmla="val 2381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rPr>
                <a:t>Text Here-14pt</a:t>
              </a:r>
              <a:endParaRPr lang="en-US" altLang="zh-CN" sz="1400" b="1" dirty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Rectangle 6"/>
            <p:cNvSpPr/>
            <p:nvPr/>
          </p:nvSpPr>
          <p:spPr>
            <a:xfrm>
              <a:off x="859272" y="2396159"/>
              <a:ext cx="2144383" cy="2817374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marL="171450" indent="-1714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Theme color makes PPT more convenient to change.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Supporting text here.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Copy paste  fonts. Choose the only option to retain text. 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Theme color makes PPT more convenient to change.</a:t>
              </a:r>
              <a:endParaRPr lang="en-US" altLang="zh-C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Supporting text here.</a:t>
              </a:r>
              <a:endParaRPr lang="en-US" altLang="zh-C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Rectangle: Rounded Corners 1"/>
            <p:cNvSpPr/>
            <p:nvPr/>
          </p:nvSpPr>
          <p:spPr>
            <a:xfrm>
              <a:off x="3449456" y="1724442"/>
              <a:ext cx="2516729" cy="540000"/>
            </a:xfrm>
            <a:prstGeom prst="roundRect">
              <a:avLst>
                <a:gd name="adj" fmla="val 2381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rPr>
                <a:t>Text Here-14pt</a:t>
              </a:r>
              <a:endParaRPr lang="en-US" altLang="zh-CN" sz="1400" b="1" dirty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0" name="Rectangle 6"/>
            <p:cNvSpPr/>
            <p:nvPr/>
          </p:nvSpPr>
          <p:spPr>
            <a:xfrm>
              <a:off x="3635629" y="2396159"/>
              <a:ext cx="2144383" cy="2817374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marL="171450" indent="-1714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Theme color makes PPT more convenient to change.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Supporting text here.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Copy paste  fonts. Choose the only option to retain text. 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Theme color makes PPT more convenient to change.</a:t>
              </a:r>
              <a:endParaRPr lang="en-US" altLang="zh-C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Supporting text here.</a:t>
              </a:r>
              <a:endParaRPr lang="en-US" altLang="zh-C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Rectangle: Rounded Corners 1"/>
            <p:cNvSpPr/>
            <p:nvPr/>
          </p:nvSpPr>
          <p:spPr>
            <a:xfrm>
              <a:off x="6225813" y="1724442"/>
              <a:ext cx="2516729" cy="540000"/>
            </a:xfrm>
            <a:prstGeom prst="roundRect">
              <a:avLst>
                <a:gd name="adj" fmla="val 2381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rPr>
                <a:t>Text Here-14pt</a:t>
              </a:r>
              <a:endParaRPr lang="en-US" altLang="zh-CN" sz="1400" b="1" dirty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5" name="Rectangle 6"/>
            <p:cNvSpPr/>
            <p:nvPr/>
          </p:nvSpPr>
          <p:spPr>
            <a:xfrm>
              <a:off x="6411986" y="2396159"/>
              <a:ext cx="2144383" cy="2817374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marL="171450" indent="-1714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Theme color makes PPT more convenient to change.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Supporting text here.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Copy paste  fonts. Choose the only option to retain text. 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Theme color makes PPT more convenient to change.</a:t>
              </a:r>
              <a:endParaRPr lang="en-US" altLang="zh-C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Supporting text here.</a:t>
              </a:r>
              <a:endParaRPr lang="en-US" altLang="zh-C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Rectangle: Rounded Corners 1"/>
            <p:cNvSpPr/>
            <p:nvPr/>
          </p:nvSpPr>
          <p:spPr>
            <a:xfrm>
              <a:off x="9002171" y="1724442"/>
              <a:ext cx="2516729" cy="540000"/>
            </a:xfrm>
            <a:prstGeom prst="roundRect">
              <a:avLst>
                <a:gd name="adj" fmla="val 2381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+mj-lt"/>
                  <a:ea typeface="Open Sans" panose="020B0606030504020204" pitchFamily="34" charset="0"/>
                  <a:cs typeface="Segoe UI" panose="020B0502040204020203" pitchFamily="34" charset="0"/>
                </a:rPr>
                <a:t>Text Here-14pt</a:t>
              </a:r>
              <a:endParaRPr lang="en-US" altLang="zh-CN" sz="1400" b="1" dirty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Rectangle 6"/>
            <p:cNvSpPr/>
            <p:nvPr/>
          </p:nvSpPr>
          <p:spPr>
            <a:xfrm>
              <a:off x="9188344" y="2396159"/>
              <a:ext cx="2144383" cy="2817374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marL="171450" indent="-1714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Theme color makes PPT more convenient to change.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Supporting text here.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Copy paste  fonts. Choose the only option to retain text. 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Theme color makes PPT more convenient to change.</a:t>
              </a:r>
              <a:endParaRPr lang="en-US" altLang="zh-C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Supporting text here.</a:t>
              </a:r>
              <a:endParaRPr lang="en-US" altLang="zh-C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58500" cy="4646688"/>
            <a:chOff x="660400" y="1266657"/>
            <a:chExt cx="10858500" cy="4646688"/>
          </a:xfrm>
        </p:grpSpPr>
        <p:grpSp>
          <p:nvGrpSpPr>
            <p:cNvPr id="4" name="组合 3"/>
            <p:cNvGrpSpPr/>
            <p:nvPr/>
          </p:nvGrpSpPr>
          <p:grpSpPr>
            <a:xfrm>
              <a:off x="660400" y="1670321"/>
              <a:ext cx="10858500" cy="4243024"/>
              <a:chOff x="660400" y="1670321"/>
              <a:chExt cx="10858500" cy="4243024"/>
            </a:xfrm>
          </p:grpSpPr>
          <p:cxnSp>
            <p:nvCxnSpPr>
              <p:cNvPr id="11" name="直接连接符 10"/>
              <p:cNvCxnSpPr/>
              <p:nvPr/>
            </p:nvCxnSpPr>
            <p:spPr>
              <a:xfrm flipV="1">
                <a:off x="1546007" y="3952455"/>
                <a:ext cx="9099987" cy="18412"/>
              </a:xfrm>
              <a:prstGeom prst="line">
                <a:avLst/>
              </a:prstGeom>
              <a:ln w="127000" cap="rnd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" name="组合 9"/>
              <p:cNvGrpSpPr/>
              <p:nvPr/>
            </p:nvGrpSpPr>
            <p:grpSpPr>
              <a:xfrm>
                <a:off x="1235979" y="2947091"/>
                <a:ext cx="717071" cy="1095364"/>
                <a:chOff x="1410046" y="2947091"/>
                <a:chExt cx="717071" cy="1095364"/>
              </a:xfrm>
            </p:grpSpPr>
            <p:sp>
              <p:nvSpPr>
                <p:cNvPr id="12" name="椭圆 11"/>
                <p:cNvSpPr>
                  <a:spLocks noChangeAspect="1"/>
                </p:cNvSpPr>
                <p:nvPr/>
              </p:nvSpPr>
              <p:spPr>
                <a:xfrm>
                  <a:off x="1678581" y="3862455"/>
                  <a:ext cx="180000" cy="180000"/>
                </a:xfrm>
                <a:prstGeom prst="ellips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7" name="组合 16"/>
                <p:cNvGrpSpPr/>
                <p:nvPr/>
              </p:nvGrpSpPr>
              <p:grpSpPr>
                <a:xfrm rot="5400000">
                  <a:off x="1410046" y="2947091"/>
                  <a:ext cx="717071" cy="717071"/>
                  <a:chOff x="5756383" y="4782021"/>
                  <a:chExt cx="717071" cy="717071"/>
                </a:xfrm>
              </p:grpSpPr>
              <p:sp>
                <p:nvSpPr>
                  <p:cNvPr id="18" name="泪滴形 17"/>
                  <p:cNvSpPr/>
                  <p:nvPr/>
                </p:nvSpPr>
                <p:spPr>
                  <a:xfrm rot="2700000">
                    <a:off x="5756383" y="4782021"/>
                    <a:ext cx="717071" cy="717071"/>
                  </a:xfrm>
                  <a:prstGeom prst="teardrop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/>
                  </a:p>
                </p:txBody>
              </p:sp>
              <p:sp>
                <p:nvSpPr>
                  <p:cNvPr id="19" name="椭圆 18"/>
                  <p:cNvSpPr/>
                  <p:nvPr/>
                </p:nvSpPr>
                <p:spPr>
                  <a:xfrm>
                    <a:off x="5866587" y="4887198"/>
                    <a:ext cx="496662" cy="49666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rmAutofit fontScale="70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914400">
                      <a:lnSpc>
                        <a:spcPct val="140000"/>
                      </a:lnSpc>
                      <a:spcAft>
                        <a:spcPts val="600"/>
                      </a:spcAft>
                    </a:pPr>
                    <a:endParaRPr lang="zh-CN" altLang="en-US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0" name="任意多边形 105"/>
                  <p:cNvSpPr/>
                  <p:nvPr/>
                </p:nvSpPr>
                <p:spPr bwMode="auto">
                  <a:xfrm rot="16200000">
                    <a:off x="6025296" y="5040616"/>
                    <a:ext cx="179245" cy="189823"/>
                  </a:xfrm>
                  <a:custGeom>
                    <a:avLst/>
                    <a:gdLst>
                      <a:gd name="connsiteX0" fmla="*/ 435703 w 572779"/>
                      <a:gd name="connsiteY0" fmla="*/ 160183 h 606580"/>
                      <a:gd name="connsiteX1" fmla="*/ 479697 w 572779"/>
                      <a:gd name="connsiteY1" fmla="*/ 160183 h 606580"/>
                      <a:gd name="connsiteX2" fmla="*/ 479581 w 572779"/>
                      <a:gd name="connsiteY2" fmla="*/ 160472 h 606580"/>
                      <a:gd name="connsiteX3" fmla="*/ 479812 w 572779"/>
                      <a:gd name="connsiteY3" fmla="*/ 160472 h 606580"/>
                      <a:gd name="connsiteX4" fmla="*/ 478713 w 572779"/>
                      <a:gd name="connsiteY4" fmla="*/ 162726 h 606580"/>
                      <a:gd name="connsiteX5" fmla="*/ 469682 w 572779"/>
                      <a:gd name="connsiteY5" fmla="*/ 187227 h 606580"/>
                      <a:gd name="connsiteX6" fmla="*/ 474776 w 572779"/>
                      <a:gd name="connsiteY6" fmla="*/ 242470 h 606580"/>
                      <a:gd name="connsiteX7" fmla="*/ 494284 w 572779"/>
                      <a:gd name="connsiteY7" fmla="*/ 242470 h 606580"/>
                      <a:gd name="connsiteX8" fmla="*/ 510840 w 572779"/>
                      <a:gd name="connsiteY8" fmla="*/ 160183 h 606580"/>
                      <a:gd name="connsiteX9" fmla="*/ 527338 w 572779"/>
                      <a:gd name="connsiteY9" fmla="*/ 160183 h 606580"/>
                      <a:gd name="connsiteX10" fmla="*/ 572779 w 572779"/>
                      <a:gd name="connsiteY10" fmla="*/ 205430 h 606580"/>
                      <a:gd name="connsiteX11" fmla="*/ 572779 w 572779"/>
                      <a:gd name="connsiteY11" fmla="*/ 337413 h 606580"/>
                      <a:gd name="connsiteX12" fmla="*/ 527396 w 572779"/>
                      <a:gd name="connsiteY12" fmla="*/ 382717 h 606580"/>
                      <a:gd name="connsiteX13" fmla="*/ 521607 w 572779"/>
                      <a:gd name="connsiteY13" fmla="*/ 382717 h 606580"/>
                      <a:gd name="connsiteX14" fmla="*/ 521607 w 572779"/>
                      <a:gd name="connsiteY14" fmla="*/ 574624 h 606580"/>
                      <a:gd name="connsiteX15" fmla="*/ 489595 w 572779"/>
                      <a:gd name="connsiteY15" fmla="*/ 606580 h 606580"/>
                      <a:gd name="connsiteX16" fmla="*/ 457815 w 572779"/>
                      <a:gd name="connsiteY16" fmla="*/ 578149 h 606580"/>
                      <a:gd name="connsiteX17" fmla="*/ 425978 w 572779"/>
                      <a:gd name="connsiteY17" fmla="*/ 606580 h 606580"/>
                      <a:gd name="connsiteX18" fmla="*/ 393966 w 572779"/>
                      <a:gd name="connsiteY18" fmla="*/ 574624 h 606580"/>
                      <a:gd name="connsiteX19" fmla="*/ 393966 w 572779"/>
                      <a:gd name="connsiteY19" fmla="*/ 392541 h 606580"/>
                      <a:gd name="connsiteX20" fmla="*/ 422967 w 572779"/>
                      <a:gd name="connsiteY20" fmla="*/ 337528 h 606580"/>
                      <a:gd name="connsiteX21" fmla="*/ 422967 w 572779"/>
                      <a:gd name="connsiteY21" fmla="*/ 242528 h 606580"/>
                      <a:gd name="connsiteX22" fmla="*/ 440739 w 572779"/>
                      <a:gd name="connsiteY22" fmla="*/ 242528 h 606580"/>
                      <a:gd name="connsiteX23" fmla="*/ 445833 w 572779"/>
                      <a:gd name="connsiteY23" fmla="*/ 186996 h 606580"/>
                      <a:gd name="connsiteX24" fmla="*/ 445196 w 572779"/>
                      <a:gd name="connsiteY24" fmla="*/ 183991 h 606580"/>
                      <a:gd name="connsiteX25" fmla="*/ 436860 w 572779"/>
                      <a:gd name="connsiteY25" fmla="*/ 162726 h 606580"/>
                      <a:gd name="connsiteX26" fmla="*/ 435818 w 572779"/>
                      <a:gd name="connsiteY26" fmla="*/ 160472 h 606580"/>
                      <a:gd name="connsiteX27" fmla="*/ 435876 w 572779"/>
                      <a:gd name="connsiteY27" fmla="*/ 160472 h 606580"/>
                      <a:gd name="connsiteX28" fmla="*/ 435703 w 572779"/>
                      <a:gd name="connsiteY28" fmla="*/ 160183 h 606580"/>
                      <a:gd name="connsiteX29" fmla="*/ 264349 w 572779"/>
                      <a:gd name="connsiteY29" fmla="*/ 160183 h 606580"/>
                      <a:gd name="connsiteX30" fmla="*/ 308327 w 572779"/>
                      <a:gd name="connsiteY30" fmla="*/ 160183 h 606580"/>
                      <a:gd name="connsiteX31" fmla="*/ 308154 w 572779"/>
                      <a:gd name="connsiteY31" fmla="*/ 160472 h 606580"/>
                      <a:gd name="connsiteX32" fmla="*/ 308385 w 572779"/>
                      <a:gd name="connsiteY32" fmla="*/ 160472 h 606580"/>
                      <a:gd name="connsiteX33" fmla="*/ 307344 w 572779"/>
                      <a:gd name="connsiteY33" fmla="*/ 162726 h 606580"/>
                      <a:gd name="connsiteX34" fmla="*/ 298316 w 572779"/>
                      <a:gd name="connsiteY34" fmla="*/ 187227 h 606580"/>
                      <a:gd name="connsiteX35" fmla="*/ 303409 w 572779"/>
                      <a:gd name="connsiteY35" fmla="*/ 242470 h 606580"/>
                      <a:gd name="connsiteX36" fmla="*/ 322910 w 572779"/>
                      <a:gd name="connsiteY36" fmla="*/ 242470 h 606580"/>
                      <a:gd name="connsiteX37" fmla="*/ 339401 w 572779"/>
                      <a:gd name="connsiteY37" fmla="*/ 160183 h 606580"/>
                      <a:gd name="connsiteX38" fmla="*/ 355951 w 572779"/>
                      <a:gd name="connsiteY38" fmla="*/ 160183 h 606580"/>
                      <a:gd name="connsiteX39" fmla="*/ 401376 w 572779"/>
                      <a:gd name="connsiteY39" fmla="*/ 205430 h 606580"/>
                      <a:gd name="connsiteX40" fmla="*/ 401376 w 572779"/>
                      <a:gd name="connsiteY40" fmla="*/ 337413 h 606580"/>
                      <a:gd name="connsiteX41" fmla="*/ 356009 w 572779"/>
                      <a:gd name="connsiteY41" fmla="*/ 382717 h 606580"/>
                      <a:gd name="connsiteX42" fmla="*/ 350222 w 572779"/>
                      <a:gd name="connsiteY42" fmla="*/ 382717 h 606580"/>
                      <a:gd name="connsiteX43" fmla="*/ 350222 w 572779"/>
                      <a:gd name="connsiteY43" fmla="*/ 574624 h 606580"/>
                      <a:gd name="connsiteX44" fmla="*/ 318222 w 572779"/>
                      <a:gd name="connsiteY44" fmla="*/ 606580 h 606580"/>
                      <a:gd name="connsiteX45" fmla="*/ 286396 w 572779"/>
                      <a:gd name="connsiteY45" fmla="*/ 578149 h 606580"/>
                      <a:gd name="connsiteX46" fmla="*/ 254628 w 572779"/>
                      <a:gd name="connsiteY46" fmla="*/ 606580 h 606580"/>
                      <a:gd name="connsiteX47" fmla="*/ 222628 w 572779"/>
                      <a:gd name="connsiteY47" fmla="*/ 574624 h 606580"/>
                      <a:gd name="connsiteX48" fmla="*/ 222628 w 572779"/>
                      <a:gd name="connsiteY48" fmla="*/ 382833 h 606580"/>
                      <a:gd name="connsiteX49" fmla="*/ 216841 w 572779"/>
                      <a:gd name="connsiteY49" fmla="*/ 382833 h 606580"/>
                      <a:gd name="connsiteX50" fmla="*/ 171474 w 572779"/>
                      <a:gd name="connsiteY50" fmla="*/ 337528 h 606580"/>
                      <a:gd name="connsiteX51" fmla="*/ 171474 w 572779"/>
                      <a:gd name="connsiteY51" fmla="*/ 205545 h 606580"/>
                      <a:gd name="connsiteX52" fmla="*/ 216841 w 572779"/>
                      <a:gd name="connsiteY52" fmla="*/ 160241 h 606580"/>
                      <a:gd name="connsiteX53" fmla="*/ 233333 w 572779"/>
                      <a:gd name="connsiteY53" fmla="*/ 160241 h 606580"/>
                      <a:gd name="connsiteX54" fmla="*/ 249825 w 572779"/>
                      <a:gd name="connsiteY54" fmla="*/ 242528 h 606580"/>
                      <a:gd name="connsiteX55" fmla="*/ 269383 w 572779"/>
                      <a:gd name="connsiteY55" fmla="*/ 242528 h 606580"/>
                      <a:gd name="connsiteX56" fmla="*/ 274476 w 572779"/>
                      <a:gd name="connsiteY56" fmla="*/ 186996 h 606580"/>
                      <a:gd name="connsiteX57" fmla="*/ 273839 w 572779"/>
                      <a:gd name="connsiteY57" fmla="*/ 183991 h 606580"/>
                      <a:gd name="connsiteX58" fmla="*/ 265506 w 572779"/>
                      <a:gd name="connsiteY58" fmla="*/ 162726 h 606580"/>
                      <a:gd name="connsiteX59" fmla="*/ 264407 w 572779"/>
                      <a:gd name="connsiteY59" fmla="*/ 160472 h 606580"/>
                      <a:gd name="connsiteX60" fmla="*/ 264523 w 572779"/>
                      <a:gd name="connsiteY60" fmla="*/ 160472 h 606580"/>
                      <a:gd name="connsiteX61" fmla="*/ 264349 w 572779"/>
                      <a:gd name="connsiteY61" fmla="*/ 160183 h 606580"/>
                      <a:gd name="connsiteX62" fmla="*/ 92987 w 572779"/>
                      <a:gd name="connsiteY62" fmla="*/ 160183 h 606580"/>
                      <a:gd name="connsiteX63" fmla="*/ 136964 w 572779"/>
                      <a:gd name="connsiteY63" fmla="*/ 160183 h 606580"/>
                      <a:gd name="connsiteX64" fmla="*/ 136791 w 572779"/>
                      <a:gd name="connsiteY64" fmla="*/ 160472 h 606580"/>
                      <a:gd name="connsiteX65" fmla="*/ 137022 w 572779"/>
                      <a:gd name="connsiteY65" fmla="*/ 160472 h 606580"/>
                      <a:gd name="connsiteX66" fmla="*/ 135923 w 572779"/>
                      <a:gd name="connsiteY66" fmla="*/ 162726 h 606580"/>
                      <a:gd name="connsiteX67" fmla="*/ 126896 w 572779"/>
                      <a:gd name="connsiteY67" fmla="*/ 187227 h 606580"/>
                      <a:gd name="connsiteX68" fmla="*/ 131988 w 572779"/>
                      <a:gd name="connsiteY68" fmla="*/ 242470 h 606580"/>
                      <a:gd name="connsiteX69" fmla="*/ 149752 w 572779"/>
                      <a:gd name="connsiteY69" fmla="*/ 242470 h 606580"/>
                      <a:gd name="connsiteX70" fmla="*/ 149752 w 572779"/>
                      <a:gd name="connsiteY70" fmla="*/ 337471 h 606580"/>
                      <a:gd name="connsiteX71" fmla="*/ 178742 w 572779"/>
                      <a:gd name="connsiteY71" fmla="*/ 392483 h 606580"/>
                      <a:gd name="connsiteX72" fmla="*/ 178742 w 572779"/>
                      <a:gd name="connsiteY72" fmla="*/ 574624 h 606580"/>
                      <a:gd name="connsiteX73" fmla="*/ 146743 w 572779"/>
                      <a:gd name="connsiteY73" fmla="*/ 606580 h 606580"/>
                      <a:gd name="connsiteX74" fmla="*/ 114976 w 572779"/>
                      <a:gd name="connsiteY74" fmla="*/ 578149 h 606580"/>
                      <a:gd name="connsiteX75" fmla="*/ 83151 w 572779"/>
                      <a:gd name="connsiteY75" fmla="*/ 606580 h 606580"/>
                      <a:gd name="connsiteX76" fmla="*/ 51152 w 572779"/>
                      <a:gd name="connsiteY76" fmla="*/ 574624 h 606580"/>
                      <a:gd name="connsiteX77" fmla="*/ 51152 w 572779"/>
                      <a:gd name="connsiteY77" fmla="*/ 382833 h 606580"/>
                      <a:gd name="connsiteX78" fmla="*/ 45365 w 572779"/>
                      <a:gd name="connsiteY78" fmla="*/ 382833 h 606580"/>
                      <a:gd name="connsiteX79" fmla="*/ 0 w 572779"/>
                      <a:gd name="connsiteY79" fmla="*/ 337528 h 606580"/>
                      <a:gd name="connsiteX80" fmla="*/ 0 w 572779"/>
                      <a:gd name="connsiteY80" fmla="*/ 205545 h 606580"/>
                      <a:gd name="connsiteX81" fmla="*/ 45365 w 572779"/>
                      <a:gd name="connsiteY81" fmla="*/ 160241 h 606580"/>
                      <a:gd name="connsiteX82" fmla="*/ 61972 w 572779"/>
                      <a:gd name="connsiteY82" fmla="*/ 160241 h 606580"/>
                      <a:gd name="connsiteX83" fmla="*/ 78464 w 572779"/>
                      <a:gd name="connsiteY83" fmla="*/ 242528 h 606580"/>
                      <a:gd name="connsiteX84" fmla="*/ 97964 w 572779"/>
                      <a:gd name="connsiteY84" fmla="*/ 242528 h 606580"/>
                      <a:gd name="connsiteX85" fmla="*/ 103056 w 572779"/>
                      <a:gd name="connsiteY85" fmla="*/ 186996 h 606580"/>
                      <a:gd name="connsiteX86" fmla="*/ 102477 w 572779"/>
                      <a:gd name="connsiteY86" fmla="*/ 183991 h 606580"/>
                      <a:gd name="connsiteX87" fmla="*/ 94145 w 572779"/>
                      <a:gd name="connsiteY87" fmla="*/ 162726 h 606580"/>
                      <a:gd name="connsiteX88" fmla="*/ 93045 w 572779"/>
                      <a:gd name="connsiteY88" fmla="*/ 160472 h 606580"/>
                      <a:gd name="connsiteX89" fmla="*/ 93103 w 572779"/>
                      <a:gd name="connsiteY89" fmla="*/ 160472 h 606580"/>
                      <a:gd name="connsiteX90" fmla="*/ 92987 w 572779"/>
                      <a:gd name="connsiteY90" fmla="*/ 160183 h 606580"/>
                      <a:gd name="connsiteX91" fmla="*/ 457411 w 572779"/>
                      <a:gd name="connsiteY91" fmla="*/ 751 h 606580"/>
                      <a:gd name="connsiteX92" fmla="*/ 458047 w 572779"/>
                      <a:gd name="connsiteY92" fmla="*/ 751 h 606580"/>
                      <a:gd name="connsiteX93" fmla="*/ 521621 w 572779"/>
                      <a:gd name="connsiteY93" fmla="*/ 49915 h 606580"/>
                      <a:gd name="connsiteX94" fmla="*/ 523761 w 572779"/>
                      <a:gd name="connsiteY94" fmla="*/ 66553 h 606580"/>
                      <a:gd name="connsiteX95" fmla="*/ 458105 w 572779"/>
                      <a:gd name="connsiteY95" fmla="*/ 132124 h 606580"/>
                      <a:gd name="connsiteX96" fmla="*/ 457469 w 572779"/>
                      <a:gd name="connsiteY96" fmla="*/ 132124 h 606580"/>
                      <a:gd name="connsiteX97" fmla="*/ 393895 w 572779"/>
                      <a:gd name="connsiteY97" fmla="*/ 82960 h 606580"/>
                      <a:gd name="connsiteX98" fmla="*/ 391755 w 572779"/>
                      <a:gd name="connsiteY98" fmla="*/ 66322 h 606580"/>
                      <a:gd name="connsiteX99" fmla="*/ 457411 w 572779"/>
                      <a:gd name="connsiteY99" fmla="*/ 751 h 606580"/>
                      <a:gd name="connsiteX100" fmla="*/ 285868 w 572779"/>
                      <a:gd name="connsiteY100" fmla="*/ 751 h 606580"/>
                      <a:gd name="connsiteX101" fmla="*/ 286621 w 572779"/>
                      <a:gd name="connsiteY101" fmla="*/ 751 h 606580"/>
                      <a:gd name="connsiteX102" fmla="*/ 350227 w 572779"/>
                      <a:gd name="connsiteY102" fmla="*/ 49915 h 606580"/>
                      <a:gd name="connsiteX103" fmla="*/ 352369 w 572779"/>
                      <a:gd name="connsiteY103" fmla="*/ 66553 h 606580"/>
                      <a:gd name="connsiteX104" fmla="*/ 286736 w 572779"/>
                      <a:gd name="connsiteY104" fmla="*/ 132124 h 606580"/>
                      <a:gd name="connsiteX105" fmla="*/ 286100 w 572779"/>
                      <a:gd name="connsiteY105" fmla="*/ 132124 h 606580"/>
                      <a:gd name="connsiteX106" fmla="*/ 222493 w 572779"/>
                      <a:gd name="connsiteY106" fmla="*/ 82845 h 606580"/>
                      <a:gd name="connsiteX107" fmla="*/ 220351 w 572779"/>
                      <a:gd name="connsiteY107" fmla="*/ 66264 h 606580"/>
                      <a:gd name="connsiteX108" fmla="*/ 285868 w 572779"/>
                      <a:gd name="connsiteY108" fmla="*/ 751 h 606580"/>
                      <a:gd name="connsiteX109" fmla="*/ 114639 w 572779"/>
                      <a:gd name="connsiteY109" fmla="*/ 751 h 606580"/>
                      <a:gd name="connsiteX110" fmla="*/ 115275 w 572779"/>
                      <a:gd name="connsiteY110" fmla="*/ 751 h 606580"/>
                      <a:gd name="connsiteX111" fmla="*/ 178882 w 572779"/>
                      <a:gd name="connsiteY111" fmla="*/ 49915 h 606580"/>
                      <a:gd name="connsiteX112" fmla="*/ 181024 w 572779"/>
                      <a:gd name="connsiteY112" fmla="*/ 66553 h 606580"/>
                      <a:gd name="connsiteX113" fmla="*/ 115333 w 572779"/>
                      <a:gd name="connsiteY113" fmla="*/ 132124 h 606580"/>
                      <a:gd name="connsiteX114" fmla="*/ 114754 w 572779"/>
                      <a:gd name="connsiteY114" fmla="*/ 132124 h 606580"/>
                      <a:gd name="connsiteX115" fmla="*/ 51148 w 572779"/>
                      <a:gd name="connsiteY115" fmla="*/ 82960 h 606580"/>
                      <a:gd name="connsiteX116" fmla="*/ 49006 w 572779"/>
                      <a:gd name="connsiteY116" fmla="*/ 66322 h 606580"/>
                      <a:gd name="connsiteX117" fmla="*/ 114639 w 572779"/>
                      <a:gd name="connsiteY117" fmla="*/ 751 h 606580"/>
                      <a:gd name="connsiteX118" fmla="*/ 457410 w 572779"/>
                      <a:gd name="connsiteY118" fmla="*/ 423 h 606580"/>
                      <a:gd name="connsiteX119" fmla="*/ 391355 w 572779"/>
                      <a:gd name="connsiteY119" fmla="*/ 66356 h 606580"/>
                      <a:gd name="connsiteX120" fmla="*/ 393497 w 572779"/>
                      <a:gd name="connsiteY120" fmla="*/ 83056 h 606580"/>
                      <a:gd name="connsiteX121" fmla="*/ 457468 w 572779"/>
                      <a:gd name="connsiteY121" fmla="*/ 132521 h 606580"/>
                      <a:gd name="connsiteX122" fmla="*/ 457815 w 572779"/>
                      <a:gd name="connsiteY122" fmla="*/ 132521 h 606580"/>
                      <a:gd name="connsiteX123" fmla="*/ 458104 w 572779"/>
                      <a:gd name="connsiteY123" fmla="*/ 132521 h 606580"/>
                      <a:gd name="connsiteX124" fmla="*/ 524159 w 572779"/>
                      <a:gd name="connsiteY124" fmla="*/ 66587 h 606580"/>
                      <a:gd name="connsiteX125" fmla="*/ 522017 w 572779"/>
                      <a:gd name="connsiteY125" fmla="*/ 49887 h 606580"/>
                      <a:gd name="connsiteX126" fmla="*/ 458046 w 572779"/>
                      <a:gd name="connsiteY126" fmla="*/ 423 h 606580"/>
                      <a:gd name="connsiteX127" fmla="*/ 457699 w 572779"/>
                      <a:gd name="connsiteY127" fmla="*/ 423 h 606580"/>
                      <a:gd name="connsiteX128" fmla="*/ 114646 w 572779"/>
                      <a:gd name="connsiteY128" fmla="*/ 423 h 606580"/>
                      <a:gd name="connsiteX129" fmla="*/ 48620 w 572779"/>
                      <a:gd name="connsiteY129" fmla="*/ 66356 h 606580"/>
                      <a:gd name="connsiteX130" fmla="*/ 50761 w 572779"/>
                      <a:gd name="connsiteY130" fmla="*/ 83056 h 606580"/>
                      <a:gd name="connsiteX131" fmla="*/ 114762 w 572779"/>
                      <a:gd name="connsiteY131" fmla="*/ 132521 h 606580"/>
                      <a:gd name="connsiteX132" fmla="*/ 115051 w 572779"/>
                      <a:gd name="connsiteY132" fmla="*/ 132521 h 606580"/>
                      <a:gd name="connsiteX133" fmla="*/ 115340 w 572779"/>
                      <a:gd name="connsiteY133" fmla="*/ 132521 h 606580"/>
                      <a:gd name="connsiteX134" fmla="*/ 181424 w 572779"/>
                      <a:gd name="connsiteY134" fmla="*/ 66587 h 606580"/>
                      <a:gd name="connsiteX135" fmla="*/ 179225 w 572779"/>
                      <a:gd name="connsiteY135" fmla="*/ 49887 h 606580"/>
                      <a:gd name="connsiteX136" fmla="*/ 115282 w 572779"/>
                      <a:gd name="connsiteY136" fmla="*/ 423 h 606580"/>
                      <a:gd name="connsiteX137" fmla="*/ 114993 w 572779"/>
                      <a:gd name="connsiteY137" fmla="*/ 423 h 606580"/>
                      <a:gd name="connsiteX138" fmla="*/ 286036 w 572779"/>
                      <a:gd name="connsiteY138" fmla="*/ 397 h 606580"/>
                      <a:gd name="connsiteX139" fmla="*/ 219952 w 572779"/>
                      <a:gd name="connsiteY139" fmla="*/ 66286 h 606580"/>
                      <a:gd name="connsiteX140" fmla="*/ 222151 w 572779"/>
                      <a:gd name="connsiteY140" fmla="*/ 82990 h 606580"/>
                      <a:gd name="connsiteX141" fmla="*/ 286094 w 572779"/>
                      <a:gd name="connsiteY141" fmla="*/ 132522 h 606580"/>
                      <a:gd name="connsiteX142" fmla="*/ 286383 w 572779"/>
                      <a:gd name="connsiteY142" fmla="*/ 132522 h 606580"/>
                      <a:gd name="connsiteX143" fmla="*/ 286730 w 572779"/>
                      <a:gd name="connsiteY143" fmla="*/ 132522 h 606580"/>
                      <a:gd name="connsiteX144" fmla="*/ 352756 w 572779"/>
                      <a:gd name="connsiteY144" fmla="*/ 66575 h 606580"/>
                      <a:gd name="connsiteX145" fmla="*/ 350615 w 572779"/>
                      <a:gd name="connsiteY145" fmla="*/ 49872 h 606580"/>
                      <a:gd name="connsiteX146" fmla="*/ 286614 w 572779"/>
                      <a:gd name="connsiteY146" fmla="*/ 397 h 606580"/>
                      <a:gd name="connsiteX147" fmla="*/ 286325 w 572779"/>
                      <a:gd name="connsiteY147" fmla="*/ 397 h 606580"/>
                      <a:gd name="connsiteX148" fmla="*/ 457411 w 572779"/>
                      <a:gd name="connsiteY148" fmla="*/ 0 h 606580"/>
                      <a:gd name="connsiteX149" fmla="*/ 458047 w 572779"/>
                      <a:gd name="connsiteY149" fmla="*/ 0 h 606580"/>
                      <a:gd name="connsiteX150" fmla="*/ 522315 w 572779"/>
                      <a:gd name="connsiteY150" fmla="*/ 49741 h 606580"/>
                      <a:gd name="connsiteX151" fmla="*/ 524513 w 572779"/>
                      <a:gd name="connsiteY151" fmla="*/ 66553 h 606580"/>
                      <a:gd name="connsiteX152" fmla="*/ 458105 w 572779"/>
                      <a:gd name="connsiteY152" fmla="*/ 132875 h 606580"/>
                      <a:gd name="connsiteX153" fmla="*/ 457469 w 572779"/>
                      <a:gd name="connsiteY153" fmla="*/ 132875 h 606580"/>
                      <a:gd name="connsiteX154" fmla="*/ 393201 w 572779"/>
                      <a:gd name="connsiteY154" fmla="*/ 83133 h 606580"/>
                      <a:gd name="connsiteX155" fmla="*/ 391003 w 572779"/>
                      <a:gd name="connsiteY155" fmla="*/ 66322 h 606580"/>
                      <a:gd name="connsiteX156" fmla="*/ 457411 w 572779"/>
                      <a:gd name="connsiteY156" fmla="*/ 0 h 606580"/>
                      <a:gd name="connsiteX157" fmla="*/ 285868 w 572779"/>
                      <a:gd name="connsiteY157" fmla="*/ 0 h 606580"/>
                      <a:gd name="connsiteX158" fmla="*/ 286621 w 572779"/>
                      <a:gd name="connsiteY158" fmla="*/ 0 h 606580"/>
                      <a:gd name="connsiteX159" fmla="*/ 350980 w 572779"/>
                      <a:gd name="connsiteY159" fmla="*/ 49741 h 606580"/>
                      <a:gd name="connsiteX160" fmla="*/ 353179 w 572779"/>
                      <a:gd name="connsiteY160" fmla="*/ 66553 h 606580"/>
                      <a:gd name="connsiteX161" fmla="*/ 286736 w 572779"/>
                      <a:gd name="connsiteY161" fmla="*/ 132875 h 606580"/>
                      <a:gd name="connsiteX162" fmla="*/ 286100 w 572779"/>
                      <a:gd name="connsiteY162" fmla="*/ 132875 h 606580"/>
                      <a:gd name="connsiteX163" fmla="*/ 221740 w 572779"/>
                      <a:gd name="connsiteY163" fmla="*/ 83076 h 606580"/>
                      <a:gd name="connsiteX164" fmla="*/ 219599 w 572779"/>
                      <a:gd name="connsiteY164" fmla="*/ 66264 h 606580"/>
                      <a:gd name="connsiteX165" fmla="*/ 285868 w 572779"/>
                      <a:gd name="connsiteY165" fmla="*/ 0 h 606580"/>
                      <a:gd name="connsiteX166" fmla="*/ 114639 w 572779"/>
                      <a:gd name="connsiteY166" fmla="*/ 0 h 606580"/>
                      <a:gd name="connsiteX167" fmla="*/ 115275 w 572779"/>
                      <a:gd name="connsiteY167" fmla="*/ 0 h 606580"/>
                      <a:gd name="connsiteX168" fmla="*/ 179635 w 572779"/>
                      <a:gd name="connsiteY168" fmla="*/ 49741 h 606580"/>
                      <a:gd name="connsiteX169" fmla="*/ 181776 w 572779"/>
                      <a:gd name="connsiteY169" fmla="*/ 66553 h 606580"/>
                      <a:gd name="connsiteX170" fmla="*/ 115333 w 572779"/>
                      <a:gd name="connsiteY170" fmla="*/ 132875 h 606580"/>
                      <a:gd name="connsiteX171" fmla="*/ 114754 w 572779"/>
                      <a:gd name="connsiteY171" fmla="*/ 132875 h 606580"/>
                      <a:gd name="connsiteX172" fmla="*/ 50395 w 572779"/>
                      <a:gd name="connsiteY172" fmla="*/ 83133 h 606580"/>
                      <a:gd name="connsiteX173" fmla="*/ 48196 w 572779"/>
                      <a:gd name="connsiteY173" fmla="*/ 66322 h 606580"/>
                      <a:gd name="connsiteX174" fmla="*/ 114639 w 572779"/>
                      <a:gd name="connsiteY174" fmla="*/ 0 h 6065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</a:cxnLst>
                    <a:rect l="l" t="t" r="r" b="b"/>
                    <a:pathLst>
                      <a:path w="572779" h="606580">
                        <a:moveTo>
                          <a:pt x="435703" y="160183"/>
                        </a:moveTo>
                        <a:lnTo>
                          <a:pt x="479697" y="160183"/>
                        </a:lnTo>
                        <a:cubicBezTo>
                          <a:pt x="479639" y="160241"/>
                          <a:pt x="479639" y="160414"/>
                          <a:pt x="479581" y="160472"/>
                        </a:cubicBezTo>
                        <a:lnTo>
                          <a:pt x="479812" y="160472"/>
                        </a:lnTo>
                        <a:cubicBezTo>
                          <a:pt x="479407" y="161281"/>
                          <a:pt x="478713" y="162726"/>
                          <a:pt x="478713" y="162726"/>
                        </a:cubicBezTo>
                        <a:cubicBezTo>
                          <a:pt x="474834" y="170989"/>
                          <a:pt x="471245" y="178848"/>
                          <a:pt x="469682" y="187227"/>
                        </a:cubicBezTo>
                        <a:lnTo>
                          <a:pt x="474776" y="242470"/>
                        </a:lnTo>
                        <a:lnTo>
                          <a:pt x="494284" y="242470"/>
                        </a:lnTo>
                        <a:lnTo>
                          <a:pt x="510840" y="160183"/>
                        </a:lnTo>
                        <a:lnTo>
                          <a:pt x="527338" y="160183"/>
                        </a:lnTo>
                        <a:cubicBezTo>
                          <a:pt x="552345" y="160183"/>
                          <a:pt x="572663" y="180466"/>
                          <a:pt x="572779" y="205430"/>
                        </a:cubicBezTo>
                        <a:lnTo>
                          <a:pt x="572779" y="337413"/>
                        </a:lnTo>
                        <a:cubicBezTo>
                          <a:pt x="572779" y="362434"/>
                          <a:pt x="552519" y="382717"/>
                          <a:pt x="527396" y="382717"/>
                        </a:cubicBezTo>
                        <a:lnTo>
                          <a:pt x="521607" y="382717"/>
                        </a:lnTo>
                        <a:lnTo>
                          <a:pt x="521607" y="574624"/>
                        </a:lnTo>
                        <a:cubicBezTo>
                          <a:pt x="521607" y="592249"/>
                          <a:pt x="507251" y="606580"/>
                          <a:pt x="489595" y="606580"/>
                        </a:cubicBezTo>
                        <a:cubicBezTo>
                          <a:pt x="473155" y="606580"/>
                          <a:pt x="459552" y="594098"/>
                          <a:pt x="457815" y="578149"/>
                        </a:cubicBezTo>
                        <a:cubicBezTo>
                          <a:pt x="456021" y="594214"/>
                          <a:pt x="442417" y="606580"/>
                          <a:pt x="425978" y="606580"/>
                        </a:cubicBezTo>
                        <a:cubicBezTo>
                          <a:pt x="408322" y="606580"/>
                          <a:pt x="393966" y="592249"/>
                          <a:pt x="393966" y="574624"/>
                        </a:cubicBezTo>
                        <a:lnTo>
                          <a:pt x="393966" y="392541"/>
                        </a:lnTo>
                        <a:cubicBezTo>
                          <a:pt x="411506" y="380521"/>
                          <a:pt x="422967" y="360354"/>
                          <a:pt x="422967" y="337528"/>
                        </a:cubicBezTo>
                        <a:lnTo>
                          <a:pt x="422967" y="242528"/>
                        </a:lnTo>
                        <a:lnTo>
                          <a:pt x="440739" y="242528"/>
                        </a:lnTo>
                        <a:lnTo>
                          <a:pt x="445833" y="186996"/>
                        </a:lnTo>
                        <a:cubicBezTo>
                          <a:pt x="445659" y="186013"/>
                          <a:pt x="445428" y="184973"/>
                          <a:pt x="445196" y="183991"/>
                        </a:cubicBezTo>
                        <a:cubicBezTo>
                          <a:pt x="443459" y="176768"/>
                          <a:pt x="440276" y="169891"/>
                          <a:pt x="436860" y="162726"/>
                        </a:cubicBezTo>
                        <a:cubicBezTo>
                          <a:pt x="436860" y="162726"/>
                          <a:pt x="436166" y="161281"/>
                          <a:pt x="435818" y="160472"/>
                        </a:cubicBezTo>
                        <a:lnTo>
                          <a:pt x="435876" y="160472"/>
                        </a:lnTo>
                        <a:cubicBezTo>
                          <a:pt x="435818" y="160356"/>
                          <a:pt x="435818" y="160241"/>
                          <a:pt x="435703" y="160183"/>
                        </a:cubicBezTo>
                        <a:close/>
                        <a:moveTo>
                          <a:pt x="264349" y="160183"/>
                        </a:moveTo>
                        <a:lnTo>
                          <a:pt x="308327" y="160183"/>
                        </a:lnTo>
                        <a:cubicBezTo>
                          <a:pt x="308269" y="160241"/>
                          <a:pt x="308269" y="160414"/>
                          <a:pt x="308154" y="160472"/>
                        </a:cubicBezTo>
                        <a:lnTo>
                          <a:pt x="308385" y="160472"/>
                        </a:lnTo>
                        <a:cubicBezTo>
                          <a:pt x="308038" y="161281"/>
                          <a:pt x="307344" y="162726"/>
                          <a:pt x="307344" y="162726"/>
                        </a:cubicBezTo>
                        <a:cubicBezTo>
                          <a:pt x="303467" y="170989"/>
                          <a:pt x="299821" y="178848"/>
                          <a:pt x="298316" y="187227"/>
                        </a:cubicBezTo>
                        <a:lnTo>
                          <a:pt x="303409" y="242470"/>
                        </a:lnTo>
                        <a:lnTo>
                          <a:pt x="322910" y="242470"/>
                        </a:lnTo>
                        <a:lnTo>
                          <a:pt x="339401" y="160183"/>
                        </a:lnTo>
                        <a:lnTo>
                          <a:pt x="355951" y="160183"/>
                        </a:lnTo>
                        <a:cubicBezTo>
                          <a:pt x="380949" y="160183"/>
                          <a:pt x="401202" y="180466"/>
                          <a:pt x="401376" y="205430"/>
                        </a:cubicBezTo>
                        <a:lnTo>
                          <a:pt x="401376" y="337413"/>
                        </a:lnTo>
                        <a:cubicBezTo>
                          <a:pt x="401376" y="362434"/>
                          <a:pt x="381065" y="382717"/>
                          <a:pt x="356009" y="382717"/>
                        </a:cubicBezTo>
                        <a:lnTo>
                          <a:pt x="350222" y="382717"/>
                        </a:lnTo>
                        <a:lnTo>
                          <a:pt x="350222" y="574624"/>
                        </a:lnTo>
                        <a:cubicBezTo>
                          <a:pt x="350222" y="592249"/>
                          <a:pt x="335872" y="606580"/>
                          <a:pt x="318222" y="606580"/>
                        </a:cubicBezTo>
                        <a:cubicBezTo>
                          <a:pt x="301788" y="606580"/>
                          <a:pt x="288190" y="594098"/>
                          <a:pt x="286396" y="578149"/>
                        </a:cubicBezTo>
                        <a:cubicBezTo>
                          <a:pt x="284660" y="594214"/>
                          <a:pt x="271062" y="606580"/>
                          <a:pt x="254628" y="606580"/>
                        </a:cubicBezTo>
                        <a:cubicBezTo>
                          <a:pt x="236978" y="606580"/>
                          <a:pt x="222628" y="592249"/>
                          <a:pt x="222628" y="574624"/>
                        </a:cubicBezTo>
                        <a:lnTo>
                          <a:pt x="222628" y="382833"/>
                        </a:lnTo>
                        <a:lnTo>
                          <a:pt x="216841" y="382833"/>
                        </a:lnTo>
                        <a:cubicBezTo>
                          <a:pt x="191727" y="382833"/>
                          <a:pt x="171474" y="362608"/>
                          <a:pt x="171474" y="337528"/>
                        </a:cubicBezTo>
                        <a:lnTo>
                          <a:pt x="171474" y="205545"/>
                        </a:lnTo>
                        <a:cubicBezTo>
                          <a:pt x="171474" y="180524"/>
                          <a:pt x="191727" y="160241"/>
                          <a:pt x="216841" y="160241"/>
                        </a:cubicBezTo>
                        <a:lnTo>
                          <a:pt x="233333" y="160241"/>
                        </a:lnTo>
                        <a:lnTo>
                          <a:pt x="249825" y="242528"/>
                        </a:lnTo>
                        <a:lnTo>
                          <a:pt x="269383" y="242528"/>
                        </a:lnTo>
                        <a:lnTo>
                          <a:pt x="274476" y="186996"/>
                        </a:lnTo>
                        <a:cubicBezTo>
                          <a:pt x="274302" y="186013"/>
                          <a:pt x="274071" y="184973"/>
                          <a:pt x="273839" y="183991"/>
                        </a:cubicBezTo>
                        <a:cubicBezTo>
                          <a:pt x="272045" y="176768"/>
                          <a:pt x="268921" y="169891"/>
                          <a:pt x="265506" y="162726"/>
                        </a:cubicBezTo>
                        <a:cubicBezTo>
                          <a:pt x="265506" y="162726"/>
                          <a:pt x="264812" y="161281"/>
                          <a:pt x="264407" y="160472"/>
                        </a:cubicBezTo>
                        <a:lnTo>
                          <a:pt x="264523" y="160472"/>
                        </a:lnTo>
                        <a:cubicBezTo>
                          <a:pt x="264407" y="160356"/>
                          <a:pt x="264407" y="160241"/>
                          <a:pt x="264349" y="160183"/>
                        </a:cubicBezTo>
                        <a:close/>
                        <a:moveTo>
                          <a:pt x="92987" y="160183"/>
                        </a:moveTo>
                        <a:lnTo>
                          <a:pt x="136964" y="160183"/>
                        </a:lnTo>
                        <a:cubicBezTo>
                          <a:pt x="136848" y="160241"/>
                          <a:pt x="136848" y="160414"/>
                          <a:pt x="136791" y="160472"/>
                        </a:cubicBezTo>
                        <a:lnTo>
                          <a:pt x="137022" y="160472"/>
                        </a:lnTo>
                        <a:cubicBezTo>
                          <a:pt x="136617" y="161281"/>
                          <a:pt x="135923" y="162726"/>
                          <a:pt x="135923" y="162726"/>
                        </a:cubicBezTo>
                        <a:cubicBezTo>
                          <a:pt x="132104" y="170989"/>
                          <a:pt x="128458" y="178848"/>
                          <a:pt x="126896" y="187227"/>
                        </a:cubicBezTo>
                        <a:lnTo>
                          <a:pt x="131988" y="242470"/>
                        </a:lnTo>
                        <a:lnTo>
                          <a:pt x="149752" y="242470"/>
                        </a:lnTo>
                        <a:lnTo>
                          <a:pt x="149752" y="337471"/>
                        </a:lnTo>
                        <a:cubicBezTo>
                          <a:pt x="149752" y="360296"/>
                          <a:pt x="161267" y="380406"/>
                          <a:pt x="178742" y="392483"/>
                        </a:cubicBezTo>
                        <a:lnTo>
                          <a:pt x="178742" y="574624"/>
                        </a:lnTo>
                        <a:cubicBezTo>
                          <a:pt x="178742" y="592249"/>
                          <a:pt x="164392" y="606580"/>
                          <a:pt x="146743" y="606580"/>
                        </a:cubicBezTo>
                        <a:cubicBezTo>
                          <a:pt x="130310" y="606580"/>
                          <a:pt x="116712" y="594098"/>
                          <a:pt x="114976" y="578149"/>
                        </a:cubicBezTo>
                        <a:cubicBezTo>
                          <a:pt x="113182" y="594214"/>
                          <a:pt x="99584" y="606580"/>
                          <a:pt x="83151" y="606580"/>
                        </a:cubicBezTo>
                        <a:cubicBezTo>
                          <a:pt x="65502" y="606580"/>
                          <a:pt x="51152" y="592249"/>
                          <a:pt x="51152" y="574624"/>
                        </a:cubicBezTo>
                        <a:lnTo>
                          <a:pt x="51152" y="382833"/>
                        </a:lnTo>
                        <a:lnTo>
                          <a:pt x="45365" y="382833"/>
                        </a:lnTo>
                        <a:cubicBezTo>
                          <a:pt x="20310" y="382833"/>
                          <a:pt x="0" y="362608"/>
                          <a:pt x="0" y="337528"/>
                        </a:cubicBezTo>
                        <a:lnTo>
                          <a:pt x="0" y="205545"/>
                        </a:lnTo>
                        <a:cubicBezTo>
                          <a:pt x="0" y="180524"/>
                          <a:pt x="20310" y="160241"/>
                          <a:pt x="45365" y="160241"/>
                        </a:cubicBezTo>
                        <a:lnTo>
                          <a:pt x="61972" y="160241"/>
                        </a:lnTo>
                        <a:lnTo>
                          <a:pt x="78464" y="242528"/>
                        </a:lnTo>
                        <a:lnTo>
                          <a:pt x="97964" y="242528"/>
                        </a:lnTo>
                        <a:lnTo>
                          <a:pt x="103056" y="186996"/>
                        </a:lnTo>
                        <a:cubicBezTo>
                          <a:pt x="102940" y="186013"/>
                          <a:pt x="102709" y="184973"/>
                          <a:pt x="102477" y="183991"/>
                        </a:cubicBezTo>
                        <a:cubicBezTo>
                          <a:pt x="100683" y="176768"/>
                          <a:pt x="97501" y="169891"/>
                          <a:pt x="94145" y="162726"/>
                        </a:cubicBezTo>
                        <a:cubicBezTo>
                          <a:pt x="94145" y="162726"/>
                          <a:pt x="93450" y="161281"/>
                          <a:pt x="93045" y="160472"/>
                        </a:cubicBezTo>
                        <a:lnTo>
                          <a:pt x="93103" y="160472"/>
                        </a:lnTo>
                        <a:cubicBezTo>
                          <a:pt x="93045" y="160356"/>
                          <a:pt x="93045" y="160241"/>
                          <a:pt x="92987" y="160183"/>
                        </a:cubicBezTo>
                        <a:close/>
                        <a:moveTo>
                          <a:pt x="457411" y="751"/>
                        </a:moveTo>
                        <a:lnTo>
                          <a:pt x="458047" y="751"/>
                        </a:lnTo>
                        <a:cubicBezTo>
                          <a:pt x="488012" y="751"/>
                          <a:pt x="514158" y="20971"/>
                          <a:pt x="521621" y="49915"/>
                        </a:cubicBezTo>
                        <a:cubicBezTo>
                          <a:pt x="523009" y="55403"/>
                          <a:pt x="523761" y="61007"/>
                          <a:pt x="523761" y="66553"/>
                        </a:cubicBezTo>
                        <a:cubicBezTo>
                          <a:pt x="523761" y="102718"/>
                          <a:pt x="494317" y="132124"/>
                          <a:pt x="458105" y="132124"/>
                        </a:cubicBezTo>
                        <a:lnTo>
                          <a:pt x="457469" y="132124"/>
                        </a:lnTo>
                        <a:cubicBezTo>
                          <a:pt x="427504" y="132124"/>
                          <a:pt x="401358" y="111904"/>
                          <a:pt x="393895" y="82960"/>
                        </a:cubicBezTo>
                        <a:cubicBezTo>
                          <a:pt x="392507" y="77472"/>
                          <a:pt x="391755" y="71868"/>
                          <a:pt x="391755" y="66322"/>
                        </a:cubicBezTo>
                        <a:cubicBezTo>
                          <a:pt x="391755" y="30157"/>
                          <a:pt x="421199" y="751"/>
                          <a:pt x="457411" y="751"/>
                        </a:cubicBezTo>
                        <a:close/>
                        <a:moveTo>
                          <a:pt x="285868" y="751"/>
                        </a:moveTo>
                        <a:lnTo>
                          <a:pt x="286621" y="751"/>
                        </a:lnTo>
                        <a:cubicBezTo>
                          <a:pt x="316601" y="751"/>
                          <a:pt x="342761" y="20971"/>
                          <a:pt x="350227" y="49915"/>
                        </a:cubicBezTo>
                        <a:cubicBezTo>
                          <a:pt x="351674" y="55403"/>
                          <a:pt x="352369" y="61007"/>
                          <a:pt x="352369" y="66553"/>
                        </a:cubicBezTo>
                        <a:cubicBezTo>
                          <a:pt x="352369" y="102718"/>
                          <a:pt x="322909" y="132124"/>
                          <a:pt x="286736" y="132124"/>
                        </a:cubicBezTo>
                        <a:lnTo>
                          <a:pt x="286100" y="132124"/>
                        </a:lnTo>
                        <a:cubicBezTo>
                          <a:pt x="256119" y="132124"/>
                          <a:pt x="229959" y="111846"/>
                          <a:pt x="222493" y="82845"/>
                        </a:cubicBezTo>
                        <a:cubicBezTo>
                          <a:pt x="221046" y="77414"/>
                          <a:pt x="220351" y="71810"/>
                          <a:pt x="220351" y="66264"/>
                        </a:cubicBezTo>
                        <a:cubicBezTo>
                          <a:pt x="220351" y="30157"/>
                          <a:pt x="249753" y="751"/>
                          <a:pt x="285868" y="751"/>
                        </a:cubicBezTo>
                        <a:close/>
                        <a:moveTo>
                          <a:pt x="114639" y="751"/>
                        </a:moveTo>
                        <a:lnTo>
                          <a:pt x="115275" y="751"/>
                        </a:lnTo>
                        <a:cubicBezTo>
                          <a:pt x="145256" y="751"/>
                          <a:pt x="171416" y="20971"/>
                          <a:pt x="178882" y="49915"/>
                        </a:cubicBezTo>
                        <a:cubicBezTo>
                          <a:pt x="180329" y="55403"/>
                          <a:pt x="181024" y="61007"/>
                          <a:pt x="181024" y="66553"/>
                        </a:cubicBezTo>
                        <a:cubicBezTo>
                          <a:pt x="181024" y="102718"/>
                          <a:pt x="151564" y="132124"/>
                          <a:pt x="115333" y="132124"/>
                        </a:cubicBezTo>
                        <a:lnTo>
                          <a:pt x="114754" y="132124"/>
                        </a:lnTo>
                        <a:cubicBezTo>
                          <a:pt x="84774" y="132124"/>
                          <a:pt x="58614" y="111904"/>
                          <a:pt x="51148" y="82960"/>
                        </a:cubicBezTo>
                        <a:cubicBezTo>
                          <a:pt x="49701" y="77472"/>
                          <a:pt x="49006" y="71868"/>
                          <a:pt x="49006" y="66322"/>
                        </a:cubicBezTo>
                        <a:cubicBezTo>
                          <a:pt x="49006" y="30157"/>
                          <a:pt x="78466" y="751"/>
                          <a:pt x="114639" y="751"/>
                        </a:cubicBezTo>
                        <a:close/>
                        <a:moveTo>
                          <a:pt x="457410" y="423"/>
                        </a:moveTo>
                        <a:cubicBezTo>
                          <a:pt x="420880" y="423"/>
                          <a:pt x="391355" y="29894"/>
                          <a:pt x="391355" y="66356"/>
                        </a:cubicBezTo>
                        <a:cubicBezTo>
                          <a:pt x="391355" y="72135"/>
                          <a:pt x="392108" y="77740"/>
                          <a:pt x="393497" y="83056"/>
                        </a:cubicBezTo>
                        <a:cubicBezTo>
                          <a:pt x="400849" y="111487"/>
                          <a:pt x="426669" y="132521"/>
                          <a:pt x="457468" y="132521"/>
                        </a:cubicBezTo>
                        <a:lnTo>
                          <a:pt x="457815" y="132521"/>
                        </a:lnTo>
                        <a:lnTo>
                          <a:pt x="458104" y="132521"/>
                        </a:lnTo>
                        <a:cubicBezTo>
                          <a:pt x="494634" y="132521"/>
                          <a:pt x="524159" y="103050"/>
                          <a:pt x="524159" y="66587"/>
                        </a:cubicBezTo>
                        <a:cubicBezTo>
                          <a:pt x="524159" y="60809"/>
                          <a:pt x="523406" y="55204"/>
                          <a:pt x="522017" y="49887"/>
                        </a:cubicBezTo>
                        <a:cubicBezTo>
                          <a:pt x="514665" y="21457"/>
                          <a:pt x="488845" y="423"/>
                          <a:pt x="458046" y="423"/>
                        </a:cubicBezTo>
                        <a:lnTo>
                          <a:pt x="457699" y="423"/>
                        </a:lnTo>
                        <a:close/>
                        <a:moveTo>
                          <a:pt x="114646" y="423"/>
                        </a:moveTo>
                        <a:cubicBezTo>
                          <a:pt x="78190" y="423"/>
                          <a:pt x="48620" y="29894"/>
                          <a:pt x="48620" y="66356"/>
                        </a:cubicBezTo>
                        <a:cubicBezTo>
                          <a:pt x="48620" y="72135"/>
                          <a:pt x="49372" y="77740"/>
                          <a:pt x="50761" y="83056"/>
                        </a:cubicBezTo>
                        <a:cubicBezTo>
                          <a:pt x="58110" y="111487"/>
                          <a:pt x="83977" y="132521"/>
                          <a:pt x="114762" y="132521"/>
                        </a:cubicBezTo>
                        <a:lnTo>
                          <a:pt x="115051" y="132521"/>
                        </a:lnTo>
                        <a:lnTo>
                          <a:pt x="115340" y="132521"/>
                        </a:lnTo>
                        <a:cubicBezTo>
                          <a:pt x="151854" y="132521"/>
                          <a:pt x="181424" y="103050"/>
                          <a:pt x="181424" y="66587"/>
                        </a:cubicBezTo>
                        <a:cubicBezTo>
                          <a:pt x="181424" y="60809"/>
                          <a:pt x="180614" y="55204"/>
                          <a:pt x="179225" y="49887"/>
                        </a:cubicBezTo>
                        <a:cubicBezTo>
                          <a:pt x="171934" y="21457"/>
                          <a:pt x="146067" y="423"/>
                          <a:pt x="115282" y="423"/>
                        </a:cubicBezTo>
                        <a:lnTo>
                          <a:pt x="114993" y="423"/>
                        </a:lnTo>
                        <a:close/>
                        <a:moveTo>
                          <a:pt x="286036" y="397"/>
                        </a:moveTo>
                        <a:cubicBezTo>
                          <a:pt x="249522" y="282"/>
                          <a:pt x="219952" y="29874"/>
                          <a:pt x="219952" y="66286"/>
                        </a:cubicBezTo>
                        <a:cubicBezTo>
                          <a:pt x="219952" y="72066"/>
                          <a:pt x="220762" y="77672"/>
                          <a:pt x="222151" y="82990"/>
                        </a:cubicBezTo>
                        <a:cubicBezTo>
                          <a:pt x="229442" y="111484"/>
                          <a:pt x="255309" y="132522"/>
                          <a:pt x="286094" y="132522"/>
                        </a:cubicBezTo>
                        <a:lnTo>
                          <a:pt x="286383" y="132522"/>
                        </a:lnTo>
                        <a:lnTo>
                          <a:pt x="286730" y="132522"/>
                        </a:lnTo>
                        <a:cubicBezTo>
                          <a:pt x="323186" y="132522"/>
                          <a:pt x="352756" y="103045"/>
                          <a:pt x="352756" y="66575"/>
                        </a:cubicBezTo>
                        <a:cubicBezTo>
                          <a:pt x="352756" y="60796"/>
                          <a:pt x="352004" y="55189"/>
                          <a:pt x="350615" y="49872"/>
                        </a:cubicBezTo>
                        <a:cubicBezTo>
                          <a:pt x="343266" y="21436"/>
                          <a:pt x="317399" y="397"/>
                          <a:pt x="286614" y="397"/>
                        </a:cubicBezTo>
                        <a:lnTo>
                          <a:pt x="286325" y="397"/>
                        </a:lnTo>
                        <a:close/>
                        <a:moveTo>
                          <a:pt x="457411" y="0"/>
                        </a:moveTo>
                        <a:lnTo>
                          <a:pt x="458047" y="0"/>
                        </a:lnTo>
                        <a:cubicBezTo>
                          <a:pt x="488359" y="0"/>
                          <a:pt x="514795" y="20451"/>
                          <a:pt x="522315" y="49741"/>
                        </a:cubicBezTo>
                        <a:cubicBezTo>
                          <a:pt x="523761" y="55230"/>
                          <a:pt x="524513" y="60891"/>
                          <a:pt x="524513" y="66553"/>
                        </a:cubicBezTo>
                        <a:cubicBezTo>
                          <a:pt x="524513" y="103122"/>
                          <a:pt x="494722" y="132875"/>
                          <a:pt x="458105" y="132875"/>
                        </a:cubicBezTo>
                        <a:lnTo>
                          <a:pt x="457469" y="132875"/>
                        </a:lnTo>
                        <a:cubicBezTo>
                          <a:pt x="427157" y="132875"/>
                          <a:pt x="400721" y="112424"/>
                          <a:pt x="393201" y="83133"/>
                        </a:cubicBezTo>
                        <a:cubicBezTo>
                          <a:pt x="391755" y="77645"/>
                          <a:pt x="391003" y="71983"/>
                          <a:pt x="391003" y="66322"/>
                        </a:cubicBezTo>
                        <a:cubicBezTo>
                          <a:pt x="391003" y="29752"/>
                          <a:pt x="420794" y="0"/>
                          <a:pt x="457411" y="0"/>
                        </a:cubicBezTo>
                        <a:close/>
                        <a:moveTo>
                          <a:pt x="285868" y="0"/>
                        </a:moveTo>
                        <a:lnTo>
                          <a:pt x="286621" y="0"/>
                        </a:lnTo>
                        <a:cubicBezTo>
                          <a:pt x="316948" y="0"/>
                          <a:pt x="343456" y="20451"/>
                          <a:pt x="350980" y="49741"/>
                        </a:cubicBezTo>
                        <a:cubicBezTo>
                          <a:pt x="352427" y="55287"/>
                          <a:pt x="353179" y="60891"/>
                          <a:pt x="353179" y="66553"/>
                        </a:cubicBezTo>
                        <a:cubicBezTo>
                          <a:pt x="353179" y="103122"/>
                          <a:pt x="323372" y="132875"/>
                          <a:pt x="286736" y="132875"/>
                        </a:cubicBezTo>
                        <a:lnTo>
                          <a:pt x="286100" y="132875"/>
                        </a:lnTo>
                        <a:cubicBezTo>
                          <a:pt x="255772" y="132875"/>
                          <a:pt x="229322" y="112366"/>
                          <a:pt x="221740" y="83076"/>
                        </a:cubicBezTo>
                        <a:cubicBezTo>
                          <a:pt x="220294" y="77530"/>
                          <a:pt x="219599" y="71868"/>
                          <a:pt x="219599" y="66264"/>
                        </a:cubicBezTo>
                        <a:cubicBezTo>
                          <a:pt x="219599" y="29695"/>
                          <a:pt x="249348" y="0"/>
                          <a:pt x="285868" y="0"/>
                        </a:cubicBezTo>
                        <a:close/>
                        <a:moveTo>
                          <a:pt x="114639" y="0"/>
                        </a:moveTo>
                        <a:lnTo>
                          <a:pt x="115275" y="0"/>
                        </a:lnTo>
                        <a:cubicBezTo>
                          <a:pt x="145603" y="0"/>
                          <a:pt x="172053" y="20451"/>
                          <a:pt x="179635" y="49741"/>
                        </a:cubicBezTo>
                        <a:cubicBezTo>
                          <a:pt x="181081" y="55230"/>
                          <a:pt x="181776" y="60891"/>
                          <a:pt x="181776" y="66553"/>
                        </a:cubicBezTo>
                        <a:cubicBezTo>
                          <a:pt x="181776" y="103122"/>
                          <a:pt x="151969" y="132875"/>
                          <a:pt x="115333" y="132875"/>
                        </a:cubicBezTo>
                        <a:lnTo>
                          <a:pt x="114754" y="132875"/>
                        </a:lnTo>
                        <a:cubicBezTo>
                          <a:pt x="84427" y="132875"/>
                          <a:pt x="57919" y="112424"/>
                          <a:pt x="50395" y="83133"/>
                        </a:cubicBezTo>
                        <a:cubicBezTo>
                          <a:pt x="48948" y="77645"/>
                          <a:pt x="48196" y="71983"/>
                          <a:pt x="48196" y="66322"/>
                        </a:cubicBezTo>
                        <a:cubicBezTo>
                          <a:pt x="48196" y="29752"/>
                          <a:pt x="78003" y="0"/>
                          <a:pt x="11463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 dirty="0"/>
                  </a:p>
                </p:txBody>
              </p:sp>
            </p:grpSp>
          </p:grpSp>
          <p:grpSp>
            <p:nvGrpSpPr>
              <p:cNvPr id="6" name="组合 5"/>
              <p:cNvGrpSpPr/>
              <p:nvPr/>
            </p:nvGrpSpPr>
            <p:grpSpPr>
              <a:xfrm>
                <a:off x="3483547" y="2947091"/>
                <a:ext cx="717071" cy="1095364"/>
                <a:chOff x="4290758" y="2947091"/>
                <a:chExt cx="717071" cy="1095364"/>
              </a:xfrm>
            </p:grpSpPr>
            <p:sp>
              <p:nvSpPr>
                <p:cNvPr id="13" name="椭圆 12"/>
                <p:cNvSpPr>
                  <a:spLocks noChangeAspect="1"/>
                </p:cNvSpPr>
                <p:nvPr/>
              </p:nvSpPr>
              <p:spPr>
                <a:xfrm>
                  <a:off x="4559293" y="3862455"/>
                  <a:ext cx="180000" cy="180000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21" name="组合 20"/>
                <p:cNvGrpSpPr/>
                <p:nvPr/>
              </p:nvGrpSpPr>
              <p:grpSpPr>
                <a:xfrm rot="16200000">
                  <a:off x="4290758" y="2947091"/>
                  <a:ext cx="717071" cy="717071"/>
                  <a:chOff x="5756383" y="3054536"/>
                  <a:chExt cx="717071" cy="717071"/>
                </a:xfrm>
              </p:grpSpPr>
              <p:sp>
                <p:nvSpPr>
                  <p:cNvPr id="22" name="泪滴形 21"/>
                  <p:cNvSpPr/>
                  <p:nvPr/>
                </p:nvSpPr>
                <p:spPr>
                  <a:xfrm rot="18900000" flipH="1">
                    <a:off x="5756383" y="3054536"/>
                    <a:ext cx="717071" cy="717071"/>
                  </a:xfrm>
                  <a:prstGeom prst="teardrop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/>
                  </a:p>
                </p:txBody>
              </p:sp>
              <p:sp>
                <p:nvSpPr>
                  <p:cNvPr id="23" name="椭圆 22"/>
                  <p:cNvSpPr/>
                  <p:nvPr/>
                </p:nvSpPr>
                <p:spPr>
                  <a:xfrm flipH="1">
                    <a:off x="5866587" y="3159713"/>
                    <a:ext cx="496662" cy="49666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rmAutofit fontScale="70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914400">
                      <a:lnSpc>
                        <a:spcPct val="140000"/>
                      </a:lnSpc>
                      <a:spcAft>
                        <a:spcPts val="600"/>
                      </a:spcAft>
                    </a:pPr>
                    <a:endParaRPr lang="zh-CN" altLang="en-US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4" name="任意多边形 132"/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6004588" y="3308737"/>
                    <a:ext cx="220661" cy="198613"/>
                  </a:xfrm>
                  <a:custGeom>
                    <a:avLst/>
                    <a:gdLst>
                      <a:gd name="T0" fmla="*/ 56 w 12800"/>
                      <a:gd name="T1" fmla="*/ 0 h 11520"/>
                      <a:gd name="T2" fmla="*/ 0 w 12800"/>
                      <a:gd name="T3" fmla="*/ 11464 h 11520"/>
                      <a:gd name="T4" fmla="*/ 2337 w 12800"/>
                      <a:gd name="T5" fmla="*/ 11520 h 11520"/>
                      <a:gd name="T6" fmla="*/ 4424 w 12800"/>
                      <a:gd name="T7" fmla="*/ 9322 h 11520"/>
                      <a:gd name="T8" fmla="*/ 6706 w 12800"/>
                      <a:gd name="T9" fmla="*/ 11520 h 11520"/>
                      <a:gd name="T10" fmla="*/ 6762 w 12800"/>
                      <a:gd name="T11" fmla="*/ 83 h 11520"/>
                      <a:gd name="T12" fmla="*/ 2894 w 12800"/>
                      <a:gd name="T13" fmla="*/ 7652 h 11520"/>
                      <a:gd name="T14" fmla="*/ 1280 w 12800"/>
                      <a:gd name="T15" fmla="*/ 6066 h 11520"/>
                      <a:gd name="T16" fmla="*/ 2894 w 12800"/>
                      <a:gd name="T17" fmla="*/ 7652 h 11520"/>
                      <a:gd name="T18" fmla="*/ 1280 w 12800"/>
                      <a:gd name="T19" fmla="*/ 5287 h 11520"/>
                      <a:gd name="T20" fmla="*/ 2894 w 12800"/>
                      <a:gd name="T21" fmla="*/ 3701 h 11520"/>
                      <a:gd name="T22" fmla="*/ 2894 w 12800"/>
                      <a:gd name="T23" fmla="*/ 2922 h 11520"/>
                      <a:gd name="T24" fmla="*/ 1280 w 12800"/>
                      <a:gd name="T25" fmla="*/ 1336 h 11520"/>
                      <a:gd name="T26" fmla="*/ 2894 w 12800"/>
                      <a:gd name="T27" fmla="*/ 2922 h 11520"/>
                      <a:gd name="T28" fmla="*/ 3840 w 12800"/>
                      <a:gd name="T29" fmla="*/ 7652 h 11520"/>
                      <a:gd name="T30" fmla="*/ 5454 w 12800"/>
                      <a:gd name="T31" fmla="*/ 6066 h 11520"/>
                      <a:gd name="T32" fmla="*/ 5454 w 12800"/>
                      <a:gd name="T33" fmla="*/ 5287 h 11520"/>
                      <a:gd name="T34" fmla="*/ 3840 w 12800"/>
                      <a:gd name="T35" fmla="*/ 3701 h 11520"/>
                      <a:gd name="T36" fmla="*/ 5454 w 12800"/>
                      <a:gd name="T37" fmla="*/ 5287 h 11520"/>
                      <a:gd name="T38" fmla="*/ 3840 w 12800"/>
                      <a:gd name="T39" fmla="*/ 2922 h 11520"/>
                      <a:gd name="T40" fmla="*/ 5454 w 12800"/>
                      <a:gd name="T41" fmla="*/ 1336 h 11520"/>
                      <a:gd name="T42" fmla="*/ 12466 w 12800"/>
                      <a:gd name="T43" fmla="*/ 3701 h 11520"/>
                      <a:gd name="T44" fmla="*/ 7763 w 12800"/>
                      <a:gd name="T45" fmla="*/ 4035 h 11520"/>
                      <a:gd name="T46" fmla="*/ 7791 w 12800"/>
                      <a:gd name="T47" fmla="*/ 11492 h 11520"/>
                      <a:gd name="T48" fmla="*/ 9544 w 12800"/>
                      <a:gd name="T49" fmla="*/ 10045 h 11520"/>
                      <a:gd name="T50" fmla="*/ 11019 w 12800"/>
                      <a:gd name="T51" fmla="*/ 11492 h 11520"/>
                      <a:gd name="T52" fmla="*/ 12772 w 12800"/>
                      <a:gd name="T53" fmla="*/ 11464 h 11520"/>
                      <a:gd name="T54" fmla="*/ 12466 w 12800"/>
                      <a:gd name="T55" fmla="*/ 3701 h 11520"/>
                      <a:gd name="T56" fmla="*/ 8403 w 12800"/>
                      <a:gd name="T57" fmla="*/ 8821 h 11520"/>
                      <a:gd name="T58" fmla="*/ 12104 w 12800"/>
                      <a:gd name="T59" fmla="*/ 8042 h 11520"/>
                      <a:gd name="T60" fmla="*/ 12104 w 12800"/>
                      <a:gd name="T61" fmla="*/ 7263 h 11520"/>
                      <a:gd name="T62" fmla="*/ 8403 w 12800"/>
                      <a:gd name="T63" fmla="*/ 6483 h 11520"/>
                      <a:gd name="T64" fmla="*/ 12104 w 12800"/>
                      <a:gd name="T65" fmla="*/ 7263 h 11520"/>
                      <a:gd name="T66" fmla="*/ 8403 w 12800"/>
                      <a:gd name="T67" fmla="*/ 5677 h 11520"/>
                      <a:gd name="T68" fmla="*/ 12104 w 12800"/>
                      <a:gd name="T69" fmla="*/ 4897 h 11520"/>
                      <a:gd name="T70" fmla="*/ 12104 w 12800"/>
                      <a:gd name="T71" fmla="*/ 5677 h 115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12800" h="11520">
                        <a:moveTo>
                          <a:pt x="6706" y="0"/>
                        </a:moveTo>
                        <a:lnTo>
                          <a:pt x="56" y="0"/>
                        </a:lnTo>
                        <a:cubicBezTo>
                          <a:pt x="28" y="0"/>
                          <a:pt x="0" y="28"/>
                          <a:pt x="0" y="83"/>
                        </a:cubicBezTo>
                        <a:lnTo>
                          <a:pt x="0" y="11464"/>
                        </a:lnTo>
                        <a:cubicBezTo>
                          <a:pt x="0" y="11492"/>
                          <a:pt x="28" y="11520"/>
                          <a:pt x="56" y="11520"/>
                        </a:cubicBezTo>
                        <a:lnTo>
                          <a:pt x="2337" y="11520"/>
                        </a:lnTo>
                        <a:lnTo>
                          <a:pt x="2337" y="9322"/>
                        </a:lnTo>
                        <a:lnTo>
                          <a:pt x="4424" y="9322"/>
                        </a:lnTo>
                        <a:lnTo>
                          <a:pt x="4424" y="11520"/>
                        </a:lnTo>
                        <a:lnTo>
                          <a:pt x="6706" y="11520"/>
                        </a:lnTo>
                        <a:cubicBezTo>
                          <a:pt x="6734" y="11520"/>
                          <a:pt x="6762" y="11492"/>
                          <a:pt x="6762" y="11464"/>
                        </a:cubicBezTo>
                        <a:lnTo>
                          <a:pt x="6762" y="83"/>
                        </a:lnTo>
                        <a:cubicBezTo>
                          <a:pt x="6762" y="28"/>
                          <a:pt x="6734" y="0"/>
                          <a:pt x="6706" y="0"/>
                        </a:cubicBezTo>
                        <a:close/>
                        <a:moveTo>
                          <a:pt x="2894" y="7652"/>
                        </a:moveTo>
                        <a:lnTo>
                          <a:pt x="1280" y="7652"/>
                        </a:lnTo>
                        <a:lnTo>
                          <a:pt x="1280" y="6066"/>
                        </a:lnTo>
                        <a:lnTo>
                          <a:pt x="2894" y="6066"/>
                        </a:lnTo>
                        <a:lnTo>
                          <a:pt x="2894" y="7652"/>
                        </a:lnTo>
                        <a:close/>
                        <a:moveTo>
                          <a:pt x="2894" y="5287"/>
                        </a:moveTo>
                        <a:lnTo>
                          <a:pt x="1280" y="5287"/>
                        </a:lnTo>
                        <a:lnTo>
                          <a:pt x="1280" y="3701"/>
                        </a:lnTo>
                        <a:lnTo>
                          <a:pt x="2894" y="3701"/>
                        </a:lnTo>
                        <a:lnTo>
                          <a:pt x="2894" y="5287"/>
                        </a:lnTo>
                        <a:close/>
                        <a:moveTo>
                          <a:pt x="2894" y="2922"/>
                        </a:moveTo>
                        <a:lnTo>
                          <a:pt x="1280" y="2922"/>
                        </a:lnTo>
                        <a:lnTo>
                          <a:pt x="1280" y="1336"/>
                        </a:lnTo>
                        <a:lnTo>
                          <a:pt x="2894" y="1336"/>
                        </a:lnTo>
                        <a:lnTo>
                          <a:pt x="2894" y="2922"/>
                        </a:lnTo>
                        <a:close/>
                        <a:moveTo>
                          <a:pt x="5454" y="7652"/>
                        </a:moveTo>
                        <a:lnTo>
                          <a:pt x="3840" y="7652"/>
                        </a:lnTo>
                        <a:lnTo>
                          <a:pt x="3840" y="6066"/>
                        </a:lnTo>
                        <a:lnTo>
                          <a:pt x="5454" y="6066"/>
                        </a:lnTo>
                        <a:lnTo>
                          <a:pt x="5454" y="7652"/>
                        </a:lnTo>
                        <a:close/>
                        <a:moveTo>
                          <a:pt x="5454" y="5287"/>
                        </a:moveTo>
                        <a:lnTo>
                          <a:pt x="3840" y="5287"/>
                        </a:lnTo>
                        <a:lnTo>
                          <a:pt x="3840" y="3701"/>
                        </a:lnTo>
                        <a:lnTo>
                          <a:pt x="5454" y="3701"/>
                        </a:lnTo>
                        <a:lnTo>
                          <a:pt x="5454" y="5287"/>
                        </a:lnTo>
                        <a:close/>
                        <a:moveTo>
                          <a:pt x="5454" y="2922"/>
                        </a:moveTo>
                        <a:lnTo>
                          <a:pt x="3840" y="2922"/>
                        </a:lnTo>
                        <a:lnTo>
                          <a:pt x="3840" y="1336"/>
                        </a:lnTo>
                        <a:lnTo>
                          <a:pt x="5454" y="1336"/>
                        </a:lnTo>
                        <a:lnTo>
                          <a:pt x="5454" y="2922"/>
                        </a:lnTo>
                        <a:close/>
                        <a:moveTo>
                          <a:pt x="12466" y="3701"/>
                        </a:moveTo>
                        <a:lnTo>
                          <a:pt x="8097" y="3701"/>
                        </a:lnTo>
                        <a:cubicBezTo>
                          <a:pt x="7903" y="3701"/>
                          <a:pt x="7763" y="3840"/>
                          <a:pt x="7763" y="4035"/>
                        </a:cubicBezTo>
                        <a:lnTo>
                          <a:pt x="7763" y="11464"/>
                        </a:lnTo>
                        <a:cubicBezTo>
                          <a:pt x="7763" y="11492"/>
                          <a:pt x="7791" y="11492"/>
                          <a:pt x="7791" y="11492"/>
                        </a:cubicBezTo>
                        <a:lnTo>
                          <a:pt x="9544" y="11492"/>
                        </a:lnTo>
                        <a:lnTo>
                          <a:pt x="9544" y="10045"/>
                        </a:lnTo>
                        <a:lnTo>
                          <a:pt x="11019" y="10045"/>
                        </a:lnTo>
                        <a:lnTo>
                          <a:pt x="11019" y="11492"/>
                        </a:lnTo>
                        <a:lnTo>
                          <a:pt x="12744" y="11492"/>
                        </a:lnTo>
                        <a:cubicBezTo>
                          <a:pt x="12772" y="11492"/>
                          <a:pt x="12772" y="11464"/>
                          <a:pt x="12772" y="11464"/>
                        </a:cubicBezTo>
                        <a:lnTo>
                          <a:pt x="12772" y="4035"/>
                        </a:lnTo>
                        <a:cubicBezTo>
                          <a:pt x="12800" y="3868"/>
                          <a:pt x="12633" y="3701"/>
                          <a:pt x="12466" y="3701"/>
                        </a:cubicBezTo>
                        <a:close/>
                        <a:moveTo>
                          <a:pt x="12104" y="8821"/>
                        </a:moveTo>
                        <a:lnTo>
                          <a:pt x="8403" y="8821"/>
                        </a:lnTo>
                        <a:lnTo>
                          <a:pt x="8403" y="8042"/>
                        </a:lnTo>
                        <a:lnTo>
                          <a:pt x="12104" y="8042"/>
                        </a:lnTo>
                        <a:lnTo>
                          <a:pt x="12104" y="8821"/>
                        </a:lnTo>
                        <a:close/>
                        <a:moveTo>
                          <a:pt x="12104" y="7263"/>
                        </a:moveTo>
                        <a:lnTo>
                          <a:pt x="8403" y="7263"/>
                        </a:lnTo>
                        <a:lnTo>
                          <a:pt x="8403" y="6483"/>
                        </a:lnTo>
                        <a:lnTo>
                          <a:pt x="12104" y="6483"/>
                        </a:lnTo>
                        <a:lnTo>
                          <a:pt x="12104" y="7263"/>
                        </a:lnTo>
                        <a:close/>
                        <a:moveTo>
                          <a:pt x="12104" y="5677"/>
                        </a:moveTo>
                        <a:lnTo>
                          <a:pt x="8403" y="5677"/>
                        </a:lnTo>
                        <a:lnTo>
                          <a:pt x="8403" y="4897"/>
                        </a:lnTo>
                        <a:lnTo>
                          <a:pt x="12104" y="4897"/>
                        </a:lnTo>
                        <a:lnTo>
                          <a:pt x="12104" y="5677"/>
                        </a:lnTo>
                        <a:close/>
                        <a:moveTo>
                          <a:pt x="12104" y="5677"/>
                        </a:move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 dirty="0"/>
                  </a:p>
                </p:txBody>
              </p:sp>
            </p:grpSp>
          </p:grpSp>
          <p:grpSp>
            <p:nvGrpSpPr>
              <p:cNvPr id="58" name="Group 7"/>
              <p:cNvGrpSpPr/>
              <p:nvPr/>
            </p:nvGrpSpPr>
            <p:grpSpPr>
              <a:xfrm>
                <a:off x="10226252" y="2947091"/>
                <a:ext cx="717071" cy="1095364"/>
                <a:chOff x="10052183" y="2947091"/>
                <a:chExt cx="717071" cy="1095364"/>
              </a:xfrm>
            </p:grpSpPr>
            <p:sp>
              <p:nvSpPr>
                <p:cNvPr id="59" name="椭圆 58"/>
                <p:cNvSpPr>
                  <a:spLocks noChangeAspect="1"/>
                </p:cNvSpPr>
                <p:nvPr/>
              </p:nvSpPr>
              <p:spPr>
                <a:xfrm>
                  <a:off x="10320718" y="3862455"/>
                  <a:ext cx="180000" cy="180000"/>
                </a:xfrm>
                <a:prstGeom prst="ellipse">
                  <a:avLst/>
                </a:prstGeom>
                <a:solidFill>
                  <a:schemeClr val="accent5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grpSp>
              <p:nvGrpSpPr>
                <p:cNvPr id="60" name="组合 59"/>
                <p:cNvGrpSpPr/>
                <p:nvPr/>
              </p:nvGrpSpPr>
              <p:grpSpPr>
                <a:xfrm rot="5400000">
                  <a:off x="10052183" y="2947091"/>
                  <a:ext cx="717071" cy="717071"/>
                  <a:chOff x="5756383" y="4782021"/>
                  <a:chExt cx="717071" cy="717071"/>
                </a:xfrm>
              </p:grpSpPr>
              <p:sp>
                <p:nvSpPr>
                  <p:cNvPr id="61" name="泪滴形 60"/>
                  <p:cNvSpPr/>
                  <p:nvPr/>
                </p:nvSpPr>
                <p:spPr>
                  <a:xfrm rot="2700000">
                    <a:off x="5756383" y="4782021"/>
                    <a:ext cx="717071" cy="717071"/>
                  </a:xfrm>
                  <a:prstGeom prst="teardrop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/>
                  </a:p>
                </p:txBody>
              </p:sp>
              <p:sp>
                <p:nvSpPr>
                  <p:cNvPr id="62" name="椭圆 61"/>
                  <p:cNvSpPr/>
                  <p:nvPr/>
                </p:nvSpPr>
                <p:spPr>
                  <a:xfrm>
                    <a:off x="5866587" y="4887198"/>
                    <a:ext cx="496662" cy="49666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rmAutofit fontScale="70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914400">
                      <a:lnSpc>
                        <a:spcPct val="140000"/>
                      </a:lnSpc>
                      <a:spcAft>
                        <a:spcPts val="600"/>
                      </a:spcAft>
                    </a:pPr>
                    <a:endParaRPr lang="zh-CN" altLang="en-US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63" name="任意多边形 105"/>
                  <p:cNvSpPr/>
                  <p:nvPr/>
                </p:nvSpPr>
                <p:spPr bwMode="auto">
                  <a:xfrm rot="16200000">
                    <a:off x="6011507" y="5016689"/>
                    <a:ext cx="206821" cy="237677"/>
                  </a:xfrm>
                  <a:custGeom>
                    <a:avLst/>
                    <a:gdLst>
                      <a:gd name="T0" fmla="*/ 2263 w 6954"/>
                      <a:gd name="T1" fmla="*/ 6289 h 7989"/>
                      <a:gd name="T2" fmla="*/ 4893 w 6954"/>
                      <a:gd name="T3" fmla="*/ 5775 h 7989"/>
                      <a:gd name="T4" fmla="*/ 4096 w 6954"/>
                      <a:gd name="T5" fmla="*/ 6523 h 7989"/>
                      <a:gd name="T6" fmla="*/ 5467 w 6954"/>
                      <a:gd name="T7" fmla="*/ 6720 h 7989"/>
                      <a:gd name="T8" fmla="*/ 6914 w 6954"/>
                      <a:gd name="T9" fmla="*/ 6032 h 7989"/>
                      <a:gd name="T10" fmla="*/ 6675 w 6954"/>
                      <a:gd name="T11" fmla="*/ 6579 h 7989"/>
                      <a:gd name="T12" fmla="*/ 2748 w 6954"/>
                      <a:gd name="T13" fmla="*/ 7534 h 7989"/>
                      <a:gd name="T14" fmla="*/ 1824 w 6954"/>
                      <a:gd name="T15" fmla="*/ 7774 h 7989"/>
                      <a:gd name="T16" fmla="*/ 1542 w 6954"/>
                      <a:gd name="T17" fmla="*/ 6388 h 7989"/>
                      <a:gd name="T18" fmla="*/ 1600 w 6954"/>
                      <a:gd name="T19" fmla="*/ 4602 h 7989"/>
                      <a:gd name="T20" fmla="*/ 1173 w 6954"/>
                      <a:gd name="T21" fmla="*/ 4602 h 7989"/>
                      <a:gd name="T22" fmla="*/ 1600 w 6954"/>
                      <a:gd name="T23" fmla="*/ 6049 h 7989"/>
                      <a:gd name="T24" fmla="*/ 2880 w 6954"/>
                      <a:gd name="T25" fmla="*/ 4175 h 7989"/>
                      <a:gd name="T26" fmla="*/ 2453 w 6954"/>
                      <a:gd name="T27" fmla="*/ 4175 h 7989"/>
                      <a:gd name="T28" fmla="*/ 2880 w 6954"/>
                      <a:gd name="T29" fmla="*/ 5336 h 7989"/>
                      <a:gd name="T30" fmla="*/ 4160 w 6954"/>
                      <a:gd name="T31" fmla="*/ 3749 h 7989"/>
                      <a:gd name="T32" fmla="*/ 3733 w 6954"/>
                      <a:gd name="T33" fmla="*/ 3749 h 7989"/>
                      <a:gd name="T34" fmla="*/ 4160 w 6954"/>
                      <a:gd name="T35" fmla="*/ 5257 h 7989"/>
                      <a:gd name="T36" fmla="*/ 5440 w 6954"/>
                      <a:gd name="T37" fmla="*/ 2895 h 7989"/>
                      <a:gd name="T38" fmla="*/ 5013 w 6954"/>
                      <a:gd name="T39" fmla="*/ 2895 h 7989"/>
                      <a:gd name="T40" fmla="*/ 5237 w 6954"/>
                      <a:gd name="T41" fmla="*/ 5368 h 7989"/>
                      <a:gd name="T42" fmla="*/ 6720 w 6954"/>
                      <a:gd name="T43" fmla="*/ 5398 h 7989"/>
                      <a:gd name="T44" fmla="*/ 6507 w 6954"/>
                      <a:gd name="T45" fmla="*/ 1829 h 7989"/>
                      <a:gd name="T46" fmla="*/ 6293 w 6954"/>
                      <a:gd name="T47" fmla="*/ 5689 h 7989"/>
                      <a:gd name="T48" fmla="*/ 6720 w 6954"/>
                      <a:gd name="T49" fmla="*/ 5398 h 7989"/>
                      <a:gd name="T50" fmla="*/ 213 w 6954"/>
                      <a:gd name="T51" fmla="*/ 3962 h 7989"/>
                      <a:gd name="T52" fmla="*/ 213 w 6954"/>
                      <a:gd name="T53" fmla="*/ 3535 h 7989"/>
                      <a:gd name="T54" fmla="*/ 5415 w 6954"/>
                      <a:gd name="T55" fmla="*/ 720 h 7989"/>
                      <a:gd name="T56" fmla="*/ 5276 w 6954"/>
                      <a:gd name="T57" fmla="*/ 317 h 7989"/>
                      <a:gd name="T58" fmla="*/ 6354 w 6954"/>
                      <a:gd name="T59" fmla="*/ 171 h 7989"/>
                      <a:gd name="T60" fmla="*/ 6500 w 6954"/>
                      <a:gd name="T61" fmla="*/ 1249 h 7989"/>
                      <a:gd name="T62" fmla="*/ 6128 w 6954"/>
                      <a:gd name="T63" fmla="*/ 827 h 79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6954" h="7989">
                        <a:moveTo>
                          <a:pt x="1542" y="6388"/>
                        </a:moveTo>
                        <a:lnTo>
                          <a:pt x="2263" y="6289"/>
                        </a:lnTo>
                        <a:cubicBezTo>
                          <a:pt x="2417" y="5902"/>
                          <a:pt x="2757" y="5708"/>
                          <a:pt x="3284" y="5708"/>
                        </a:cubicBezTo>
                        <a:cubicBezTo>
                          <a:pt x="4074" y="5708"/>
                          <a:pt x="4436" y="5584"/>
                          <a:pt x="4893" y="5775"/>
                        </a:cubicBezTo>
                        <a:cubicBezTo>
                          <a:pt x="5156" y="5884"/>
                          <a:pt x="5108" y="6113"/>
                          <a:pt x="4950" y="6259"/>
                        </a:cubicBezTo>
                        <a:cubicBezTo>
                          <a:pt x="4748" y="6445"/>
                          <a:pt x="4104" y="6225"/>
                          <a:pt x="4096" y="6523"/>
                        </a:cubicBezTo>
                        <a:cubicBezTo>
                          <a:pt x="4088" y="6822"/>
                          <a:pt x="4397" y="6720"/>
                          <a:pt x="4668" y="6720"/>
                        </a:cubicBezTo>
                        <a:lnTo>
                          <a:pt x="5467" y="6720"/>
                        </a:lnTo>
                        <a:lnTo>
                          <a:pt x="6652" y="5854"/>
                        </a:lnTo>
                        <a:cubicBezTo>
                          <a:pt x="6780" y="5761"/>
                          <a:pt x="6954" y="5879"/>
                          <a:pt x="6914" y="6032"/>
                        </a:cubicBezTo>
                        <a:lnTo>
                          <a:pt x="6832" y="6345"/>
                        </a:lnTo>
                        <a:cubicBezTo>
                          <a:pt x="6808" y="6438"/>
                          <a:pt x="6752" y="6521"/>
                          <a:pt x="6675" y="6579"/>
                        </a:cubicBezTo>
                        <a:lnTo>
                          <a:pt x="5401" y="7534"/>
                        </a:lnTo>
                        <a:lnTo>
                          <a:pt x="2748" y="7534"/>
                        </a:lnTo>
                        <a:lnTo>
                          <a:pt x="2452" y="7816"/>
                        </a:lnTo>
                        <a:cubicBezTo>
                          <a:pt x="2270" y="7989"/>
                          <a:pt x="1980" y="7969"/>
                          <a:pt x="1824" y="7774"/>
                        </a:cubicBezTo>
                        <a:lnTo>
                          <a:pt x="1267" y="7077"/>
                        </a:lnTo>
                        <a:cubicBezTo>
                          <a:pt x="1060" y="6818"/>
                          <a:pt x="1214" y="6433"/>
                          <a:pt x="1542" y="6388"/>
                        </a:cubicBezTo>
                        <a:close/>
                        <a:moveTo>
                          <a:pt x="1600" y="6049"/>
                        </a:moveTo>
                        <a:lnTo>
                          <a:pt x="1600" y="4602"/>
                        </a:lnTo>
                        <a:cubicBezTo>
                          <a:pt x="1600" y="4484"/>
                          <a:pt x="1504" y="4389"/>
                          <a:pt x="1387" y="4389"/>
                        </a:cubicBezTo>
                        <a:cubicBezTo>
                          <a:pt x="1269" y="4389"/>
                          <a:pt x="1173" y="4484"/>
                          <a:pt x="1173" y="4602"/>
                        </a:cubicBezTo>
                        <a:lnTo>
                          <a:pt x="1173" y="6107"/>
                        </a:lnTo>
                        <a:lnTo>
                          <a:pt x="1600" y="6049"/>
                        </a:lnTo>
                        <a:close/>
                        <a:moveTo>
                          <a:pt x="2880" y="5336"/>
                        </a:moveTo>
                        <a:lnTo>
                          <a:pt x="2880" y="4175"/>
                        </a:lnTo>
                        <a:cubicBezTo>
                          <a:pt x="2880" y="4058"/>
                          <a:pt x="2784" y="3962"/>
                          <a:pt x="2667" y="3962"/>
                        </a:cubicBezTo>
                        <a:cubicBezTo>
                          <a:pt x="2549" y="3962"/>
                          <a:pt x="2453" y="4058"/>
                          <a:pt x="2453" y="4175"/>
                        </a:cubicBezTo>
                        <a:lnTo>
                          <a:pt x="2453" y="5526"/>
                        </a:lnTo>
                        <a:cubicBezTo>
                          <a:pt x="2572" y="5439"/>
                          <a:pt x="2714" y="5375"/>
                          <a:pt x="2880" y="5336"/>
                        </a:cubicBezTo>
                        <a:close/>
                        <a:moveTo>
                          <a:pt x="4160" y="5257"/>
                        </a:moveTo>
                        <a:lnTo>
                          <a:pt x="4160" y="3749"/>
                        </a:lnTo>
                        <a:cubicBezTo>
                          <a:pt x="4160" y="3631"/>
                          <a:pt x="4064" y="3535"/>
                          <a:pt x="3947" y="3535"/>
                        </a:cubicBezTo>
                        <a:cubicBezTo>
                          <a:pt x="3829" y="3535"/>
                          <a:pt x="3733" y="3631"/>
                          <a:pt x="3733" y="3749"/>
                        </a:cubicBezTo>
                        <a:lnTo>
                          <a:pt x="3733" y="5280"/>
                        </a:lnTo>
                        <a:cubicBezTo>
                          <a:pt x="3890" y="5274"/>
                          <a:pt x="4031" y="5265"/>
                          <a:pt x="4160" y="5257"/>
                        </a:cubicBezTo>
                        <a:close/>
                        <a:moveTo>
                          <a:pt x="5440" y="5529"/>
                        </a:moveTo>
                        <a:lnTo>
                          <a:pt x="5440" y="2895"/>
                        </a:lnTo>
                        <a:cubicBezTo>
                          <a:pt x="5440" y="2778"/>
                          <a:pt x="5344" y="2682"/>
                          <a:pt x="5227" y="2682"/>
                        </a:cubicBezTo>
                        <a:cubicBezTo>
                          <a:pt x="5109" y="2682"/>
                          <a:pt x="5013" y="2778"/>
                          <a:pt x="5013" y="2895"/>
                        </a:cubicBezTo>
                        <a:lnTo>
                          <a:pt x="5013" y="5293"/>
                        </a:lnTo>
                        <a:cubicBezTo>
                          <a:pt x="5087" y="5312"/>
                          <a:pt x="5161" y="5336"/>
                          <a:pt x="5237" y="5368"/>
                        </a:cubicBezTo>
                        <a:cubicBezTo>
                          <a:pt x="5319" y="5402"/>
                          <a:pt x="5382" y="5461"/>
                          <a:pt x="5440" y="5529"/>
                        </a:cubicBezTo>
                        <a:close/>
                        <a:moveTo>
                          <a:pt x="6720" y="5398"/>
                        </a:moveTo>
                        <a:lnTo>
                          <a:pt x="6720" y="2042"/>
                        </a:lnTo>
                        <a:cubicBezTo>
                          <a:pt x="6720" y="1924"/>
                          <a:pt x="6624" y="1829"/>
                          <a:pt x="6507" y="1829"/>
                        </a:cubicBezTo>
                        <a:cubicBezTo>
                          <a:pt x="6389" y="1829"/>
                          <a:pt x="6293" y="1924"/>
                          <a:pt x="6293" y="2042"/>
                        </a:cubicBezTo>
                        <a:lnTo>
                          <a:pt x="6293" y="5689"/>
                        </a:lnTo>
                        <a:lnTo>
                          <a:pt x="6652" y="5427"/>
                        </a:lnTo>
                        <a:cubicBezTo>
                          <a:pt x="6672" y="5413"/>
                          <a:pt x="6695" y="5402"/>
                          <a:pt x="6720" y="5398"/>
                        </a:cubicBezTo>
                        <a:close/>
                        <a:moveTo>
                          <a:pt x="6128" y="827"/>
                        </a:moveTo>
                        <a:cubicBezTo>
                          <a:pt x="4799" y="2789"/>
                          <a:pt x="2583" y="3963"/>
                          <a:pt x="213" y="3962"/>
                        </a:cubicBezTo>
                        <a:cubicBezTo>
                          <a:pt x="96" y="3962"/>
                          <a:pt x="0" y="3866"/>
                          <a:pt x="0" y="3749"/>
                        </a:cubicBezTo>
                        <a:cubicBezTo>
                          <a:pt x="0" y="3631"/>
                          <a:pt x="96" y="3535"/>
                          <a:pt x="213" y="3535"/>
                        </a:cubicBezTo>
                        <a:cubicBezTo>
                          <a:pt x="2468" y="3535"/>
                          <a:pt x="4529" y="2416"/>
                          <a:pt x="5768" y="598"/>
                        </a:cubicBezTo>
                        <a:lnTo>
                          <a:pt x="5415" y="720"/>
                        </a:lnTo>
                        <a:cubicBezTo>
                          <a:pt x="5302" y="763"/>
                          <a:pt x="5175" y="705"/>
                          <a:pt x="5136" y="590"/>
                        </a:cubicBezTo>
                        <a:cubicBezTo>
                          <a:pt x="5097" y="476"/>
                          <a:pt x="5160" y="352"/>
                          <a:pt x="5276" y="317"/>
                        </a:cubicBezTo>
                        <a:lnTo>
                          <a:pt x="6083" y="39"/>
                        </a:lnTo>
                        <a:cubicBezTo>
                          <a:pt x="6194" y="0"/>
                          <a:pt x="6316" y="59"/>
                          <a:pt x="6354" y="171"/>
                        </a:cubicBezTo>
                        <a:lnTo>
                          <a:pt x="6632" y="978"/>
                        </a:lnTo>
                        <a:cubicBezTo>
                          <a:pt x="6670" y="1089"/>
                          <a:pt x="6611" y="1211"/>
                          <a:pt x="6500" y="1249"/>
                        </a:cubicBezTo>
                        <a:cubicBezTo>
                          <a:pt x="6388" y="1288"/>
                          <a:pt x="6267" y="1228"/>
                          <a:pt x="6228" y="1117"/>
                        </a:cubicBezTo>
                        <a:lnTo>
                          <a:pt x="6128" y="827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 dirty="0"/>
                  </a:p>
                </p:txBody>
              </p:sp>
            </p:grpSp>
          </p:grpSp>
          <p:sp>
            <p:nvSpPr>
              <p:cNvPr id="33" name="文本框 32"/>
              <p:cNvSpPr txBox="1"/>
              <p:nvPr/>
            </p:nvSpPr>
            <p:spPr>
              <a:xfrm>
                <a:off x="660400" y="1670321"/>
                <a:ext cx="10858500" cy="813749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L="172720" marR="0" lvl="0" indent="-172720" fontAlgn="auto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Pct val="25000"/>
                  <a:buFont typeface="Wingdings" panose="05000000000000000000" pitchFamily="2" charset="2"/>
                  <a:buChar char="l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Theme  color makes PPT more convenient to </a:t>
                </a:r>
                <a:r>
                  <a:rPr lang="en-US" altLang="zh-CN" sz="1200" dirty="0" err="1">
                    <a:latin typeface="Arial" panose="020B0604020202020204" pitchFamily="34" charset="0"/>
                    <a:ea typeface="微软雅黑" panose="020B0503020204020204" charset="-122"/>
                  </a:rPr>
                  <a:t>change.Adjust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 the spacing to adapt to Chinese typesetting, use the reference line in PPT . Copy paste  fonts. Choose the only option to retain text. 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marL="172720" marR="0" lvl="0" indent="-172720" fontAlgn="auto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Pct val="25000"/>
                  <a:buFont typeface="Wingdings" panose="05000000000000000000" pitchFamily="2" charset="2"/>
                  <a:buChar char="l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Copy paste  fonts. Choose the only option to retain text. 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660401" y="4172575"/>
                <a:ext cx="1868226" cy="32707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400" b="1" dirty="0"/>
                  <a:t>Text Here-14pt</a:t>
                </a:r>
                <a:endParaRPr lang="zh-CN" altLang="en-US" sz="1400" b="1" dirty="0"/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660401" y="4653345"/>
                <a:ext cx="1868226" cy="126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180000" tIns="72000" rIns="180000" bIns="720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71755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SzPct val="25000"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Copy paste fonts. Choose the only option to retain text.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  <a:p>
                <a:pPr marL="71755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200" dirty="0"/>
                  <a:t>.……-12pt</a:t>
                </a:r>
                <a:endParaRPr lang="en-US" altLang="zh-CN" sz="1200" dirty="0"/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2907969" y="4172575"/>
                <a:ext cx="1868226" cy="32707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400" b="1" dirty="0"/>
                  <a:t>Text Here-14pt</a:t>
                </a:r>
                <a:endParaRPr lang="zh-CN" altLang="en-US" sz="1400" b="1" dirty="0"/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2907969" y="4653345"/>
                <a:ext cx="1868226" cy="126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180000" tIns="72000" rIns="180000" bIns="72000" anchor="t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SzPct val="25000"/>
                  <a:defRPr sz="1200"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71755"/>
                <a:r>
                  <a:rPr lang="en-US" altLang="zh-CN" dirty="0"/>
                  <a:t>Copy paste fonts. Choose the only option to retain text.</a:t>
                </a:r>
                <a:endParaRPr lang="en-US" altLang="zh-CN" dirty="0"/>
              </a:p>
              <a:p>
                <a:pPr marL="71755"/>
                <a:r>
                  <a:rPr lang="en-US" altLang="zh-CN" dirty="0"/>
                  <a:t>.……-12pt</a:t>
                </a:r>
                <a:endParaRPr lang="en-US" altLang="zh-CN" dirty="0"/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5155537" y="4172575"/>
                <a:ext cx="1868226" cy="32707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400" b="1" dirty="0"/>
                  <a:t>Text Here-14pt</a:t>
                </a:r>
                <a:endParaRPr lang="zh-CN" altLang="en-US" sz="1400" b="1" dirty="0"/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5155537" y="4653345"/>
                <a:ext cx="1868226" cy="126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180000" tIns="72000" rIns="180000" bIns="72000" anchor="t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SzPct val="25000"/>
                  <a:defRPr sz="1200"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71755"/>
                <a:r>
                  <a:rPr lang="en-US" altLang="zh-CN" dirty="0"/>
                  <a:t>Copy paste fonts. Choose the only option to retain text.</a:t>
                </a:r>
                <a:endParaRPr lang="en-US" altLang="zh-CN" dirty="0"/>
              </a:p>
              <a:p>
                <a:pPr marL="71755"/>
                <a:r>
                  <a:rPr lang="en-US" altLang="zh-CN" dirty="0"/>
                  <a:t>.……-12pt</a:t>
                </a:r>
                <a:endParaRPr lang="en-US" altLang="zh-CN" dirty="0"/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7403105" y="4172575"/>
                <a:ext cx="1868226" cy="32707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400" b="1" dirty="0"/>
                  <a:t>Text Here-14pt</a:t>
                </a:r>
                <a:endParaRPr lang="zh-CN" altLang="en-US" sz="1400" b="1" dirty="0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7403105" y="4653345"/>
                <a:ext cx="1868226" cy="126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180000" tIns="72000" rIns="180000" bIns="72000" anchor="t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SzPct val="25000"/>
                  <a:defRPr sz="1200"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71755"/>
                <a:r>
                  <a:rPr lang="en-US" altLang="zh-CN" dirty="0"/>
                  <a:t>Copy paste fonts. Choose the only option to retain text.</a:t>
                </a:r>
                <a:endParaRPr lang="en-US" altLang="zh-CN" dirty="0"/>
              </a:p>
              <a:p>
                <a:pPr marL="71755"/>
                <a:r>
                  <a:rPr lang="en-US" altLang="zh-CN" dirty="0"/>
                  <a:t>.……-12pt</a:t>
                </a:r>
                <a:endParaRPr lang="en-US" altLang="zh-CN" dirty="0"/>
              </a:p>
            </p:txBody>
          </p:sp>
          <p:grpSp>
            <p:nvGrpSpPr>
              <p:cNvPr id="7" name="组合 6"/>
              <p:cNvGrpSpPr/>
              <p:nvPr/>
            </p:nvGrpSpPr>
            <p:grpSpPr>
              <a:xfrm>
                <a:off x="5731115" y="2947091"/>
                <a:ext cx="717071" cy="1095364"/>
                <a:chOff x="7171470" y="2947091"/>
                <a:chExt cx="717071" cy="1095364"/>
              </a:xfrm>
            </p:grpSpPr>
            <p:grpSp>
              <p:nvGrpSpPr>
                <p:cNvPr id="29" name="组合 28"/>
                <p:cNvGrpSpPr/>
                <p:nvPr/>
              </p:nvGrpSpPr>
              <p:grpSpPr>
                <a:xfrm rot="16200000">
                  <a:off x="7171470" y="2947091"/>
                  <a:ext cx="717071" cy="717071"/>
                  <a:chOff x="5756383" y="3054536"/>
                  <a:chExt cx="717071" cy="717071"/>
                </a:xfrm>
              </p:grpSpPr>
              <p:sp>
                <p:nvSpPr>
                  <p:cNvPr id="30" name="泪滴形 29"/>
                  <p:cNvSpPr/>
                  <p:nvPr/>
                </p:nvSpPr>
                <p:spPr>
                  <a:xfrm rot="18900000" flipH="1">
                    <a:off x="5756383" y="3054536"/>
                    <a:ext cx="717071" cy="717071"/>
                  </a:xfrm>
                  <a:prstGeom prst="teardrop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 dirty="0"/>
                  </a:p>
                </p:txBody>
              </p:sp>
              <p:sp>
                <p:nvSpPr>
                  <p:cNvPr id="31" name="椭圆 30"/>
                  <p:cNvSpPr/>
                  <p:nvPr/>
                </p:nvSpPr>
                <p:spPr>
                  <a:xfrm flipH="1">
                    <a:off x="5866587" y="3159713"/>
                    <a:ext cx="496662" cy="49666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rmAutofit fontScale="70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914400">
                      <a:lnSpc>
                        <a:spcPct val="140000"/>
                      </a:lnSpc>
                      <a:spcAft>
                        <a:spcPts val="600"/>
                      </a:spcAft>
                    </a:pPr>
                    <a:endParaRPr lang="zh-CN" altLang="en-US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2" name="任意多边形 132"/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6004588" y="3297867"/>
                    <a:ext cx="220660" cy="220353"/>
                  </a:xfrm>
                  <a:custGeom>
                    <a:avLst/>
                    <a:gdLst>
                      <a:gd name="connsiteX0" fmla="*/ 199404 w 608416"/>
                      <a:gd name="connsiteY0" fmla="*/ 274640 h 607568"/>
                      <a:gd name="connsiteX1" fmla="*/ 409013 w 608416"/>
                      <a:gd name="connsiteY1" fmla="*/ 274640 h 607568"/>
                      <a:gd name="connsiteX2" fmla="*/ 426992 w 608416"/>
                      <a:gd name="connsiteY2" fmla="*/ 292590 h 607568"/>
                      <a:gd name="connsiteX3" fmla="*/ 409013 w 608416"/>
                      <a:gd name="connsiteY3" fmla="*/ 310541 h 607568"/>
                      <a:gd name="connsiteX4" fmla="*/ 322188 w 608416"/>
                      <a:gd name="connsiteY4" fmla="*/ 310541 h 607568"/>
                      <a:gd name="connsiteX5" fmla="*/ 322188 w 608416"/>
                      <a:gd name="connsiteY5" fmla="*/ 589617 h 607568"/>
                      <a:gd name="connsiteX6" fmla="*/ 304208 w 608416"/>
                      <a:gd name="connsiteY6" fmla="*/ 607568 h 607568"/>
                      <a:gd name="connsiteX7" fmla="*/ 286229 w 608416"/>
                      <a:gd name="connsiteY7" fmla="*/ 589617 h 607568"/>
                      <a:gd name="connsiteX8" fmla="*/ 286229 w 608416"/>
                      <a:gd name="connsiteY8" fmla="*/ 310541 h 607568"/>
                      <a:gd name="connsiteX9" fmla="*/ 199404 w 608416"/>
                      <a:gd name="connsiteY9" fmla="*/ 310541 h 607568"/>
                      <a:gd name="connsiteX10" fmla="*/ 181424 w 608416"/>
                      <a:gd name="connsiteY10" fmla="*/ 292590 h 607568"/>
                      <a:gd name="connsiteX11" fmla="*/ 199404 w 608416"/>
                      <a:gd name="connsiteY11" fmla="*/ 274640 h 607568"/>
                      <a:gd name="connsiteX12" fmla="*/ 538360 w 608416"/>
                      <a:gd name="connsiteY12" fmla="*/ 210638 h 607568"/>
                      <a:gd name="connsiteX13" fmla="*/ 601500 w 608416"/>
                      <a:gd name="connsiteY13" fmla="*/ 273691 h 607568"/>
                      <a:gd name="connsiteX14" fmla="*/ 601500 w 608416"/>
                      <a:gd name="connsiteY14" fmla="*/ 418820 h 607568"/>
                      <a:gd name="connsiteX15" fmla="*/ 541125 w 608416"/>
                      <a:gd name="connsiteY15" fmla="*/ 479112 h 607568"/>
                      <a:gd name="connsiteX16" fmla="*/ 462315 w 608416"/>
                      <a:gd name="connsiteY16" fmla="*/ 479112 h 607568"/>
                      <a:gd name="connsiteX17" fmla="*/ 462315 w 608416"/>
                      <a:gd name="connsiteY17" fmla="*/ 586348 h 607568"/>
                      <a:gd name="connsiteX18" fmla="*/ 447566 w 608416"/>
                      <a:gd name="connsiteY18" fmla="*/ 601076 h 607568"/>
                      <a:gd name="connsiteX19" fmla="*/ 377666 w 608416"/>
                      <a:gd name="connsiteY19" fmla="*/ 601076 h 607568"/>
                      <a:gd name="connsiteX20" fmla="*/ 362918 w 608416"/>
                      <a:gd name="connsiteY20" fmla="*/ 586348 h 607568"/>
                      <a:gd name="connsiteX21" fmla="*/ 362918 w 608416"/>
                      <a:gd name="connsiteY21" fmla="*/ 431707 h 607568"/>
                      <a:gd name="connsiteX22" fmla="*/ 413922 w 608416"/>
                      <a:gd name="connsiteY22" fmla="*/ 380774 h 607568"/>
                      <a:gd name="connsiteX23" fmla="*/ 475373 w 608416"/>
                      <a:gd name="connsiteY23" fmla="*/ 380774 h 607568"/>
                      <a:gd name="connsiteX24" fmla="*/ 475373 w 608416"/>
                      <a:gd name="connsiteY24" fmla="*/ 273691 h 607568"/>
                      <a:gd name="connsiteX25" fmla="*/ 538360 w 608416"/>
                      <a:gd name="connsiteY25" fmla="*/ 210638 h 607568"/>
                      <a:gd name="connsiteX26" fmla="*/ 70055 w 608416"/>
                      <a:gd name="connsiteY26" fmla="*/ 210638 h 607568"/>
                      <a:gd name="connsiteX27" fmla="*/ 133042 w 608416"/>
                      <a:gd name="connsiteY27" fmla="*/ 273691 h 607568"/>
                      <a:gd name="connsiteX28" fmla="*/ 133042 w 608416"/>
                      <a:gd name="connsiteY28" fmla="*/ 380774 h 607568"/>
                      <a:gd name="connsiteX29" fmla="*/ 194493 w 608416"/>
                      <a:gd name="connsiteY29" fmla="*/ 380774 h 607568"/>
                      <a:gd name="connsiteX30" fmla="*/ 245497 w 608416"/>
                      <a:gd name="connsiteY30" fmla="*/ 431707 h 607568"/>
                      <a:gd name="connsiteX31" fmla="*/ 245497 w 608416"/>
                      <a:gd name="connsiteY31" fmla="*/ 586348 h 607568"/>
                      <a:gd name="connsiteX32" fmla="*/ 230749 w 608416"/>
                      <a:gd name="connsiteY32" fmla="*/ 601076 h 607568"/>
                      <a:gd name="connsiteX33" fmla="*/ 160849 w 608416"/>
                      <a:gd name="connsiteY33" fmla="*/ 601076 h 607568"/>
                      <a:gd name="connsiteX34" fmla="*/ 146100 w 608416"/>
                      <a:gd name="connsiteY34" fmla="*/ 586348 h 607568"/>
                      <a:gd name="connsiteX35" fmla="*/ 146100 w 608416"/>
                      <a:gd name="connsiteY35" fmla="*/ 479112 h 607568"/>
                      <a:gd name="connsiteX36" fmla="*/ 67290 w 608416"/>
                      <a:gd name="connsiteY36" fmla="*/ 479112 h 607568"/>
                      <a:gd name="connsiteX37" fmla="*/ 6915 w 608416"/>
                      <a:gd name="connsiteY37" fmla="*/ 418820 h 607568"/>
                      <a:gd name="connsiteX38" fmla="*/ 6915 w 608416"/>
                      <a:gd name="connsiteY38" fmla="*/ 273691 h 607568"/>
                      <a:gd name="connsiteX39" fmla="*/ 70055 w 608416"/>
                      <a:gd name="connsiteY39" fmla="*/ 210638 h 607568"/>
                      <a:gd name="connsiteX40" fmla="*/ 349065 w 608416"/>
                      <a:gd name="connsiteY40" fmla="*/ 71077 h 607568"/>
                      <a:gd name="connsiteX41" fmla="*/ 336314 w 608416"/>
                      <a:gd name="connsiteY41" fmla="*/ 76255 h 607568"/>
                      <a:gd name="connsiteX42" fmla="*/ 289307 w 608416"/>
                      <a:gd name="connsiteY42" fmla="*/ 123358 h 607568"/>
                      <a:gd name="connsiteX43" fmla="*/ 272101 w 608416"/>
                      <a:gd name="connsiteY43" fmla="*/ 106174 h 607568"/>
                      <a:gd name="connsiteX44" fmla="*/ 246600 w 608416"/>
                      <a:gd name="connsiteY44" fmla="*/ 106174 h 607568"/>
                      <a:gd name="connsiteX45" fmla="*/ 246600 w 608416"/>
                      <a:gd name="connsiteY45" fmla="*/ 131490 h 607568"/>
                      <a:gd name="connsiteX46" fmla="*/ 276556 w 608416"/>
                      <a:gd name="connsiteY46" fmla="*/ 161409 h 607568"/>
                      <a:gd name="connsiteX47" fmla="*/ 289307 w 608416"/>
                      <a:gd name="connsiteY47" fmla="*/ 166626 h 607568"/>
                      <a:gd name="connsiteX48" fmla="*/ 301903 w 608416"/>
                      <a:gd name="connsiteY48" fmla="*/ 161409 h 607568"/>
                      <a:gd name="connsiteX49" fmla="*/ 361816 w 608416"/>
                      <a:gd name="connsiteY49" fmla="*/ 101724 h 607568"/>
                      <a:gd name="connsiteX50" fmla="*/ 361816 w 608416"/>
                      <a:gd name="connsiteY50" fmla="*/ 76255 h 607568"/>
                      <a:gd name="connsiteX51" fmla="*/ 349065 w 608416"/>
                      <a:gd name="connsiteY51" fmla="*/ 71077 h 607568"/>
                      <a:gd name="connsiteX52" fmla="*/ 538450 w 608416"/>
                      <a:gd name="connsiteY52" fmla="*/ 33730 h 607568"/>
                      <a:gd name="connsiteX53" fmla="*/ 608416 w 608416"/>
                      <a:gd name="connsiteY53" fmla="*/ 103696 h 607568"/>
                      <a:gd name="connsiteX54" fmla="*/ 538450 w 608416"/>
                      <a:gd name="connsiteY54" fmla="*/ 173662 h 607568"/>
                      <a:gd name="connsiteX55" fmla="*/ 468484 w 608416"/>
                      <a:gd name="connsiteY55" fmla="*/ 103696 h 607568"/>
                      <a:gd name="connsiteX56" fmla="*/ 538450 w 608416"/>
                      <a:gd name="connsiteY56" fmla="*/ 33730 h 607568"/>
                      <a:gd name="connsiteX57" fmla="*/ 70001 w 608416"/>
                      <a:gd name="connsiteY57" fmla="*/ 33730 h 607568"/>
                      <a:gd name="connsiteX58" fmla="*/ 140002 w 608416"/>
                      <a:gd name="connsiteY58" fmla="*/ 103696 h 607568"/>
                      <a:gd name="connsiteX59" fmla="*/ 70001 w 608416"/>
                      <a:gd name="connsiteY59" fmla="*/ 173662 h 607568"/>
                      <a:gd name="connsiteX60" fmla="*/ 0 w 608416"/>
                      <a:gd name="connsiteY60" fmla="*/ 103696 h 607568"/>
                      <a:gd name="connsiteX61" fmla="*/ 70001 w 608416"/>
                      <a:gd name="connsiteY61" fmla="*/ 33730 h 607568"/>
                      <a:gd name="connsiteX62" fmla="*/ 304208 w 608416"/>
                      <a:gd name="connsiteY62" fmla="*/ 0 h 607568"/>
                      <a:gd name="connsiteX63" fmla="*/ 423110 w 608416"/>
                      <a:gd name="connsiteY63" fmla="*/ 118909 h 607568"/>
                      <a:gd name="connsiteX64" fmla="*/ 304208 w 608416"/>
                      <a:gd name="connsiteY64" fmla="*/ 237664 h 607568"/>
                      <a:gd name="connsiteX65" fmla="*/ 185305 w 608416"/>
                      <a:gd name="connsiteY65" fmla="*/ 118909 h 607568"/>
                      <a:gd name="connsiteX66" fmla="*/ 304208 w 608416"/>
                      <a:gd name="connsiteY66" fmla="*/ 0 h 6075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</a:cxnLst>
                    <a:rect l="l" t="t" r="r" b="b"/>
                    <a:pathLst>
                      <a:path w="608416" h="607568">
                        <a:moveTo>
                          <a:pt x="199404" y="274640"/>
                        </a:moveTo>
                        <a:lnTo>
                          <a:pt x="409013" y="274640"/>
                        </a:lnTo>
                        <a:cubicBezTo>
                          <a:pt x="418848" y="274640"/>
                          <a:pt x="426992" y="282771"/>
                          <a:pt x="426992" y="292590"/>
                        </a:cubicBezTo>
                        <a:cubicBezTo>
                          <a:pt x="426992" y="302563"/>
                          <a:pt x="418848" y="310541"/>
                          <a:pt x="409013" y="310541"/>
                        </a:cubicBezTo>
                        <a:lnTo>
                          <a:pt x="322188" y="310541"/>
                        </a:lnTo>
                        <a:lnTo>
                          <a:pt x="322188" y="589617"/>
                        </a:lnTo>
                        <a:cubicBezTo>
                          <a:pt x="322188" y="599437"/>
                          <a:pt x="314197" y="607568"/>
                          <a:pt x="304208" y="607568"/>
                        </a:cubicBezTo>
                        <a:cubicBezTo>
                          <a:pt x="294220" y="607568"/>
                          <a:pt x="286229" y="599437"/>
                          <a:pt x="286229" y="589617"/>
                        </a:cubicBezTo>
                        <a:lnTo>
                          <a:pt x="286229" y="310541"/>
                        </a:lnTo>
                        <a:lnTo>
                          <a:pt x="199404" y="310541"/>
                        </a:lnTo>
                        <a:cubicBezTo>
                          <a:pt x="189569" y="310541"/>
                          <a:pt x="181424" y="302563"/>
                          <a:pt x="181424" y="292590"/>
                        </a:cubicBezTo>
                        <a:cubicBezTo>
                          <a:pt x="181424" y="282771"/>
                          <a:pt x="189569" y="274640"/>
                          <a:pt x="199404" y="274640"/>
                        </a:cubicBezTo>
                        <a:close/>
                        <a:moveTo>
                          <a:pt x="538360" y="210638"/>
                        </a:moveTo>
                        <a:cubicBezTo>
                          <a:pt x="573233" y="210638"/>
                          <a:pt x="601500" y="238866"/>
                          <a:pt x="601500" y="273691"/>
                        </a:cubicBezTo>
                        <a:lnTo>
                          <a:pt x="601500" y="418820"/>
                        </a:lnTo>
                        <a:cubicBezTo>
                          <a:pt x="601500" y="452111"/>
                          <a:pt x="574462" y="479112"/>
                          <a:pt x="541125" y="479112"/>
                        </a:cubicBezTo>
                        <a:lnTo>
                          <a:pt x="462315" y="479112"/>
                        </a:lnTo>
                        <a:lnTo>
                          <a:pt x="462315" y="586348"/>
                        </a:lnTo>
                        <a:cubicBezTo>
                          <a:pt x="462315" y="594479"/>
                          <a:pt x="455709" y="601076"/>
                          <a:pt x="447566" y="601076"/>
                        </a:cubicBezTo>
                        <a:lnTo>
                          <a:pt x="377666" y="601076"/>
                        </a:lnTo>
                        <a:cubicBezTo>
                          <a:pt x="369524" y="601076"/>
                          <a:pt x="362918" y="594479"/>
                          <a:pt x="362918" y="586348"/>
                        </a:cubicBezTo>
                        <a:lnTo>
                          <a:pt x="362918" y="431707"/>
                        </a:lnTo>
                        <a:cubicBezTo>
                          <a:pt x="362918" y="403633"/>
                          <a:pt x="385655" y="380774"/>
                          <a:pt x="413922" y="380774"/>
                        </a:cubicBezTo>
                        <a:lnTo>
                          <a:pt x="475373" y="380774"/>
                        </a:lnTo>
                        <a:lnTo>
                          <a:pt x="475373" y="273691"/>
                        </a:lnTo>
                        <a:cubicBezTo>
                          <a:pt x="475373" y="238866"/>
                          <a:pt x="503640" y="210638"/>
                          <a:pt x="538360" y="210638"/>
                        </a:cubicBezTo>
                        <a:close/>
                        <a:moveTo>
                          <a:pt x="70055" y="210638"/>
                        </a:moveTo>
                        <a:cubicBezTo>
                          <a:pt x="104775" y="210638"/>
                          <a:pt x="133042" y="238866"/>
                          <a:pt x="133042" y="273691"/>
                        </a:cubicBezTo>
                        <a:lnTo>
                          <a:pt x="133042" y="380774"/>
                        </a:lnTo>
                        <a:lnTo>
                          <a:pt x="194493" y="380774"/>
                        </a:lnTo>
                        <a:cubicBezTo>
                          <a:pt x="222761" y="380774"/>
                          <a:pt x="245497" y="403633"/>
                          <a:pt x="245497" y="431707"/>
                        </a:cubicBezTo>
                        <a:lnTo>
                          <a:pt x="245497" y="586348"/>
                        </a:lnTo>
                        <a:cubicBezTo>
                          <a:pt x="245497" y="594479"/>
                          <a:pt x="238891" y="601076"/>
                          <a:pt x="230749" y="601076"/>
                        </a:cubicBezTo>
                        <a:lnTo>
                          <a:pt x="160849" y="601076"/>
                        </a:lnTo>
                        <a:cubicBezTo>
                          <a:pt x="152706" y="601076"/>
                          <a:pt x="146100" y="594479"/>
                          <a:pt x="146100" y="586348"/>
                        </a:cubicBezTo>
                        <a:lnTo>
                          <a:pt x="146100" y="479112"/>
                        </a:lnTo>
                        <a:lnTo>
                          <a:pt x="67290" y="479112"/>
                        </a:lnTo>
                        <a:cubicBezTo>
                          <a:pt x="33953" y="479112"/>
                          <a:pt x="6915" y="452111"/>
                          <a:pt x="6915" y="418820"/>
                        </a:cubicBezTo>
                        <a:lnTo>
                          <a:pt x="6915" y="273691"/>
                        </a:lnTo>
                        <a:cubicBezTo>
                          <a:pt x="6915" y="238866"/>
                          <a:pt x="35182" y="210638"/>
                          <a:pt x="70055" y="210638"/>
                        </a:cubicBezTo>
                        <a:close/>
                        <a:moveTo>
                          <a:pt x="349065" y="71077"/>
                        </a:moveTo>
                        <a:cubicBezTo>
                          <a:pt x="344457" y="71077"/>
                          <a:pt x="339848" y="72803"/>
                          <a:pt x="336314" y="76255"/>
                        </a:cubicBezTo>
                        <a:lnTo>
                          <a:pt x="289307" y="123358"/>
                        </a:lnTo>
                        <a:lnTo>
                          <a:pt x="272101" y="106174"/>
                        </a:lnTo>
                        <a:cubicBezTo>
                          <a:pt x="265034" y="99116"/>
                          <a:pt x="253667" y="99116"/>
                          <a:pt x="246600" y="106174"/>
                        </a:cubicBezTo>
                        <a:cubicBezTo>
                          <a:pt x="239687" y="113232"/>
                          <a:pt x="239687" y="124586"/>
                          <a:pt x="246600" y="131490"/>
                        </a:cubicBezTo>
                        <a:lnTo>
                          <a:pt x="276556" y="161409"/>
                        </a:lnTo>
                        <a:cubicBezTo>
                          <a:pt x="280089" y="164938"/>
                          <a:pt x="284698" y="166626"/>
                          <a:pt x="289307" y="166626"/>
                        </a:cubicBezTo>
                        <a:cubicBezTo>
                          <a:pt x="293915" y="166626"/>
                          <a:pt x="298524" y="164938"/>
                          <a:pt x="301903" y="161409"/>
                        </a:cubicBezTo>
                        <a:lnTo>
                          <a:pt x="361816" y="101724"/>
                        </a:lnTo>
                        <a:cubicBezTo>
                          <a:pt x="368728" y="94667"/>
                          <a:pt x="368728" y="83313"/>
                          <a:pt x="361816" y="76255"/>
                        </a:cubicBezTo>
                        <a:cubicBezTo>
                          <a:pt x="358282" y="72803"/>
                          <a:pt x="353674" y="71077"/>
                          <a:pt x="349065" y="71077"/>
                        </a:cubicBezTo>
                        <a:close/>
                        <a:moveTo>
                          <a:pt x="538450" y="33730"/>
                        </a:moveTo>
                        <a:cubicBezTo>
                          <a:pt x="577091" y="33730"/>
                          <a:pt x="608416" y="65055"/>
                          <a:pt x="608416" y="103696"/>
                        </a:cubicBezTo>
                        <a:cubicBezTo>
                          <a:pt x="608416" y="142337"/>
                          <a:pt x="577091" y="173662"/>
                          <a:pt x="538450" y="173662"/>
                        </a:cubicBezTo>
                        <a:cubicBezTo>
                          <a:pt x="499809" y="173662"/>
                          <a:pt x="468484" y="142337"/>
                          <a:pt x="468484" y="103696"/>
                        </a:cubicBezTo>
                        <a:cubicBezTo>
                          <a:pt x="468484" y="65055"/>
                          <a:pt x="499809" y="33730"/>
                          <a:pt x="538450" y="33730"/>
                        </a:cubicBezTo>
                        <a:close/>
                        <a:moveTo>
                          <a:pt x="70001" y="33730"/>
                        </a:moveTo>
                        <a:cubicBezTo>
                          <a:pt x="108661" y="33730"/>
                          <a:pt x="140002" y="65055"/>
                          <a:pt x="140002" y="103696"/>
                        </a:cubicBezTo>
                        <a:cubicBezTo>
                          <a:pt x="140002" y="142337"/>
                          <a:pt x="108661" y="173662"/>
                          <a:pt x="70001" y="173662"/>
                        </a:cubicBezTo>
                        <a:cubicBezTo>
                          <a:pt x="31341" y="173662"/>
                          <a:pt x="0" y="142337"/>
                          <a:pt x="0" y="103696"/>
                        </a:cubicBezTo>
                        <a:cubicBezTo>
                          <a:pt x="0" y="65055"/>
                          <a:pt x="31341" y="33730"/>
                          <a:pt x="70001" y="33730"/>
                        </a:cubicBezTo>
                        <a:close/>
                        <a:moveTo>
                          <a:pt x="304208" y="0"/>
                        </a:moveTo>
                        <a:cubicBezTo>
                          <a:pt x="369804" y="0"/>
                          <a:pt x="423110" y="53394"/>
                          <a:pt x="423110" y="118909"/>
                        </a:cubicBezTo>
                        <a:cubicBezTo>
                          <a:pt x="423110" y="184424"/>
                          <a:pt x="369804" y="237664"/>
                          <a:pt x="304208" y="237664"/>
                        </a:cubicBezTo>
                        <a:cubicBezTo>
                          <a:pt x="238612" y="237664"/>
                          <a:pt x="185305" y="184424"/>
                          <a:pt x="185305" y="118909"/>
                        </a:cubicBezTo>
                        <a:cubicBezTo>
                          <a:pt x="185305" y="53394"/>
                          <a:pt x="238612" y="0"/>
                          <a:pt x="304208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 dirty="0"/>
                  </a:p>
                </p:txBody>
              </p:sp>
            </p:grpSp>
            <p:sp>
              <p:nvSpPr>
                <p:cNvPr id="48" name="椭圆 47"/>
                <p:cNvSpPr>
                  <a:spLocks noChangeAspect="1"/>
                </p:cNvSpPr>
                <p:nvPr/>
              </p:nvSpPr>
              <p:spPr>
                <a:xfrm>
                  <a:off x="7440005" y="3862455"/>
                  <a:ext cx="180000" cy="180000"/>
                </a:xfrm>
                <a:prstGeom prst="ellipse">
                  <a:avLst/>
                </a:prstGeom>
                <a:solidFill>
                  <a:schemeClr val="accent3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0" name="文本框 49"/>
              <p:cNvSpPr txBox="1"/>
              <p:nvPr/>
            </p:nvSpPr>
            <p:spPr>
              <a:xfrm>
                <a:off x="9650674" y="4172575"/>
                <a:ext cx="1868226" cy="32707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400" b="1" dirty="0"/>
                  <a:t>Text Here-14pt</a:t>
                </a:r>
                <a:endParaRPr lang="zh-CN" altLang="en-US" sz="1400" b="1" dirty="0"/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9650674" y="4653345"/>
                <a:ext cx="1868226" cy="126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180000" tIns="72000" rIns="180000" bIns="72000" anchor="t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SzPct val="25000"/>
                  <a:defRPr sz="1200"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71755"/>
                <a:r>
                  <a:rPr lang="en-US" altLang="zh-CN" dirty="0"/>
                  <a:t>Copy paste fonts. Choose the only option to retain text.</a:t>
                </a:r>
                <a:endParaRPr lang="en-US" altLang="zh-CN" dirty="0"/>
              </a:p>
              <a:p>
                <a:pPr marL="71755"/>
                <a:r>
                  <a:rPr lang="en-US" altLang="zh-CN" dirty="0"/>
                  <a:t>.……-12pt</a:t>
                </a:r>
                <a:endParaRPr lang="en-US" altLang="zh-CN" dirty="0"/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7978683" y="2947091"/>
                <a:ext cx="717071" cy="1095364"/>
                <a:chOff x="10052183" y="2947091"/>
                <a:chExt cx="717071" cy="1095364"/>
              </a:xfrm>
            </p:grpSpPr>
            <p:sp>
              <p:nvSpPr>
                <p:cNvPr id="53" name="椭圆 52"/>
                <p:cNvSpPr>
                  <a:spLocks noChangeAspect="1"/>
                </p:cNvSpPr>
                <p:nvPr/>
              </p:nvSpPr>
              <p:spPr>
                <a:xfrm>
                  <a:off x="10320718" y="3862455"/>
                  <a:ext cx="180000" cy="180000"/>
                </a:xfrm>
                <a:prstGeom prst="ellipse">
                  <a:avLst/>
                </a:prstGeom>
                <a:solidFill>
                  <a:schemeClr val="accent4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54" name="组合 53"/>
                <p:cNvGrpSpPr/>
                <p:nvPr/>
              </p:nvGrpSpPr>
              <p:grpSpPr>
                <a:xfrm rot="5400000">
                  <a:off x="10052183" y="2947091"/>
                  <a:ext cx="717071" cy="717071"/>
                  <a:chOff x="5756383" y="4782021"/>
                  <a:chExt cx="717071" cy="717071"/>
                </a:xfrm>
              </p:grpSpPr>
              <p:sp>
                <p:nvSpPr>
                  <p:cNvPr id="55" name="泪滴形 54"/>
                  <p:cNvSpPr/>
                  <p:nvPr/>
                </p:nvSpPr>
                <p:spPr>
                  <a:xfrm rot="2700000">
                    <a:off x="5756383" y="4782021"/>
                    <a:ext cx="717071" cy="717071"/>
                  </a:xfrm>
                  <a:prstGeom prst="teardrop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/>
                  </a:p>
                </p:txBody>
              </p:sp>
              <p:sp>
                <p:nvSpPr>
                  <p:cNvPr id="56" name="椭圆 55"/>
                  <p:cNvSpPr/>
                  <p:nvPr/>
                </p:nvSpPr>
                <p:spPr>
                  <a:xfrm>
                    <a:off x="5866587" y="4887198"/>
                    <a:ext cx="496662" cy="49666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rmAutofit fontScale="70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914400">
                      <a:lnSpc>
                        <a:spcPct val="140000"/>
                      </a:lnSpc>
                      <a:spcAft>
                        <a:spcPts val="600"/>
                      </a:spcAft>
                    </a:pPr>
                    <a:endParaRPr lang="zh-CN" altLang="en-US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57" name="任意多边形 105"/>
                  <p:cNvSpPr/>
                  <p:nvPr/>
                </p:nvSpPr>
                <p:spPr bwMode="auto">
                  <a:xfrm rot="16200000">
                    <a:off x="5996080" y="5034293"/>
                    <a:ext cx="237677" cy="202469"/>
                  </a:xfrm>
                  <a:custGeom>
                    <a:avLst/>
                    <a:gdLst>
                      <a:gd name="connsiteX0" fmla="*/ 384532 w 553532"/>
                      <a:gd name="connsiteY0" fmla="*/ 434837 h 471537"/>
                      <a:gd name="connsiteX1" fmla="*/ 421992 w 553532"/>
                      <a:gd name="connsiteY1" fmla="*/ 456789 h 471537"/>
                      <a:gd name="connsiteX2" fmla="*/ 381949 w 553532"/>
                      <a:gd name="connsiteY2" fmla="*/ 470993 h 471537"/>
                      <a:gd name="connsiteX3" fmla="*/ 345781 w 553532"/>
                      <a:gd name="connsiteY3" fmla="*/ 447750 h 471537"/>
                      <a:gd name="connsiteX4" fmla="*/ 384532 w 553532"/>
                      <a:gd name="connsiteY4" fmla="*/ 434837 h 471537"/>
                      <a:gd name="connsiteX5" fmla="*/ 168692 w 553532"/>
                      <a:gd name="connsiteY5" fmla="*/ 434837 h 471537"/>
                      <a:gd name="connsiteX6" fmla="*/ 207443 w 553532"/>
                      <a:gd name="connsiteY6" fmla="*/ 447750 h 471537"/>
                      <a:gd name="connsiteX7" fmla="*/ 172567 w 553532"/>
                      <a:gd name="connsiteY7" fmla="*/ 470993 h 471537"/>
                      <a:gd name="connsiteX8" fmla="*/ 131232 w 553532"/>
                      <a:gd name="connsiteY8" fmla="*/ 456789 h 471537"/>
                      <a:gd name="connsiteX9" fmla="*/ 168692 w 553532"/>
                      <a:gd name="connsiteY9" fmla="*/ 434837 h 471537"/>
                      <a:gd name="connsiteX10" fmla="*/ 438693 w 553532"/>
                      <a:gd name="connsiteY10" fmla="*/ 406369 h 471537"/>
                      <a:gd name="connsiteX11" fmla="*/ 478736 w 553532"/>
                      <a:gd name="connsiteY11" fmla="*/ 423172 h 471537"/>
                      <a:gd name="connsiteX12" fmla="*/ 439985 w 553532"/>
                      <a:gd name="connsiteY12" fmla="*/ 442560 h 471537"/>
                      <a:gd name="connsiteX13" fmla="*/ 402525 w 553532"/>
                      <a:gd name="connsiteY13" fmla="*/ 423172 h 471537"/>
                      <a:gd name="connsiteX14" fmla="*/ 438693 w 553532"/>
                      <a:gd name="connsiteY14" fmla="*/ 406369 h 471537"/>
                      <a:gd name="connsiteX15" fmla="*/ 114531 w 553532"/>
                      <a:gd name="connsiteY15" fmla="*/ 406369 h 471537"/>
                      <a:gd name="connsiteX16" fmla="*/ 150699 w 553532"/>
                      <a:gd name="connsiteY16" fmla="*/ 423172 h 471537"/>
                      <a:gd name="connsiteX17" fmla="*/ 113239 w 553532"/>
                      <a:gd name="connsiteY17" fmla="*/ 442560 h 471537"/>
                      <a:gd name="connsiteX18" fmla="*/ 74488 w 553532"/>
                      <a:gd name="connsiteY18" fmla="*/ 423172 h 471537"/>
                      <a:gd name="connsiteX19" fmla="*/ 114531 w 553532"/>
                      <a:gd name="connsiteY19" fmla="*/ 406369 h 471537"/>
                      <a:gd name="connsiteX20" fmla="*/ 504120 w 553532"/>
                      <a:gd name="connsiteY20" fmla="*/ 365910 h 471537"/>
                      <a:gd name="connsiteX21" fmla="*/ 516220 w 553532"/>
                      <a:gd name="connsiteY21" fmla="*/ 370274 h 471537"/>
                      <a:gd name="connsiteX22" fmla="*/ 485245 w 553532"/>
                      <a:gd name="connsiteY22" fmla="*/ 401305 h 471537"/>
                      <a:gd name="connsiteX23" fmla="*/ 443944 w 553532"/>
                      <a:gd name="connsiteY23" fmla="*/ 393547 h 471537"/>
                      <a:gd name="connsiteX24" fmla="*/ 473629 w 553532"/>
                      <a:gd name="connsiteY24" fmla="*/ 366395 h 471537"/>
                      <a:gd name="connsiteX25" fmla="*/ 504120 w 553532"/>
                      <a:gd name="connsiteY25" fmla="*/ 365910 h 471537"/>
                      <a:gd name="connsiteX26" fmla="*/ 49104 w 553532"/>
                      <a:gd name="connsiteY26" fmla="*/ 365910 h 471537"/>
                      <a:gd name="connsiteX27" fmla="*/ 79595 w 553532"/>
                      <a:gd name="connsiteY27" fmla="*/ 366395 h 471537"/>
                      <a:gd name="connsiteX28" fmla="*/ 109280 w 553532"/>
                      <a:gd name="connsiteY28" fmla="*/ 393547 h 471537"/>
                      <a:gd name="connsiteX29" fmla="*/ 67979 w 553532"/>
                      <a:gd name="connsiteY29" fmla="*/ 401305 h 471537"/>
                      <a:gd name="connsiteX30" fmla="*/ 37004 w 553532"/>
                      <a:gd name="connsiteY30" fmla="*/ 370274 h 471537"/>
                      <a:gd name="connsiteX31" fmla="*/ 49104 w 553532"/>
                      <a:gd name="connsiteY31" fmla="*/ 365910 h 471537"/>
                      <a:gd name="connsiteX32" fmla="*/ 359944 w 553532"/>
                      <a:gd name="connsiteY32" fmla="*/ 356202 h 471537"/>
                      <a:gd name="connsiteX33" fmla="*/ 359944 w 553532"/>
                      <a:gd name="connsiteY33" fmla="*/ 398698 h 471537"/>
                      <a:gd name="connsiteX34" fmla="*/ 330265 w 553532"/>
                      <a:gd name="connsiteY34" fmla="*/ 427028 h 471537"/>
                      <a:gd name="connsiteX35" fmla="*/ 326394 w 553532"/>
                      <a:gd name="connsiteY35" fmla="*/ 384533 h 471537"/>
                      <a:gd name="connsiteX36" fmla="*/ 359944 w 553532"/>
                      <a:gd name="connsiteY36" fmla="*/ 356202 h 471537"/>
                      <a:gd name="connsiteX37" fmla="*/ 193281 w 553532"/>
                      <a:gd name="connsiteY37" fmla="*/ 356202 h 471537"/>
                      <a:gd name="connsiteX38" fmla="*/ 226830 w 553532"/>
                      <a:gd name="connsiteY38" fmla="*/ 384533 h 471537"/>
                      <a:gd name="connsiteX39" fmla="*/ 222959 w 553532"/>
                      <a:gd name="connsiteY39" fmla="*/ 427028 h 471537"/>
                      <a:gd name="connsiteX40" fmla="*/ 193281 w 553532"/>
                      <a:gd name="connsiteY40" fmla="*/ 398698 h 471537"/>
                      <a:gd name="connsiteX41" fmla="*/ 193281 w 553532"/>
                      <a:gd name="connsiteY41" fmla="*/ 356202 h 471537"/>
                      <a:gd name="connsiteX42" fmla="*/ 396138 w 553532"/>
                      <a:gd name="connsiteY42" fmla="*/ 321203 h 471537"/>
                      <a:gd name="connsiteX43" fmla="*/ 407802 w 553532"/>
                      <a:gd name="connsiteY43" fmla="*/ 361272 h 471537"/>
                      <a:gd name="connsiteX44" fmla="*/ 387066 w 553532"/>
                      <a:gd name="connsiteY44" fmla="*/ 396171 h 471537"/>
                      <a:gd name="connsiteX45" fmla="*/ 371514 w 553532"/>
                      <a:gd name="connsiteY45" fmla="*/ 357395 h 471537"/>
                      <a:gd name="connsiteX46" fmla="*/ 396138 w 553532"/>
                      <a:gd name="connsiteY46" fmla="*/ 321203 h 471537"/>
                      <a:gd name="connsiteX47" fmla="*/ 157085 w 553532"/>
                      <a:gd name="connsiteY47" fmla="*/ 321203 h 471537"/>
                      <a:gd name="connsiteX48" fmla="*/ 181709 w 553532"/>
                      <a:gd name="connsiteY48" fmla="*/ 357395 h 471537"/>
                      <a:gd name="connsiteX49" fmla="*/ 166157 w 553532"/>
                      <a:gd name="connsiteY49" fmla="*/ 396171 h 471537"/>
                      <a:gd name="connsiteX50" fmla="*/ 145421 w 553532"/>
                      <a:gd name="connsiteY50" fmla="*/ 361272 h 471537"/>
                      <a:gd name="connsiteX51" fmla="*/ 157085 w 553532"/>
                      <a:gd name="connsiteY51" fmla="*/ 321203 h 471537"/>
                      <a:gd name="connsiteX52" fmla="*/ 532760 w 553532"/>
                      <a:gd name="connsiteY52" fmla="*/ 311804 h 471537"/>
                      <a:gd name="connsiteX53" fmla="*/ 545834 w 553532"/>
                      <a:gd name="connsiteY53" fmla="*/ 313581 h 471537"/>
                      <a:gd name="connsiteX54" fmla="*/ 522591 w 553532"/>
                      <a:gd name="connsiteY54" fmla="*/ 349753 h 471537"/>
                      <a:gd name="connsiteX55" fmla="*/ 479978 w 553532"/>
                      <a:gd name="connsiteY55" fmla="*/ 352337 h 471537"/>
                      <a:gd name="connsiteX56" fmla="*/ 503221 w 553532"/>
                      <a:gd name="connsiteY56" fmla="*/ 318748 h 471537"/>
                      <a:gd name="connsiteX57" fmla="*/ 532760 w 553532"/>
                      <a:gd name="connsiteY57" fmla="*/ 311804 h 471537"/>
                      <a:gd name="connsiteX58" fmla="*/ 20297 w 553532"/>
                      <a:gd name="connsiteY58" fmla="*/ 311804 h 471537"/>
                      <a:gd name="connsiteX59" fmla="*/ 49929 w 553532"/>
                      <a:gd name="connsiteY59" fmla="*/ 318748 h 471537"/>
                      <a:gd name="connsiteX60" fmla="*/ 73245 w 553532"/>
                      <a:gd name="connsiteY60" fmla="*/ 352337 h 471537"/>
                      <a:gd name="connsiteX61" fmla="*/ 30498 w 553532"/>
                      <a:gd name="connsiteY61" fmla="*/ 349753 h 471537"/>
                      <a:gd name="connsiteX62" fmla="*/ 7182 w 553532"/>
                      <a:gd name="connsiteY62" fmla="*/ 313581 h 471537"/>
                      <a:gd name="connsiteX63" fmla="*/ 20297 w 553532"/>
                      <a:gd name="connsiteY63" fmla="*/ 311804 h 471537"/>
                      <a:gd name="connsiteX64" fmla="*/ 433537 w 553532"/>
                      <a:gd name="connsiteY64" fmla="*/ 285169 h 471537"/>
                      <a:gd name="connsiteX65" fmla="*/ 450363 w 553532"/>
                      <a:gd name="connsiteY65" fmla="*/ 325187 h 471537"/>
                      <a:gd name="connsiteX66" fmla="*/ 433537 w 553532"/>
                      <a:gd name="connsiteY66" fmla="*/ 362622 h 471537"/>
                      <a:gd name="connsiteX67" fmla="*/ 414122 w 553532"/>
                      <a:gd name="connsiteY67" fmla="*/ 323896 h 471537"/>
                      <a:gd name="connsiteX68" fmla="*/ 433537 w 553532"/>
                      <a:gd name="connsiteY68" fmla="*/ 285169 h 471537"/>
                      <a:gd name="connsiteX69" fmla="*/ 119663 w 553532"/>
                      <a:gd name="connsiteY69" fmla="*/ 285169 h 471537"/>
                      <a:gd name="connsiteX70" fmla="*/ 139052 w 553532"/>
                      <a:gd name="connsiteY70" fmla="*/ 323896 h 471537"/>
                      <a:gd name="connsiteX71" fmla="*/ 120956 w 553532"/>
                      <a:gd name="connsiteY71" fmla="*/ 362622 h 471537"/>
                      <a:gd name="connsiteX72" fmla="*/ 102860 w 553532"/>
                      <a:gd name="connsiteY72" fmla="*/ 325187 h 471537"/>
                      <a:gd name="connsiteX73" fmla="*/ 119663 w 553532"/>
                      <a:gd name="connsiteY73" fmla="*/ 285169 h 471537"/>
                      <a:gd name="connsiteX74" fmla="*/ 485241 w 553532"/>
                      <a:gd name="connsiteY74" fmla="*/ 264459 h 471537"/>
                      <a:gd name="connsiteX75" fmla="*/ 496862 w 553532"/>
                      <a:gd name="connsiteY75" fmla="*/ 264459 h 471537"/>
                      <a:gd name="connsiteX76" fmla="*/ 304460 w 553532"/>
                      <a:gd name="connsiteY76" fmla="*/ 451672 h 471537"/>
                      <a:gd name="connsiteX77" fmla="*/ 301877 w 553532"/>
                      <a:gd name="connsiteY77" fmla="*/ 440052 h 471537"/>
                      <a:gd name="connsiteX78" fmla="*/ 485241 w 553532"/>
                      <a:gd name="connsiteY78" fmla="*/ 264459 h 471537"/>
                      <a:gd name="connsiteX79" fmla="*/ 56361 w 553532"/>
                      <a:gd name="connsiteY79" fmla="*/ 264459 h 471537"/>
                      <a:gd name="connsiteX80" fmla="*/ 67982 w 553532"/>
                      <a:gd name="connsiteY80" fmla="*/ 264459 h 471537"/>
                      <a:gd name="connsiteX81" fmla="*/ 251346 w 553532"/>
                      <a:gd name="connsiteY81" fmla="*/ 440052 h 471537"/>
                      <a:gd name="connsiteX82" fmla="*/ 248763 w 553532"/>
                      <a:gd name="connsiteY82" fmla="*/ 451672 h 471537"/>
                      <a:gd name="connsiteX83" fmla="*/ 56361 w 553532"/>
                      <a:gd name="connsiteY83" fmla="*/ 264459 h 471537"/>
                      <a:gd name="connsiteX84" fmla="*/ 552409 w 553532"/>
                      <a:gd name="connsiteY84" fmla="*/ 249134 h 471537"/>
                      <a:gd name="connsiteX85" fmla="*/ 540760 w 553532"/>
                      <a:gd name="connsiteY85" fmla="*/ 290337 h 471537"/>
                      <a:gd name="connsiteX86" fmla="*/ 501930 w 553532"/>
                      <a:gd name="connsiteY86" fmla="*/ 305788 h 471537"/>
                      <a:gd name="connsiteX87" fmla="*/ 513579 w 553532"/>
                      <a:gd name="connsiteY87" fmla="*/ 267160 h 471537"/>
                      <a:gd name="connsiteX88" fmla="*/ 552409 w 553532"/>
                      <a:gd name="connsiteY88" fmla="*/ 249134 h 471537"/>
                      <a:gd name="connsiteX89" fmla="*/ 749 w 553532"/>
                      <a:gd name="connsiteY89" fmla="*/ 249134 h 471537"/>
                      <a:gd name="connsiteX90" fmla="*/ 39480 w 553532"/>
                      <a:gd name="connsiteY90" fmla="*/ 267160 h 471537"/>
                      <a:gd name="connsiteX91" fmla="*/ 51100 w 553532"/>
                      <a:gd name="connsiteY91" fmla="*/ 305788 h 471537"/>
                      <a:gd name="connsiteX92" fmla="*/ 12368 w 553532"/>
                      <a:gd name="connsiteY92" fmla="*/ 290337 h 471537"/>
                      <a:gd name="connsiteX93" fmla="*/ 749 w 553532"/>
                      <a:gd name="connsiteY93" fmla="*/ 249134 h 471537"/>
                      <a:gd name="connsiteX94" fmla="*/ 454152 w 553532"/>
                      <a:gd name="connsiteY94" fmla="*/ 225733 h 471537"/>
                      <a:gd name="connsiteX95" fmla="*/ 476104 w 553532"/>
                      <a:gd name="connsiteY95" fmla="*/ 263193 h 471537"/>
                      <a:gd name="connsiteX96" fmla="*/ 463191 w 553532"/>
                      <a:gd name="connsiteY96" fmla="*/ 301944 h 471537"/>
                      <a:gd name="connsiteX97" fmla="*/ 439948 w 553532"/>
                      <a:gd name="connsiteY97" fmla="*/ 267068 h 471537"/>
                      <a:gd name="connsiteX98" fmla="*/ 454152 w 553532"/>
                      <a:gd name="connsiteY98" fmla="*/ 225733 h 471537"/>
                      <a:gd name="connsiteX99" fmla="*/ 99071 w 553532"/>
                      <a:gd name="connsiteY99" fmla="*/ 225733 h 471537"/>
                      <a:gd name="connsiteX100" fmla="*/ 113275 w 553532"/>
                      <a:gd name="connsiteY100" fmla="*/ 267068 h 471537"/>
                      <a:gd name="connsiteX101" fmla="*/ 90032 w 553532"/>
                      <a:gd name="connsiteY101" fmla="*/ 301944 h 471537"/>
                      <a:gd name="connsiteX102" fmla="*/ 77119 w 553532"/>
                      <a:gd name="connsiteY102" fmla="*/ 263193 h 471537"/>
                      <a:gd name="connsiteX103" fmla="*/ 99071 w 553532"/>
                      <a:gd name="connsiteY103" fmla="*/ 225733 h 471537"/>
                      <a:gd name="connsiteX104" fmla="*/ 504581 w 553532"/>
                      <a:gd name="connsiteY104" fmla="*/ 176858 h 471537"/>
                      <a:gd name="connsiteX105" fmla="*/ 518770 w 553532"/>
                      <a:gd name="connsiteY105" fmla="*/ 218081 h 471537"/>
                      <a:gd name="connsiteX106" fmla="*/ 492972 w 553532"/>
                      <a:gd name="connsiteY106" fmla="*/ 252862 h 471537"/>
                      <a:gd name="connsiteX107" fmla="*/ 482653 w 553532"/>
                      <a:gd name="connsiteY107" fmla="*/ 212928 h 471537"/>
                      <a:gd name="connsiteX108" fmla="*/ 504581 w 553532"/>
                      <a:gd name="connsiteY108" fmla="*/ 176858 h 471537"/>
                      <a:gd name="connsiteX109" fmla="*/ 48643 w 553532"/>
                      <a:gd name="connsiteY109" fmla="*/ 176858 h 471537"/>
                      <a:gd name="connsiteX110" fmla="*/ 70571 w 553532"/>
                      <a:gd name="connsiteY110" fmla="*/ 212928 h 471537"/>
                      <a:gd name="connsiteX111" fmla="*/ 60252 w 553532"/>
                      <a:gd name="connsiteY111" fmla="*/ 252862 h 471537"/>
                      <a:gd name="connsiteX112" fmla="*/ 34454 w 553532"/>
                      <a:gd name="connsiteY112" fmla="*/ 218081 h 471537"/>
                      <a:gd name="connsiteX113" fmla="*/ 48643 w 553532"/>
                      <a:gd name="connsiteY113" fmla="*/ 176858 h 471537"/>
                      <a:gd name="connsiteX114" fmla="*/ 368988 w 553532"/>
                      <a:gd name="connsiteY114" fmla="*/ 25801 h 471537"/>
                      <a:gd name="connsiteX115" fmla="*/ 362528 w 553532"/>
                      <a:gd name="connsiteY115" fmla="*/ 96753 h 471537"/>
                      <a:gd name="connsiteX116" fmla="*/ 412915 w 553532"/>
                      <a:gd name="connsiteY116" fmla="*/ 98043 h 471537"/>
                      <a:gd name="connsiteX117" fmla="*/ 428419 w 553532"/>
                      <a:gd name="connsiteY117" fmla="*/ 25801 h 471537"/>
                      <a:gd name="connsiteX118" fmla="*/ 124804 w 553532"/>
                      <a:gd name="connsiteY118" fmla="*/ 25801 h 471537"/>
                      <a:gd name="connsiteX119" fmla="*/ 140308 w 553532"/>
                      <a:gd name="connsiteY119" fmla="*/ 98043 h 471537"/>
                      <a:gd name="connsiteX120" fmla="*/ 190695 w 553532"/>
                      <a:gd name="connsiteY120" fmla="*/ 96753 h 471537"/>
                      <a:gd name="connsiteX121" fmla="*/ 184235 w 553532"/>
                      <a:gd name="connsiteY121" fmla="*/ 25801 h 471537"/>
                      <a:gd name="connsiteX122" fmla="*/ 101549 w 553532"/>
                      <a:gd name="connsiteY122" fmla="*/ 0 h 471537"/>
                      <a:gd name="connsiteX123" fmla="*/ 277258 w 553532"/>
                      <a:gd name="connsiteY123" fmla="*/ 0 h 471537"/>
                      <a:gd name="connsiteX124" fmla="*/ 451674 w 553532"/>
                      <a:gd name="connsiteY124" fmla="*/ 0 h 471537"/>
                      <a:gd name="connsiteX125" fmla="*/ 452966 w 553532"/>
                      <a:gd name="connsiteY125" fmla="*/ 10321 h 471537"/>
                      <a:gd name="connsiteX126" fmla="*/ 428419 w 553532"/>
                      <a:gd name="connsiteY126" fmla="*/ 119974 h 471537"/>
                      <a:gd name="connsiteX127" fmla="*/ 361236 w 553532"/>
                      <a:gd name="connsiteY127" fmla="*/ 123844 h 471537"/>
                      <a:gd name="connsiteX128" fmla="*/ 376740 w 553532"/>
                      <a:gd name="connsiteY128" fmla="*/ 141905 h 471537"/>
                      <a:gd name="connsiteX129" fmla="*/ 357360 w 553532"/>
                      <a:gd name="connsiteY129" fmla="*/ 158675 h 471537"/>
                      <a:gd name="connsiteX130" fmla="*/ 339272 w 553532"/>
                      <a:gd name="connsiteY130" fmla="*/ 139325 h 471537"/>
                      <a:gd name="connsiteX131" fmla="*/ 312141 w 553532"/>
                      <a:gd name="connsiteY131" fmla="*/ 161255 h 471537"/>
                      <a:gd name="connsiteX132" fmla="*/ 312141 w 553532"/>
                      <a:gd name="connsiteY132" fmla="*/ 199956 h 471537"/>
                      <a:gd name="connsiteX133" fmla="*/ 301805 w 553532"/>
                      <a:gd name="connsiteY133" fmla="*/ 199956 h 471537"/>
                      <a:gd name="connsiteX134" fmla="*/ 336688 w 553532"/>
                      <a:gd name="connsiteY134" fmla="*/ 267038 h 471537"/>
                      <a:gd name="connsiteX135" fmla="*/ 336688 w 553532"/>
                      <a:gd name="connsiteY135" fmla="*/ 307030 h 471537"/>
                      <a:gd name="connsiteX136" fmla="*/ 352192 w 553532"/>
                      <a:gd name="connsiteY136" fmla="*/ 307030 h 471537"/>
                      <a:gd name="connsiteX137" fmla="*/ 352192 w 553532"/>
                      <a:gd name="connsiteY137" fmla="*/ 326380 h 471537"/>
                      <a:gd name="connsiteX138" fmla="*/ 277258 w 553532"/>
                      <a:gd name="connsiteY138" fmla="*/ 326380 h 471537"/>
                      <a:gd name="connsiteX139" fmla="*/ 275966 w 553532"/>
                      <a:gd name="connsiteY139" fmla="*/ 326380 h 471537"/>
                      <a:gd name="connsiteX140" fmla="*/ 201031 w 553532"/>
                      <a:gd name="connsiteY140" fmla="*/ 326380 h 471537"/>
                      <a:gd name="connsiteX141" fmla="*/ 201031 w 553532"/>
                      <a:gd name="connsiteY141" fmla="*/ 307030 h 471537"/>
                      <a:gd name="connsiteX142" fmla="*/ 216535 w 553532"/>
                      <a:gd name="connsiteY142" fmla="*/ 307030 h 471537"/>
                      <a:gd name="connsiteX143" fmla="*/ 216535 w 553532"/>
                      <a:gd name="connsiteY143" fmla="*/ 267038 h 471537"/>
                      <a:gd name="connsiteX144" fmla="*/ 251418 w 553532"/>
                      <a:gd name="connsiteY144" fmla="*/ 199956 h 471537"/>
                      <a:gd name="connsiteX145" fmla="*/ 241082 w 553532"/>
                      <a:gd name="connsiteY145" fmla="*/ 199956 h 471537"/>
                      <a:gd name="connsiteX146" fmla="*/ 241082 w 553532"/>
                      <a:gd name="connsiteY146" fmla="*/ 161255 h 471537"/>
                      <a:gd name="connsiteX147" fmla="*/ 213951 w 553532"/>
                      <a:gd name="connsiteY147" fmla="*/ 139325 h 471537"/>
                      <a:gd name="connsiteX148" fmla="*/ 195863 w 553532"/>
                      <a:gd name="connsiteY148" fmla="*/ 158675 h 471537"/>
                      <a:gd name="connsiteX149" fmla="*/ 176483 w 553532"/>
                      <a:gd name="connsiteY149" fmla="*/ 141905 h 471537"/>
                      <a:gd name="connsiteX150" fmla="*/ 191987 w 553532"/>
                      <a:gd name="connsiteY150" fmla="*/ 123844 h 471537"/>
                      <a:gd name="connsiteX151" fmla="*/ 124804 w 553532"/>
                      <a:gd name="connsiteY151" fmla="*/ 119974 h 471537"/>
                      <a:gd name="connsiteX152" fmla="*/ 100257 w 553532"/>
                      <a:gd name="connsiteY152" fmla="*/ 10321 h 4715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</a:cxnLst>
                    <a:rect l="l" t="t" r="r" b="b"/>
                    <a:pathLst>
                      <a:path w="553532" h="471537">
                        <a:moveTo>
                          <a:pt x="384532" y="434837"/>
                        </a:moveTo>
                        <a:cubicBezTo>
                          <a:pt x="409075" y="438711"/>
                          <a:pt x="421992" y="456789"/>
                          <a:pt x="421992" y="456789"/>
                        </a:cubicBezTo>
                        <a:cubicBezTo>
                          <a:pt x="421992" y="456789"/>
                          <a:pt x="405200" y="474867"/>
                          <a:pt x="381949" y="470993"/>
                        </a:cubicBezTo>
                        <a:cubicBezTo>
                          <a:pt x="357406" y="467119"/>
                          <a:pt x="345781" y="447750"/>
                          <a:pt x="345781" y="447750"/>
                        </a:cubicBezTo>
                        <a:cubicBezTo>
                          <a:pt x="345781" y="447750"/>
                          <a:pt x="359990" y="430963"/>
                          <a:pt x="384532" y="434837"/>
                        </a:cubicBezTo>
                        <a:close/>
                        <a:moveTo>
                          <a:pt x="168692" y="434837"/>
                        </a:moveTo>
                        <a:cubicBezTo>
                          <a:pt x="193234" y="430963"/>
                          <a:pt x="207443" y="447750"/>
                          <a:pt x="207443" y="447750"/>
                        </a:cubicBezTo>
                        <a:cubicBezTo>
                          <a:pt x="207443" y="447750"/>
                          <a:pt x="195818" y="467119"/>
                          <a:pt x="172567" y="470993"/>
                        </a:cubicBezTo>
                        <a:cubicBezTo>
                          <a:pt x="148024" y="474867"/>
                          <a:pt x="131232" y="456789"/>
                          <a:pt x="131232" y="456789"/>
                        </a:cubicBezTo>
                        <a:cubicBezTo>
                          <a:pt x="131232" y="456789"/>
                          <a:pt x="144149" y="438711"/>
                          <a:pt x="168692" y="434837"/>
                        </a:cubicBezTo>
                        <a:close/>
                        <a:moveTo>
                          <a:pt x="438693" y="406369"/>
                        </a:moveTo>
                        <a:cubicBezTo>
                          <a:pt x="464527" y="406369"/>
                          <a:pt x="478736" y="423172"/>
                          <a:pt x="478736" y="423172"/>
                        </a:cubicBezTo>
                        <a:cubicBezTo>
                          <a:pt x="478736" y="423172"/>
                          <a:pt x="464527" y="442560"/>
                          <a:pt x="439985" y="442560"/>
                        </a:cubicBezTo>
                        <a:cubicBezTo>
                          <a:pt x="415442" y="441268"/>
                          <a:pt x="402525" y="423172"/>
                          <a:pt x="402525" y="423172"/>
                        </a:cubicBezTo>
                        <a:cubicBezTo>
                          <a:pt x="402525" y="423172"/>
                          <a:pt x="414150" y="405076"/>
                          <a:pt x="438693" y="406369"/>
                        </a:cubicBezTo>
                        <a:close/>
                        <a:moveTo>
                          <a:pt x="114531" y="406369"/>
                        </a:moveTo>
                        <a:cubicBezTo>
                          <a:pt x="139074" y="405076"/>
                          <a:pt x="150699" y="423172"/>
                          <a:pt x="150699" y="423172"/>
                        </a:cubicBezTo>
                        <a:cubicBezTo>
                          <a:pt x="150699" y="423172"/>
                          <a:pt x="137782" y="441268"/>
                          <a:pt x="113239" y="442560"/>
                        </a:cubicBezTo>
                        <a:cubicBezTo>
                          <a:pt x="88697" y="442560"/>
                          <a:pt x="74488" y="423172"/>
                          <a:pt x="74488" y="423172"/>
                        </a:cubicBezTo>
                        <a:cubicBezTo>
                          <a:pt x="74488" y="423172"/>
                          <a:pt x="88697" y="406369"/>
                          <a:pt x="114531" y="406369"/>
                        </a:cubicBezTo>
                        <a:close/>
                        <a:moveTo>
                          <a:pt x="504120" y="365910"/>
                        </a:moveTo>
                        <a:cubicBezTo>
                          <a:pt x="511703" y="367688"/>
                          <a:pt x="516220" y="370274"/>
                          <a:pt x="516220" y="370274"/>
                        </a:cubicBezTo>
                        <a:cubicBezTo>
                          <a:pt x="516220" y="370274"/>
                          <a:pt x="508476" y="393547"/>
                          <a:pt x="485245" y="401305"/>
                        </a:cubicBezTo>
                        <a:cubicBezTo>
                          <a:pt x="462013" y="407769"/>
                          <a:pt x="443944" y="393547"/>
                          <a:pt x="443944" y="393547"/>
                        </a:cubicBezTo>
                        <a:cubicBezTo>
                          <a:pt x="443944" y="393547"/>
                          <a:pt x="449107" y="372860"/>
                          <a:pt x="473629" y="366395"/>
                        </a:cubicBezTo>
                        <a:cubicBezTo>
                          <a:pt x="485890" y="363163"/>
                          <a:pt x="496538" y="364132"/>
                          <a:pt x="504120" y="365910"/>
                        </a:cubicBezTo>
                        <a:close/>
                        <a:moveTo>
                          <a:pt x="49104" y="365910"/>
                        </a:moveTo>
                        <a:cubicBezTo>
                          <a:pt x="56686" y="364132"/>
                          <a:pt x="67334" y="363163"/>
                          <a:pt x="79595" y="366395"/>
                        </a:cubicBezTo>
                        <a:cubicBezTo>
                          <a:pt x="104117" y="372860"/>
                          <a:pt x="109280" y="393547"/>
                          <a:pt x="109280" y="393547"/>
                        </a:cubicBezTo>
                        <a:cubicBezTo>
                          <a:pt x="109280" y="393547"/>
                          <a:pt x="91211" y="407769"/>
                          <a:pt x="67979" y="401305"/>
                        </a:cubicBezTo>
                        <a:cubicBezTo>
                          <a:pt x="44748" y="393547"/>
                          <a:pt x="37004" y="370274"/>
                          <a:pt x="37004" y="370274"/>
                        </a:cubicBezTo>
                        <a:cubicBezTo>
                          <a:pt x="37004" y="370274"/>
                          <a:pt x="41521" y="367688"/>
                          <a:pt x="49104" y="365910"/>
                        </a:cubicBezTo>
                        <a:close/>
                        <a:moveTo>
                          <a:pt x="359944" y="356202"/>
                        </a:moveTo>
                        <a:cubicBezTo>
                          <a:pt x="359944" y="356202"/>
                          <a:pt x="368976" y="375518"/>
                          <a:pt x="359944" y="398698"/>
                        </a:cubicBezTo>
                        <a:cubicBezTo>
                          <a:pt x="350911" y="421877"/>
                          <a:pt x="330265" y="427028"/>
                          <a:pt x="330265" y="427028"/>
                        </a:cubicBezTo>
                        <a:cubicBezTo>
                          <a:pt x="330265" y="427028"/>
                          <a:pt x="318652" y="406424"/>
                          <a:pt x="326394" y="384533"/>
                        </a:cubicBezTo>
                        <a:cubicBezTo>
                          <a:pt x="335427" y="361353"/>
                          <a:pt x="359944" y="356202"/>
                          <a:pt x="359944" y="356202"/>
                        </a:cubicBezTo>
                        <a:close/>
                        <a:moveTo>
                          <a:pt x="193281" y="356202"/>
                        </a:moveTo>
                        <a:cubicBezTo>
                          <a:pt x="193281" y="356202"/>
                          <a:pt x="217797" y="361353"/>
                          <a:pt x="226830" y="384533"/>
                        </a:cubicBezTo>
                        <a:cubicBezTo>
                          <a:pt x="234572" y="406424"/>
                          <a:pt x="222959" y="427028"/>
                          <a:pt x="222959" y="427028"/>
                        </a:cubicBezTo>
                        <a:cubicBezTo>
                          <a:pt x="222959" y="427028"/>
                          <a:pt x="202313" y="421877"/>
                          <a:pt x="193281" y="398698"/>
                        </a:cubicBezTo>
                        <a:cubicBezTo>
                          <a:pt x="184248" y="375518"/>
                          <a:pt x="193281" y="356202"/>
                          <a:pt x="193281" y="356202"/>
                        </a:cubicBezTo>
                        <a:close/>
                        <a:moveTo>
                          <a:pt x="396138" y="321203"/>
                        </a:moveTo>
                        <a:cubicBezTo>
                          <a:pt x="396138" y="321203"/>
                          <a:pt x="410394" y="336714"/>
                          <a:pt x="407802" y="361272"/>
                        </a:cubicBezTo>
                        <a:cubicBezTo>
                          <a:pt x="406506" y="387123"/>
                          <a:pt x="387066" y="396171"/>
                          <a:pt x="387066" y="396171"/>
                        </a:cubicBezTo>
                        <a:cubicBezTo>
                          <a:pt x="387066" y="396171"/>
                          <a:pt x="370218" y="381953"/>
                          <a:pt x="371514" y="357395"/>
                        </a:cubicBezTo>
                        <a:cubicBezTo>
                          <a:pt x="374106" y="332836"/>
                          <a:pt x="396138" y="321203"/>
                          <a:pt x="396138" y="321203"/>
                        </a:cubicBezTo>
                        <a:close/>
                        <a:moveTo>
                          <a:pt x="157085" y="321203"/>
                        </a:moveTo>
                        <a:cubicBezTo>
                          <a:pt x="157085" y="321203"/>
                          <a:pt x="179117" y="332836"/>
                          <a:pt x="181709" y="357395"/>
                        </a:cubicBezTo>
                        <a:cubicBezTo>
                          <a:pt x="183005" y="381953"/>
                          <a:pt x="166157" y="396171"/>
                          <a:pt x="166157" y="396171"/>
                        </a:cubicBezTo>
                        <a:cubicBezTo>
                          <a:pt x="166157" y="396171"/>
                          <a:pt x="146717" y="387123"/>
                          <a:pt x="145421" y="361272"/>
                        </a:cubicBezTo>
                        <a:cubicBezTo>
                          <a:pt x="142829" y="336714"/>
                          <a:pt x="157085" y="321203"/>
                          <a:pt x="157085" y="321203"/>
                        </a:cubicBezTo>
                        <a:close/>
                        <a:moveTo>
                          <a:pt x="532760" y="311804"/>
                        </a:moveTo>
                        <a:cubicBezTo>
                          <a:pt x="540669" y="311966"/>
                          <a:pt x="545834" y="313581"/>
                          <a:pt x="545834" y="313581"/>
                        </a:cubicBezTo>
                        <a:cubicBezTo>
                          <a:pt x="545834" y="313581"/>
                          <a:pt x="544543" y="338126"/>
                          <a:pt x="522591" y="349753"/>
                        </a:cubicBezTo>
                        <a:cubicBezTo>
                          <a:pt x="501930" y="361380"/>
                          <a:pt x="479978" y="352337"/>
                          <a:pt x="479978" y="352337"/>
                        </a:cubicBezTo>
                        <a:cubicBezTo>
                          <a:pt x="479978" y="352337"/>
                          <a:pt x="481269" y="331667"/>
                          <a:pt x="503221" y="318748"/>
                        </a:cubicBezTo>
                        <a:cubicBezTo>
                          <a:pt x="514197" y="312935"/>
                          <a:pt x="524851" y="311643"/>
                          <a:pt x="532760" y="311804"/>
                        </a:cubicBezTo>
                        <a:close/>
                        <a:moveTo>
                          <a:pt x="20297" y="311804"/>
                        </a:moveTo>
                        <a:cubicBezTo>
                          <a:pt x="28231" y="311643"/>
                          <a:pt x="38918" y="312935"/>
                          <a:pt x="49929" y="318748"/>
                        </a:cubicBezTo>
                        <a:cubicBezTo>
                          <a:pt x="71950" y="331667"/>
                          <a:pt x="73245" y="352337"/>
                          <a:pt x="73245" y="352337"/>
                        </a:cubicBezTo>
                        <a:cubicBezTo>
                          <a:pt x="73245" y="352337"/>
                          <a:pt x="51224" y="361380"/>
                          <a:pt x="30498" y="349753"/>
                        </a:cubicBezTo>
                        <a:cubicBezTo>
                          <a:pt x="8477" y="338126"/>
                          <a:pt x="7182" y="313581"/>
                          <a:pt x="7182" y="313581"/>
                        </a:cubicBezTo>
                        <a:cubicBezTo>
                          <a:pt x="7182" y="313581"/>
                          <a:pt x="12363" y="311966"/>
                          <a:pt x="20297" y="311804"/>
                        </a:cubicBezTo>
                        <a:close/>
                        <a:moveTo>
                          <a:pt x="433537" y="285169"/>
                        </a:moveTo>
                        <a:cubicBezTo>
                          <a:pt x="433537" y="285169"/>
                          <a:pt x="450363" y="300660"/>
                          <a:pt x="450363" y="325187"/>
                        </a:cubicBezTo>
                        <a:cubicBezTo>
                          <a:pt x="450363" y="349713"/>
                          <a:pt x="433537" y="362622"/>
                          <a:pt x="433537" y="362622"/>
                        </a:cubicBezTo>
                        <a:cubicBezTo>
                          <a:pt x="433537" y="362622"/>
                          <a:pt x="414122" y="348423"/>
                          <a:pt x="414122" y="323896"/>
                        </a:cubicBezTo>
                        <a:cubicBezTo>
                          <a:pt x="414122" y="299369"/>
                          <a:pt x="433537" y="285169"/>
                          <a:pt x="433537" y="285169"/>
                        </a:cubicBezTo>
                        <a:close/>
                        <a:moveTo>
                          <a:pt x="119663" y="285169"/>
                        </a:moveTo>
                        <a:cubicBezTo>
                          <a:pt x="119663" y="285169"/>
                          <a:pt x="140344" y="299369"/>
                          <a:pt x="139052" y="323896"/>
                        </a:cubicBezTo>
                        <a:cubicBezTo>
                          <a:pt x="139052" y="348423"/>
                          <a:pt x="120956" y="362622"/>
                          <a:pt x="120956" y="362622"/>
                        </a:cubicBezTo>
                        <a:cubicBezTo>
                          <a:pt x="120956" y="362622"/>
                          <a:pt x="102860" y="349713"/>
                          <a:pt x="102860" y="325187"/>
                        </a:cubicBezTo>
                        <a:cubicBezTo>
                          <a:pt x="102860" y="300660"/>
                          <a:pt x="119663" y="285169"/>
                          <a:pt x="119663" y="285169"/>
                        </a:cubicBezTo>
                        <a:close/>
                        <a:moveTo>
                          <a:pt x="485241" y="264459"/>
                        </a:moveTo>
                        <a:lnTo>
                          <a:pt x="496862" y="264459"/>
                        </a:lnTo>
                        <a:cubicBezTo>
                          <a:pt x="496862" y="265750"/>
                          <a:pt x="499445" y="394863"/>
                          <a:pt x="304460" y="451672"/>
                        </a:cubicBezTo>
                        <a:lnTo>
                          <a:pt x="301877" y="440052"/>
                        </a:lnTo>
                        <a:cubicBezTo>
                          <a:pt x="486532" y="385825"/>
                          <a:pt x="485241" y="269624"/>
                          <a:pt x="485241" y="264459"/>
                        </a:cubicBezTo>
                        <a:close/>
                        <a:moveTo>
                          <a:pt x="56361" y="264459"/>
                        </a:moveTo>
                        <a:lnTo>
                          <a:pt x="67982" y="264459"/>
                        </a:lnTo>
                        <a:cubicBezTo>
                          <a:pt x="67982" y="269624"/>
                          <a:pt x="66691" y="385825"/>
                          <a:pt x="251346" y="440052"/>
                        </a:cubicBezTo>
                        <a:lnTo>
                          <a:pt x="248763" y="451672"/>
                        </a:lnTo>
                        <a:cubicBezTo>
                          <a:pt x="53778" y="394863"/>
                          <a:pt x="56361" y="265750"/>
                          <a:pt x="56361" y="264459"/>
                        </a:cubicBezTo>
                        <a:close/>
                        <a:moveTo>
                          <a:pt x="552409" y="249134"/>
                        </a:moveTo>
                        <a:cubicBezTo>
                          <a:pt x="552409" y="249134"/>
                          <a:pt x="558881" y="273598"/>
                          <a:pt x="540760" y="290337"/>
                        </a:cubicBezTo>
                        <a:cubicBezTo>
                          <a:pt x="523934" y="308363"/>
                          <a:pt x="501930" y="305788"/>
                          <a:pt x="501930" y="305788"/>
                        </a:cubicBezTo>
                        <a:cubicBezTo>
                          <a:pt x="501930" y="305788"/>
                          <a:pt x="496753" y="285187"/>
                          <a:pt x="513579" y="267160"/>
                        </a:cubicBezTo>
                        <a:cubicBezTo>
                          <a:pt x="531700" y="249134"/>
                          <a:pt x="552409" y="249134"/>
                          <a:pt x="552409" y="249134"/>
                        </a:cubicBezTo>
                        <a:close/>
                        <a:moveTo>
                          <a:pt x="749" y="249134"/>
                        </a:moveTo>
                        <a:cubicBezTo>
                          <a:pt x="749" y="249134"/>
                          <a:pt x="21406" y="249134"/>
                          <a:pt x="39480" y="267160"/>
                        </a:cubicBezTo>
                        <a:cubicBezTo>
                          <a:pt x="56264" y="285187"/>
                          <a:pt x="51100" y="305788"/>
                          <a:pt x="51100" y="305788"/>
                        </a:cubicBezTo>
                        <a:cubicBezTo>
                          <a:pt x="51100" y="305788"/>
                          <a:pt x="29152" y="308363"/>
                          <a:pt x="12368" y="290337"/>
                        </a:cubicBezTo>
                        <a:cubicBezTo>
                          <a:pt x="-4415" y="273598"/>
                          <a:pt x="749" y="249134"/>
                          <a:pt x="749" y="249134"/>
                        </a:cubicBezTo>
                        <a:close/>
                        <a:moveTo>
                          <a:pt x="454152" y="225733"/>
                        </a:moveTo>
                        <a:cubicBezTo>
                          <a:pt x="454152" y="225733"/>
                          <a:pt x="472230" y="238650"/>
                          <a:pt x="476104" y="263193"/>
                        </a:cubicBezTo>
                        <a:cubicBezTo>
                          <a:pt x="479978" y="287735"/>
                          <a:pt x="463191" y="301944"/>
                          <a:pt x="463191" y="301944"/>
                        </a:cubicBezTo>
                        <a:cubicBezTo>
                          <a:pt x="463191" y="301944"/>
                          <a:pt x="443822" y="290319"/>
                          <a:pt x="439948" y="267068"/>
                        </a:cubicBezTo>
                        <a:cubicBezTo>
                          <a:pt x="436074" y="242526"/>
                          <a:pt x="454152" y="225733"/>
                          <a:pt x="454152" y="225733"/>
                        </a:cubicBezTo>
                        <a:close/>
                        <a:moveTo>
                          <a:pt x="99071" y="225733"/>
                        </a:moveTo>
                        <a:cubicBezTo>
                          <a:pt x="99071" y="225733"/>
                          <a:pt x="117149" y="242526"/>
                          <a:pt x="113275" y="267068"/>
                        </a:cubicBezTo>
                        <a:cubicBezTo>
                          <a:pt x="109401" y="290319"/>
                          <a:pt x="90032" y="301944"/>
                          <a:pt x="90032" y="301944"/>
                        </a:cubicBezTo>
                        <a:cubicBezTo>
                          <a:pt x="90032" y="301944"/>
                          <a:pt x="73245" y="287735"/>
                          <a:pt x="77119" y="263193"/>
                        </a:cubicBezTo>
                        <a:cubicBezTo>
                          <a:pt x="80993" y="238650"/>
                          <a:pt x="99071" y="225733"/>
                          <a:pt x="99071" y="225733"/>
                        </a:cubicBezTo>
                        <a:close/>
                        <a:moveTo>
                          <a:pt x="504581" y="176858"/>
                        </a:moveTo>
                        <a:cubicBezTo>
                          <a:pt x="504581" y="176858"/>
                          <a:pt x="522640" y="194893"/>
                          <a:pt x="518770" y="218081"/>
                        </a:cubicBezTo>
                        <a:cubicBezTo>
                          <a:pt x="513611" y="242557"/>
                          <a:pt x="492972" y="252862"/>
                          <a:pt x="492972" y="252862"/>
                        </a:cubicBezTo>
                        <a:cubicBezTo>
                          <a:pt x="492972" y="252862"/>
                          <a:pt x="477493" y="237404"/>
                          <a:pt x="482653" y="212928"/>
                        </a:cubicBezTo>
                        <a:cubicBezTo>
                          <a:pt x="486522" y="189740"/>
                          <a:pt x="504581" y="176858"/>
                          <a:pt x="504581" y="176858"/>
                        </a:cubicBezTo>
                        <a:close/>
                        <a:moveTo>
                          <a:pt x="48643" y="176858"/>
                        </a:moveTo>
                        <a:cubicBezTo>
                          <a:pt x="48643" y="176858"/>
                          <a:pt x="66702" y="188452"/>
                          <a:pt x="70571" y="212928"/>
                        </a:cubicBezTo>
                        <a:cubicBezTo>
                          <a:pt x="75731" y="237404"/>
                          <a:pt x="60252" y="252862"/>
                          <a:pt x="60252" y="252862"/>
                        </a:cubicBezTo>
                        <a:cubicBezTo>
                          <a:pt x="60252" y="252862"/>
                          <a:pt x="39613" y="242557"/>
                          <a:pt x="34454" y="218081"/>
                        </a:cubicBezTo>
                        <a:cubicBezTo>
                          <a:pt x="30584" y="194893"/>
                          <a:pt x="48643" y="176858"/>
                          <a:pt x="48643" y="176858"/>
                        </a:cubicBezTo>
                        <a:close/>
                        <a:moveTo>
                          <a:pt x="368988" y="25801"/>
                        </a:moveTo>
                        <a:cubicBezTo>
                          <a:pt x="371572" y="54182"/>
                          <a:pt x="367696" y="77403"/>
                          <a:pt x="362528" y="96753"/>
                        </a:cubicBezTo>
                        <a:cubicBezTo>
                          <a:pt x="374156" y="101913"/>
                          <a:pt x="398703" y="108364"/>
                          <a:pt x="412915" y="98043"/>
                        </a:cubicBezTo>
                        <a:cubicBezTo>
                          <a:pt x="427127" y="87723"/>
                          <a:pt x="432295" y="63212"/>
                          <a:pt x="428419" y="25801"/>
                        </a:cubicBezTo>
                        <a:close/>
                        <a:moveTo>
                          <a:pt x="124804" y="25801"/>
                        </a:moveTo>
                        <a:cubicBezTo>
                          <a:pt x="120929" y="63212"/>
                          <a:pt x="126096" y="87723"/>
                          <a:pt x="140308" y="98043"/>
                        </a:cubicBezTo>
                        <a:cubicBezTo>
                          <a:pt x="154520" y="108364"/>
                          <a:pt x="179067" y="101913"/>
                          <a:pt x="190695" y="96753"/>
                        </a:cubicBezTo>
                        <a:cubicBezTo>
                          <a:pt x="185527" y="77403"/>
                          <a:pt x="181651" y="54182"/>
                          <a:pt x="184235" y="25801"/>
                        </a:cubicBezTo>
                        <a:close/>
                        <a:moveTo>
                          <a:pt x="101549" y="0"/>
                        </a:moveTo>
                        <a:lnTo>
                          <a:pt x="277258" y="0"/>
                        </a:lnTo>
                        <a:lnTo>
                          <a:pt x="451674" y="0"/>
                        </a:lnTo>
                        <a:lnTo>
                          <a:pt x="452966" y="10321"/>
                        </a:lnTo>
                        <a:cubicBezTo>
                          <a:pt x="460718" y="65792"/>
                          <a:pt x="452966" y="103203"/>
                          <a:pt x="428419" y="119974"/>
                        </a:cubicBezTo>
                        <a:cubicBezTo>
                          <a:pt x="406455" y="135454"/>
                          <a:pt x="378032" y="130294"/>
                          <a:pt x="361236" y="123844"/>
                        </a:cubicBezTo>
                        <a:lnTo>
                          <a:pt x="376740" y="141905"/>
                        </a:lnTo>
                        <a:lnTo>
                          <a:pt x="357360" y="158675"/>
                        </a:lnTo>
                        <a:lnTo>
                          <a:pt x="339272" y="139325"/>
                        </a:lnTo>
                        <a:cubicBezTo>
                          <a:pt x="328937" y="150935"/>
                          <a:pt x="318601" y="157385"/>
                          <a:pt x="312141" y="161255"/>
                        </a:cubicBezTo>
                        <a:lnTo>
                          <a:pt x="312141" y="199956"/>
                        </a:lnTo>
                        <a:lnTo>
                          <a:pt x="301805" y="199956"/>
                        </a:lnTo>
                        <a:cubicBezTo>
                          <a:pt x="301805" y="207697"/>
                          <a:pt x="306973" y="259298"/>
                          <a:pt x="336688" y="267038"/>
                        </a:cubicBezTo>
                        <a:lnTo>
                          <a:pt x="336688" y="307030"/>
                        </a:lnTo>
                        <a:lnTo>
                          <a:pt x="352192" y="307030"/>
                        </a:lnTo>
                        <a:lnTo>
                          <a:pt x="352192" y="326380"/>
                        </a:lnTo>
                        <a:lnTo>
                          <a:pt x="277258" y="326380"/>
                        </a:lnTo>
                        <a:lnTo>
                          <a:pt x="275966" y="326380"/>
                        </a:lnTo>
                        <a:lnTo>
                          <a:pt x="201031" y="326380"/>
                        </a:lnTo>
                        <a:lnTo>
                          <a:pt x="201031" y="307030"/>
                        </a:lnTo>
                        <a:lnTo>
                          <a:pt x="216535" y="307030"/>
                        </a:lnTo>
                        <a:lnTo>
                          <a:pt x="216535" y="267038"/>
                        </a:lnTo>
                        <a:cubicBezTo>
                          <a:pt x="246250" y="259298"/>
                          <a:pt x="251418" y="207697"/>
                          <a:pt x="251418" y="199956"/>
                        </a:cubicBezTo>
                        <a:lnTo>
                          <a:pt x="241082" y="199956"/>
                        </a:lnTo>
                        <a:lnTo>
                          <a:pt x="241082" y="161255"/>
                        </a:lnTo>
                        <a:cubicBezTo>
                          <a:pt x="234622" y="157385"/>
                          <a:pt x="224287" y="150935"/>
                          <a:pt x="213951" y="139325"/>
                        </a:cubicBezTo>
                        <a:lnTo>
                          <a:pt x="195863" y="158675"/>
                        </a:lnTo>
                        <a:lnTo>
                          <a:pt x="176483" y="141905"/>
                        </a:lnTo>
                        <a:lnTo>
                          <a:pt x="191987" y="123844"/>
                        </a:lnTo>
                        <a:cubicBezTo>
                          <a:pt x="175191" y="130294"/>
                          <a:pt x="146768" y="135454"/>
                          <a:pt x="124804" y="119974"/>
                        </a:cubicBezTo>
                        <a:cubicBezTo>
                          <a:pt x="100257" y="103203"/>
                          <a:pt x="92505" y="65792"/>
                          <a:pt x="100257" y="1032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  <a:spcAft>
                        <a:spcPts val="600"/>
                      </a:spcAft>
                    </a:pPr>
                    <a:endParaRPr lang="zh-CN" altLang="en-US" dirty="0"/>
                  </a:p>
                </p:txBody>
              </p:sp>
            </p:grpSp>
          </p:grpSp>
        </p:grpSp>
        <p:sp>
          <p:nvSpPr>
            <p:cNvPr id="49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58500" cy="4230208"/>
            <a:chOff x="660400" y="1266657"/>
            <a:chExt cx="10858500" cy="4230208"/>
          </a:xfrm>
        </p:grpSpPr>
        <p:grpSp>
          <p:nvGrpSpPr>
            <p:cNvPr id="4" name="组合 3"/>
            <p:cNvGrpSpPr/>
            <p:nvPr/>
          </p:nvGrpSpPr>
          <p:grpSpPr>
            <a:xfrm>
              <a:off x="660400" y="2395609"/>
              <a:ext cx="10858500" cy="3101256"/>
              <a:chOff x="660400" y="2395609"/>
              <a:chExt cx="10858500" cy="3101256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660400" y="2395609"/>
                <a:ext cx="5244407" cy="3101256"/>
                <a:chOff x="660400" y="2561863"/>
                <a:chExt cx="5244407" cy="3101256"/>
              </a:xfrm>
            </p:grpSpPr>
            <p:sp>
              <p:nvSpPr>
                <p:cNvPr id="23" name="Rectangle 29"/>
                <p:cNvSpPr/>
                <p:nvPr/>
              </p:nvSpPr>
              <p:spPr>
                <a:xfrm>
                  <a:off x="660400" y="2561863"/>
                  <a:ext cx="2566485" cy="3101254"/>
                </a:xfrm>
                <a:prstGeom prst="rect">
                  <a:avLst/>
                </a:pr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  <a:headEnd/>
                      <a:tailEnd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2" name="Group 21"/>
                <p:cNvGrpSpPr/>
                <p:nvPr/>
              </p:nvGrpSpPr>
              <p:grpSpPr>
                <a:xfrm>
                  <a:off x="2906320" y="2561863"/>
                  <a:ext cx="2998487" cy="3101256"/>
                  <a:chOff x="1788073" y="1921397"/>
                  <a:chExt cx="2248865" cy="2325942"/>
                </a:xfrm>
              </p:grpSpPr>
              <p:sp>
                <p:nvSpPr>
                  <p:cNvPr id="112" name="Rectangle 111"/>
                  <p:cNvSpPr/>
                  <p:nvPr/>
                </p:nvSpPr>
                <p:spPr>
                  <a:xfrm>
                    <a:off x="2028497" y="1921397"/>
                    <a:ext cx="2008441" cy="2325942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3" name="Isosceles Triangle 112"/>
                  <p:cNvSpPr/>
                  <p:nvPr/>
                </p:nvSpPr>
                <p:spPr bwMode="auto">
                  <a:xfrm rot="16200000">
                    <a:off x="1768839" y="3810184"/>
                    <a:ext cx="278892" cy="240424"/>
                  </a:xfrm>
                  <a:prstGeom prst="triangle">
                    <a:avLst>
                      <a:gd name="adj" fmla="val 49999"/>
                    </a:avLst>
                  </a:prstGeom>
                  <a:solidFill>
                    <a:schemeClr val="accent1"/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rtlCol="0" anchor="t" anchorCtr="0" compatLnSpc="1"/>
                  <a:lstStyle/>
                  <a:p>
                    <a:pPr algn="ctr"/>
                    <a:endParaRPr lang="en-US" sz="2400"/>
                  </a:p>
                </p:txBody>
              </p:sp>
            </p:grpSp>
            <p:sp>
              <p:nvSpPr>
                <p:cNvPr id="114" name="Rectangle 113"/>
                <p:cNvSpPr/>
                <p:nvPr/>
              </p:nvSpPr>
              <p:spPr>
                <a:xfrm>
                  <a:off x="3412121" y="5140391"/>
                  <a:ext cx="2308544" cy="215444"/>
                </a:xfrm>
                <a:prstGeom prst="rect">
                  <a:avLst/>
                </a:prstGeom>
              </p:spPr>
              <p:txBody>
                <a:bodyPr wrap="square" lIns="0" tIns="0" rIns="0" bIns="0" anchor="ctr">
                  <a:normAutofit/>
                </a:bodyPr>
                <a:lstStyle/>
                <a:p>
                  <a:r>
                    <a:rPr lang="en-US" altLang="zh-CN" sz="1400" b="1" dirty="0">
                      <a:solidFill>
                        <a:schemeClr val="bg1"/>
                      </a:solidFill>
                    </a:rPr>
                    <a:t>Text here-14pt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6" name="Rectangle 115"/>
                <p:cNvSpPr/>
                <p:nvPr/>
              </p:nvSpPr>
              <p:spPr>
                <a:xfrm>
                  <a:off x="3412121" y="2860835"/>
                  <a:ext cx="2308544" cy="1761701"/>
                </a:xfrm>
                <a:prstGeom prst="rect">
                  <a:avLst/>
                </a:prstGeom>
              </p:spPr>
              <p:txBody>
                <a:bodyPr wrap="square" lIns="0" tIns="0" rIns="0" bIns="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sz="1200" dirty="0">
                      <a:solidFill>
                        <a:schemeClr val="bg1"/>
                      </a:solidFill>
                    </a:rPr>
                    <a:t>Theme  color makes PPT more convenient to change.</a:t>
                  </a:r>
                  <a:endParaRPr lang="en-US" sz="1200" dirty="0">
                    <a:solidFill>
                      <a:schemeClr val="bg1"/>
                    </a:solidFill>
                  </a:endParaRPr>
                </a:p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sz="1200" dirty="0">
                      <a:solidFill>
                        <a:schemeClr val="bg1"/>
                      </a:solidFill>
                    </a:rPr>
                    <a:t> Adjust the spacing to adapt to Chinese typesetting, use the reference line in PPT . </a:t>
                  </a:r>
                  <a:endParaRPr lang="en-US" sz="1200" dirty="0">
                    <a:solidFill>
                      <a:schemeClr val="bg1"/>
                    </a:solidFill>
                  </a:endParaRPr>
                </a:p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sz="1200" dirty="0">
                      <a:solidFill>
                        <a:schemeClr val="bg1"/>
                      </a:solidFill>
                    </a:rPr>
                    <a:t>Theme color makes PPT</a:t>
                  </a:r>
                  <a:endParaRPr lang="en-US" sz="1200" dirty="0">
                    <a:solidFill>
                      <a:schemeClr val="bg1"/>
                    </a:solidFill>
                  </a:endParaRPr>
                </a:p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sz="1200" dirty="0">
                      <a:solidFill>
                        <a:schemeClr val="bg1"/>
                      </a:solidFill>
                    </a:rPr>
                    <a:t>Supporting text here.</a:t>
                  </a:r>
                  <a:endParaRPr lang="en-US" sz="1200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118" name="Straight Connector 117"/>
                <p:cNvCxnSpPr/>
                <p:nvPr/>
              </p:nvCxnSpPr>
              <p:spPr>
                <a:xfrm>
                  <a:off x="3412121" y="4929820"/>
                  <a:ext cx="2308545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" name="组合 26"/>
              <p:cNvGrpSpPr/>
              <p:nvPr/>
            </p:nvGrpSpPr>
            <p:grpSpPr>
              <a:xfrm>
                <a:off x="6274493" y="2395609"/>
                <a:ext cx="5244407" cy="3101256"/>
                <a:chOff x="660400" y="2561863"/>
                <a:chExt cx="5244407" cy="3101256"/>
              </a:xfrm>
            </p:grpSpPr>
            <p:sp>
              <p:nvSpPr>
                <p:cNvPr id="28" name="Rectangle 29"/>
                <p:cNvSpPr/>
                <p:nvPr/>
              </p:nvSpPr>
              <p:spPr>
                <a:xfrm>
                  <a:off x="660400" y="2561863"/>
                  <a:ext cx="2566485" cy="3101254"/>
                </a:xfrm>
                <a:prstGeom prst="rect">
                  <a:avLst/>
                </a:pr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  <a:headEnd/>
                      <a:tailEnd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9" name="Group 21"/>
                <p:cNvGrpSpPr/>
                <p:nvPr/>
              </p:nvGrpSpPr>
              <p:grpSpPr>
                <a:xfrm>
                  <a:off x="2906320" y="2561863"/>
                  <a:ext cx="2998487" cy="3101256"/>
                  <a:chOff x="1788073" y="1921397"/>
                  <a:chExt cx="2248865" cy="2325942"/>
                </a:xfrm>
              </p:grpSpPr>
              <p:sp>
                <p:nvSpPr>
                  <p:cNvPr id="33" name="Rectangle 111"/>
                  <p:cNvSpPr/>
                  <p:nvPr/>
                </p:nvSpPr>
                <p:spPr>
                  <a:xfrm>
                    <a:off x="2028497" y="1921397"/>
                    <a:ext cx="2008441" cy="2325942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" name="Isosceles Triangle 112"/>
                  <p:cNvSpPr/>
                  <p:nvPr/>
                </p:nvSpPr>
                <p:spPr bwMode="auto">
                  <a:xfrm rot="16200000">
                    <a:off x="1768839" y="3810184"/>
                    <a:ext cx="278892" cy="240424"/>
                  </a:xfrm>
                  <a:prstGeom prst="triangle">
                    <a:avLst>
                      <a:gd name="adj" fmla="val 49999"/>
                    </a:avLst>
                  </a:prstGeom>
                  <a:solidFill>
                    <a:schemeClr val="accent4"/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rtlCol="0" anchor="t" anchorCtr="0" compatLnSpc="1"/>
                  <a:lstStyle/>
                  <a:p>
                    <a:pPr algn="ctr"/>
                    <a:endParaRPr lang="en-US" sz="2400"/>
                  </a:p>
                </p:txBody>
              </p:sp>
            </p:grpSp>
            <p:sp>
              <p:nvSpPr>
                <p:cNvPr id="30" name="Rectangle 113"/>
                <p:cNvSpPr/>
                <p:nvPr/>
              </p:nvSpPr>
              <p:spPr>
                <a:xfrm>
                  <a:off x="3412121" y="5140391"/>
                  <a:ext cx="2308544" cy="215444"/>
                </a:xfrm>
                <a:prstGeom prst="rect">
                  <a:avLst/>
                </a:prstGeom>
              </p:spPr>
              <p:txBody>
                <a:bodyPr wrap="square" lIns="0" tIns="0" rIns="0" bIns="0" anchor="ctr">
                  <a:normAutofit/>
                </a:bodyPr>
                <a:lstStyle/>
                <a:p>
                  <a:r>
                    <a:rPr lang="en-US" altLang="zh-CN" sz="1400" b="1" dirty="0">
                      <a:solidFill>
                        <a:schemeClr val="bg1"/>
                      </a:solidFill>
                    </a:rPr>
                    <a:t>Text here-14pt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1" name="Rectangle 115"/>
                <p:cNvSpPr/>
                <p:nvPr/>
              </p:nvSpPr>
              <p:spPr>
                <a:xfrm>
                  <a:off x="3412121" y="2860835"/>
                  <a:ext cx="2308544" cy="1761701"/>
                </a:xfrm>
                <a:prstGeom prst="rect">
                  <a:avLst/>
                </a:prstGeom>
              </p:spPr>
              <p:txBody>
                <a:bodyPr wrap="square" lIns="0" tIns="0" rIns="0" bIns="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sz="1200" dirty="0">
                      <a:solidFill>
                        <a:schemeClr val="bg1"/>
                      </a:solidFill>
                    </a:rPr>
                    <a:t>Theme  color makes PPT more convenient to change.</a:t>
                  </a:r>
                  <a:endParaRPr lang="en-US" sz="1200" dirty="0">
                    <a:solidFill>
                      <a:schemeClr val="bg1"/>
                    </a:solidFill>
                  </a:endParaRPr>
                </a:p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sz="1200" dirty="0">
                      <a:solidFill>
                        <a:schemeClr val="bg1"/>
                      </a:solidFill>
                    </a:rPr>
                    <a:t> Adjust the spacing to adapt to Chinese typesetting, use the reference line in PPT . </a:t>
                  </a:r>
                  <a:endParaRPr lang="en-US" sz="1200" dirty="0">
                    <a:solidFill>
                      <a:schemeClr val="bg1"/>
                    </a:solidFill>
                  </a:endParaRPr>
                </a:p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sz="1200" dirty="0">
                      <a:solidFill>
                        <a:schemeClr val="bg1"/>
                      </a:solidFill>
                    </a:rPr>
                    <a:t>Theme color makes PPT</a:t>
                  </a:r>
                  <a:endParaRPr lang="en-US" sz="1200" dirty="0">
                    <a:solidFill>
                      <a:schemeClr val="bg1"/>
                    </a:solidFill>
                  </a:endParaRPr>
                </a:p>
                <a:p>
                  <a:pPr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lang="en-US" sz="1200" dirty="0">
                      <a:solidFill>
                        <a:schemeClr val="bg1"/>
                      </a:solidFill>
                    </a:rPr>
                    <a:t>Supporting text here.</a:t>
                  </a:r>
                  <a:endParaRPr lang="en-US" sz="1200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32" name="Straight Connector 117"/>
                <p:cNvCxnSpPr/>
                <p:nvPr/>
              </p:nvCxnSpPr>
              <p:spPr>
                <a:xfrm>
                  <a:off x="3412121" y="4929820"/>
                  <a:ext cx="2308545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5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  <p:transition spd="slow"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0400" y="1266657"/>
            <a:ext cx="10860088" cy="4701759"/>
            <a:chOff x="660400" y="1266657"/>
            <a:chExt cx="10860088" cy="4701759"/>
          </a:xfrm>
        </p:grpSpPr>
        <p:grpSp>
          <p:nvGrpSpPr>
            <p:cNvPr id="8" name="组合 7"/>
            <p:cNvGrpSpPr/>
            <p:nvPr/>
          </p:nvGrpSpPr>
          <p:grpSpPr>
            <a:xfrm>
              <a:off x="660400" y="1670321"/>
              <a:ext cx="10860088" cy="4298095"/>
              <a:chOff x="660400" y="1670321"/>
              <a:chExt cx="10860088" cy="4298095"/>
            </a:xfrm>
          </p:grpSpPr>
          <p:sp>
            <p:nvSpPr>
              <p:cNvPr id="4" name="i$ḷîďé"/>
              <p:cNvSpPr/>
              <p:nvPr/>
            </p:nvSpPr>
            <p:spPr bwMode="auto">
              <a:xfrm>
                <a:off x="669925" y="2152996"/>
                <a:ext cx="10850563" cy="1702780"/>
              </a:xfrm>
              <a:prstGeom prst="homePlate">
                <a:avLst>
                  <a:gd name="adj" fmla="val 35856"/>
                </a:avLst>
              </a:prstGeom>
              <a:solidFill>
                <a:schemeClr val="bg1">
                  <a:lumMod val="95000"/>
                </a:schemeClr>
              </a:solidFill>
              <a:ln w="25400" algn="ctr">
                <a:noFill/>
                <a:miter lim="800000"/>
              </a:ln>
              <a:effectLst/>
            </p:spPr>
            <p:txBody>
              <a:bodyPr wrap="square" lIns="180000" tIns="180000" rIns="180000" bIns="180000" anchor="t">
                <a:norm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 dirty="0"/>
                  <a:t>Unified fonts make reading more fluent-16pt</a:t>
                </a:r>
                <a:endParaRPr lang="en-US" altLang="zh-CN" sz="1600" dirty="0">
                  <a:solidFill>
                    <a:prstClr val="black"/>
                  </a:solidFill>
                  <a:ea typeface="微软雅黑" panose="020B0503020204020204" charset="-122"/>
                  <a:cs typeface="+mn-ea"/>
                  <a:sym typeface="+mn-lt"/>
                </a:endParaRPr>
              </a:p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200" dirty="0">
                    <a:solidFill>
                      <a:prstClr val="black"/>
                    </a:solidFill>
                    <a:ea typeface="微软雅黑" panose="020B0503020204020204" charset="-122"/>
                    <a:cs typeface="+mn-ea"/>
                    <a:sym typeface="+mn-lt"/>
                  </a:rPr>
                  <a:t>Theme  color makes PPT more convenient to </a:t>
                </a:r>
                <a:r>
                  <a:rPr lang="en-US" altLang="zh-CN" sz="1200" dirty="0" err="1">
                    <a:solidFill>
                      <a:prstClr val="black"/>
                    </a:solidFill>
                    <a:ea typeface="微软雅黑" panose="020B0503020204020204" charset="-122"/>
                    <a:cs typeface="+mn-ea"/>
                    <a:sym typeface="+mn-lt"/>
                  </a:rPr>
                  <a:t>change.Adjust</a:t>
                </a:r>
                <a:r>
                  <a:rPr lang="en-US" altLang="zh-CN" sz="1200" dirty="0">
                    <a:solidFill>
                      <a:prstClr val="black"/>
                    </a:solidFill>
                    <a:ea typeface="微软雅黑" panose="020B0503020204020204" charset="-122"/>
                    <a:cs typeface="+mn-ea"/>
                    <a:sym typeface="+mn-lt"/>
                  </a:rPr>
                  <a:t> the spacing to adapt to Chinese typesetting, use the reference line in PPT . </a:t>
                </a:r>
                <a:endParaRPr lang="en-US" altLang="zh-CN" sz="1200" dirty="0">
                  <a:solidFill>
                    <a:prstClr val="black"/>
                  </a:solidFill>
                  <a:ea typeface="微软雅黑" panose="020B0503020204020204" charset="-122"/>
                  <a:cs typeface="+mn-ea"/>
                  <a:sym typeface="+mn-lt"/>
                </a:endParaRPr>
              </a:p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200" dirty="0">
                    <a:solidFill>
                      <a:prstClr val="black"/>
                    </a:solidFill>
                    <a:ea typeface="微软雅黑" panose="020B0503020204020204" charset="-122"/>
                    <a:cs typeface="+mn-ea"/>
                    <a:sym typeface="+mn-lt"/>
                  </a:rPr>
                  <a:t>Copy paste  fonts. Choose the only option to retain text. </a:t>
                </a:r>
                <a:endParaRPr lang="en-US" altLang="zh-CN" sz="1200" dirty="0">
                  <a:solidFill>
                    <a:prstClr val="black"/>
                  </a:solidFill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660400" y="1670321"/>
                <a:ext cx="10858500" cy="29360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R="0" lvl="0" indent="0" fontAlgn="auto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Pct val="25000"/>
                  <a:buFontTx/>
                  <a:buNone/>
                  <a:defRPr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charset="-122"/>
                  </a:rPr>
                  <a:t>Theme color makes PPT more convenient to change. Adjust the spacing to adapt to Chinese typesetting, use the reference line in PPT . 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grpSp>
            <p:nvGrpSpPr>
              <p:cNvPr id="7" name="组合 6"/>
              <p:cNvGrpSpPr/>
              <p:nvPr/>
            </p:nvGrpSpPr>
            <p:grpSpPr>
              <a:xfrm>
                <a:off x="660400" y="3560837"/>
                <a:ext cx="10858500" cy="2407579"/>
                <a:chOff x="660400" y="3560837"/>
                <a:chExt cx="10858500" cy="2407579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>
                  <a:off x="660400" y="3560837"/>
                  <a:ext cx="1947593" cy="2407579"/>
                  <a:chOff x="901700" y="3560837"/>
                  <a:chExt cx="3026565" cy="2407579"/>
                </a:xfrm>
              </p:grpSpPr>
              <p:sp>
                <p:nvSpPr>
                  <p:cNvPr id="5" name="ïŝḻîdê"/>
                  <p:cNvSpPr/>
                  <p:nvPr/>
                </p:nvSpPr>
                <p:spPr bwMode="gray">
                  <a:xfrm>
                    <a:off x="901700" y="3560837"/>
                    <a:ext cx="3026565" cy="5400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9050" algn="ctr">
                    <a:noFill/>
                    <a:round/>
                  </a:ln>
                  <a:effectLst/>
                </p:spPr>
                <p:txBody>
                  <a:bodyPr anchor="ctr">
                    <a:norm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ct val="0"/>
                      </a:spcBef>
                    </a:pPr>
                    <a:r>
                      <a:rPr lang="en-US" sz="1400" b="1" dirty="0">
                        <a:solidFill>
                          <a:schemeClr val="bg1"/>
                        </a:solidFill>
                      </a:rPr>
                      <a:t>Text here-14pt</a:t>
                    </a:r>
                    <a:endParaRPr lang="en-US" sz="14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6" name="îṥļîdé"/>
                  <p:cNvSpPr/>
                  <p:nvPr/>
                </p:nvSpPr>
                <p:spPr bwMode="gray">
                  <a:xfrm>
                    <a:off x="901700" y="4168416"/>
                    <a:ext cx="3026565" cy="1800000"/>
                  </a:xfrm>
                  <a:prstGeom prst="rect">
                    <a:avLst/>
                  </a:prstGeom>
                  <a:noFill/>
                  <a:ln w="3175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normAutofit/>
                  </a:bodyPr>
                  <a:lstStyle/>
                  <a:p>
                    <a:pPr marL="172720" indent="-172720">
                      <a:lnSpc>
                        <a:spcPct val="12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altLang="zh-CN" sz="1200" dirty="0">
                        <a:solidFill>
                          <a:schemeClr val="tx1"/>
                        </a:solidFill>
                      </a:rPr>
                      <a:t>Details</a:t>
                    </a:r>
                    <a:r>
                      <a:rPr lang="en-US" sz="1200" dirty="0">
                        <a:solidFill>
                          <a:schemeClr val="tx1"/>
                        </a:solidFill>
                      </a:rPr>
                      <a:t> </a:t>
                    </a:r>
                    <a:endParaRPr 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5" name="组合 14"/>
                <p:cNvGrpSpPr/>
                <p:nvPr/>
              </p:nvGrpSpPr>
              <p:grpSpPr>
                <a:xfrm>
                  <a:off x="2888127" y="3560837"/>
                  <a:ext cx="1947593" cy="2407579"/>
                  <a:chOff x="901700" y="3560837"/>
                  <a:chExt cx="3026565" cy="2407579"/>
                </a:xfrm>
              </p:grpSpPr>
              <p:sp>
                <p:nvSpPr>
                  <p:cNvPr id="16" name="ïŝḻîdê"/>
                  <p:cNvSpPr/>
                  <p:nvPr/>
                </p:nvSpPr>
                <p:spPr bwMode="gray">
                  <a:xfrm>
                    <a:off x="901700" y="3560837"/>
                    <a:ext cx="3026565" cy="5400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9050" algn="ctr">
                    <a:noFill/>
                    <a:round/>
                  </a:ln>
                  <a:effectLst/>
                </p:spPr>
                <p:txBody>
                  <a:bodyPr anchor="ctr">
                    <a:norm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ct val="0"/>
                      </a:spcBef>
                    </a:pPr>
                    <a:r>
                      <a:rPr lang="en-US" sz="1400" b="1" dirty="0">
                        <a:solidFill>
                          <a:schemeClr val="bg1"/>
                        </a:solidFill>
                      </a:rPr>
                      <a:t>Text here-14pt</a:t>
                    </a:r>
                    <a:endParaRPr lang="en-US" sz="14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îṥļîdé"/>
                  <p:cNvSpPr/>
                  <p:nvPr/>
                </p:nvSpPr>
                <p:spPr bwMode="gray">
                  <a:xfrm>
                    <a:off x="901700" y="4168416"/>
                    <a:ext cx="3026565" cy="1800000"/>
                  </a:xfrm>
                  <a:prstGeom prst="rect">
                    <a:avLst/>
                  </a:prstGeom>
                  <a:noFill/>
                  <a:ln w="3175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normAutofit/>
                  </a:bodyPr>
                  <a:lstStyle/>
                  <a:p>
                    <a:pPr marL="172720" indent="-172720">
                      <a:lnSpc>
                        <a:spcPct val="12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altLang="zh-CN" sz="1200" dirty="0">
                        <a:solidFill>
                          <a:schemeClr val="tx1"/>
                        </a:solidFill>
                      </a:rPr>
                      <a:t>Details</a:t>
                    </a:r>
                    <a:r>
                      <a:rPr lang="en-US" sz="1200" dirty="0">
                        <a:solidFill>
                          <a:schemeClr val="tx1"/>
                        </a:solidFill>
                      </a:rPr>
                      <a:t> </a:t>
                    </a:r>
                    <a:endParaRPr 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8" name="组合 17"/>
                <p:cNvGrpSpPr/>
                <p:nvPr/>
              </p:nvGrpSpPr>
              <p:grpSpPr>
                <a:xfrm>
                  <a:off x="5115854" y="3560837"/>
                  <a:ext cx="1947593" cy="2407579"/>
                  <a:chOff x="901700" y="3560837"/>
                  <a:chExt cx="3026565" cy="2407579"/>
                </a:xfrm>
              </p:grpSpPr>
              <p:sp>
                <p:nvSpPr>
                  <p:cNvPr id="19" name="ïŝḻîdê"/>
                  <p:cNvSpPr/>
                  <p:nvPr/>
                </p:nvSpPr>
                <p:spPr bwMode="gray">
                  <a:xfrm>
                    <a:off x="901700" y="3560837"/>
                    <a:ext cx="3026565" cy="5400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9050" algn="ctr">
                    <a:noFill/>
                    <a:round/>
                  </a:ln>
                  <a:effectLst/>
                </p:spPr>
                <p:txBody>
                  <a:bodyPr anchor="ctr">
                    <a:norm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ct val="0"/>
                      </a:spcBef>
                    </a:pPr>
                    <a:r>
                      <a:rPr lang="en-US" sz="1400" b="1" dirty="0">
                        <a:solidFill>
                          <a:schemeClr val="bg1"/>
                        </a:solidFill>
                      </a:rPr>
                      <a:t>Text here-14pt</a:t>
                    </a:r>
                    <a:endParaRPr lang="en-US" sz="14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0" name="îṥļîdé"/>
                  <p:cNvSpPr/>
                  <p:nvPr/>
                </p:nvSpPr>
                <p:spPr bwMode="gray">
                  <a:xfrm>
                    <a:off x="901700" y="4168416"/>
                    <a:ext cx="3026565" cy="1800000"/>
                  </a:xfrm>
                  <a:prstGeom prst="rect">
                    <a:avLst/>
                  </a:prstGeom>
                  <a:noFill/>
                  <a:ln w="3175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normAutofit/>
                  </a:bodyPr>
                  <a:lstStyle/>
                  <a:p>
                    <a:pPr marL="172720" indent="-172720">
                      <a:lnSpc>
                        <a:spcPct val="12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altLang="zh-CN" sz="1200" dirty="0">
                        <a:solidFill>
                          <a:schemeClr val="tx1"/>
                        </a:solidFill>
                      </a:rPr>
                      <a:t>Details</a:t>
                    </a:r>
                    <a:r>
                      <a:rPr lang="en-US" sz="1200" dirty="0">
                        <a:solidFill>
                          <a:schemeClr val="tx1"/>
                        </a:solidFill>
                      </a:rPr>
                      <a:t> </a:t>
                    </a:r>
                    <a:endParaRPr 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1" name="组合 20"/>
                <p:cNvGrpSpPr/>
                <p:nvPr/>
              </p:nvGrpSpPr>
              <p:grpSpPr>
                <a:xfrm>
                  <a:off x="7343580" y="3560837"/>
                  <a:ext cx="1947593" cy="2407579"/>
                  <a:chOff x="901700" y="3560837"/>
                  <a:chExt cx="3026565" cy="2407579"/>
                </a:xfrm>
              </p:grpSpPr>
              <p:sp>
                <p:nvSpPr>
                  <p:cNvPr id="22" name="ïŝḻîdê"/>
                  <p:cNvSpPr/>
                  <p:nvPr/>
                </p:nvSpPr>
                <p:spPr bwMode="gray">
                  <a:xfrm>
                    <a:off x="901700" y="3560837"/>
                    <a:ext cx="3026565" cy="5400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9050" algn="ctr">
                    <a:noFill/>
                    <a:round/>
                  </a:ln>
                  <a:effectLst/>
                </p:spPr>
                <p:txBody>
                  <a:bodyPr anchor="ctr">
                    <a:norm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ct val="0"/>
                      </a:spcBef>
                    </a:pPr>
                    <a:r>
                      <a:rPr lang="en-US" sz="1400" b="1" dirty="0">
                        <a:solidFill>
                          <a:schemeClr val="bg1"/>
                        </a:solidFill>
                      </a:rPr>
                      <a:t>Text here-14pt</a:t>
                    </a:r>
                    <a:endParaRPr lang="en-US" sz="14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3" name="îṥļîdé"/>
                  <p:cNvSpPr/>
                  <p:nvPr/>
                </p:nvSpPr>
                <p:spPr bwMode="gray">
                  <a:xfrm>
                    <a:off x="901700" y="4168416"/>
                    <a:ext cx="3026565" cy="1800000"/>
                  </a:xfrm>
                  <a:prstGeom prst="rect">
                    <a:avLst/>
                  </a:prstGeom>
                  <a:noFill/>
                  <a:ln w="3175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normAutofit/>
                  </a:bodyPr>
                  <a:lstStyle/>
                  <a:p>
                    <a:pPr marL="172720" indent="-172720">
                      <a:lnSpc>
                        <a:spcPct val="12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altLang="zh-CN" sz="1200" dirty="0">
                        <a:solidFill>
                          <a:schemeClr val="tx1"/>
                        </a:solidFill>
                      </a:rPr>
                      <a:t>Details</a:t>
                    </a:r>
                    <a:r>
                      <a:rPr lang="en-US" sz="1200" dirty="0">
                        <a:solidFill>
                          <a:schemeClr val="tx1"/>
                        </a:solidFill>
                      </a:rPr>
                      <a:t> </a:t>
                    </a:r>
                    <a:endParaRPr 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4" name="组合 23"/>
                <p:cNvGrpSpPr/>
                <p:nvPr/>
              </p:nvGrpSpPr>
              <p:grpSpPr>
                <a:xfrm>
                  <a:off x="9571307" y="3560837"/>
                  <a:ext cx="1947593" cy="2407579"/>
                  <a:chOff x="901700" y="3560837"/>
                  <a:chExt cx="3026565" cy="2407579"/>
                </a:xfrm>
              </p:grpSpPr>
              <p:sp>
                <p:nvSpPr>
                  <p:cNvPr id="25" name="ïŝḻîdê"/>
                  <p:cNvSpPr/>
                  <p:nvPr/>
                </p:nvSpPr>
                <p:spPr bwMode="gray">
                  <a:xfrm>
                    <a:off x="901700" y="3560837"/>
                    <a:ext cx="3026565" cy="5400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9050" algn="ctr">
                    <a:noFill/>
                    <a:round/>
                  </a:ln>
                  <a:effectLst/>
                </p:spPr>
                <p:txBody>
                  <a:bodyPr anchor="ctr">
                    <a:normAutofit/>
                  </a:bodyPr>
                  <a:lstStyle/>
                  <a:p>
                    <a:pPr algn="ctr">
                      <a:lnSpc>
                        <a:spcPct val="90000"/>
                      </a:lnSpc>
                      <a:spcBef>
                        <a:spcPct val="0"/>
                      </a:spcBef>
                    </a:pPr>
                    <a:r>
                      <a:rPr lang="en-US" sz="1400" b="1" dirty="0">
                        <a:solidFill>
                          <a:schemeClr val="bg1"/>
                        </a:solidFill>
                      </a:rPr>
                      <a:t>Text here-14pt</a:t>
                    </a:r>
                    <a:endParaRPr lang="en-US" sz="14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6" name="îṥļîdé"/>
                  <p:cNvSpPr/>
                  <p:nvPr/>
                </p:nvSpPr>
                <p:spPr bwMode="gray">
                  <a:xfrm>
                    <a:off x="901700" y="4168416"/>
                    <a:ext cx="3026565" cy="1800000"/>
                  </a:xfrm>
                  <a:prstGeom prst="rect">
                    <a:avLst/>
                  </a:prstGeom>
                  <a:noFill/>
                  <a:ln w="3175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normAutofit/>
                  </a:bodyPr>
                  <a:lstStyle/>
                  <a:p>
                    <a:pPr marL="172720" indent="-172720">
                      <a:lnSpc>
                        <a:spcPct val="12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altLang="zh-CN" sz="1200" dirty="0">
                        <a:solidFill>
                          <a:schemeClr val="tx1"/>
                        </a:solidFill>
                      </a:rPr>
                      <a:t>Details</a:t>
                    </a:r>
                    <a:r>
                      <a:rPr lang="en-US" sz="1200" dirty="0">
                        <a:solidFill>
                          <a:schemeClr val="tx1"/>
                        </a:solidFill>
                      </a:rPr>
                      <a:t> </a:t>
                    </a:r>
                    <a:endParaRPr 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  <p:sp>
          <p:nvSpPr>
            <p:cNvPr id="27" name="文本占位符 4"/>
            <p:cNvSpPr txBox="1"/>
            <p:nvPr/>
          </p:nvSpPr>
          <p:spPr>
            <a:xfrm>
              <a:off x="660400" y="1266657"/>
              <a:ext cx="10858500" cy="3285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Tx/>
                <a:buNone/>
                <a:defRPr sz="14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/>
                <a:t>此处添加本页重要观点</a:t>
              </a:r>
              <a:r>
                <a:rPr lang="en-US" altLang="zh-CN"/>
                <a:t>-14pt</a:t>
              </a:r>
              <a:endParaRPr lang="en-US" altLang="zh-CN" dirty="0"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sz="5400" dirty="0"/>
              <a:t>感谢聆听</a:t>
            </a:r>
            <a:endParaRPr lang="zh-CN" altLang="en-US" sz="5400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ISLIDE.THEME" val="https://www.islide.cc;"/>
</p:tagLst>
</file>

<file path=ppt/tags/tag2.xml><?xml version="1.0" encoding="utf-8"?>
<p:tagLst xmlns:p="http://schemas.openxmlformats.org/presentationml/2006/main">
  <p:tag name="ISLIDE.THEME" val="https://www.islide.cc;"/>
</p:tagLst>
</file>

<file path=ppt/tags/tag3.xml><?xml version="1.0" encoding="utf-8"?>
<p:tagLst xmlns:p="http://schemas.openxmlformats.org/presentationml/2006/main">
  <p:tag name="PA" val="v5.2.11"/>
</p:tagLst>
</file>

<file path=ppt/tags/tag4.xml><?xml version="1.0" encoding="utf-8"?>
<p:tagLst xmlns:p="http://schemas.openxmlformats.org/presentationml/2006/main">
  <p:tag name="PA" val="v5.2.11"/>
</p:tagLst>
</file>

<file path=ppt/tags/tag5.xml><?xml version="1.0" encoding="utf-8"?>
<p:tagLst xmlns:p="http://schemas.openxmlformats.org/presentationml/2006/main">
  <p:tag name="PA" val="v5.2.11"/>
</p:tagLst>
</file>

<file path=ppt/tags/tag6.xml><?xml version="1.0" encoding="utf-8"?>
<p:tagLst xmlns:p="http://schemas.openxmlformats.org/presentationml/2006/main">
  <p:tag name="PA" val="v5.2.11"/>
</p:tagLst>
</file>

<file path=ppt/tags/tag7.xml><?xml version="1.0" encoding="utf-8"?>
<p:tagLst xmlns:p="http://schemas.openxmlformats.org/presentationml/2006/main">
  <p:tag name="PA" val="v5.2.11"/>
</p:tagLst>
</file>

<file path=ppt/tags/tag8.xml><?xml version="1.0" encoding="utf-8"?>
<p:tagLst xmlns:p="http://schemas.openxmlformats.org/presentationml/2006/main">
  <p:tag name="PA" val="v5.2.11"/>
</p:tagLst>
</file>

<file path=ppt/tags/tag9.xml><?xml version="1.0" encoding="utf-8"?>
<p:tagLst xmlns:p="http://schemas.openxmlformats.org/presentationml/2006/main">
  <p:tag name="PA" val="v5.2.11"/>
</p:tagLst>
</file>

<file path=ppt/tags/tag10.xml><?xml version="1.0" encoding="utf-8"?>
<p:tagLst xmlns:p="http://schemas.openxmlformats.org/presentationml/2006/main">
  <p:tag name="PA" val="v5.2.11"/>
</p:tagLst>
</file>

<file path=ppt/tags/tag11.xml><?xml version="1.0" encoding="utf-8"?>
<p:tagLst xmlns:p="http://schemas.openxmlformats.org/presentationml/2006/main">
  <p:tag name="PA" val="v5.2.11"/>
</p:tagLst>
</file>

<file path=ppt/tags/tag12.xml><?xml version="1.0" encoding="utf-8"?>
<p:tagLst xmlns:p="http://schemas.openxmlformats.org/presentationml/2006/main">
  <p:tag name="PA" val="v5.2.11"/>
</p:tagLst>
</file>

<file path=ppt/tags/tag13.xml><?xml version="1.0" encoding="utf-8"?>
<p:tagLst xmlns:p="http://schemas.openxmlformats.org/presentationml/2006/main">
  <p:tag name="PA" val="v5.2.11"/>
</p:tagLst>
</file>

<file path=ppt/tags/tag14.xml><?xml version="1.0" encoding="utf-8"?>
<p:tagLst xmlns:p="http://schemas.openxmlformats.org/presentationml/2006/main">
  <p:tag name="PA" val="v5.2.11"/>
</p:tagLst>
</file>

<file path=ppt/tags/tag15.xml><?xml version="1.0" encoding="utf-8"?>
<p:tagLst xmlns:p="http://schemas.openxmlformats.org/presentationml/2006/main">
  <p:tag name="PA" val="v5.2.11"/>
</p:tagLst>
</file>

<file path=ppt/tags/tag16.xml><?xml version="1.0" encoding="utf-8"?>
<p:tagLst xmlns:p="http://schemas.openxmlformats.org/presentationml/2006/main">
  <p:tag name="PA" val="v5.2.11"/>
</p:tagLst>
</file>

<file path=ppt/tags/tag17.xml><?xml version="1.0" encoding="utf-8"?>
<p:tagLst xmlns:p="http://schemas.openxmlformats.org/presentationml/2006/main">
  <p:tag name="PA" val="v5.2.11"/>
</p:tagLst>
</file>

<file path=ppt/tags/tag18.xml><?xml version="1.0" encoding="utf-8"?>
<p:tagLst xmlns:p="http://schemas.openxmlformats.org/presentationml/2006/main">
  <p:tag name="PA" val="v5.2.11"/>
</p:tagLst>
</file>

<file path=ppt/tags/tag19.xml><?xml version="1.0" encoding="utf-8"?>
<p:tagLst xmlns:p="http://schemas.openxmlformats.org/presentationml/2006/main">
  <p:tag name="PA" val="v5.2.11"/>
</p:tagLst>
</file>

<file path=ppt/tags/tag20.xml><?xml version="1.0" encoding="utf-8"?>
<p:tagLst xmlns:p="http://schemas.openxmlformats.org/presentationml/2006/main">
  <p:tag name="PA" val="v5.2.11"/>
</p:tagLst>
</file>

<file path=ppt/tags/tag21.xml><?xml version="1.0" encoding="utf-8"?>
<p:tagLst xmlns:p="http://schemas.openxmlformats.org/presentationml/2006/main">
  <p:tag name="PA" val="v5.2.11"/>
</p:tagLst>
</file>

<file path=ppt/tags/tag22.xml><?xml version="1.0" encoding="utf-8"?>
<p:tagLst xmlns:p="http://schemas.openxmlformats.org/presentationml/2006/main">
  <p:tag name="PA" val="v5.2.11"/>
</p:tagLst>
</file>

<file path=ppt/tags/tag23.xml><?xml version="1.0" encoding="utf-8"?>
<p:tagLst xmlns:p="http://schemas.openxmlformats.org/presentationml/2006/main">
  <p:tag name="PA" val="v5.2.11"/>
</p:tagLst>
</file>

<file path=ppt/tags/tag24.xml><?xml version="1.0" encoding="utf-8"?>
<p:tagLst xmlns:p="http://schemas.openxmlformats.org/presentationml/2006/main">
  <p:tag name="PA" val="v5.2.11"/>
</p:tagLst>
</file>

<file path=ppt/tags/tag25.xml><?xml version="1.0" encoding="utf-8"?>
<p:tagLst xmlns:p="http://schemas.openxmlformats.org/presentationml/2006/main">
  <p:tag name="PA" val="v5.2.11"/>
</p:tagLst>
</file>

<file path=ppt/tags/tag26.xml><?xml version="1.0" encoding="utf-8"?>
<p:tagLst xmlns:p="http://schemas.openxmlformats.org/presentationml/2006/main">
  <p:tag name="PA" val="v5.2.11"/>
</p:tagLst>
</file>

<file path=ppt/tags/tag27.xml><?xml version="1.0" encoding="utf-8"?>
<p:tagLst xmlns:p="http://schemas.openxmlformats.org/presentationml/2006/main">
  <p:tag name="PA" val="v5.2.11"/>
</p:tagLst>
</file>

<file path=ppt/tags/tag28.xml><?xml version="1.0" encoding="utf-8"?>
<p:tagLst xmlns:p="http://schemas.openxmlformats.org/presentationml/2006/main">
  <p:tag name="PA" val="v5.2.11"/>
</p:tagLst>
</file>

<file path=ppt/tags/tag29.xml><?xml version="1.0" encoding="utf-8"?>
<p:tagLst xmlns:p="http://schemas.openxmlformats.org/presentationml/2006/main">
  <p:tag name="PA" val="v5.2.11"/>
</p:tagLst>
</file>

<file path=ppt/tags/tag30.xml><?xml version="1.0" encoding="utf-8"?>
<p:tagLst xmlns:p="http://schemas.openxmlformats.org/presentationml/2006/main">
  <p:tag name="PA" val="v5.2.11"/>
</p:tagLst>
</file>

<file path=ppt/tags/tag31.xml><?xml version="1.0" encoding="utf-8"?>
<p:tagLst xmlns:p="http://schemas.openxmlformats.org/presentationml/2006/main">
  <p:tag name="PA" val="v5.2.11"/>
</p:tagLst>
</file>

<file path=ppt/tags/tag32.xml><?xml version="1.0" encoding="utf-8"?>
<p:tagLst xmlns:p="http://schemas.openxmlformats.org/presentationml/2006/main">
  <p:tag name="PA" val="v5.2.11"/>
</p:tagLst>
</file>

<file path=ppt/tags/tag33.xml><?xml version="1.0" encoding="utf-8"?>
<p:tagLst xmlns:p="http://schemas.openxmlformats.org/presentationml/2006/main">
  <p:tag name="PA" val="v5.2.11"/>
</p:tagLst>
</file>

<file path=ppt/tags/tag34.xml><?xml version="1.0" encoding="utf-8"?>
<p:tagLst xmlns:p="http://schemas.openxmlformats.org/presentationml/2006/main">
  <p:tag name="PA" val="v5.2.11"/>
</p:tagLst>
</file>

<file path=ppt/tags/tag35.xml><?xml version="1.0" encoding="utf-8"?>
<p:tagLst xmlns:p="http://schemas.openxmlformats.org/presentationml/2006/main">
  <p:tag name="PA" val="v5.2.11"/>
</p:tagLst>
</file>

<file path=ppt/tags/tag36.xml><?xml version="1.0" encoding="utf-8"?>
<p:tagLst xmlns:p="http://schemas.openxmlformats.org/presentationml/2006/main">
  <p:tag name="PA" val="v5.2.11"/>
</p:tagLst>
</file>

<file path=ppt/tags/tag37.xml><?xml version="1.0" encoding="utf-8"?>
<p:tagLst xmlns:p="http://schemas.openxmlformats.org/presentationml/2006/main">
  <p:tag name="PA" val="v5.2.11"/>
</p:tagLst>
</file>

<file path=ppt/tags/tag38.xml><?xml version="1.0" encoding="utf-8"?>
<p:tagLst xmlns:p="http://schemas.openxmlformats.org/presentationml/2006/main">
  <p:tag name="PA" val="v5.2.11"/>
</p:tagLst>
</file>

<file path=ppt/tags/tag39.xml><?xml version="1.0" encoding="utf-8"?>
<p:tagLst xmlns:p="http://schemas.openxmlformats.org/presentationml/2006/main">
  <p:tag name="PA" val="v5.2.11"/>
</p:tagLst>
</file>

<file path=ppt/tags/tag40.xml><?xml version="1.0" encoding="utf-8"?>
<p:tagLst xmlns:p="http://schemas.openxmlformats.org/presentationml/2006/main">
  <p:tag name="PA" val="v5.2.11"/>
</p:tagLst>
</file>

<file path=ppt/tags/tag41.xml><?xml version="1.0" encoding="utf-8"?>
<p:tagLst xmlns:p="http://schemas.openxmlformats.org/presentationml/2006/main">
  <p:tag name="PA" val="v5.2.11"/>
</p:tagLst>
</file>

<file path=ppt/tags/tag42.xml><?xml version="1.0" encoding="utf-8"?>
<p:tagLst xmlns:p="http://schemas.openxmlformats.org/presentationml/2006/main">
  <p:tag name="PA" val="v5.2.11"/>
</p:tagLst>
</file>

<file path=ppt/tags/tag43.xml><?xml version="1.0" encoding="utf-8"?>
<p:tagLst xmlns:p="http://schemas.openxmlformats.org/presentationml/2006/main">
  <p:tag name="PA" val="v5.2.11"/>
</p:tagLst>
</file>

<file path=ppt/tags/tag44.xml><?xml version="1.0" encoding="utf-8"?>
<p:tagLst xmlns:p="http://schemas.openxmlformats.org/presentationml/2006/main">
  <p:tag name="PA" val="v5.2.11"/>
</p:tagLst>
</file>

<file path=ppt/tags/tag45.xml><?xml version="1.0" encoding="utf-8"?>
<p:tagLst xmlns:p="http://schemas.openxmlformats.org/presentationml/2006/main">
  <p:tag name="PA" val="v5.2.11"/>
</p:tagLst>
</file>

<file path=ppt/tags/tag46.xml><?xml version="1.0" encoding="utf-8"?>
<p:tagLst xmlns:p="http://schemas.openxmlformats.org/presentationml/2006/main">
  <p:tag name="PA" val="v5.2.11"/>
</p:tagLst>
</file>

<file path=ppt/tags/tag47.xml><?xml version="1.0" encoding="utf-8"?>
<p:tagLst xmlns:p="http://schemas.openxmlformats.org/presentationml/2006/main">
  <p:tag name="PA" val="v5.2.11"/>
</p:tagLst>
</file>

<file path=ppt/tags/tag48.xml><?xml version="1.0" encoding="utf-8"?>
<p:tagLst xmlns:p="http://schemas.openxmlformats.org/presentationml/2006/main">
  <p:tag name="PA" val="v5.2.11"/>
</p:tagLst>
</file>

<file path=ppt/tags/tag49.xml><?xml version="1.0" encoding="utf-8"?>
<p:tagLst xmlns:p="http://schemas.openxmlformats.org/presentationml/2006/main">
  <p:tag name="PA" val="v5.2.11"/>
</p:tagLst>
</file>

<file path=ppt/tags/tag50.xml><?xml version="1.0" encoding="utf-8"?>
<p:tagLst xmlns:p="http://schemas.openxmlformats.org/presentationml/2006/main">
  <p:tag name="PA" val="v5.2.11"/>
</p:tagLst>
</file>

<file path=ppt/tags/tag51.xml><?xml version="1.0" encoding="utf-8"?>
<p:tagLst xmlns:p="http://schemas.openxmlformats.org/presentationml/2006/main">
  <p:tag name="PA" val="v5.2.11"/>
</p:tagLst>
</file>

<file path=ppt/tags/tag52.xml><?xml version="1.0" encoding="utf-8"?>
<p:tagLst xmlns:p="http://schemas.openxmlformats.org/presentationml/2006/main">
  <p:tag name="PA" val="v5.2.11"/>
</p:tagLst>
</file>

<file path=ppt/tags/tag53.xml><?xml version="1.0" encoding="utf-8"?>
<p:tagLst xmlns:p="http://schemas.openxmlformats.org/presentationml/2006/main">
  <p:tag name="ISLIDE.ICON" val="#6630;#370911;"/>
</p:tagLst>
</file>

<file path=ppt/tags/tag54.xml><?xml version="1.0" encoding="utf-8"?>
<p:tagLst xmlns:p="http://schemas.openxmlformats.org/presentationml/2006/main">
  <p:tag name="THINKCELLSHAPEDONOTDELETE" val="pmPhBJDWkAU.HrlmTd37FnA"/>
</p:tagLst>
</file>

<file path=ppt/tags/tag55.xml><?xml version="1.0" encoding="utf-8"?>
<p:tagLst xmlns:p="http://schemas.openxmlformats.org/presentationml/2006/main">
  <p:tag name="THINKCELLSHAPEDONOTDELETE" val="pmPhBJDWkAU.HrlmTd37FnA"/>
</p:tagLst>
</file>

<file path=ppt/tags/tag56.xml><?xml version="1.0" encoding="utf-8"?>
<p:tagLst xmlns:p="http://schemas.openxmlformats.org/presentationml/2006/main">
  <p:tag name="THINKCELLSHAPEDONOTDELETE" val="pmPhBJDWkAU.HrlmTd37FnA"/>
</p:tagLst>
</file>

<file path=ppt/tags/tag57.xml><?xml version="1.0" encoding="utf-8"?>
<p:tagLst xmlns:p="http://schemas.openxmlformats.org/presentationml/2006/main">
  <p:tag name="ISLIDE.ICON" val="#370911;"/>
</p:tagLst>
</file>

<file path=ppt/tags/tag58.xml><?xml version="1.0" encoding="utf-8"?>
<p:tagLst xmlns:p="http://schemas.openxmlformats.org/presentationml/2006/main">
  <p:tag name="THINKCELLSHAPEDONOTDELETE" val="pmPhBJDWkAU.HrlmTd37FnA"/>
</p:tagLst>
</file>

<file path=ppt/tags/tag59.xml><?xml version="1.0" encoding="utf-8"?>
<p:tagLst xmlns:p="http://schemas.openxmlformats.org/presentationml/2006/main">
  <p:tag name="ISLIDE.ICON" val="#405095;#175705;"/>
</p:tagLst>
</file>

<file path=ppt/tags/tag60.xml><?xml version="1.0" encoding="utf-8"?>
<p:tagLst xmlns:p="http://schemas.openxmlformats.org/presentationml/2006/main">
  <p:tag name="ISLIDE.ICON" val="#370911;"/>
</p:tagLst>
</file>

<file path=ppt/tags/tag61.xml><?xml version="1.0" encoding="utf-8"?>
<p:tagLst xmlns:p="http://schemas.openxmlformats.org/presentationml/2006/main">
  <p:tag name="ISLIDE.ICON" val="#57036;"/>
</p:tagLst>
</file>

<file path=ppt/tags/tag62.xml><?xml version="1.0" encoding="utf-8"?>
<p:tagLst xmlns:p="http://schemas.openxmlformats.org/presentationml/2006/main">
  <p:tag name="ISLIDE.ICON" val="#373552;#373398;#370059;#398668;#370059;#407329;#404693;#109963;#137836;"/>
</p:tagLst>
</file>

<file path=ppt/tags/tag63.xml><?xml version="1.0" encoding="utf-8"?>
<p:tagLst xmlns:p="http://schemas.openxmlformats.org/presentationml/2006/main">
  <p:tag name="THINKCELLSHAPEDONOTDELETE" val="pmPhBJDWkAU.HrlmTd37FnA"/>
</p:tagLst>
</file>

<file path=ppt/tags/tag64.xml><?xml version="1.0" encoding="utf-8"?>
<p:tagLst xmlns:p="http://schemas.openxmlformats.org/presentationml/2006/main">
  <p:tag name="ISLIDE.ICON" val="#370911;"/>
</p:tagLst>
</file>

<file path=ppt/tags/tag65.xml><?xml version="1.0" encoding="utf-8"?>
<p:tagLst xmlns:p="http://schemas.openxmlformats.org/presentationml/2006/main">
  <p:tag name="ISLIDE.THEME" val="https://www.islide.cc;"/>
</p:tagLst>
</file>

<file path=ppt/theme/theme1.xml><?xml version="1.0" encoding="utf-8"?>
<a:theme xmlns:a="http://schemas.openxmlformats.org/drawingml/2006/main" name="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4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5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6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7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8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9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0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1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2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3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4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5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6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7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8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9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30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31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2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33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4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35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36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37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38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39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40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41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42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43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44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6.xml><?xml version="1.0" encoding="utf-8"?>
<a:theme xmlns:a="http://schemas.openxmlformats.org/drawingml/2006/main" name="45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7.xml><?xml version="1.0" encoding="utf-8"?>
<a:theme xmlns:a="http://schemas.openxmlformats.org/drawingml/2006/main" name="46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8.xml><?xml version="1.0" encoding="utf-8"?>
<a:theme xmlns:a="http://schemas.openxmlformats.org/drawingml/2006/main" name="47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48_国泰基金-16x9">
  <a:themeElements>
    <a:clrScheme name="国泰基金-红2">
      <a:dk1>
        <a:srgbClr val="000000"/>
      </a:dk1>
      <a:lt1>
        <a:srgbClr val="FFFFFF"/>
      </a:lt1>
      <a:dk2>
        <a:srgbClr val="6E6E6E"/>
      </a:dk2>
      <a:lt2>
        <a:srgbClr val="F4EDE5"/>
      </a:lt2>
      <a:accent1>
        <a:srgbClr val="9E0116"/>
      </a:accent1>
      <a:accent2>
        <a:srgbClr val="5D070C"/>
      </a:accent2>
      <a:accent3>
        <a:srgbClr val="706F71"/>
      </a:accent3>
      <a:accent4>
        <a:srgbClr val="A7A7A7"/>
      </a:accent4>
      <a:accent5>
        <a:srgbClr val="BF9D5A"/>
      </a:accent5>
      <a:accent6>
        <a:srgbClr val="D8C49B"/>
      </a:accent6>
      <a:hlink>
        <a:srgbClr val="A3B4DC"/>
      </a:hlink>
      <a:folHlink>
        <a:srgbClr val="C9C9CA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23722</Words>
  <Application>WPS 演示</Application>
  <PresentationFormat>宽屏</PresentationFormat>
  <Paragraphs>1352</Paragraphs>
  <Slides>52</Slides>
  <Notes>49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49</vt:i4>
      </vt:variant>
      <vt:variant>
        <vt:lpstr>幻灯片标题</vt:lpstr>
      </vt:variant>
      <vt:variant>
        <vt:i4>52</vt:i4>
      </vt:variant>
    </vt:vector>
  </HeadingPairs>
  <TitlesOfParts>
    <vt:vector size="113" baseType="lpstr">
      <vt:lpstr>Arial</vt:lpstr>
      <vt:lpstr>宋体</vt:lpstr>
      <vt:lpstr>Wingdings</vt:lpstr>
      <vt:lpstr>微软雅黑</vt:lpstr>
      <vt:lpstr>Arial</vt:lpstr>
      <vt:lpstr>Arial Unicode MS</vt:lpstr>
      <vt:lpstr>等线</vt:lpstr>
      <vt:lpstr>Open Sans</vt:lpstr>
      <vt:lpstr>Segoe Print</vt:lpstr>
      <vt:lpstr>Segoe UI</vt:lpstr>
      <vt:lpstr>Calibri</vt:lpstr>
      <vt:lpstr>Helvetica Neue Medium</vt:lpstr>
      <vt:lpstr>国泰基金-16x9</vt:lpstr>
      <vt:lpstr>1_国泰基金-16x9</vt:lpstr>
      <vt:lpstr>2_国泰基金-16x9</vt:lpstr>
      <vt:lpstr>3_国泰基金-16x9</vt:lpstr>
      <vt:lpstr>4_国泰基金-16x9</vt:lpstr>
      <vt:lpstr>5_国泰基金-16x9</vt:lpstr>
      <vt:lpstr>6_国泰基金-16x9</vt:lpstr>
      <vt:lpstr>7_国泰基金-16x9</vt:lpstr>
      <vt:lpstr>8_国泰基金-16x9</vt:lpstr>
      <vt:lpstr>9_国泰基金-16x9</vt:lpstr>
      <vt:lpstr>10_国泰基金-16x9</vt:lpstr>
      <vt:lpstr>11_国泰基金-16x9</vt:lpstr>
      <vt:lpstr>12_国泰基金-16x9</vt:lpstr>
      <vt:lpstr>13_国泰基金-16x9</vt:lpstr>
      <vt:lpstr>14_国泰基金-16x9</vt:lpstr>
      <vt:lpstr>15_国泰基金-16x9</vt:lpstr>
      <vt:lpstr>16_国泰基金-16x9</vt:lpstr>
      <vt:lpstr>17_国泰基金-16x9</vt:lpstr>
      <vt:lpstr>18_国泰基金-16x9</vt:lpstr>
      <vt:lpstr>19_国泰基金-16x9</vt:lpstr>
      <vt:lpstr>20_国泰基金-16x9</vt:lpstr>
      <vt:lpstr>21_国泰基金-16x9</vt:lpstr>
      <vt:lpstr>22_国泰基金-16x9</vt:lpstr>
      <vt:lpstr>23_国泰基金-16x9</vt:lpstr>
      <vt:lpstr>24_国泰基金-16x9</vt:lpstr>
      <vt:lpstr>25_国泰基金-16x9</vt:lpstr>
      <vt:lpstr>26_国泰基金-16x9</vt:lpstr>
      <vt:lpstr>27_国泰基金-16x9</vt:lpstr>
      <vt:lpstr>28_国泰基金-16x9</vt:lpstr>
      <vt:lpstr>29_国泰基金-16x9</vt:lpstr>
      <vt:lpstr>30_国泰基金-16x9</vt:lpstr>
      <vt:lpstr>31_国泰基金-16x9</vt:lpstr>
      <vt:lpstr>32_国泰基金-16x9</vt:lpstr>
      <vt:lpstr>33_国泰基金-16x9</vt:lpstr>
      <vt:lpstr>34_国泰基金-16x9</vt:lpstr>
      <vt:lpstr>35_国泰基金-16x9</vt:lpstr>
      <vt:lpstr>36_国泰基金-16x9</vt:lpstr>
      <vt:lpstr>37_国泰基金-16x9</vt:lpstr>
      <vt:lpstr>38_国泰基金-16x9</vt:lpstr>
      <vt:lpstr>39_国泰基金-16x9</vt:lpstr>
      <vt:lpstr>40_国泰基金-16x9</vt:lpstr>
      <vt:lpstr>41_国泰基金-16x9</vt:lpstr>
      <vt:lpstr>42_国泰基金-16x9</vt:lpstr>
      <vt:lpstr>43_国泰基金-16x9</vt:lpstr>
      <vt:lpstr>44_国泰基金-16x9</vt:lpstr>
      <vt:lpstr>45_国泰基金-16x9</vt:lpstr>
      <vt:lpstr>46_国泰基金-16x9</vt:lpstr>
      <vt:lpstr>47_国泰基金-16x9</vt:lpstr>
      <vt:lpstr>48_国泰基金-16x9</vt:lpstr>
      <vt:lpstr>PowerPoint 演示文稿</vt:lpstr>
      <vt:lpstr>PowerPoint 演示文稿</vt:lpstr>
      <vt:lpstr>单击此处编辑标题样式-24pt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 xiao</dc:creator>
  <cp:lastModifiedBy>肖健</cp:lastModifiedBy>
  <cp:revision>2</cp:revision>
  <dcterms:created xsi:type="dcterms:W3CDTF">2026-07-17T02:57:00Z</dcterms:created>
  <dcterms:modified xsi:type="dcterms:W3CDTF">2026-08-10T17:00:35Z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0DFB0AE224AA4D7BA8EC9133E2A2C949_12</vt:lpwstr>
  </property>
  <property fmtid="{D5CDD505-2E9C-101B-9397-08002B2CF9AE}" pid="3" name="KSOProductBuildVer">
    <vt:lpwstr>2052-12.1.0.28043</vt:lpwstr>
  </property>
</Properties>
</file>